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png"/>
  <Default Extension="png" ContentType="image/png"/>
  <Default Extension="rels" ContentType="application/vnd.openxmlformats-package.relationships+xml"/>
  <Default Extension="tiff" ContentType="image/tiff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ink/ink1.xml" ContentType="application/inkml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ink/ink2.xml" ContentType="application/inkml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93" r:id="rId1"/>
    <p:sldMasterId id="2147484099" r:id="rId2"/>
  </p:sldMasterIdLst>
  <p:notesMasterIdLst>
    <p:notesMasterId r:id="rId73"/>
  </p:notesMasterIdLst>
  <p:handoutMasterIdLst>
    <p:handoutMasterId r:id="rId74"/>
  </p:handoutMasterIdLst>
  <p:sldIdLst>
    <p:sldId id="446" r:id="rId3"/>
    <p:sldId id="256" r:id="rId4"/>
    <p:sldId id="311" r:id="rId5"/>
    <p:sldId id="431" r:id="rId6"/>
    <p:sldId id="258" r:id="rId7"/>
    <p:sldId id="259" r:id="rId8"/>
    <p:sldId id="260" r:id="rId9"/>
    <p:sldId id="261" r:id="rId10"/>
    <p:sldId id="467" r:id="rId11"/>
    <p:sldId id="425" r:id="rId12"/>
    <p:sldId id="466" r:id="rId13"/>
    <p:sldId id="375" r:id="rId14"/>
    <p:sldId id="432" r:id="rId15"/>
    <p:sldId id="433" r:id="rId16"/>
    <p:sldId id="434" r:id="rId17"/>
    <p:sldId id="385" r:id="rId18"/>
    <p:sldId id="435" r:id="rId19"/>
    <p:sldId id="384" r:id="rId20"/>
    <p:sldId id="437" r:id="rId21"/>
    <p:sldId id="386" r:id="rId22"/>
    <p:sldId id="387" r:id="rId23"/>
    <p:sldId id="473" r:id="rId24"/>
    <p:sldId id="426" r:id="rId25"/>
    <p:sldId id="266" r:id="rId26"/>
    <p:sldId id="438" r:id="rId27"/>
    <p:sldId id="441" r:id="rId28"/>
    <p:sldId id="439" r:id="rId29"/>
    <p:sldId id="458" r:id="rId30"/>
    <p:sldId id="306" r:id="rId31"/>
    <p:sldId id="481" r:id="rId32"/>
    <p:sldId id="271" r:id="rId33"/>
    <p:sldId id="272" r:id="rId34"/>
    <p:sldId id="459" r:id="rId35"/>
    <p:sldId id="324" r:id="rId36"/>
    <p:sldId id="452" r:id="rId37"/>
    <p:sldId id="451" r:id="rId38"/>
    <p:sldId id="453" r:id="rId39"/>
    <p:sldId id="463" r:id="rId40"/>
    <p:sldId id="464" r:id="rId41"/>
    <p:sldId id="465" r:id="rId42"/>
    <p:sldId id="447" r:id="rId43"/>
    <p:sldId id="329" r:id="rId44"/>
    <p:sldId id="483" r:id="rId45"/>
    <p:sldId id="442" r:id="rId46"/>
    <p:sldId id="443" r:id="rId47"/>
    <p:sldId id="444" r:id="rId48"/>
    <p:sldId id="337" r:id="rId49"/>
    <p:sldId id="338" r:id="rId50"/>
    <p:sldId id="285" r:id="rId51"/>
    <p:sldId id="331" r:id="rId52"/>
    <p:sldId id="309" r:id="rId53"/>
    <p:sldId id="445" r:id="rId54"/>
    <p:sldId id="391" r:id="rId55"/>
    <p:sldId id="392" r:id="rId56"/>
    <p:sldId id="393" r:id="rId57"/>
    <p:sldId id="428" r:id="rId58"/>
    <p:sldId id="286" r:id="rId59"/>
    <p:sldId id="343" r:id="rId60"/>
    <p:sldId id="354" r:id="rId61"/>
    <p:sldId id="347" r:id="rId62"/>
    <p:sldId id="1001" r:id="rId63"/>
    <p:sldId id="359" r:id="rId64"/>
    <p:sldId id="1163" r:id="rId65"/>
    <p:sldId id="399" r:id="rId66"/>
    <p:sldId id="486" r:id="rId67"/>
    <p:sldId id="355" r:id="rId68"/>
    <p:sldId id="487" r:id="rId69"/>
    <p:sldId id="429" r:id="rId70"/>
    <p:sldId id="1165" r:id="rId71"/>
    <p:sldId id="460" r:id="rId72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42813"/>
    <p:restoredTop sz="94762"/>
  </p:normalViewPr>
  <p:slideViewPr>
    <p:cSldViewPr snapToGrid="0">
      <p:cViewPr varScale="1">
        <p:scale>
          <a:sx n="81" d="100"/>
          <a:sy n="81" d="100"/>
        </p:scale>
        <p:origin x="176" y="55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224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handoutMaster" Target="handoutMasters/handoutMaster1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notesMaster" Target="notesMasters/notesMaster1.xml"/><Relationship Id="rId78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>
            <a:extLst>
              <a:ext uri="{FF2B5EF4-FFF2-40B4-BE49-F238E27FC236}">
                <a16:creationId xmlns:a16="http://schemas.microsoft.com/office/drawing/2014/main" id="{11F3802F-F07C-9C44-B223-FF8C5704C83E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5" name="Rectangle 3">
            <a:extLst>
              <a:ext uri="{FF2B5EF4-FFF2-40B4-BE49-F238E27FC236}">
                <a16:creationId xmlns:a16="http://schemas.microsoft.com/office/drawing/2014/main" id="{921C9832-37EC-1840-8D59-7C7920349B9A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6" name="Rectangle 4">
            <a:extLst>
              <a:ext uri="{FF2B5EF4-FFF2-40B4-BE49-F238E27FC236}">
                <a16:creationId xmlns:a16="http://schemas.microsoft.com/office/drawing/2014/main" id="{9B9BF3A2-F011-E04A-925D-68289BF4B4B5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7" name="Rectangle 5">
            <a:extLst>
              <a:ext uri="{FF2B5EF4-FFF2-40B4-BE49-F238E27FC236}">
                <a16:creationId xmlns:a16="http://schemas.microsoft.com/office/drawing/2014/main" id="{4F8F0968-3872-1E43-9D4B-04132BE30784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anose="02020603050405020304" pitchFamily="18" charset="0"/>
              </a:defRPr>
            </a:lvl1pPr>
          </a:lstStyle>
          <a:p>
            <a:fld id="{86D7239A-EAD9-2146-A3CE-C5200E115EE9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2-09-14T06:42:27.704"/>
    </inkml:context>
    <inkml:brush xml:id="br0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1998 463 24575,'0'0'0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2-09-14T07:30:40.521"/>
    </inkml:context>
    <inkml:brush xml:id="br0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6875 893 24575,'0'0'0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C9B21E3A-4F10-FA45-AD98-9F0F5E0165CE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1C2A0371-3B61-0443-99CC-1950DD0A910E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4E7FA96E-3485-837A-0314-86C3E1A57525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8888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AD5E3FB1-98C7-C144-A5B3-B8939DDC6693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51BA5946-62C5-4F4E-A132-52D141080109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0F0B5D5F-FC2E-0744-99A0-A7D2238B08E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panose="02020603050405020304" pitchFamily="18" charset="0"/>
              </a:defRPr>
            </a:lvl1pPr>
          </a:lstStyle>
          <a:p>
            <a:fld id="{F892BF76-4AA7-4E40-A99E-A97CA1D6803C}" type="slidenum">
              <a:rPr lang="en-US" altLang="zh-CN"/>
              <a:pPr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7">
            <a:extLst>
              <a:ext uri="{FF2B5EF4-FFF2-40B4-BE49-F238E27FC236}">
                <a16:creationId xmlns:a16="http://schemas.microsoft.com/office/drawing/2014/main" id="{5C6C625F-BDB7-B97D-8E0D-02EDC30F03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868F7C1-BA42-AA4B-8946-00ABB5BA423F}" type="slidenum">
              <a:rPr lang="en-US" altLang="zh-CN" sz="1300">
                <a:latin typeface="Times New Roman" panose="02020603050405020304" pitchFamily="18" charset="0"/>
              </a:rPr>
              <a:pPr/>
              <a:t>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18434" name="Rectangle 2">
            <a:extLst>
              <a:ext uri="{FF2B5EF4-FFF2-40B4-BE49-F238E27FC236}">
                <a16:creationId xmlns:a16="http://schemas.microsoft.com/office/drawing/2014/main" id="{AA56CCE6-42E3-CAA9-3DF0-C175FB46F51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AA3099AD-19F0-5B31-2B7A-5E74C043D9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>
            <a:extLst>
              <a:ext uri="{FF2B5EF4-FFF2-40B4-BE49-F238E27FC236}">
                <a16:creationId xmlns:a16="http://schemas.microsoft.com/office/drawing/2014/main" id="{F91E1DE1-2B44-BCBD-112C-1DBBD4CC3BE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E94C9BE-89B4-D44B-9844-D7FA2D6CEAF3}" type="slidenum">
              <a:rPr lang="en-US" altLang="zh-CN" sz="1300">
                <a:latin typeface="Times New Roman" panose="02020603050405020304" pitchFamily="18" charset="0"/>
              </a:rPr>
              <a:pPr/>
              <a:t>3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20482" name="Rectangle 2">
            <a:extLst>
              <a:ext uri="{FF2B5EF4-FFF2-40B4-BE49-F238E27FC236}">
                <a16:creationId xmlns:a16="http://schemas.microsoft.com/office/drawing/2014/main" id="{9A4C2B9B-51EC-4A02-ADFF-97F6B2A7B9B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>
            <a:extLst>
              <a:ext uri="{FF2B5EF4-FFF2-40B4-BE49-F238E27FC236}">
                <a16:creationId xmlns:a16="http://schemas.microsoft.com/office/drawing/2014/main" id="{2BF0175A-1F83-9B99-301C-686C805A7DB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7">
            <a:extLst>
              <a:ext uri="{FF2B5EF4-FFF2-40B4-BE49-F238E27FC236}">
                <a16:creationId xmlns:a16="http://schemas.microsoft.com/office/drawing/2014/main" id="{5844F31F-1600-90EA-CBC4-D5DA29F6E1B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33810849-61F4-A143-BCFD-8A4E5DBF2119}" type="slidenum">
              <a:rPr lang="en-US" altLang="zh-CN" sz="1300">
                <a:latin typeface="Times New Roman" panose="02020603050405020304" pitchFamily="18" charset="0"/>
              </a:rPr>
              <a:pPr algn="r"/>
              <a:t>4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22530" name="Rectangle 2">
            <a:extLst>
              <a:ext uri="{FF2B5EF4-FFF2-40B4-BE49-F238E27FC236}">
                <a16:creationId xmlns:a16="http://schemas.microsoft.com/office/drawing/2014/main" id="{90B44899-B2C2-2789-68A0-4AAC29EA56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BBB53B19-D106-05E1-CA08-490180D8F0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Rectangle 7">
            <a:extLst>
              <a:ext uri="{FF2B5EF4-FFF2-40B4-BE49-F238E27FC236}">
                <a16:creationId xmlns:a16="http://schemas.microsoft.com/office/drawing/2014/main" id="{51A07878-B3A8-79D7-3DDF-4B33A19EF2F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8B5A6B5-66B8-E14A-8009-CC2DBEBBC46D}" type="slidenum">
              <a:rPr lang="en-US" altLang="zh-CN" sz="1300">
                <a:latin typeface="Times New Roman" panose="02020603050405020304" pitchFamily="18" charset="0"/>
              </a:rPr>
              <a:pPr/>
              <a:t>5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26626" name="Rectangle 2">
            <a:extLst>
              <a:ext uri="{FF2B5EF4-FFF2-40B4-BE49-F238E27FC236}">
                <a16:creationId xmlns:a16="http://schemas.microsoft.com/office/drawing/2014/main" id="{04549851-5A70-B6A7-EE8B-E20C214DD8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>
            <a:extLst>
              <a:ext uri="{FF2B5EF4-FFF2-40B4-BE49-F238E27FC236}">
                <a16:creationId xmlns:a16="http://schemas.microsoft.com/office/drawing/2014/main" id="{FF750FB1-2CD0-96C5-207C-64BF2E24E71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Rectangle 7">
            <a:extLst>
              <a:ext uri="{FF2B5EF4-FFF2-40B4-BE49-F238E27FC236}">
                <a16:creationId xmlns:a16="http://schemas.microsoft.com/office/drawing/2014/main" id="{1611195E-0ECD-902C-0AF9-306EF27C2DB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B01BA0-F463-3B4F-9F3B-E7BE168F840D}" type="slidenum">
              <a:rPr lang="en-US" altLang="zh-CN" sz="1300">
                <a:latin typeface="Times New Roman" panose="02020603050405020304" pitchFamily="18" charset="0"/>
              </a:rPr>
              <a:pPr/>
              <a:t>6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28674" name="Rectangle 2">
            <a:extLst>
              <a:ext uri="{FF2B5EF4-FFF2-40B4-BE49-F238E27FC236}">
                <a16:creationId xmlns:a16="http://schemas.microsoft.com/office/drawing/2014/main" id="{C86D5AD7-CEA5-7770-3915-2E4ACA732D2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Rectangle 3">
            <a:extLst>
              <a:ext uri="{FF2B5EF4-FFF2-40B4-BE49-F238E27FC236}">
                <a16:creationId xmlns:a16="http://schemas.microsoft.com/office/drawing/2014/main" id="{612247DD-6485-E482-FC0E-DF41D089EE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7">
            <a:extLst>
              <a:ext uri="{FF2B5EF4-FFF2-40B4-BE49-F238E27FC236}">
                <a16:creationId xmlns:a16="http://schemas.microsoft.com/office/drawing/2014/main" id="{7E8A0E42-07AB-BED9-98D0-70B9DF58827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08EEDD0-EE00-6D48-8FBF-1020578215EC}" type="slidenum">
              <a:rPr lang="en-US" altLang="zh-CN" sz="1300">
                <a:latin typeface="Times New Roman" panose="02020603050405020304" pitchFamily="18" charset="0"/>
              </a:rPr>
              <a:pPr/>
              <a:t>7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30722" name="Rectangle 2">
            <a:extLst>
              <a:ext uri="{FF2B5EF4-FFF2-40B4-BE49-F238E27FC236}">
                <a16:creationId xmlns:a16="http://schemas.microsoft.com/office/drawing/2014/main" id="{5345C77B-0856-3C92-7453-22746498BC6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FEFB5ADA-8D17-3CF0-FC4A-8E80AEA5ACD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7">
            <a:extLst>
              <a:ext uri="{FF2B5EF4-FFF2-40B4-BE49-F238E27FC236}">
                <a16:creationId xmlns:a16="http://schemas.microsoft.com/office/drawing/2014/main" id="{20058206-4F49-50FF-943B-682897CAD6F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5B8FADB-802B-A844-95AD-80876D20ACDB}" type="slidenum">
              <a:rPr lang="en-US" altLang="zh-CN" sz="1300">
                <a:latin typeface="Times New Roman" panose="02020603050405020304" pitchFamily="18" charset="0"/>
              </a:rPr>
              <a:pPr/>
              <a:t>8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32770" name="Rectangle 2">
            <a:extLst>
              <a:ext uri="{FF2B5EF4-FFF2-40B4-BE49-F238E27FC236}">
                <a16:creationId xmlns:a16="http://schemas.microsoft.com/office/drawing/2014/main" id="{438F7CB9-E0E7-486D-6C5B-A913100666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>
            <a:extLst>
              <a:ext uri="{FF2B5EF4-FFF2-40B4-BE49-F238E27FC236}">
                <a16:creationId xmlns:a16="http://schemas.microsoft.com/office/drawing/2014/main" id="{EB26530A-762C-598F-ED70-D2B5A42E01D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7">
            <a:extLst>
              <a:ext uri="{FF2B5EF4-FFF2-40B4-BE49-F238E27FC236}">
                <a16:creationId xmlns:a16="http://schemas.microsoft.com/office/drawing/2014/main" id="{C909B6C2-6E2D-F7F2-3EC5-E0C7E346D8B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B4C544DA-0D69-B847-ABAA-938766A87F4F}" type="slidenum">
              <a:rPr lang="en-US" altLang="zh-CN" sz="1300">
                <a:latin typeface="Times New Roman" panose="02020603050405020304" pitchFamily="18" charset="0"/>
              </a:rPr>
              <a:pPr algn="r"/>
              <a:t>10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34818" name="Rectangle 2">
            <a:extLst>
              <a:ext uri="{FF2B5EF4-FFF2-40B4-BE49-F238E27FC236}">
                <a16:creationId xmlns:a16="http://schemas.microsoft.com/office/drawing/2014/main" id="{359FD062-B8D9-8E97-E2D8-24EB4DDF28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A09899E4-9BB1-D4C3-8CD9-20154AF6EC6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7">
            <a:extLst>
              <a:ext uri="{FF2B5EF4-FFF2-40B4-BE49-F238E27FC236}">
                <a16:creationId xmlns:a16="http://schemas.microsoft.com/office/drawing/2014/main" id="{64F97637-2333-B53E-1C0F-EC55C40E6FE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EB3CC7A-87F8-B543-8160-1B20065596B4}" type="slidenum">
              <a:rPr lang="en-US" altLang="zh-CN" sz="1300">
                <a:latin typeface="Times New Roman" panose="02020603050405020304" pitchFamily="18" charset="0"/>
              </a:rPr>
              <a:pPr/>
              <a:t>11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36866" name="Rectangle 2">
            <a:extLst>
              <a:ext uri="{FF2B5EF4-FFF2-40B4-BE49-F238E27FC236}">
                <a16:creationId xmlns:a16="http://schemas.microsoft.com/office/drawing/2014/main" id="{3F659667-E25B-A395-64BC-9ABDDCDEFA5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>
            <a:extLst>
              <a:ext uri="{FF2B5EF4-FFF2-40B4-BE49-F238E27FC236}">
                <a16:creationId xmlns:a16="http://schemas.microsoft.com/office/drawing/2014/main" id="{6BDB5950-1215-DC4B-B414-7624825838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7">
            <a:extLst>
              <a:ext uri="{FF2B5EF4-FFF2-40B4-BE49-F238E27FC236}">
                <a16:creationId xmlns:a16="http://schemas.microsoft.com/office/drawing/2014/main" id="{620FB2A3-7BF1-0C4D-E8B6-206EF57CB16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E5EF574-88D3-B64D-8978-09FDFD4B3E33}" type="slidenum">
              <a:rPr lang="en-US" altLang="zh-CN" sz="1300">
                <a:latin typeface="Times New Roman" panose="02020603050405020304" pitchFamily="18" charset="0"/>
              </a:rPr>
              <a:pPr/>
              <a:t>12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38914" name="Rectangle 2">
            <a:extLst>
              <a:ext uri="{FF2B5EF4-FFF2-40B4-BE49-F238E27FC236}">
                <a16:creationId xmlns:a16="http://schemas.microsoft.com/office/drawing/2014/main" id="{A830190C-848D-5930-0E09-49030C8EB52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>
            <a:extLst>
              <a:ext uri="{FF2B5EF4-FFF2-40B4-BE49-F238E27FC236}">
                <a16:creationId xmlns:a16="http://schemas.microsoft.com/office/drawing/2014/main" id="{975E6427-E2F7-96EB-917B-AAA2CA5921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7">
            <a:extLst>
              <a:ext uri="{FF2B5EF4-FFF2-40B4-BE49-F238E27FC236}">
                <a16:creationId xmlns:a16="http://schemas.microsoft.com/office/drawing/2014/main" id="{80F5C4AD-738E-545F-611D-188BD0DA7D6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2AE4C11-2045-CD47-9FDA-E6A7C7CC327E}" type="slidenum">
              <a:rPr lang="en-US" altLang="zh-CN" sz="1300">
                <a:latin typeface="Times New Roman" panose="02020603050405020304" pitchFamily="18" charset="0"/>
              </a:rPr>
              <a:pPr/>
              <a:t>16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44034" name="Rectangle 2">
            <a:extLst>
              <a:ext uri="{FF2B5EF4-FFF2-40B4-BE49-F238E27FC236}">
                <a16:creationId xmlns:a16="http://schemas.microsoft.com/office/drawing/2014/main" id="{9FA77117-6C67-41D5-EA2D-7B5DEE8880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Rectangle 3">
            <a:extLst>
              <a:ext uri="{FF2B5EF4-FFF2-40B4-BE49-F238E27FC236}">
                <a16:creationId xmlns:a16="http://schemas.microsoft.com/office/drawing/2014/main" id="{AA8B2522-781F-5F49-375F-571AAE6555D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7">
            <a:extLst>
              <a:ext uri="{FF2B5EF4-FFF2-40B4-BE49-F238E27FC236}">
                <a16:creationId xmlns:a16="http://schemas.microsoft.com/office/drawing/2014/main" id="{884EA2A0-01BA-E19D-BB07-5627063012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C314A6F-46A5-2544-9CE8-82E7DFC96B92}" type="slidenum">
              <a:rPr lang="en-US" altLang="zh-CN" sz="1300">
                <a:latin typeface="Times New Roman" panose="02020603050405020304" pitchFamily="18" charset="0"/>
              </a:rPr>
              <a:pPr/>
              <a:t>18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47106" name="Rectangle 2">
            <a:extLst>
              <a:ext uri="{FF2B5EF4-FFF2-40B4-BE49-F238E27FC236}">
                <a16:creationId xmlns:a16="http://schemas.microsoft.com/office/drawing/2014/main" id="{A052C0E9-75DA-CEA4-13E1-E05130E66C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>
            <a:extLst>
              <a:ext uri="{FF2B5EF4-FFF2-40B4-BE49-F238E27FC236}">
                <a16:creationId xmlns:a16="http://schemas.microsoft.com/office/drawing/2014/main" id="{D7F9AED0-35A3-A78E-8B11-1B6EE76B87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7">
            <a:extLst>
              <a:ext uri="{FF2B5EF4-FFF2-40B4-BE49-F238E27FC236}">
                <a16:creationId xmlns:a16="http://schemas.microsoft.com/office/drawing/2014/main" id="{6AC6F9D1-137F-961E-DA97-5BB1A319E15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F7192B1-7564-EE42-B51F-4B6ECC252C01}" type="slidenum">
              <a:rPr lang="en-US" altLang="zh-CN" sz="1300">
                <a:latin typeface="Times New Roman" panose="02020603050405020304" pitchFamily="18" charset="0"/>
              </a:rPr>
              <a:pPr/>
              <a:t>20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50178" name="Rectangle 2">
            <a:extLst>
              <a:ext uri="{FF2B5EF4-FFF2-40B4-BE49-F238E27FC236}">
                <a16:creationId xmlns:a16="http://schemas.microsoft.com/office/drawing/2014/main" id="{F3EF9899-993B-EFC0-1352-D093B2C4E7A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9" name="Rectangle 3">
            <a:extLst>
              <a:ext uri="{FF2B5EF4-FFF2-40B4-BE49-F238E27FC236}">
                <a16:creationId xmlns:a16="http://schemas.microsoft.com/office/drawing/2014/main" id="{D4C7AE69-5AA4-3C41-5A92-FDB15311528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7">
            <a:extLst>
              <a:ext uri="{FF2B5EF4-FFF2-40B4-BE49-F238E27FC236}">
                <a16:creationId xmlns:a16="http://schemas.microsoft.com/office/drawing/2014/main" id="{D6224DB7-4086-2DCA-AF34-AEDCF8AF3F7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0032EB5-CB81-8A4D-B12F-6453E071FA43}" type="slidenum">
              <a:rPr lang="en-US" altLang="zh-CN" sz="1300">
                <a:latin typeface="Times New Roman" panose="02020603050405020304" pitchFamily="18" charset="0"/>
              </a:rPr>
              <a:pPr/>
              <a:t>21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52226" name="Rectangle 2">
            <a:extLst>
              <a:ext uri="{FF2B5EF4-FFF2-40B4-BE49-F238E27FC236}">
                <a16:creationId xmlns:a16="http://schemas.microsoft.com/office/drawing/2014/main" id="{C4B7B210-320D-302F-CB31-8147560479B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12EC1DAC-F8A5-9F89-F21F-06162E95A45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>
            <a:extLst>
              <a:ext uri="{FF2B5EF4-FFF2-40B4-BE49-F238E27FC236}">
                <a16:creationId xmlns:a16="http://schemas.microsoft.com/office/drawing/2014/main" id="{8E805AA0-361B-CCFC-AF41-27D5AADA7C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39B9D8C-EDD7-D74A-BEEB-D29BC269249D}" type="slidenum">
              <a:rPr lang="en-US" altLang="zh-CN" sz="1300">
                <a:latin typeface="Times New Roman" panose="02020603050405020304" pitchFamily="18" charset="0"/>
              </a:rPr>
              <a:pPr/>
              <a:t>22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3730" name="Rectangle 2">
            <a:extLst>
              <a:ext uri="{FF2B5EF4-FFF2-40B4-BE49-F238E27FC236}">
                <a16:creationId xmlns:a16="http://schemas.microsoft.com/office/drawing/2014/main" id="{C827B369-34EE-D5FD-19D0-45FD80E4879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>
            <a:extLst>
              <a:ext uri="{FF2B5EF4-FFF2-40B4-BE49-F238E27FC236}">
                <a16:creationId xmlns:a16="http://schemas.microsoft.com/office/drawing/2014/main" id="{AE305C00-93A5-45CE-4325-97770AB58C9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7">
            <a:extLst>
              <a:ext uri="{FF2B5EF4-FFF2-40B4-BE49-F238E27FC236}">
                <a16:creationId xmlns:a16="http://schemas.microsoft.com/office/drawing/2014/main" id="{6B1D8E3B-F649-15FC-2A11-842C395E16B9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A9B2F97E-946E-784C-B309-E115DDE74255}" type="slidenum">
              <a:rPr lang="en-US" altLang="zh-CN" sz="1300">
                <a:latin typeface="Times New Roman" panose="02020603050405020304" pitchFamily="18" charset="0"/>
              </a:rPr>
              <a:pPr algn="r"/>
              <a:t>23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56322" name="Rectangle 2">
            <a:extLst>
              <a:ext uri="{FF2B5EF4-FFF2-40B4-BE49-F238E27FC236}">
                <a16:creationId xmlns:a16="http://schemas.microsoft.com/office/drawing/2014/main" id="{EB932678-D6A2-64AD-A286-213D486401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3" name="Rectangle 3">
            <a:extLst>
              <a:ext uri="{FF2B5EF4-FFF2-40B4-BE49-F238E27FC236}">
                <a16:creationId xmlns:a16="http://schemas.microsoft.com/office/drawing/2014/main" id="{0C16070B-AFCC-91BE-ABC8-C00E0D5C600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>
            <a:extLst>
              <a:ext uri="{FF2B5EF4-FFF2-40B4-BE49-F238E27FC236}">
                <a16:creationId xmlns:a16="http://schemas.microsoft.com/office/drawing/2014/main" id="{22C7BE76-17E8-B02E-531C-F9A4413A183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8A7CB01-9297-3440-A921-01EEFD0F4AC6}" type="slidenum">
              <a:rPr lang="en-US" altLang="zh-CN" sz="1300">
                <a:latin typeface="Times New Roman" panose="02020603050405020304" pitchFamily="18" charset="0"/>
              </a:rPr>
              <a:pPr/>
              <a:t>24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720FD69F-E9E6-148A-DC79-BCD1EDCB2D5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1" name="Rectangle 3">
            <a:extLst>
              <a:ext uri="{FF2B5EF4-FFF2-40B4-BE49-F238E27FC236}">
                <a16:creationId xmlns:a16="http://schemas.microsoft.com/office/drawing/2014/main" id="{CCA7AC0A-AB3B-AF70-9076-D9F9C2F3F5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7">
            <a:extLst>
              <a:ext uri="{FF2B5EF4-FFF2-40B4-BE49-F238E27FC236}">
                <a16:creationId xmlns:a16="http://schemas.microsoft.com/office/drawing/2014/main" id="{C02CA360-065A-A9B0-C458-495B2751C71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58A94CE-C25E-4F44-AC3D-79B3D66F9265}" type="slidenum">
              <a:rPr lang="en-US" altLang="zh-CN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25</a:t>
            </a:fld>
            <a:endParaRPr lang="en-US" altLang="zh-CN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0418" name="Rectangle 2">
            <a:extLst>
              <a:ext uri="{FF2B5EF4-FFF2-40B4-BE49-F238E27FC236}">
                <a16:creationId xmlns:a16="http://schemas.microsoft.com/office/drawing/2014/main" id="{C5B6C99F-6D40-256B-4672-30D78E36F74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A7B09FF9-9BE6-110D-F59F-DE3B684BD0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>
            <a:extLst>
              <a:ext uri="{FF2B5EF4-FFF2-40B4-BE49-F238E27FC236}">
                <a16:creationId xmlns:a16="http://schemas.microsoft.com/office/drawing/2014/main" id="{431BA7AF-0D85-A187-8C3D-CEC2D0DE3D4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D05B972-6B89-D842-BEC5-89D00292DB48}" type="slidenum">
              <a:rPr lang="en-US" altLang="zh-CN" sz="1300">
                <a:latin typeface="Times New Roman" panose="02020603050405020304" pitchFamily="18" charset="0"/>
              </a:rPr>
              <a:pPr/>
              <a:t>26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62466" name="Rectangle 2">
            <a:extLst>
              <a:ext uri="{FF2B5EF4-FFF2-40B4-BE49-F238E27FC236}">
                <a16:creationId xmlns:a16="http://schemas.microsoft.com/office/drawing/2014/main" id="{D66F0B09-8D50-30E8-7AB3-6BF3587A09A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7" name="Rectangle 3">
            <a:extLst>
              <a:ext uri="{FF2B5EF4-FFF2-40B4-BE49-F238E27FC236}">
                <a16:creationId xmlns:a16="http://schemas.microsoft.com/office/drawing/2014/main" id="{79AE0781-CDC6-261E-90B9-13A4B80FAE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Rectangle 7">
            <a:extLst>
              <a:ext uri="{FF2B5EF4-FFF2-40B4-BE49-F238E27FC236}">
                <a16:creationId xmlns:a16="http://schemas.microsoft.com/office/drawing/2014/main" id="{0A8945F7-DA0E-F741-BF10-5DB0D315A90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B115924-FA4A-294A-9943-306F217896F9}" type="slidenum">
              <a:rPr lang="en-US" altLang="zh-CN" sz="1300">
                <a:latin typeface="Times New Roman" panose="02020603050405020304" pitchFamily="18" charset="0"/>
              </a:rPr>
              <a:pPr/>
              <a:t>28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65538" name="Rectangle 2">
            <a:extLst>
              <a:ext uri="{FF2B5EF4-FFF2-40B4-BE49-F238E27FC236}">
                <a16:creationId xmlns:a16="http://schemas.microsoft.com/office/drawing/2014/main" id="{1C128EB6-DF3C-B703-D709-73B58E1160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Rectangle 3">
            <a:extLst>
              <a:ext uri="{FF2B5EF4-FFF2-40B4-BE49-F238E27FC236}">
                <a16:creationId xmlns:a16="http://schemas.microsoft.com/office/drawing/2014/main" id="{EDA12498-9D56-7AEA-C8D2-AD7EB834A5A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7">
            <a:extLst>
              <a:ext uri="{FF2B5EF4-FFF2-40B4-BE49-F238E27FC236}">
                <a16:creationId xmlns:a16="http://schemas.microsoft.com/office/drawing/2014/main" id="{4EDC0650-C133-3306-08E6-ACBBD28401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F679F88-2F1A-C248-95C3-8B0B45757DDD}" type="slidenum">
              <a:rPr lang="en-US" altLang="zh-CN" sz="1300">
                <a:latin typeface="Times New Roman" panose="02020603050405020304" pitchFamily="18" charset="0"/>
              </a:rPr>
              <a:pPr/>
              <a:t>29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67586" name="Rectangle 2">
            <a:extLst>
              <a:ext uri="{FF2B5EF4-FFF2-40B4-BE49-F238E27FC236}">
                <a16:creationId xmlns:a16="http://schemas.microsoft.com/office/drawing/2014/main" id="{A8A73638-FD98-E665-68E1-A462875A7F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A70F6949-4E66-E9C4-E28F-861E538F6B3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>
                <a:ea typeface="ＭＳ Ｐゴシック" panose="020B0600070205080204" pitchFamily="34" charset="-128"/>
              </a:rPr>
              <a:t>Two simple multiple access control techniques.</a:t>
            </a:r>
          </a:p>
          <a:p>
            <a:endParaRPr lang="en-US" altLang="zh-CN">
              <a:ea typeface="ＭＳ Ｐゴシック" panose="020B0600070205080204" pitchFamily="34" charset="-128"/>
            </a:endParaRPr>
          </a:p>
          <a:p>
            <a:r>
              <a:rPr lang="en-US" altLang="zh-CN">
                <a:ea typeface="ＭＳ Ｐゴシック" panose="020B0600070205080204" pitchFamily="34" charset="-128"/>
              </a:rPr>
              <a:t>Each mobile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 share of the bandwidth is divided into portions for the uplink and the downlink. Also, possibly, out of band signaling.</a:t>
            </a:r>
          </a:p>
          <a:p>
            <a:endParaRPr lang="en-US" altLang="zh-CN">
              <a:ea typeface="ＭＳ Ｐゴシック" panose="020B0600070205080204" pitchFamily="34" charset="-128"/>
            </a:endParaRPr>
          </a:p>
          <a:p>
            <a:r>
              <a:rPr lang="en-US" altLang="zh-CN">
                <a:ea typeface="ＭＳ Ｐゴシック" panose="020B0600070205080204" pitchFamily="34" charset="-128"/>
              </a:rPr>
              <a:t>As we will see, used in AMPS, GSM, IS-54/136</a:t>
            </a: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7">
            <a:extLst>
              <a:ext uri="{FF2B5EF4-FFF2-40B4-BE49-F238E27FC236}">
                <a16:creationId xmlns:a16="http://schemas.microsoft.com/office/drawing/2014/main" id="{5DD2F5DB-D386-A22E-E582-5D00F5A1B97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0F9F16F-CDD1-BB47-BAE4-52892B5E0FE8}" type="slidenum">
              <a:rPr kumimoji="0" lang="en-US" altLang="zh-CN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2162" name="Rectangle 2">
            <a:extLst>
              <a:ext uri="{FF2B5EF4-FFF2-40B4-BE49-F238E27FC236}">
                <a16:creationId xmlns:a16="http://schemas.microsoft.com/office/drawing/2014/main" id="{E6FB420D-9917-0A39-36FB-9186981EBF0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Rectangle 3">
            <a:extLst>
              <a:ext uri="{FF2B5EF4-FFF2-40B4-BE49-F238E27FC236}">
                <a16:creationId xmlns:a16="http://schemas.microsoft.com/office/drawing/2014/main" id="{CB7D5494-2DF9-5ABA-44B6-B769CDB663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kumimoji="0" lang="zh-CN" altLang="en-US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8205255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7">
            <a:extLst>
              <a:ext uri="{FF2B5EF4-FFF2-40B4-BE49-F238E27FC236}">
                <a16:creationId xmlns:a16="http://schemas.microsoft.com/office/drawing/2014/main" id="{BC310755-84ED-29D0-0CBE-EC7BB7554D3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9C63605-4FC5-A648-AFBD-E88729FB43C8}" type="slidenum">
              <a:rPr lang="en-US" altLang="zh-CN" sz="1300">
                <a:latin typeface="Times New Roman" panose="02020603050405020304" pitchFamily="18" charset="0"/>
              </a:rPr>
              <a:pPr/>
              <a:t>31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69634" name="Rectangle 2">
            <a:extLst>
              <a:ext uri="{FF2B5EF4-FFF2-40B4-BE49-F238E27FC236}">
                <a16:creationId xmlns:a16="http://schemas.microsoft.com/office/drawing/2014/main" id="{4FDD1E7B-9752-2F42-1A45-E42BBD210BC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Rectangle 3">
            <a:extLst>
              <a:ext uri="{FF2B5EF4-FFF2-40B4-BE49-F238E27FC236}">
                <a16:creationId xmlns:a16="http://schemas.microsoft.com/office/drawing/2014/main" id="{946A9E4B-5082-1CED-24B1-1C040F9144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>
            <a:extLst>
              <a:ext uri="{FF2B5EF4-FFF2-40B4-BE49-F238E27FC236}">
                <a16:creationId xmlns:a16="http://schemas.microsoft.com/office/drawing/2014/main" id="{9591F153-01A2-E89E-2D59-1644DA6E61C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72E1080-A087-CD4F-B73B-9B839C670911}" type="slidenum">
              <a:rPr lang="en-US" altLang="zh-CN" sz="1300">
                <a:latin typeface="Times New Roman" panose="02020603050405020304" pitchFamily="18" charset="0"/>
              </a:rPr>
              <a:pPr/>
              <a:t>32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1682" name="Rectangle 2">
            <a:extLst>
              <a:ext uri="{FF2B5EF4-FFF2-40B4-BE49-F238E27FC236}">
                <a16:creationId xmlns:a16="http://schemas.microsoft.com/office/drawing/2014/main" id="{C78748C3-8E4C-C181-4942-3B4B57020CA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C4AC3DCA-31A6-23B0-5108-0D0B626560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>
            <a:extLst>
              <a:ext uri="{FF2B5EF4-FFF2-40B4-BE49-F238E27FC236}">
                <a16:creationId xmlns:a16="http://schemas.microsoft.com/office/drawing/2014/main" id="{0E19F5C4-0DCB-3193-C572-811EA54B9F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6B930C9-2E8E-3042-8177-38FDB0018F5B}" type="slidenum">
              <a:rPr lang="en-US" altLang="zh-CN" sz="1300">
                <a:latin typeface="Times New Roman" panose="02020603050405020304" pitchFamily="18" charset="0"/>
              </a:rPr>
              <a:pPr/>
              <a:t>33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3730" name="Rectangle 2">
            <a:extLst>
              <a:ext uri="{FF2B5EF4-FFF2-40B4-BE49-F238E27FC236}">
                <a16:creationId xmlns:a16="http://schemas.microsoft.com/office/drawing/2014/main" id="{1D210863-DC99-2D1D-83E2-6258DF486B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>
            <a:extLst>
              <a:ext uri="{FF2B5EF4-FFF2-40B4-BE49-F238E27FC236}">
                <a16:creationId xmlns:a16="http://schemas.microsoft.com/office/drawing/2014/main" id="{23BC7EB5-1084-89F3-B5D4-266A9AB1EDC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Rectangle 7">
            <a:extLst>
              <a:ext uri="{FF2B5EF4-FFF2-40B4-BE49-F238E27FC236}">
                <a16:creationId xmlns:a16="http://schemas.microsoft.com/office/drawing/2014/main" id="{B3280D86-CA2A-540D-DF97-2CD8383FB94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087DBD4-8AA4-254B-9CE2-726B041342AF}" type="slidenum">
              <a:rPr lang="en-US" altLang="zh-CN" sz="1300">
                <a:latin typeface="Times New Roman" panose="02020603050405020304" pitchFamily="18" charset="0"/>
              </a:rPr>
              <a:pPr/>
              <a:t>34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5778" name="Rectangle 2">
            <a:extLst>
              <a:ext uri="{FF2B5EF4-FFF2-40B4-BE49-F238E27FC236}">
                <a16:creationId xmlns:a16="http://schemas.microsoft.com/office/drawing/2014/main" id="{1E34009A-F9CD-C176-C403-A535DBB43F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E8B5E808-0898-19CF-1891-58916D5EEB6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7">
            <a:extLst>
              <a:ext uri="{FF2B5EF4-FFF2-40B4-BE49-F238E27FC236}">
                <a16:creationId xmlns:a16="http://schemas.microsoft.com/office/drawing/2014/main" id="{61933684-5E31-A24C-A655-B907B0DA453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128A70B-49E9-4842-A7DF-2C40D428A971}" type="slidenum">
              <a:rPr lang="en-US" altLang="zh-CN" sz="1300">
                <a:latin typeface="Times New Roman" panose="02020603050405020304" pitchFamily="18" charset="0"/>
              </a:rPr>
              <a:pPr/>
              <a:t>35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7826" name="Rectangle 2">
            <a:extLst>
              <a:ext uri="{FF2B5EF4-FFF2-40B4-BE49-F238E27FC236}">
                <a16:creationId xmlns:a16="http://schemas.microsoft.com/office/drawing/2014/main" id="{85EE5321-B5FD-AB58-CF77-76725EBE3F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Rectangle 3">
            <a:extLst>
              <a:ext uri="{FF2B5EF4-FFF2-40B4-BE49-F238E27FC236}">
                <a16:creationId xmlns:a16="http://schemas.microsoft.com/office/drawing/2014/main" id="{5C427C87-E877-1CD0-F20C-9DD3D195024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Rectangle 7">
            <a:extLst>
              <a:ext uri="{FF2B5EF4-FFF2-40B4-BE49-F238E27FC236}">
                <a16:creationId xmlns:a16="http://schemas.microsoft.com/office/drawing/2014/main" id="{8C64E7AB-AAEB-954A-8AF6-2B1FC6BFE94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2BDFAC9-B73E-D542-BE4D-FE2A52C5546F}" type="slidenum">
              <a:rPr lang="en-US" altLang="zh-CN" sz="1300">
                <a:latin typeface="Times New Roman" panose="02020603050405020304" pitchFamily="18" charset="0"/>
              </a:rPr>
              <a:pPr/>
              <a:t>36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79874" name="Rectangle 2">
            <a:extLst>
              <a:ext uri="{FF2B5EF4-FFF2-40B4-BE49-F238E27FC236}">
                <a16:creationId xmlns:a16="http://schemas.microsoft.com/office/drawing/2014/main" id="{63ECECE8-A94F-DA77-0028-DDFA3551A4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Rectangle 3">
            <a:extLst>
              <a:ext uri="{FF2B5EF4-FFF2-40B4-BE49-F238E27FC236}">
                <a16:creationId xmlns:a16="http://schemas.microsoft.com/office/drawing/2014/main" id="{B720CD5B-1B62-E390-8E06-61FE3EB2565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7">
            <a:extLst>
              <a:ext uri="{FF2B5EF4-FFF2-40B4-BE49-F238E27FC236}">
                <a16:creationId xmlns:a16="http://schemas.microsoft.com/office/drawing/2014/main" id="{5D4B1BA8-1D2C-5AAD-603B-B956F9E3923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AD09EEB-BBCB-F646-B596-6E167C73AD2A}" type="slidenum">
              <a:rPr lang="en-US" altLang="zh-CN" sz="1300">
                <a:latin typeface="Times New Roman" panose="02020603050405020304" pitchFamily="18" charset="0"/>
              </a:rPr>
              <a:pPr/>
              <a:t>37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81922" name="Rectangle 2">
            <a:extLst>
              <a:ext uri="{FF2B5EF4-FFF2-40B4-BE49-F238E27FC236}">
                <a16:creationId xmlns:a16="http://schemas.microsoft.com/office/drawing/2014/main" id="{2262EF50-9A9A-A9C9-66F4-326CF4CD39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Rectangle 3">
            <a:extLst>
              <a:ext uri="{FF2B5EF4-FFF2-40B4-BE49-F238E27FC236}">
                <a16:creationId xmlns:a16="http://schemas.microsoft.com/office/drawing/2014/main" id="{59AD01B5-6597-4105-67A6-074ABC07DF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7">
            <a:extLst>
              <a:ext uri="{FF2B5EF4-FFF2-40B4-BE49-F238E27FC236}">
                <a16:creationId xmlns:a16="http://schemas.microsoft.com/office/drawing/2014/main" id="{38A7D0BB-A1D7-7A46-D277-1E4D657F9D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C8C7B0B-A4ED-4B4F-8917-18F19933F754}" type="slidenum">
              <a:rPr lang="en-US" altLang="zh-CN" sz="1300">
                <a:latin typeface="Times New Roman" panose="02020603050405020304" pitchFamily="18" charset="0"/>
              </a:rPr>
              <a:pPr/>
              <a:t>38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83970" name="Rectangle 2">
            <a:extLst>
              <a:ext uri="{FF2B5EF4-FFF2-40B4-BE49-F238E27FC236}">
                <a16:creationId xmlns:a16="http://schemas.microsoft.com/office/drawing/2014/main" id="{AB36098A-1A77-32B8-6FA8-3753D6BBDD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Rectangle 3">
            <a:extLst>
              <a:ext uri="{FF2B5EF4-FFF2-40B4-BE49-F238E27FC236}">
                <a16:creationId xmlns:a16="http://schemas.microsoft.com/office/drawing/2014/main" id="{8FF93DEE-C1A8-600A-661B-3013C5B8F74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7">
            <a:extLst>
              <a:ext uri="{FF2B5EF4-FFF2-40B4-BE49-F238E27FC236}">
                <a16:creationId xmlns:a16="http://schemas.microsoft.com/office/drawing/2014/main" id="{BB102C7B-179D-C933-9AEE-E2EF5A50057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6C8BFF2-B869-B74F-A05A-AA74A06F5488}" type="slidenum">
              <a:rPr lang="en-US" altLang="zh-CN" sz="1300">
                <a:latin typeface="Times New Roman" panose="02020603050405020304" pitchFamily="18" charset="0"/>
              </a:rPr>
              <a:pPr/>
              <a:t>39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86018" name="Rectangle 2">
            <a:extLst>
              <a:ext uri="{FF2B5EF4-FFF2-40B4-BE49-F238E27FC236}">
                <a16:creationId xmlns:a16="http://schemas.microsoft.com/office/drawing/2014/main" id="{EDA376FC-567E-8EB5-60B6-E3DB18BA185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Rectangle 3">
            <a:extLst>
              <a:ext uri="{FF2B5EF4-FFF2-40B4-BE49-F238E27FC236}">
                <a16:creationId xmlns:a16="http://schemas.microsoft.com/office/drawing/2014/main" id="{E17D80DD-457C-6FB6-65F1-2C91B3329AD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Rectangle 7">
            <a:extLst>
              <a:ext uri="{FF2B5EF4-FFF2-40B4-BE49-F238E27FC236}">
                <a16:creationId xmlns:a16="http://schemas.microsoft.com/office/drawing/2014/main" id="{98BDD582-EB58-1A41-86C5-810D2976C47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2E0CC60-1A58-C647-9C56-D9C87D945FF1}" type="slidenum">
              <a:rPr lang="en-US" altLang="zh-CN" sz="1300">
                <a:latin typeface="Times New Roman" panose="02020603050405020304" pitchFamily="18" charset="0"/>
              </a:rPr>
              <a:pPr/>
              <a:t>40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88066" name="Rectangle 2">
            <a:extLst>
              <a:ext uri="{FF2B5EF4-FFF2-40B4-BE49-F238E27FC236}">
                <a16:creationId xmlns:a16="http://schemas.microsoft.com/office/drawing/2014/main" id="{C86C381B-B8E0-B212-CF6F-6508F8F04BA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Rectangle 3">
            <a:extLst>
              <a:ext uri="{FF2B5EF4-FFF2-40B4-BE49-F238E27FC236}">
                <a16:creationId xmlns:a16="http://schemas.microsoft.com/office/drawing/2014/main" id="{3ADAFBD1-1251-4165-5886-627CB9068CD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Rectangle 7">
            <a:extLst>
              <a:ext uri="{FF2B5EF4-FFF2-40B4-BE49-F238E27FC236}">
                <a16:creationId xmlns:a16="http://schemas.microsoft.com/office/drawing/2014/main" id="{20F5E83D-A10E-FEB7-838C-85DE567D6F0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D41359E-9EFC-A148-BF61-01D218BEFF6B}" type="slidenum">
              <a:rPr lang="en-US" altLang="zh-CN" sz="1300">
                <a:latin typeface="Times New Roman" panose="02020603050405020304" pitchFamily="18" charset="0"/>
              </a:rPr>
              <a:pPr/>
              <a:t>41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90114" name="Rectangle 2">
            <a:extLst>
              <a:ext uri="{FF2B5EF4-FFF2-40B4-BE49-F238E27FC236}">
                <a16:creationId xmlns:a16="http://schemas.microsoft.com/office/drawing/2014/main" id="{D8B948E3-0BA7-6F1F-84BA-9089AE1649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Rectangle 3">
            <a:extLst>
              <a:ext uri="{FF2B5EF4-FFF2-40B4-BE49-F238E27FC236}">
                <a16:creationId xmlns:a16="http://schemas.microsoft.com/office/drawing/2014/main" id="{40206C6F-1165-6CE3-8781-A4A43A60F45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7">
            <a:extLst>
              <a:ext uri="{FF2B5EF4-FFF2-40B4-BE49-F238E27FC236}">
                <a16:creationId xmlns:a16="http://schemas.microsoft.com/office/drawing/2014/main" id="{8A4C7B56-B9E2-92D4-BB99-15DE9710B2E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A196E1E-AA6E-D54E-A7EB-89C2DE5E480B}" type="slidenum">
              <a:rPr lang="en-US" altLang="zh-CN" sz="1300">
                <a:latin typeface="Times New Roman" panose="02020603050405020304" pitchFamily="18" charset="0"/>
              </a:rPr>
              <a:pPr/>
              <a:t>42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  <p:sp>
        <p:nvSpPr>
          <p:cNvPr id="92162" name="Rectangle 2">
            <a:extLst>
              <a:ext uri="{FF2B5EF4-FFF2-40B4-BE49-F238E27FC236}">
                <a16:creationId xmlns:a16="http://schemas.microsoft.com/office/drawing/2014/main" id="{33CFB158-3BD5-1C25-7818-BF9D4BF3211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Rectangle 3">
            <a:extLst>
              <a:ext uri="{FF2B5EF4-FFF2-40B4-BE49-F238E27FC236}">
                <a16:creationId xmlns:a16="http://schemas.microsoft.com/office/drawing/2014/main" id="{D83C1ED0-C3F5-FE31-593A-178914239FF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7">
            <a:extLst>
              <a:ext uri="{FF2B5EF4-FFF2-40B4-BE49-F238E27FC236}">
                <a16:creationId xmlns:a16="http://schemas.microsoft.com/office/drawing/2014/main" id="{76B7D2C5-840A-D436-8863-F493A4A5801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47D1247-81BA-A74B-8276-ED3807DF9954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4210" name="Rectangle 2">
            <a:extLst>
              <a:ext uri="{FF2B5EF4-FFF2-40B4-BE49-F238E27FC236}">
                <a16:creationId xmlns:a16="http://schemas.microsoft.com/office/drawing/2014/main" id="{FAD4D9E5-D0D0-8431-2531-BB5CBDAFEF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Rectangle 3">
            <a:extLst>
              <a:ext uri="{FF2B5EF4-FFF2-40B4-BE49-F238E27FC236}">
                <a16:creationId xmlns:a16="http://schemas.microsoft.com/office/drawing/2014/main" id="{308FCC39-FEFB-2A8A-E2E4-658C1562E90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Rectangle 7">
            <a:extLst>
              <a:ext uri="{FF2B5EF4-FFF2-40B4-BE49-F238E27FC236}">
                <a16:creationId xmlns:a16="http://schemas.microsoft.com/office/drawing/2014/main" id="{6639A401-59EB-0816-F271-A21A0864B0C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09BBD47-D79B-FF44-9045-54D8AD10D56D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6258" name="Rectangle 2">
            <a:extLst>
              <a:ext uri="{FF2B5EF4-FFF2-40B4-BE49-F238E27FC236}">
                <a16:creationId xmlns:a16="http://schemas.microsoft.com/office/drawing/2014/main" id="{3376F5C5-F120-C832-9AE4-5D577386E60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Rectangle 3">
            <a:extLst>
              <a:ext uri="{FF2B5EF4-FFF2-40B4-BE49-F238E27FC236}">
                <a16:creationId xmlns:a16="http://schemas.microsoft.com/office/drawing/2014/main" id="{1743B1CB-DFBD-F6C5-9424-D88A467695E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7">
            <a:extLst>
              <a:ext uri="{FF2B5EF4-FFF2-40B4-BE49-F238E27FC236}">
                <a16:creationId xmlns:a16="http://schemas.microsoft.com/office/drawing/2014/main" id="{B2AAABD3-2B1B-1137-BC43-3CBB5CFAB61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CC69EBC-E19B-F24B-80A3-E45BE0DDC273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306" name="Rectangle 2">
            <a:extLst>
              <a:ext uri="{FF2B5EF4-FFF2-40B4-BE49-F238E27FC236}">
                <a16:creationId xmlns:a16="http://schemas.microsoft.com/office/drawing/2014/main" id="{212C50F8-EC1A-7540-7291-6183160ACB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Rectangle 3">
            <a:extLst>
              <a:ext uri="{FF2B5EF4-FFF2-40B4-BE49-F238E27FC236}">
                <a16:creationId xmlns:a16="http://schemas.microsoft.com/office/drawing/2014/main" id="{17070E6C-F54C-6C5C-E26A-879490F0079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7">
            <a:extLst>
              <a:ext uri="{FF2B5EF4-FFF2-40B4-BE49-F238E27FC236}">
                <a16:creationId xmlns:a16="http://schemas.microsoft.com/office/drawing/2014/main" id="{138F9736-2788-1E2A-D7EF-C28E1319676E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B030C8B-2CE4-F54D-9FF2-B98C7D9B324E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354" name="Rectangle 2">
            <a:extLst>
              <a:ext uri="{FF2B5EF4-FFF2-40B4-BE49-F238E27FC236}">
                <a16:creationId xmlns:a16="http://schemas.microsoft.com/office/drawing/2014/main" id="{F3775A17-DA30-0DB8-9E6B-F53DE29F572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Rectangle 3">
            <a:extLst>
              <a:ext uri="{FF2B5EF4-FFF2-40B4-BE49-F238E27FC236}">
                <a16:creationId xmlns:a16="http://schemas.microsoft.com/office/drawing/2014/main" id="{99593AC2-61D9-6C8E-B674-B2B847EC0A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7">
            <a:extLst>
              <a:ext uri="{FF2B5EF4-FFF2-40B4-BE49-F238E27FC236}">
                <a16:creationId xmlns:a16="http://schemas.microsoft.com/office/drawing/2014/main" id="{C96045FA-9449-ECDE-C92F-4DDFEC2E947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8032509-1555-E848-8D39-787718E54102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2402" name="Rectangle 2">
            <a:extLst>
              <a:ext uri="{FF2B5EF4-FFF2-40B4-BE49-F238E27FC236}">
                <a16:creationId xmlns:a16="http://schemas.microsoft.com/office/drawing/2014/main" id="{D335BF0A-A76E-723C-4DCF-5B3685F146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Rectangle 3">
            <a:extLst>
              <a:ext uri="{FF2B5EF4-FFF2-40B4-BE49-F238E27FC236}">
                <a16:creationId xmlns:a16="http://schemas.microsoft.com/office/drawing/2014/main" id="{1A389995-ADCB-AF58-1CE5-B081A12E30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7">
            <a:extLst>
              <a:ext uri="{FF2B5EF4-FFF2-40B4-BE49-F238E27FC236}">
                <a16:creationId xmlns:a16="http://schemas.microsoft.com/office/drawing/2014/main" id="{D75E6940-1BC5-32D3-DF4F-E4A326981D5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505A84C-3AA2-0D4D-93C8-5DA53CB9BA28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450" name="Rectangle 2">
            <a:extLst>
              <a:ext uri="{FF2B5EF4-FFF2-40B4-BE49-F238E27FC236}">
                <a16:creationId xmlns:a16="http://schemas.microsoft.com/office/drawing/2014/main" id="{0FF006B2-6944-D746-A528-9CE19E7000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Rectangle 3">
            <a:extLst>
              <a:ext uri="{FF2B5EF4-FFF2-40B4-BE49-F238E27FC236}">
                <a16:creationId xmlns:a16="http://schemas.microsoft.com/office/drawing/2014/main" id="{A911F480-5265-E1CF-B339-2D2DEF32B93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7">
            <a:extLst>
              <a:ext uri="{FF2B5EF4-FFF2-40B4-BE49-F238E27FC236}">
                <a16:creationId xmlns:a16="http://schemas.microsoft.com/office/drawing/2014/main" id="{5853AB10-315D-0600-BAD8-8D45C8425E1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B16FE1D-B4D6-7947-BF77-50F19F49AE67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6498" name="Rectangle 2">
            <a:extLst>
              <a:ext uri="{FF2B5EF4-FFF2-40B4-BE49-F238E27FC236}">
                <a16:creationId xmlns:a16="http://schemas.microsoft.com/office/drawing/2014/main" id="{E9FDA3C8-2C26-1E26-DE46-25A17660F72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Rectangle 3">
            <a:extLst>
              <a:ext uri="{FF2B5EF4-FFF2-40B4-BE49-F238E27FC236}">
                <a16:creationId xmlns:a16="http://schemas.microsoft.com/office/drawing/2014/main" id="{A9C261F1-9F78-6FE0-1B7F-5162219772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7">
            <a:extLst>
              <a:ext uri="{FF2B5EF4-FFF2-40B4-BE49-F238E27FC236}">
                <a16:creationId xmlns:a16="http://schemas.microsoft.com/office/drawing/2014/main" id="{4F5D5F7C-DD86-F7F9-DF2C-7377F36AB5A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AA7564C-CF5D-E04C-BCDE-32DAFDFA3384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8546" name="Rectangle 2">
            <a:extLst>
              <a:ext uri="{FF2B5EF4-FFF2-40B4-BE49-F238E27FC236}">
                <a16:creationId xmlns:a16="http://schemas.microsoft.com/office/drawing/2014/main" id="{A960523C-D71A-CB3E-E1F4-03619944DE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77EEF5D6-A58E-F24D-73DD-B21F17ABED4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7">
            <a:extLst>
              <a:ext uri="{FF2B5EF4-FFF2-40B4-BE49-F238E27FC236}">
                <a16:creationId xmlns:a16="http://schemas.microsoft.com/office/drawing/2014/main" id="{0DAE4FBE-E15C-E0C6-E85A-9416CB68E6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2D04E93-7A79-F948-8799-DBBBE1407536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0594" name="Rectangle 2">
            <a:extLst>
              <a:ext uri="{FF2B5EF4-FFF2-40B4-BE49-F238E27FC236}">
                <a16:creationId xmlns:a16="http://schemas.microsoft.com/office/drawing/2014/main" id="{1BC9EF43-5A15-4107-EFDF-6D3B4ED348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Rectangle 3">
            <a:extLst>
              <a:ext uri="{FF2B5EF4-FFF2-40B4-BE49-F238E27FC236}">
                <a16:creationId xmlns:a16="http://schemas.microsoft.com/office/drawing/2014/main" id="{8444A25A-C56B-0C5C-EA52-F36747F013F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7">
            <a:extLst>
              <a:ext uri="{FF2B5EF4-FFF2-40B4-BE49-F238E27FC236}">
                <a16:creationId xmlns:a16="http://schemas.microsoft.com/office/drawing/2014/main" id="{D69FBA39-1807-A2C0-4F14-A80647344EF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09DF361-289A-7E40-9877-A0A3BEB9F566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2642" name="Rectangle 2">
            <a:extLst>
              <a:ext uri="{FF2B5EF4-FFF2-40B4-BE49-F238E27FC236}">
                <a16:creationId xmlns:a16="http://schemas.microsoft.com/office/drawing/2014/main" id="{DED4AA7B-753C-1507-48DE-8E5E5CDEDE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>
            <a:extLst>
              <a:ext uri="{FF2B5EF4-FFF2-40B4-BE49-F238E27FC236}">
                <a16:creationId xmlns:a16="http://schemas.microsoft.com/office/drawing/2014/main" id="{A85F9631-AAD2-1A1C-2863-3FCB60D8FC3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7">
            <a:extLst>
              <a:ext uri="{FF2B5EF4-FFF2-40B4-BE49-F238E27FC236}">
                <a16:creationId xmlns:a16="http://schemas.microsoft.com/office/drawing/2014/main" id="{F57EBB5B-F9B1-3273-0EFE-27B54CFFBADD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D62FFD7-7E50-E548-9721-8853E604EDBB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7762" name="Rectangle 2">
            <a:extLst>
              <a:ext uri="{FF2B5EF4-FFF2-40B4-BE49-F238E27FC236}">
                <a16:creationId xmlns:a16="http://schemas.microsoft.com/office/drawing/2014/main" id="{3BC675D1-1A91-2ED7-5C92-172F4F807A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>
            <a:extLst>
              <a:ext uri="{FF2B5EF4-FFF2-40B4-BE49-F238E27FC236}">
                <a16:creationId xmlns:a16="http://schemas.microsoft.com/office/drawing/2014/main" id="{BC83FD35-685A-10B5-DA68-DBE2A729A4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7">
            <a:extLst>
              <a:ext uri="{FF2B5EF4-FFF2-40B4-BE49-F238E27FC236}">
                <a16:creationId xmlns:a16="http://schemas.microsoft.com/office/drawing/2014/main" id="{5DD4DEE5-EF0E-CFF3-1129-6CBD0635D3E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3C7437D-6166-E445-A752-9040DAC0D0B3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9810" name="Rectangle 2">
            <a:extLst>
              <a:ext uri="{FF2B5EF4-FFF2-40B4-BE49-F238E27FC236}">
                <a16:creationId xmlns:a16="http://schemas.microsoft.com/office/drawing/2014/main" id="{43339AAA-1ECE-5763-CAFC-6640707748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>
            <a:extLst>
              <a:ext uri="{FF2B5EF4-FFF2-40B4-BE49-F238E27FC236}">
                <a16:creationId xmlns:a16="http://schemas.microsoft.com/office/drawing/2014/main" id="{E5D7F61B-9DB6-6980-C51B-B93A860808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Rectangle 7">
            <a:extLst>
              <a:ext uri="{FF2B5EF4-FFF2-40B4-BE49-F238E27FC236}">
                <a16:creationId xmlns:a16="http://schemas.microsoft.com/office/drawing/2014/main" id="{BC896F56-15A1-D2C2-C494-18FDE8EE80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CC2C3C8-871A-054E-939C-F4ECD8D4D741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1858" name="Rectangle 2">
            <a:extLst>
              <a:ext uri="{FF2B5EF4-FFF2-40B4-BE49-F238E27FC236}">
                <a16:creationId xmlns:a16="http://schemas.microsoft.com/office/drawing/2014/main" id="{19EF713F-64B3-A92F-63B0-8734E5C9F9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>
            <a:extLst>
              <a:ext uri="{FF2B5EF4-FFF2-40B4-BE49-F238E27FC236}">
                <a16:creationId xmlns:a16="http://schemas.microsoft.com/office/drawing/2014/main" id="{CA59D738-012D-B959-D227-D1C4ABE95D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7">
            <a:extLst>
              <a:ext uri="{FF2B5EF4-FFF2-40B4-BE49-F238E27FC236}">
                <a16:creationId xmlns:a16="http://schemas.microsoft.com/office/drawing/2014/main" id="{61AAF725-E86E-F158-B6B4-3AFAD15B53C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4BD515D-3E26-6C47-8A99-82DCC0AD3372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906" name="Rectangle 2">
            <a:extLst>
              <a:ext uri="{FF2B5EF4-FFF2-40B4-BE49-F238E27FC236}">
                <a16:creationId xmlns:a16="http://schemas.microsoft.com/office/drawing/2014/main" id="{893B7E06-F4E2-D982-D1BE-F1BC019963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>
            <a:extLst>
              <a:ext uri="{FF2B5EF4-FFF2-40B4-BE49-F238E27FC236}">
                <a16:creationId xmlns:a16="http://schemas.microsoft.com/office/drawing/2014/main" id="{4D377BDC-1CAF-7773-5539-526F349591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Rectangle 7">
            <a:extLst>
              <a:ext uri="{FF2B5EF4-FFF2-40B4-BE49-F238E27FC236}">
                <a16:creationId xmlns:a16="http://schemas.microsoft.com/office/drawing/2014/main" id="{00138C47-4C31-2584-788A-8063E641ABF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F4BF6E2-0BFB-E746-8A30-D371BE40E2F9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5954" name="Rectangle 2">
            <a:extLst>
              <a:ext uri="{FF2B5EF4-FFF2-40B4-BE49-F238E27FC236}">
                <a16:creationId xmlns:a16="http://schemas.microsoft.com/office/drawing/2014/main" id="{E3F96D3C-FCB4-BE72-35A4-BF0B1D9A438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5" name="Rectangle 3">
            <a:extLst>
              <a:ext uri="{FF2B5EF4-FFF2-40B4-BE49-F238E27FC236}">
                <a16:creationId xmlns:a16="http://schemas.microsoft.com/office/drawing/2014/main" id="{6E4AC8AC-761C-FB1E-6E13-B12B3C53A66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Rectangle 7">
            <a:extLst>
              <a:ext uri="{FF2B5EF4-FFF2-40B4-BE49-F238E27FC236}">
                <a16:creationId xmlns:a16="http://schemas.microsoft.com/office/drawing/2014/main" id="{88E50E35-6AA2-2357-66BD-51AA1D5B2C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DE08B27-6C07-6640-9FF9-2E26A6D20815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546D76C1-F334-270F-53F1-1E3DF47CD3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78087321-26D6-B847-70F4-8FD56F3611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4237375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Rectangle 7">
            <a:extLst>
              <a:ext uri="{FF2B5EF4-FFF2-40B4-BE49-F238E27FC236}">
                <a16:creationId xmlns:a16="http://schemas.microsoft.com/office/drawing/2014/main" id="{4854DD61-9891-8684-43BA-D662331BA8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83A8F25-CD18-B441-8E0B-07B4FD0F52ED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2" name="Rectangle 2">
            <a:extLst>
              <a:ext uri="{FF2B5EF4-FFF2-40B4-BE49-F238E27FC236}">
                <a16:creationId xmlns:a16="http://schemas.microsoft.com/office/drawing/2014/main" id="{E1B71BA1-66F4-42A7-8720-FF64922D23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>
            <a:extLst>
              <a:ext uri="{FF2B5EF4-FFF2-40B4-BE49-F238E27FC236}">
                <a16:creationId xmlns:a16="http://schemas.microsoft.com/office/drawing/2014/main" id="{7E19D54D-14F9-3577-4529-E0D615E0CB0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 dirty="0"/>
              <a:t>一方面明确</a:t>
            </a:r>
            <a:r>
              <a:rPr kumimoji="1" lang="en-US" altLang="zh-CN" dirty="0"/>
              <a:t>TCP/IP</a:t>
            </a:r>
            <a:r>
              <a:rPr kumimoji="1" lang="zh-CN" altLang="en-US" dirty="0"/>
              <a:t>参考模型中，</a:t>
            </a:r>
            <a:r>
              <a:rPr kumimoji="1" lang="en-US" altLang="zh-CN" dirty="0"/>
              <a:t>TCP</a:t>
            </a:r>
            <a:r>
              <a:rPr kumimoji="1" lang="zh-CN" altLang="en-US" dirty="0"/>
              <a:t>和</a:t>
            </a:r>
            <a:r>
              <a:rPr kumimoji="1" lang="en-US" altLang="zh-CN" dirty="0"/>
              <a:t>IP</a:t>
            </a:r>
            <a:r>
              <a:rPr kumimoji="1" lang="zh-CN" altLang="en-US" dirty="0"/>
              <a:t>的重要性，另一方面加深</a:t>
            </a:r>
            <a:r>
              <a:rPr kumimoji="1" lang="en-US" altLang="zh-CN" dirty="0"/>
              <a:t>TCP/IP</a:t>
            </a:r>
            <a:r>
              <a:rPr kumimoji="1" lang="zh-CN" altLang="en-US" dirty="0"/>
              <a:t>参考模型的特色（即正文红色部分）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92163804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Rectangle 7">
            <a:extLst>
              <a:ext uri="{FF2B5EF4-FFF2-40B4-BE49-F238E27FC236}">
                <a16:creationId xmlns:a16="http://schemas.microsoft.com/office/drawing/2014/main" id="{88E50E35-6AA2-2357-66BD-51AA1D5B2C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DE08B27-6C07-6640-9FF9-2E26A6D20815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546D76C1-F334-270F-53F1-1E3DF47CD3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78087321-26D6-B847-70F4-8FD56F3611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Rectangle 7">
            <a:extLst>
              <a:ext uri="{FF2B5EF4-FFF2-40B4-BE49-F238E27FC236}">
                <a16:creationId xmlns:a16="http://schemas.microsoft.com/office/drawing/2014/main" id="{88E50E35-6AA2-2357-66BD-51AA1D5B2C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DE08B27-6C07-6640-9FF9-2E26A6D20815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546D76C1-F334-270F-53F1-1E3DF47CD3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78087321-26D6-B847-70F4-8FD56F3611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59093556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Rectangle 7">
            <a:extLst>
              <a:ext uri="{FF2B5EF4-FFF2-40B4-BE49-F238E27FC236}">
                <a16:creationId xmlns:a16="http://schemas.microsoft.com/office/drawing/2014/main" id="{7182B4CC-29BC-409E-2252-6E0301FA6C9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1F7079-1398-804D-B6D3-761A22C54711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2098" name="Rectangle 2">
            <a:extLst>
              <a:ext uri="{FF2B5EF4-FFF2-40B4-BE49-F238E27FC236}">
                <a16:creationId xmlns:a16="http://schemas.microsoft.com/office/drawing/2014/main" id="{9B4B5AAE-9D78-0D0E-8FF3-1E9C0C2E51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099" name="Rectangle 3">
            <a:extLst>
              <a:ext uri="{FF2B5EF4-FFF2-40B4-BE49-F238E27FC236}">
                <a16:creationId xmlns:a16="http://schemas.microsoft.com/office/drawing/2014/main" id="{EEDDF630-D320-9FE0-666B-6F22B3B52E8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Rectangle 7">
            <a:extLst>
              <a:ext uri="{FF2B5EF4-FFF2-40B4-BE49-F238E27FC236}">
                <a16:creationId xmlns:a16="http://schemas.microsoft.com/office/drawing/2014/main" id="{4854DD61-9891-8684-43BA-D662331BA8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83A8F25-CD18-B441-8E0B-07B4FD0F52ED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8002" name="Rectangle 2">
            <a:extLst>
              <a:ext uri="{FF2B5EF4-FFF2-40B4-BE49-F238E27FC236}">
                <a16:creationId xmlns:a16="http://schemas.microsoft.com/office/drawing/2014/main" id="{E1B71BA1-66F4-42A7-8720-FF64922D23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>
            <a:extLst>
              <a:ext uri="{FF2B5EF4-FFF2-40B4-BE49-F238E27FC236}">
                <a16:creationId xmlns:a16="http://schemas.microsoft.com/office/drawing/2014/main" id="{7E19D54D-14F9-3577-4529-E0D615E0CB0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0145294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Rectangle 7">
            <a:extLst>
              <a:ext uri="{FF2B5EF4-FFF2-40B4-BE49-F238E27FC236}">
                <a16:creationId xmlns:a16="http://schemas.microsoft.com/office/drawing/2014/main" id="{E911D92D-C3EA-5A0E-CEB3-DC18D8B7786D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CD251AB-0402-7643-AFBA-2E02010A88AB}" type="slidenum">
              <a:rPr kumimoji="0" lang="en-US" altLang="zh-CN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altLang="zh-CN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146" name="Rectangle 2">
            <a:extLst>
              <a:ext uri="{FF2B5EF4-FFF2-40B4-BE49-F238E27FC236}">
                <a16:creationId xmlns:a16="http://schemas.microsoft.com/office/drawing/2014/main" id="{53BA616A-4263-1559-929A-FCF6BE9848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7" name="Rectangle 3">
            <a:extLst>
              <a:ext uri="{FF2B5EF4-FFF2-40B4-BE49-F238E27FC236}">
                <a16:creationId xmlns:a16="http://schemas.microsoft.com/office/drawing/2014/main" id="{C7EDC6FC-70F9-730E-94E0-5B94BCB8729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Slide Image Placeholder 1">
            <a:extLst>
              <a:ext uri="{FF2B5EF4-FFF2-40B4-BE49-F238E27FC236}">
                <a16:creationId xmlns:a16="http://schemas.microsoft.com/office/drawing/2014/main" id="{DCDE4D8C-2DEC-9227-C307-0B072479EF6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0" name="Notes Placeholder 2">
            <a:extLst>
              <a:ext uri="{FF2B5EF4-FFF2-40B4-BE49-F238E27FC236}">
                <a16:creationId xmlns:a16="http://schemas.microsoft.com/office/drawing/2014/main" id="{DD466B3D-3513-9D67-F897-6FA432E6CB3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>
              <a:ea typeface="ＭＳ Ｐゴシック" panose="020B0600070205080204" pitchFamily="34" charset="-128"/>
            </a:endParaRPr>
          </a:p>
        </p:txBody>
      </p:sp>
      <p:sp>
        <p:nvSpPr>
          <p:cNvPr id="155651" name="Slide Number Placeholder 3">
            <a:extLst>
              <a:ext uri="{FF2B5EF4-FFF2-40B4-BE49-F238E27FC236}">
                <a16:creationId xmlns:a16="http://schemas.microsoft.com/office/drawing/2014/main" id="{EDE28865-3860-8F13-2F98-55CC3AC41B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70D5A9C-C82F-024F-AD44-63E760E782EA}" type="slidenum">
              <a:rPr lang="en-US" altLang="zh-CN" sz="1300">
                <a:latin typeface="Times New Roman" panose="02020603050405020304" pitchFamily="18" charset="0"/>
              </a:rPr>
              <a:pPr/>
              <a:t>70</a:t>
            </a:fld>
            <a:endParaRPr lang="en-US" altLang="zh-CN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tiff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D3E18F4-8526-0E0C-C553-F1BE0CDE9F9D}"/>
              </a:ext>
            </a:extLst>
          </p:cNvPr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29C8BAD3-434E-063F-91FD-915CD4B22530}"/>
              </a:ext>
            </a:extLst>
          </p:cNvPr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2AA1E223-AF3C-2F4A-B93B-2EA19436143E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67785213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691AE7F-9349-8348-5D5D-9893C50F7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48E63A-1725-F34C-80D5-7A2792F12AC4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573BFFD-E984-C7FD-0117-4DE96D9A169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C2F2682-516A-247C-FB58-992CBBCC93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4B80E193-51BD-304D-B8BC-7A8D05CEB8E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01220230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D5F3EAC-06A2-8EFE-C8FA-879246DBC37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93BC00-B64D-8244-A306-27C87F2C6C5B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9355F0A-B9A8-45F9-A0FE-37022398153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8AC0C60-8FA8-EAA8-AA65-58229AD414A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A13B1A41-7620-5845-A0E2-2759A789209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790473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0274D5B-D13C-0D5B-C2AA-8A88A2A5223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A759D1D-688F-AF4B-863B-4DAD2B2C5939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98A261D-C7EB-038E-CA91-AE0843E764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B666A2C-7528-20F4-4D2F-669788517B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44727922-6472-4B4D-A99A-D1DF5125250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2948633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ED8E3CE-1243-C361-E70A-809BB957EDE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6CAD76-3B9A-9449-A02B-71BCAAD9C510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AA63F4BF-67F5-9342-9843-25111BCADC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0C391BA6-DE8C-6272-C249-3F447FAA4A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19C5677C-521F-E649-A0E9-F4DD264531E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6616575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A465CB7B-654D-E4F8-4257-931022FD054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1DFAEE-5BB4-1D41-B95C-3C9E4610D4F1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9A308D0B-EE42-0ACB-3542-CB2B416ED6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282FB855-0CC4-15BB-9696-F2B820526A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B8F73DAC-D72F-624A-B53B-A5D0399B6B9F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05762239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1B473DB-CF89-DF43-3A3D-2EBB81D069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F1FEBCE-9C61-6148-9919-5596C577B4D1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3F3B35A-DA8B-8A07-F297-468F94A70C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08020-1FC1-2017-CFAC-F70903A664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1-</a:t>
            </a:r>
            <a:fld id="{A9FFF2ED-100E-D940-9CC2-8B4BE450E09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282752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906554A-4E71-3E22-9C81-81F2127647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EF1E1366-7DE2-824C-8047-5EC2A631649B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CDA9F57-ADD0-9A63-29DB-78C8E3D5FA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4E145D5-94DB-427D-E54C-430DFD8FD8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1-</a:t>
            </a:r>
            <a:fld id="{8D43A77D-B730-B74A-B2FF-DEE15F4D6822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1575663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903753F-52C0-3715-2CB0-BFBC594E293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47BA83-51D0-8E43-B75A-C6CCC9E99FC5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5C0C639-21F1-5C90-5675-A0A0A2D938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BACCFB7-02CF-5332-E4D2-D4C1BAD8AD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2-</a:t>
            </a:r>
            <a:fld id="{AD68A63B-A50F-4A45-B4BA-A7266253FDDE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0379354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2CBF77-8247-F5E0-00B7-B9C04F2A12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07D7F0E1-2631-9440-A12C-95188CC2D98F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9310B22-5524-3763-4D9E-28C586D34E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86F8E66-72E9-7C96-BC30-C36EEAF773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1-</a:t>
            </a:r>
            <a:fld id="{B92792A2-D7FA-F64F-B68D-2E381DBDD5EE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107058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ABAF88-7D96-8E95-235A-51F9F6D212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B3912BFD-4713-D846-85EC-D773F95ECB87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7F40AF-A707-11AE-A0B3-783747D6A4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6BD2C88-4A86-F6E8-F5B1-CE3FF96625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1-</a:t>
            </a:r>
            <a:fld id="{54ED1815-711D-2440-9118-351C8713DC9E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88167097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D120D905-69B2-D328-F711-319ACEE3FB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FA2D307-CB07-6C4D-BF35-9CB9814973D3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1DF32225-705B-0051-2C59-FE2E1694C5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7C9F5B28-AA9E-D914-FF4A-A9A866364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zh-CN"/>
              <a:t>1</a:t>
            </a:r>
            <a:fld id="{247E5E0F-34D1-1143-AEE2-9FEEE9C37C8F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8237598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CF97C75-78EB-4043-953B-95F867F42CE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kumimoji="1" lang="zh-CN" altLang="en-US" dirty="0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421C1163-5F70-9046-86B2-81951DCE1A9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kumimoji="1" lang="zh-CN" altLang="en-US" dirty="0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9C07FD42-40C8-0740-93F0-4905CF427A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460AB-6A1A-A549-AB35-39A707A6D2CE}" type="datetime1">
              <a:rPr kumimoji="1" lang="zh-CN" altLang="en-US" smtClean="0"/>
              <a:t>2024/9/4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B598E813-0309-7546-9A4F-6893C1005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B6F9E280-F138-8142-8DB1-324EA9F38324}"/>
              </a:ext>
            </a:extLst>
          </p:cNvPr>
          <p:cNvSpPr/>
          <p:nvPr userDrawn="1"/>
        </p:nvSpPr>
        <p:spPr>
          <a:xfrm>
            <a:off x="-7455" y="-8627"/>
            <a:ext cx="6980627" cy="567811"/>
          </a:xfrm>
          <a:prstGeom prst="rect">
            <a:avLst/>
          </a:prstGeom>
          <a:solidFill>
            <a:srgbClr val="5B30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100" b="0" spc="4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56DF02C2-66E0-594F-914D-47F0EC7AA666}"/>
              </a:ext>
            </a:extLst>
          </p:cNvPr>
          <p:cNvSpPr txBox="1"/>
          <p:nvPr userDrawn="1"/>
        </p:nvSpPr>
        <p:spPr>
          <a:xfrm>
            <a:off x="7131995" y="90612"/>
            <a:ext cx="1768433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35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众筹</a:t>
            </a:r>
            <a:r>
              <a:rPr lang="en-US" altLang="zh-CN" sz="1350" b="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·</a:t>
            </a:r>
            <a:r>
              <a:rPr lang="zh-CN" altLang="en-US" sz="135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en-US" altLang="zh-CN" sz="1350" b="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·</a:t>
            </a:r>
            <a:r>
              <a:rPr lang="zh-CN" altLang="en-US" sz="135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分享</a:t>
            </a:r>
          </a:p>
        </p:txBody>
      </p: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8AB2E87B-2061-474F-BD6B-FFB3E5285CE9}"/>
              </a:ext>
            </a:extLst>
          </p:cNvPr>
          <p:cNvGrpSpPr/>
          <p:nvPr userDrawn="1"/>
        </p:nvGrpSpPr>
        <p:grpSpPr>
          <a:xfrm>
            <a:off x="3578826" y="5979423"/>
            <a:ext cx="2009428" cy="742053"/>
            <a:chOff x="4858653" y="5979422"/>
            <a:chExt cx="2679237" cy="742053"/>
          </a:xfrm>
        </p:grpSpPr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ABB9B9B8-F63F-5C48-98A1-BF8860F585BF}"/>
                </a:ext>
              </a:extLst>
            </p:cNvPr>
            <p:cNvGrpSpPr/>
            <p:nvPr userDrawn="1"/>
          </p:nvGrpSpPr>
          <p:grpSpPr>
            <a:xfrm>
              <a:off x="4858653" y="5979422"/>
              <a:ext cx="867188" cy="742053"/>
              <a:chOff x="901977" y="761321"/>
              <a:chExt cx="1281319" cy="1139058"/>
            </a:xfrm>
          </p:grpSpPr>
          <p:sp>
            <p:nvSpPr>
              <p:cNvPr id="10" name="矩形 9">
                <a:extLst>
                  <a:ext uri="{FF2B5EF4-FFF2-40B4-BE49-F238E27FC236}">
                    <a16:creationId xmlns:a16="http://schemas.microsoft.com/office/drawing/2014/main" id="{D1B680A8-BC74-BA43-BB0D-C8F8C7B77C8F}"/>
                  </a:ext>
                </a:extLst>
              </p:cNvPr>
              <p:cNvSpPr/>
              <p:nvPr userDrawn="1"/>
            </p:nvSpPr>
            <p:spPr>
              <a:xfrm>
                <a:off x="901977" y="761321"/>
                <a:ext cx="1281319" cy="1139058"/>
              </a:xfrm>
              <a:prstGeom prst="rect">
                <a:avLst/>
              </a:prstGeom>
              <a:solidFill>
                <a:srgbClr val="5C30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zh-CN" altLang="en-US" sz="1800" dirty="0">
                  <a:solidFill>
                    <a:srgbClr val="5C307E"/>
                  </a:solidFill>
                </a:endParaRPr>
              </a:p>
            </p:txBody>
          </p:sp>
          <p:grpSp>
            <p:nvGrpSpPr>
              <p:cNvPr id="11" name="组合 10">
                <a:extLst>
                  <a:ext uri="{FF2B5EF4-FFF2-40B4-BE49-F238E27FC236}">
                    <a16:creationId xmlns:a16="http://schemas.microsoft.com/office/drawing/2014/main" id="{3F50F50E-8A90-104F-B899-DE9D869B8A5F}"/>
                  </a:ext>
                </a:extLst>
              </p:cNvPr>
              <p:cNvGrpSpPr/>
              <p:nvPr userDrawn="1"/>
            </p:nvGrpSpPr>
            <p:grpSpPr>
              <a:xfrm>
                <a:off x="1031055" y="907676"/>
                <a:ext cx="1013957" cy="853426"/>
                <a:chOff x="1368170" y="664579"/>
                <a:chExt cx="550582" cy="439737"/>
              </a:xfrm>
              <a:solidFill>
                <a:schemeClr val="bg1"/>
              </a:solidFill>
            </p:grpSpPr>
            <p:sp>
              <p:nvSpPr>
                <p:cNvPr id="12" name="Freeform 1">
                  <a:extLst>
                    <a:ext uri="{FF2B5EF4-FFF2-40B4-BE49-F238E27FC236}">
                      <a16:creationId xmlns:a16="http://schemas.microsoft.com/office/drawing/2014/main" id="{D5F846F9-652E-1B4D-9692-FE9281D20E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203" y="771778"/>
                  <a:ext cx="437549" cy="332538"/>
                </a:xfrm>
                <a:custGeom>
                  <a:avLst/>
                  <a:gdLst>
                    <a:gd name="T0" fmla="*/ 25 w 2647"/>
                    <a:gd name="T1" fmla="*/ 1478 h 2011"/>
                    <a:gd name="T2" fmla="*/ 525 w 2647"/>
                    <a:gd name="T3" fmla="*/ 1865 h 2011"/>
                    <a:gd name="T4" fmla="*/ 736 w 2647"/>
                    <a:gd name="T5" fmla="*/ 1972 h 2011"/>
                    <a:gd name="T6" fmla="*/ 940 w 2647"/>
                    <a:gd name="T7" fmla="*/ 2010 h 2011"/>
                    <a:gd name="T8" fmla="*/ 1078 w 2647"/>
                    <a:gd name="T9" fmla="*/ 1991 h 2011"/>
                    <a:gd name="T10" fmla="*/ 1286 w 2647"/>
                    <a:gd name="T11" fmla="*/ 1894 h 2011"/>
                    <a:gd name="T12" fmla="*/ 1506 w 2647"/>
                    <a:gd name="T13" fmla="*/ 1715 h 2011"/>
                    <a:gd name="T14" fmla="*/ 1506 w 2647"/>
                    <a:gd name="T15" fmla="*/ 1715 h 2011"/>
                    <a:gd name="T16" fmla="*/ 2630 w 2647"/>
                    <a:gd name="T17" fmla="*/ 624 h 2011"/>
                    <a:gd name="T18" fmla="*/ 2646 w 2647"/>
                    <a:gd name="T19" fmla="*/ 586 h 2011"/>
                    <a:gd name="T20" fmla="*/ 2630 w 2647"/>
                    <a:gd name="T21" fmla="*/ 548 h 2011"/>
                    <a:gd name="T22" fmla="*/ 2090 w 2647"/>
                    <a:gd name="T23" fmla="*/ 21 h 2011"/>
                    <a:gd name="T24" fmla="*/ 2016 w 2647"/>
                    <a:gd name="T25" fmla="*/ 22 h 2011"/>
                    <a:gd name="T26" fmla="*/ 2017 w 2647"/>
                    <a:gd name="T27" fmla="*/ 96 h 2011"/>
                    <a:gd name="T28" fmla="*/ 2518 w 2647"/>
                    <a:gd name="T29" fmla="*/ 586 h 2011"/>
                    <a:gd name="T30" fmla="*/ 1433 w 2647"/>
                    <a:gd name="T31" fmla="*/ 1639 h 2011"/>
                    <a:gd name="T32" fmla="*/ 1433 w 2647"/>
                    <a:gd name="T33" fmla="*/ 1639 h 2011"/>
                    <a:gd name="T34" fmla="*/ 1167 w 2647"/>
                    <a:gd name="T35" fmla="*/ 1843 h 2011"/>
                    <a:gd name="T36" fmla="*/ 1051 w 2647"/>
                    <a:gd name="T37" fmla="*/ 1889 h 2011"/>
                    <a:gd name="T38" fmla="*/ 940 w 2647"/>
                    <a:gd name="T39" fmla="*/ 1904 h 2011"/>
                    <a:gd name="T40" fmla="*/ 772 w 2647"/>
                    <a:gd name="T41" fmla="*/ 1872 h 2011"/>
                    <a:gd name="T42" fmla="*/ 474 w 2647"/>
                    <a:gd name="T43" fmla="*/ 1704 h 2011"/>
                    <a:gd name="T44" fmla="*/ 93 w 2647"/>
                    <a:gd name="T45" fmla="*/ 1398 h 2011"/>
                    <a:gd name="T46" fmla="*/ 19 w 2647"/>
                    <a:gd name="T47" fmla="*/ 1404 h 2011"/>
                    <a:gd name="T48" fmla="*/ 25 w 2647"/>
                    <a:gd name="T49" fmla="*/ 1478 h 20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47" h="2011">
                      <a:moveTo>
                        <a:pt x="25" y="1478"/>
                      </a:moveTo>
                      <a:cubicBezTo>
                        <a:pt x="219" y="1643"/>
                        <a:pt x="380" y="1773"/>
                        <a:pt x="525" y="1865"/>
                      </a:cubicBezTo>
                      <a:cubicBezTo>
                        <a:pt x="598" y="1911"/>
                        <a:pt x="668" y="1947"/>
                        <a:pt x="736" y="1972"/>
                      </a:cubicBezTo>
                      <a:cubicBezTo>
                        <a:pt x="805" y="1996"/>
                        <a:pt x="872" y="2010"/>
                        <a:pt x="940" y="2010"/>
                      </a:cubicBezTo>
                      <a:cubicBezTo>
                        <a:pt x="986" y="2010"/>
                        <a:pt x="1032" y="2004"/>
                        <a:pt x="1078" y="1991"/>
                      </a:cubicBezTo>
                      <a:cubicBezTo>
                        <a:pt x="1147" y="1973"/>
                        <a:pt x="1216" y="1940"/>
                        <a:pt x="1286" y="1894"/>
                      </a:cubicBezTo>
                      <a:cubicBezTo>
                        <a:pt x="1357" y="1848"/>
                        <a:pt x="1429" y="1789"/>
                        <a:pt x="1506" y="1715"/>
                      </a:cubicBezTo>
                      <a:lnTo>
                        <a:pt x="1506" y="1715"/>
                      </a:lnTo>
                      <a:lnTo>
                        <a:pt x="2630" y="624"/>
                      </a:lnTo>
                      <a:cubicBezTo>
                        <a:pt x="2640" y="614"/>
                        <a:pt x="2646" y="600"/>
                        <a:pt x="2646" y="586"/>
                      </a:cubicBezTo>
                      <a:cubicBezTo>
                        <a:pt x="2646" y="572"/>
                        <a:pt x="2641" y="558"/>
                        <a:pt x="2630" y="548"/>
                      </a:cubicBezTo>
                      <a:lnTo>
                        <a:pt x="2090" y="21"/>
                      </a:lnTo>
                      <a:cubicBezTo>
                        <a:pt x="2069" y="0"/>
                        <a:pt x="2036" y="1"/>
                        <a:pt x="2016" y="22"/>
                      </a:cubicBezTo>
                      <a:cubicBezTo>
                        <a:pt x="1995" y="42"/>
                        <a:pt x="1996" y="76"/>
                        <a:pt x="2017" y="96"/>
                      </a:cubicBezTo>
                      <a:lnTo>
                        <a:pt x="2518" y="586"/>
                      </a:lnTo>
                      <a:lnTo>
                        <a:pt x="1433" y="1639"/>
                      </a:lnTo>
                      <a:lnTo>
                        <a:pt x="1433" y="1639"/>
                      </a:lnTo>
                      <a:cubicBezTo>
                        <a:pt x="1335" y="1733"/>
                        <a:pt x="1247" y="1800"/>
                        <a:pt x="1167" y="1843"/>
                      </a:cubicBezTo>
                      <a:cubicBezTo>
                        <a:pt x="1127" y="1864"/>
                        <a:pt x="1088" y="1879"/>
                        <a:pt x="1051" y="1889"/>
                      </a:cubicBezTo>
                      <a:cubicBezTo>
                        <a:pt x="1013" y="1899"/>
                        <a:pt x="977" y="1904"/>
                        <a:pt x="940" y="1904"/>
                      </a:cubicBezTo>
                      <a:cubicBezTo>
                        <a:pt x="886" y="1904"/>
                        <a:pt x="831" y="1894"/>
                        <a:pt x="772" y="1872"/>
                      </a:cubicBezTo>
                      <a:cubicBezTo>
                        <a:pt x="683" y="1840"/>
                        <a:pt x="586" y="1784"/>
                        <a:pt x="474" y="1704"/>
                      </a:cubicBezTo>
                      <a:cubicBezTo>
                        <a:pt x="363" y="1624"/>
                        <a:pt x="238" y="1521"/>
                        <a:pt x="93" y="1398"/>
                      </a:cubicBezTo>
                      <a:cubicBezTo>
                        <a:pt x="71" y="1379"/>
                        <a:pt x="38" y="1382"/>
                        <a:pt x="19" y="1404"/>
                      </a:cubicBezTo>
                      <a:cubicBezTo>
                        <a:pt x="0" y="1426"/>
                        <a:pt x="3" y="1459"/>
                        <a:pt x="25" y="1478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3" name="Freeform 2">
                  <a:extLst>
                    <a:ext uri="{FF2B5EF4-FFF2-40B4-BE49-F238E27FC236}">
                      <a16:creationId xmlns:a16="http://schemas.microsoft.com/office/drawing/2014/main" id="{29E72527-4F98-5C42-A871-1F1811E8F1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11832" y="868769"/>
                  <a:ext cx="356603" cy="190334"/>
                </a:xfrm>
                <a:custGeom>
                  <a:avLst/>
                  <a:gdLst>
                    <a:gd name="T0" fmla="*/ 15 w 2158"/>
                    <a:gd name="T1" fmla="*/ 713 h 1152"/>
                    <a:gd name="T2" fmla="*/ 432 w 2158"/>
                    <a:gd name="T3" fmla="*/ 1033 h 1152"/>
                    <a:gd name="T4" fmla="*/ 605 w 2158"/>
                    <a:gd name="T5" fmla="*/ 1120 h 1152"/>
                    <a:gd name="T6" fmla="*/ 771 w 2158"/>
                    <a:gd name="T7" fmla="*/ 1151 h 1152"/>
                    <a:gd name="T8" fmla="*/ 896 w 2158"/>
                    <a:gd name="T9" fmla="*/ 1132 h 1152"/>
                    <a:gd name="T10" fmla="*/ 1089 w 2158"/>
                    <a:gd name="T11" fmla="*/ 1036 h 1152"/>
                    <a:gd name="T12" fmla="*/ 1305 w 2158"/>
                    <a:gd name="T13" fmla="*/ 856 h 1152"/>
                    <a:gd name="T14" fmla="*/ 1305 w 2158"/>
                    <a:gd name="T15" fmla="*/ 856 h 1152"/>
                    <a:gd name="T16" fmla="*/ 2144 w 2158"/>
                    <a:gd name="T17" fmla="*/ 57 h 1152"/>
                    <a:gd name="T18" fmla="*/ 2145 w 2158"/>
                    <a:gd name="T19" fmla="*/ 13 h 1152"/>
                    <a:gd name="T20" fmla="*/ 2100 w 2158"/>
                    <a:gd name="T21" fmla="*/ 12 h 1152"/>
                    <a:gd name="T22" fmla="*/ 1262 w 2158"/>
                    <a:gd name="T23" fmla="*/ 811 h 1152"/>
                    <a:gd name="T24" fmla="*/ 1262 w 2158"/>
                    <a:gd name="T25" fmla="*/ 811 h 1152"/>
                    <a:gd name="T26" fmla="*/ 993 w 2158"/>
                    <a:gd name="T27" fmla="*/ 1023 h 1152"/>
                    <a:gd name="T28" fmla="*/ 878 w 2158"/>
                    <a:gd name="T29" fmla="*/ 1072 h 1152"/>
                    <a:gd name="T30" fmla="*/ 771 w 2158"/>
                    <a:gd name="T31" fmla="*/ 1088 h 1152"/>
                    <a:gd name="T32" fmla="*/ 626 w 2158"/>
                    <a:gd name="T33" fmla="*/ 1061 h 1152"/>
                    <a:gd name="T34" fmla="*/ 376 w 2158"/>
                    <a:gd name="T35" fmla="*/ 920 h 1152"/>
                    <a:gd name="T36" fmla="*/ 55 w 2158"/>
                    <a:gd name="T37" fmla="*/ 665 h 1152"/>
                    <a:gd name="T38" fmla="*/ 11 w 2158"/>
                    <a:gd name="T39" fmla="*/ 669 h 1152"/>
                    <a:gd name="T40" fmla="*/ 15 w 2158"/>
                    <a:gd name="T41" fmla="*/ 713 h 1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158" h="1152">
                      <a:moveTo>
                        <a:pt x="15" y="713"/>
                      </a:moveTo>
                      <a:cubicBezTo>
                        <a:pt x="179" y="850"/>
                        <a:pt x="312" y="958"/>
                        <a:pt x="432" y="1033"/>
                      </a:cubicBezTo>
                      <a:cubicBezTo>
                        <a:pt x="492" y="1071"/>
                        <a:pt x="549" y="1100"/>
                        <a:pt x="605" y="1120"/>
                      </a:cubicBezTo>
                      <a:cubicBezTo>
                        <a:pt x="661" y="1140"/>
                        <a:pt x="716" y="1151"/>
                        <a:pt x="771" y="1151"/>
                      </a:cubicBezTo>
                      <a:cubicBezTo>
                        <a:pt x="812" y="1151"/>
                        <a:pt x="854" y="1145"/>
                        <a:pt x="896" y="1132"/>
                      </a:cubicBezTo>
                      <a:cubicBezTo>
                        <a:pt x="959" y="1114"/>
                        <a:pt x="1022" y="1082"/>
                        <a:pt x="1089" y="1036"/>
                      </a:cubicBezTo>
                      <a:cubicBezTo>
                        <a:pt x="1156" y="990"/>
                        <a:pt x="1227" y="931"/>
                        <a:pt x="1305" y="856"/>
                      </a:cubicBezTo>
                      <a:lnTo>
                        <a:pt x="1305" y="856"/>
                      </a:lnTo>
                      <a:lnTo>
                        <a:pt x="2144" y="57"/>
                      </a:lnTo>
                      <a:cubicBezTo>
                        <a:pt x="2156" y="45"/>
                        <a:pt x="2157" y="25"/>
                        <a:pt x="2145" y="13"/>
                      </a:cubicBezTo>
                      <a:cubicBezTo>
                        <a:pt x="2133" y="0"/>
                        <a:pt x="2113" y="0"/>
                        <a:pt x="2100" y="12"/>
                      </a:cubicBezTo>
                      <a:lnTo>
                        <a:pt x="1262" y="811"/>
                      </a:lnTo>
                      <a:lnTo>
                        <a:pt x="1262" y="811"/>
                      </a:lnTo>
                      <a:cubicBezTo>
                        <a:pt x="1160" y="908"/>
                        <a:pt x="1072" y="978"/>
                        <a:pt x="993" y="1023"/>
                      </a:cubicBezTo>
                      <a:cubicBezTo>
                        <a:pt x="953" y="1045"/>
                        <a:pt x="915" y="1062"/>
                        <a:pt x="878" y="1072"/>
                      </a:cubicBezTo>
                      <a:cubicBezTo>
                        <a:pt x="842" y="1083"/>
                        <a:pt x="806" y="1088"/>
                        <a:pt x="771" y="1088"/>
                      </a:cubicBezTo>
                      <a:cubicBezTo>
                        <a:pt x="724" y="1088"/>
                        <a:pt x="677" y="1079"/>
                        <a:pt x="626" y="1061"/>
                      </a:cubicBezTo>
                      <a:cubicBezTo>
                        <a:pt x="551" y="1034"/>
                        <a:pt x="469" y="987"/>
                        <a:pt x="376" y="920"/>
                      </a:cubicBezTo>
                      <a:cubicBezTo>
                        <a:pt x="282" y="853"/>
                        <a:pt x="177" y="767"/>
                        <a:pt x="55" y="665"/>
                      </a:cubicBezTo>
                      <a:cubicBezTo>
                        <a:pt x="42" y="654"/>
                        <a:pt x="22" y="656"/>
                        <a:pt x="11" y="669"/>
                      </a:cubicBezTo>
                      <a:cubicBezTo>
                        <a:pt x="0" y="682"/>
                        <a:pt x="1" y="702"/>
                        <a:pt x="15" y="713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4" name="Freeform 3">
                  <a:extLst>
                    <a:ext uri="{FF2B5EF4-FFF2-40B4-BE49-F238E27FC236}">
                      <a16:creationId xmlns:a16="http://schemas.microsoft.com/office/drawing/2014/main" id="{E5209C47-8580-2040-BA4C-C66647BCAD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0273" y="847620"/>
                  <a:ext cx="304826" cy="169186"/>
                </a:xfrm>
                <a:custGeom>
                  <a:avLst/>
                  <a:gdLst>
                    <a:gd name="T0" fmla="*/ 12 w 1845"/>
                    <a:gd name="T1" fmla="*/ 672 h 1022"/>
                    <a:gd name="T2" fmla="*/ 350 w 1845"/>
                    <a:gd name="T3" fmla="*/ 928 h 1022"/>
                    <a:gd name="T4" fmla="*/ 488 w 1845"/>
                    <a:gd name="T5" fmla="*/ 997 h 1022"/>
                    <a:gd name="T6" fmla="*/ 620 w 1845"/>
                    <a:gd name="T7" fmla="*/ 1021 h 1022"/>
                    <a:gd name="T8" fmla="*/ 734 w 1845"/>
                    <a:gd name="T9" fmla="*/ 1003 h 1022"/>
                    <a:gd name="T10" fmla="*/ 915 w 1845"/>
                    <a:gd name="T11" fmla="*/ 905 h 1022"/>
                    <a:gd name="T12" fmla="*/ 1129 w 1845"/>
                    <a:gd name="T13" fmla="*/ 720 h 1022"/>
                    <a:gd name="T14" fmla="*/ 1129 w 1845"/>
                    <a:gd name="T15" fmla="*/ 720 h 1022"/>
                    <a:gd name="T16" fmla="*/ 1834 w 1845"/>
                    <a:gd name="T17" fmla="*/ 42 h 1022"/>
                    <a:gd name="T18" fmla="*/ 1835 w 1845"/>
                    <a:gd name="T19" fmla="*/ 10 h 1022"/>
                    <a:gd name="T20" fmla="*/ 1802 w 1845"/>
                    <a:gd name="T21" fmla="*/ 9 h 1022"/>
                    <a:gd name="T22" fmla="*/ 1097 w 1845"/>
                    <a:gd name="T23" fmla="*/ 687 h 1022"/>
                    <a:gd name="T24" fmla="*/ 1097 w 1845"/>
                    <a:gd name="T25" fmla="*/ 687 h 1022"/>
                    <a:gd name="T26" fmla="*/ 828 w 1845"/>
                    <a:gd name="T27" fmla="*/ 907 h 1022"/>
                    <a:gd name="T28" fmla="*/ 720 w 1845"/>
                    <a:gd name="T29" fmla="*/ 959 h 1022"/>
                    <a:gd name="T30" fmla="*/ 620 w 1845"/>
                    <a:gd name="T31" fmla="*/ 975 h 1022"/>
                    <a:gd name="T32" fmla="*/ 504 w 1845"/>
                    <a:gd name="T33" fmla="*/ 954 h 1022"/>
                    <a:gd name="T34" fmla="*/ 302 w 1845"/>
                    <a:gd name="T35" fmla="*/ 841 h 1022"/>
                    <a:gd name="T36" fmla="*/ 41 w 1845"/>
                    <a:gd name="T37" fmla="*/ 636 h 1022"/>
                    <a:gd name="T38" fmla="*/ 9 w 1845"/>
                    <a:gd name="T39" fmla="*/ 640 h 1022"/>
                    <a:gd name="T40" fmla="*/ 12 w 1845"/>
                    <a:gd name="T41" fmla="*/ 672 h 10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45" h="1022">
                      <a:moveTo>
                        <a:pt x="12" y="672"/>
                      </a:moveTo>
                      <a:cubicBezTo>
                        <a:pt x="146" y="782"/>
                        <a:pt x="254" y="868"/>
                        <a:pt x="350" y="928"/>
                      </a:cubicBezTo>
                      <a:cubicBezTo>
                        <a:pt x="398" y="958"/>
                        <a:pt x="444" y="981"/>
                        <a:pt x="488" y="997"/>
                      </a:cubicBezTo>
                      <a:cubicBezTo>
                        <a:pt x="533" y="1013"/>
                        <a:pt x="576" y="1021"/>
                        <a:pt x="620" y="1021"/>
                      </a:cubicBezTo>
                      <a:cubicBezTo>
                        <a:pt x="658" y="1021"/>
                        <a:pt x="695" y="1015"/>
                        <a:pt x="734" y="1003"/>
                      </a:cubicBezTo>
                      <a:cubicBezTo>
                        <a:pt x="791" y="984"/>
                        <a:pt x="850" y="952"/>
                        <a:pt x="915" y="905"/>
                      </a:cubicBezTo>
                      <a:cubicBezTo>
                        <a:pt x="980" y="858"/>
                        <a:pt x="1050" y="797"/>
                        <a:pt x="1129" y="720"/>
                      </a:cubicBezTo>
                      <a:lnTo>
                        <a:pt x="1129" y="720"/>
                      </a:lnTo>
                      <a:lnTo>
                        <a:pt x="1834" y="42"/>
                      </a:lnTo>
                      <a:cubicBezTo>
                        <a:pt x="1843" y="34"/>
                        <a:pt x="1844" y="19"/>
                        <a:pt x="1835" y="10"/>
                      </a:cubicBezTo>
                      <a:cubicBezTo>
                        <a:pt x="1826" y="1"/>
                        <a:pt x="1811" y="0"/>
                        <a:pt x="1802" y="9"/>
                      </a:cubicBezTo>
                      <a:lnTo>
                        <a:pt x="1097" y="687"/>
                      </a:lnTo>
                      <a:lnTo>
                        <a:pt x="1097" y="687"/>
                      </a:lnTo>
                      <a:cubicBezTo>
                        <a:pt x="992" y="788"/>
                        <a:pt x="905" y="861"/>
                        <a:pt x="828" y="907"/>
                      </a:cubicBezTo>
                      <a:cubicBezTo>
                        <a:pt x="790" y="931"/>
                        <a:pt x="754" y="948"/>
                        <a:pt x="720" y="959"/>
                      </a:cubicBezTo>
                      <a:cubicBezTo>
                        <a:pt x="685" y="970"/>
                        <a:pt x="653" y="975"/>
                        <a:pt x="620" y="975"/>
                      </a:cubicBezTo>
                      <a:cubicBezTo>
                        <a:pt x="582" y="975"/>
                        <a:pt x="544" y="968"/>
                        <a:pt x="504" y="954"/>
                      </a:cubicBezTo>
                      <a:cubicBezTo>
                        <a:pt x="443" y="932"/>
                        <a:pt x="378" y="894"/>
                        <a:pt x="302" y="841"/>
                      </a:cubicBezTo>
                      <a:cubicBezTo>
                        <a:pt x="227" y="787"/>
                        <a:pt x="141" y="718"/>
                        <a:pt x="41" y="636"/>
                      </a:cubicBezTo>
                      <a:cubicBezTo>
                        <a:pt x="31" y="628"/>
                        <a:pt x="17" y="630"/>
                        <a:pt x="9" y="640"/>
                      </a:cubicBezTo>
                      <a:cubicBezTo>
                        <a:pt x="0" y="649"/>
                        <a:pt x="2" y="664"/>
                        <a:pt x="12" y="672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5" name="Freeform 4">
                  <a:extLst>
                    <a:ext uri="{FF2B5EF4-FFF2-40B4-BE49-F238E27FC236}">
                      <a16:creationId xmlns:a16="http://schemas.microsoft.com/office/drawing/2014/main" id="{8D752D59-1EE5-1646-B01E-BA47AB38FF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8713" y="826472"/>
                  <a:ext cx="253050" cy="148037"/>
                </a:xfrm>
                <a:custGeom>
                  <a:avLst/>
                  <a:gdLst>
                    <a:gd name="T0" fmla="*/ 8 w 1531"/>
                    <a:gd name="T1" fmla="*/ 630 h 895"/>
                    <a:gd name="T2" fmla="*/ 269 w 1531"/>
                    <a:gd name="T3" fmla="*/ 824 h 895"/>
                    <a:gd name="T4" fmla="*/ 374 w 1531"/>
                    <a:gd name="T5" fmla="*/ 876 h 895"/>
                    <a:gd name="T6" fmla="*/ 473 w 1531"/>
                    <a:gd name="T7" fmla="*/ 894 h 895"/>
                    <a:gd name="T8" fmla="*/ 573 w 1531"/>
                    <a:gd name="T9" fmla="*/ 875 h 895"/>
                    <a:gd name="T10" fmla="*/ 739 w 1531"/>
                    <a:gd name="T11" fmla="*/ 775 h 895"/>
                    <a:gd name="T12" fmla="*/ 953 w 1531"/>
                    <a:gd name="T13" fmla="*/ 584 h 895"/>
                    <a:gd name="T14" fmla="*/ 953 w 1531"/>
                    <a:gd name="T15" fmla="*/ 584 h 895"/>
                    <a:gd name="T16" fmla="*/ 1524 w 1531"/>
                    <a:gd name="T17" fmla="*/ 27 h 895"/>
                    <a:gd name="T18" fmla="*/ 1524 w 1531"/>
                    <a:gd name="T19" fmla="*/ 6 h 895"/>
                    <a:gd name="T20" fmla="*/ 1503 w 1531"/>
                    <a:gd name="T21" fmla="*/ 6 h 895"/>
                    <a:gd name="T22" fmla="*/ 932 w 1531"/>
                    <a:gd name="T23" fmla="*/ 563 h 895"/>
                    <a:gd name="T24" fmla="*/ 932 w 1531"/>
                    <a:gd name="T25" fmla="*/ 563 h 895"/>
                    <a:gd name="T26" fmla="*/ 663 w 1531"/>
                    <a:gd name="T27" fmla="*/ 793 h 895"/>
                    <a:gd name="T28" fmla="*/ 562 w 1531"/>
                    <a:gd name="T29" fmla="*/ 847 h 895"/>
                    <a:gd name="T30" fmla="*/ 473 w 1531"/>
                    <a:gd name="T31" fmla="*/ 865 h 895"/>
                    <a:gd name="T32" fmla="*/ 384 w 1531"/>
                    <a:gd name="T33" fmla="*/ 848 h 895"/>
                    <a:gd name="T34" fmla="*/ 229 w 1531"/>
                    <a:gd name="T35" fmla="*/ 762 h 895"/>
                    <a:gd name="T36" fmla="*/ 26 w 1531"/>
                    <a:gd name="T37" fmla="*/ 607 h 895"/>
                    <a:gd name="T38" fmla="*/ 5 w 1531"/>
                    <a:gd name="T39" fmla="*/ 609 h 895"/>
                    <a:gd name="T40" fmla="*/ 8 w 1531"/>
                    <a:gd name="T41" fmla="*/ 630 h 8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531" h="895">
                      <a:moveTo>
                        <a:pt x="8" y="630"/>
                      </a:moveTo>
                      <a:cubicBezTo>
                        <a:pt x="113" y="714"/>
                        <a:pt x="196" y="779"/>
                        <a:pt x="269" y="824"/>
                      </a:cubicBezTo>
                      <a:cubicBezTo>
                        <a:pt x="306" y="847"/>
                        <a:pt x="340" y="864"/>
                        <a:pt x="374" y="876"/>
                      </a:cubicBezTo>
                      <a:cubicBezTo>
                        <a:pt x="407" y="888"/>
                        <a:pt x="440" y="894"/>
                        <a:pt x="473" y="894"/>
                      </a:cubicBezTo>
                      <a:cubicBezTo>
                        <a:pt x="506" y="894"/>
                        <a:pt x="539" y="888"/>
                        <a:pt x="573" y="875"/>
                      </a:cubicBezTo>
                      <a:cubicBezTo>
                        <a:pt x="624" y="856"/>
                        <a:pt x="678" y="823"/>
                        <a:pt x="739" y="775"/>
                      </a:cubicBezTo>
                      <a:cubicBezTo>
                        <a:pt x="801" y="727"/>
                        <a:pt x="870" y="663"/>
                        <a:pt x="953" y="584"/>
                      </a:cubicBezTo>
                      <a:lnTo>
                        <a:pt x="953" y="584"/>
                      </a:lnTo>
                      <a:lnTo>
                        <a:pt x="1524" y="27"/>
                      </a:lnTo>
                      <a:cubicBezTo>
                        <a:pt x="1529" y="21"/>
                        <a:pt x="1530" y="12"/>
                        <a:pt x="1524" y="6"/>
                      </a:cubicBezTo>
                      <a:cubicBezTo>
                        <a:pt x="1518" y="0"/>
                        <a:pt x="1509" y="0"/>
                        <a:pt x="1503" y="6"/>
                      </a:cubicBezTo>
                      <a:lnTo>
                        <a:pt x="932" y="563"/>
                      </a:lnTo>
                      <a:lnTo>
                        <a:pt x="932" y="563"/>
                      </a:lnTo>
                      <a:cubicBezTo>
                        <a:pt x="823" y="668"/>
                        <a:pt x="737" y="744"/>
                        <a:pt x="663" y="793"/>
                      </a:cubicBezTo>
                      <a:cubicBezTo>
                        <a:pt x="627" y="818"/>
                        <a:pt x="594" y="836"/>
                        <a:pt x="562" y="847"/>
                      </a:cubicBezTo>
                      <a:cubicBezTo>
                        <a:pt x="531" y="859"/>
                        <a:pt x="502" y="865"/>
                        <a:pt x="473" y="865"/>
                      </a:cubicBezTo>
                      <a:cubicBezTo>
                        <a:pt x="444" y="865"/>
                        <a:pt x="415" y="859"/>
                        <a:pt x="384" y="848"/>
                      </a:cubicBezTo>
                      <a:cubicBezTo>
                        <a:pt x="338" y="832"/>
                        <a:pt x="288" y="803"/>
                        <a:pt x="229" y="762"/>
                      </a:cubicBezTo>
                      <a:cubicBezTo>
                        <a:pt x="171" y="722"/>
                        <a:pt x="105" y="669"/>
                        <a:pt x="26" y="607"/>
                      </a:cubicBezTo>
                      <a:cubicBezTo>
                        <a:pt x="20" y="602"/>
                        <a:pt x="10" y="603"/>
                        <a:pt x="5" y="609"/>
                      </a:cubicBezTo>
                      <a:cubicBezTo>
                        <a:pt x="0" y="615"/>
                        <a:pt x="1" y="625"/>
                        <a:pt x="8" y="630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6" name="Freeform 5">
                  <a:extLst>
                    <a:ext uri="{FF2B5EF4-FFF2-40B4-BE49-F238E27FC236}">
                      <a16:creationId xmlns:a16="http://schemas.microsoft.com/office/drawing/2014/main" id="{736C1717-3251-C843-B909-26D88513A9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96425" y="805324"/>
                  <a:ext cx="201273" cy="127619"/>
                </a:xfrm>
                <a:custGeom>
                  <a:avLst/>
                  <a:gdLst>
                    <a:gd name="T0" fmla="*/ 4 w 1217"/>
                    <a:gd name="T1" fmla="*/ 588 h 773"/>
                    <a:gd name="T2" fmla="*/ 193 w 1217"/>
                    <a:gd name="T3" fmla="*/ 724 h 773"/>
                    <a:gd name="T4" fmla="*/ 332 w 1217"/>
                    <a:gd name="T5" fmla="*/ 772 h 773"/>
                    <a:gd name="T6" fmla="*/ 415 w 1217"/>
                    <a:gd name="T7" fmla="*/ 752 h 773"/>
                    <a:gd name="T8" fmla="*/ 563 w 1217"/>
                    <a:gd name="T9" fmla="*/ 648 h 773"/>
                    <a:gd name="T10" fmla="*/ 776 w 1217"/>
                    <a:gd name="T11" fmla="*/ 448 h 773"/>
                    <a:gd name="T12" fmla="*/ 776 w 1217"/>
                    <a:gd name="T13" fmla="*/ 448 h 773"/>
                    <a:gd name="T14" fmla="*/ 1213 w 1217"/>
                    <a:gd name="T15" fmla="*/ 12 h 773"/>
                    <a:gd name="T16" fmla="*/ 1213 w 1217"/>
                    <a:gd name="T17" fmla="*/ 2 h 773"/>
                    <a:gd name="T18" fmla="*/ 1204 w 1217"/>
                    <a:gd name="T19" fmla="*/ 2 h 773"/>
                    <a:gd name="T20" fmla="*/ 767 w 1217"/>
                    <a:gd name="T21" fmla="*/ 439 h 773"/>
                    <a:gd name="T22" fmla="*/ 500 w 1217"/>
                    <a:gd name="T23" fmla="*/ 682 h 773"/>
                    <a:gd name="T24" fmla="*/ 410 w 1217"/>
                    <a:gd name="T25" fmla="*/ 740 h 773"/>
                    <a:gd name="T26" fmla="*/ 332 w 1217"/>
                    <a:gd name="T27" fmla="*/ 759 h 773"/>
                    <a:gd name="T28" fmla="*/ 199 w 1217"/>
                    <a:gd name="T29" fmla="*/ 712 h 773"/>
                    <a:gd name="T30" fmla="*/ 12 w 1217"/>
                    <a:gd name="T31" fmla="*/ 577 h 773"/>
                    <a:gd name="T32" fmla="*/ 2 w 1217"/>
                    <a:gd name="T33" fmla="*/ 578 h 773"/>
                    <a:gd name="T34" fmla="*/ 4 w 1217"/>
                    <a:gd name="T35" fmla="*/ 588 h 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217" h="773">
                      <a:moveTo>
                        <a:pt x="4" y="588"/>
                      </a:moveTo>
                      <a:cubicBezTo>
                        <a:pt x="81" y="647"/>
                        <a:pt x="141" y="692"/>
                        <a:pt x="193" y="724"/>
                      </a:cubicBezTo>
                      <a:cubicBezTo>
                        <a:pt x="244" y="755"/>
                        <a:pt x="288" y="772"/>
                        <a:pt x="332" y="772"/>
                      </a:cubicBezTo>
                      <a:cubicBezTo>
                        <a:pt x="359" y="772"/>
                        <a:pt x="386" y="765"/>
                        <a:pt x="415" y="752"/>
                      </a:cubicBezTo>
                      <a:cubicBezTo>
                        <a:pt x="458" y="733"/>
                        <a:pt x="505" y="698"/>
                        <a:pt x="563" y="648"/>
                      </a:cubicBezTo>
                      <a:cubicBezTo>
                        <a:pt x="620" y="597"/>
                        <a:pt x="689" y="531"/>
                        <a:pt x="776" y="448"/>
                      </a:cubicBezTo>
                      <a:lnTo>
                        <a:pt x="776" y="448"/>
                      </a:lnTo>
                      <a:lnTo>
                        <a:pt x="1213" y="12"/>
                      </a:lnTo>
                      <a:cubicBezTo>
                        <a:pt x="1216" y="9"/>
                        <a:pt x="1216" y="5"/>
                        <a:pt x="1213" y="2"/>
                      </a:cubicBezTo>
                      <a:cubicBezTo>
                        <a:pt x="1210" y="0"/>
                        <a:pt x="1206" y="0"/>
                        <a:pt x="1204" y="2"/>
                      </a:cubicBezTo>
                      <a:lnTo>
                        <a:pt x="767" y="439"/>
                      </a:lnTo>
                      <a:cubicBezTo>
                        <a:pt x="651" y="549"/>
                        <a:pt x="568" y="630"/>
                        <a:pt x="500" y="682"/>
                      </a:cubicBezTo>
                      <a:cubicBezTo>
                        <a:pt x="466" y="709"/>
                        <a:pt x="437" y="728"/>
                        <a:pt x="410" y="740"/>
                      </a:cubicBezTo>
                      <a:cubicBezTo>
                        <a:pt x="382" y="753"/>
                        <a:pt x="357" y="759"/>
                        <a:pt x="332" y="759"/>
                      </a:cubicBezTo>
                      <a:cubicBezTo>
                        <a:pt x="291" y="759"/>
                        <a:pt x="250" y="743"/>
                        <a:pt x="199" y="712"/>
                      </a:cubicBezTo>
                      <a:cubicBezTo>
                        <a:pt x="149" y="682"/>
                        <a:pt x="89" y="636"/>
                        <a:pt x="12" y="577"/>
                      </a:cubicBezTo>
                      <a:cubicBezTo>
                        <a:pt x="9" y="575"/>
                        <a:pt x="4" y="575"/>
                        <a:pt x="2" y="578"/>
                      </a:cubicBezTo>
                      <a:cubicBezTo>
                        <a:pt x="0" y="581"/>
                        <a:pt x="1" y="585"/>
                        <a:pt x="4" y="588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7" name="Freeform 6">
                  <a:extLst>
                    <a:ext uri="{FF2B5EF4-FFF2-40B4-BE49-F238E27FC236}">
                      <a16:creationId xmlns:a16="http://schemas.microsoft.com/office/drawing/2014/main" id="{A3B338F7-55A4-4740-9066-F03D0DE3B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8170" y="664579"/>
                  <a:ext cx="439737" cy="330350"/>
                </a:xfrm>
                <a:custGeom>
                  <a:avLst/>
                  <a:gdLst>
                    <a:gd name="T0" fmla="*/ 2631 w 2657"/>
                    <a:gd name="T1" fmla="*/ 532 h 1998"/>
                    <a:gd name="T2" fmla="*/ 2130 w 2657"/>
                    <a:gd name="T3" fmla="*/ 145 h 1998"/>
                    <a:gd name="T4" fmla="*/ 1920 w 2657"/>
                    <a:gd name="T5" fmla="*/ 38 h 1998"/>
                    <a:gd name="T6" fmla="*/ 1715 w 2657"/>
                    <a:gd name="T7" fmla="*/ 0 h 1998"/>
                    <a:gd name="T8" fmla="*/ 1578 w 2657"/>
                    <a:gd name="T9" fmla="*/ 19 h 1998"/>
                    <a:gd name="T10" fmla="*/ 1370 w 2657"/>
                    <a:gd name="T11" fmla="*/ 116 h 1998"/>
                    <a:gd name="T12" fmla="*/ 1150 w 2657"/>
                    <a:gd name="T13" fmla="*/ 295 h 1998"/>
                    <a:gd name="T14" fmla="*/ 1150 w 2657"/>
                    <a:gd name="T15" fmla="*/ 295 h 1998"/>
                    <a:gd name="T16" fmla="*/ 16 w 2657"/>
                    <a:gd name="T17" fmla="*/ 1368 h 1998"/>
                    <a:gd name="T18" fmla="*/ 0 w 2657"/>
                    <a:gd name="T19" fmla="*/ 1406 h 1998"/>
                    <a:gd name="T20" fmla="*/ 16 w 2657"/>
                    <a:gd name="T21" fmla="*/ 1444 h 1998"/>
                    <a:gd name="T22" fmla="*/ 566 w 2657"/>
                    <a:gd name="T23" fmla="*/ 1977 h 1998"/>
                    <a:gd name="T24" fmla="*/ 640 w 2657"/>
                    <a:gd name="T25" fmla="*/ 1976 h 1998"/>
                    <a:gd name="T26" fmla="*/ 639 w 2657"/>
                    <a:gd name="T27" fmla="*/ 1901 h 1998"/>
                    <a:gd name="T28" fmla="*/ 129 w 2657"/>
                    <a:gd name="T29" fmla="*/ 1406 h 1998"/>
                    <a:gd name="T30" fmla="*/ 1223 w 2657"/>
                    <a:gd name="T31" fmla="*/ 371 h 1998"/>
                    <a:gd name="T32" fmla="*/ 1223 w 2657"/>
                    <a:gd name="T33" fmla="*/ 371 h 1998"/>
                    <a:gd name="T34" fmla="*/ 1489 w 2657"/>
                    <a:gd name="T35" fmla="*/ 167 h 1998"/>
                    <a:gd name="T36" fmla="*/ 1605 w 2657"/>
                    <a:gd name="T37" fmla="*/ 121 h 1998"/>
                    <a:gd name="T38" fmla="*/ 1715 w 2657"/>
                    <a:gd name="T39" fmla="*/ 106 h 1998"/>
                    <a:gd name="T40" fmla="*/ 1884 w 2657"/>
                    <a:gd name="T41" fmla="*/ 138 h 1998"/>
                    <a:gd name="T42" fmla="*/ 2181 w 2657"/>
                    <a:gd name="T43" fmla="*/ 306 h 1998"/>
                    <a:gd name="T44" fmla="*/ 2562 w 2657"/>
                    <a:gd name="T45" fmla="*/ 612 h 1998"/>
                    <a:gd name="T46" fmla="*/ 2637 w 2657"/>
                    <a:gd name="T47" fmla="*/ 606 h 1998"/>
                    <a:gd name="T48" fmla="*/ 2631 w 2657"/>
                    <a:gd name="T49" fmla="*/ 532 h 19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57" h="1998">
                      <a:moveTo>
                        <a:pt x="2631" y="532"/>
                      </a:moveTo>
                      <a:cubicBezTo>
                        <a:pt x="2437" y="367"/>
                        <a:pt x="2276" y="237"/>
                        <a:pt x="2130" y="145"/>
                      </a:cubicBezTo>
                      <a:cubicBezTo>
                        <a:pt x="2058" y="99"/>
                        <a:pt x="1988" y="63"/>
                        <a:pt x="1920" y="38"/>
                      </a:cubicBezTo>
                      <a:cubicBezTo>
                        <a:pt x="1851" y="14"/>
                        <a:pt x="1783" y="0"/>
                        <a:pt x="1715" y="0"/>
                      </a:cubicBezTo>
                      <a:cubicBezTo>
                        <a:pt x="1669" y="0"/>
                        <a:pt x="1623" y="6"/>
                        <a:pt x="1578" y="19"/>
                      </a:cubicBezTo>
                      <a:cubicBezTo>
                        <a:pt x="1509" y="37"/>
                        <a:pt x="1440" y="70"/>
                        <a:pt x="1370" y="116"/>
                      </a:cubicBezTo>
                      <a:cubicBezTo>
                        <a:pt x="1299" y="162"/>
                        <a:pt x="1227" y="221"/>
                        <a:pt x="1150" y="295"/>
                      </a:cubicBezTo>
                      <a:lnTo>
                        <a:pt x="1150" y="295"/>
                      </a:lnTo>
                      <a:lnTo>
                        <a:pt x="16" y="1368"/>
                      </a:lnTo>
                      <a:cubicBezTo>
                        <a:pt x="6" y="1378"/>
                        <a:pt x="0" y="1391"/>
                        <a:pt x="0" y="1406"/>
                      </a:cubicBezTo>
                      <a:cubicBezTo>
                        <a:pt x="0" y="1420"/>
                        <a:pt x="6" y="1434"/>
                        <a:pt x="16" y="1444"/>
                      </a:cubicBezTo>
                      <a:lnTo>
                        <a:pt x="566" y="1977"/>
                      </a:lnTo>
                      <a:cubicBezTo>
                        <a:pt x="587" y="1997"/>
                        <a:pt x="619" y="1997"/>
                        <a:pt x="640" y="1976"/>
                      </a:cubicBezTo>
                      <a:cubicBezTo>
                        <a:pt x="660" y="1955"/>
                        <a:pt x="660" y="1921"/>
                        <a:pt x="639" y="1901"/>
                      </a:cubicBezTo>
                      <a:lnTo>
                        <a:pt x="129" y="1406"/>
                      </a:lnTo>
                      <a:lnTo>
                        <a:pt x="1223" y="371"/>
                      </a:lnTo>
                      <a:lnTo>
                        <a:pt x="1223" y="371"/>
                      </a:lnTo>
                      <a:cubicBezTo>
                        <a:pt x="1321" y="277"/>
                        <a:pt x="1409" y="210"/>
                        <a:pt x="1489" y="167"/>
                      </a:cubicBezTo>
                      <a:cubicBezTo>
                        <a:pt x="1529" y="146"/>
                        <a:pt x="1568" y="131"/>
                        <a:pt x="1605" y="121"/>
                      </a:cubicBezTo>
                      <a:cubicBezTo>
                        <a:pt x="1642" y="111"/>
                        <a:pt x="1679" y="106"/>
                        <a:pt x="1715" y="106"/>
                      </a:cubicBezTo>
                      <a:cubicBezTo>
                        <a:pt x="1770" y="106"/>
                        <a:pt x="1825" y="116"/>
                        <a:pt x="1884" y="138"/>
                      </a:cubicBezTo>
                      <a:cubicBezTo>
                        <a:pt x="1972" y="170"/>
                        <a:pt x="2070" y="226"/>
                        <a:pt x="2181" y="306"/>
                      </a:cubicBezTo>
                      <a:cubicBezTo>
                        <a:pt x="2293" y="387"/>
                        <a:pt x="2418" y="490"/>
                        <a:pt x="2562" y="612"/>
                      </a:cubicBezTo>
                      <a:cubicBezTo>
                        <a:pt x="2585" y="631"/>
                        <a:pt x="2618" y="628"/>
                        <a:pt x="2637" y="606"/>
                      </a:cubicBezTo>
                      <a:cubicBezTo>
                        <a:pt x="2656" y="584"/>
                        <a:pt x="2653" y="551"/>
                        <a:pt x="2631" y="532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8" name="Freeform 7">
                  <a:extLst>
                    <a:ext uri="{FF2B5EF4-FFF2-40B4-BE49-F238E27FC236}">
                      <a16:creationId xmlns:a16="http://schemas.microsoft.com/office/drawing/2014/main" id="{4141CE36-498C-CB43-8361-06B6ABAF9E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19946" y="709792"/>
                  <a:ext cx="356603" cy="190334"/>
                </a:xfrm>
                <a:custGeom>
                  <a:avLst/>
                  <a:gdLst>
                    <a:gd name="T0" fmla="*/ 2142 w 2158"/>
                    <a:gd name="T1" fmla="*/ 438 h 1152"/>
                    <a:gd name="T2" fmla="*/ 1725 w 2158"/>
                    <a:gd name="T3" fmla="*/ 118 h 1152"/>
                    <a:gd name="T4" fmla="*/ 1552 w 2158"/>
                    <a:gd name="T5" fmla="*/ 31 h 1152"/>
                    <a:gd name="T6" fmla="*/ 1386 w 2158"/>
                    <a:gd name="T7" fmla="*/ 0 h 1152"/>
                    <a:gd name="T8" fmla="*/ 1261 w 2158"/>
                    <a:gd name="T9" fmla="*/ 19 h 1152"/>
                    <a:gd name="T10" fmla="*/ 1068 w 2158"/>
                    <a:gd name="T11" fmla="*/ 115 h 1152"/>
                    <a:gd name="T12" fmla="*/ 852 w 2158"/>
                    <a:gd name="T13" fmla="*/ 295 h 1152"/>
                    <a:gd name="T14" fmla="*/ 852 w 2158"/>
                    <a:gd name="T15" fmla="*/ 295 h 1152"/>
                    <a:gd name="T16" fmla="*/ 13 w 2158"/>
                    <a:gd name="T17" fmla="*/ 1094 h 1152"/>
                    <a:gd name="T18" fmla="*/ 12 w 2158"/>
                    <a:gd name="T19" fmla="*/ 1138 h 1152"/>
                    <a:gd name="T20" fmla="*/ 56 w 2158"/>
                    <a:gd name="T21" fmla="*/ 1139 h 1152"/>
                    <a:gd name="T22" fmla="*/ 895 w 2158"/>
                    <a:gd name="T23" fmla="*/ 340 h 1152"/>
                    <a:gd name="T24" fmla="*/ 895 w 2158"/>
                    <a:gd name="T25" fmla="*/ 340 h 1152"/>
                    <a:gd name="T26" fmla="*/ 1164 w 2158"/>
                    <a:gd name="T27" fmla="*/ 128 h 1152"/>
                    <a:gd name="T28" fmla="*/ 1279 w 2158"/>
                    <a:gd name="T29" fmla="*/ 79 h 1152"/>
                    <a:gd name="T30" fmla="*/ 1386 w 2158"/>
                    <a:gd name="T31" fmla="*/ 63 h 1152"/>
                    <a:gd name="T32" fmla="*/ 1531 w 2158"/>
                    <a:gd name="T33" fmla="*/ 90 h 1152"/>
                    <a:gd name="T34" fmla="*/ 1781 w 2158"/>
                    <a:gd name="T35" fmla="*/ 231 h 1152"/>
                    <a:gd name="T36" fmla="*/ 2102 w 2158"/>
                    <a:gd name="T37" fmla="*/ 486 h 1152"/>
                    <a:gd name="T38" fmla="*/ 2146 w 2158"/>
                    <a:gd name="T39" fmla="*/ 482 h 1152"/>
                    <a:gd name="T40" fmla="*/ 2142 w 2158"/>
                    <a:gd name="T41" fmla="*/ 438 h 1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158" h="1152">
                      <a:moveTo>
                        <a:pt x="2142" y="438"/>
                      </a:moveTo>
                      <a:cubicBezTo>
                        <a:pt x="1978" y="301"/>
                        <a:pt x="1845" y="193"/>
                        <a:pt x="1725" y="118"/>
                      </a:cubicBezTo>
                      <a:cubicBezTo>
                        <a:pt x="1664" y="80"/>
                        <a:pt x="1608" y="51"/>
                        <a:pt x="1552" y="31"/>
                      </a:cubicBezTo>
                      <a:cubicBezTo>
                        <a:pt x="1496" y="11"/>
                        <a:pt x="1441" y="0"/>
                        <a:pt x="1386" y="0"/>
                      </a:cubicBezTo>
                      <a:cubicBezTo>
                        <a:pt x="1344" y="0"/>
                        <a:pt x="1303" y="6"/>
                        <a:pt x="1261" y="19"/>
                      </a:cubicBezTo>
                      <a:cubicBezTo>
                        <a:pt x="1198" y="37"/>
                        <a:pt x="1135" y="69"/>
                        <a:pt x="1068" y="115"/>
                      </a:cubicBezTo>
                      <a:cubicBezTo>
                        <a:pt x="1000" y="161"/>
                        <a:pt x="930" y="220"/>
                        <a:pt x="852" y="295"/>
                      </a:cubicBezTo>
                      <a:lnTo>
                        <a:pt x="852" y="295"/>
                      </a:lnTo>
                      <a:lnTo>
                        <a:pt x="13" y="1094"/>
                      </a:lnTo>
                      <a:cubicBezTo>
                        <a:pt x="1" y="1106"/>
                        <a:pt x="0" y="1126"/>
                        <a:pt x="12" y="1138"/>
                      </a:cubicBezTo>
                      <a:cubicBezTo>
                        <a:pt x="24" y="1151"/>
                        <a:pt x="44" y="1151"/>
                        <a:pt x="56" y="1139"/>
                      </a:cubicBezTo>
                      <a:lnTo>
                        <a:pt x="895" y="340"/>
                      </a:lnTo>
                      <a:lnTo>
                        <a:pt x="895" y="340"/>
                      </a:lnTo>
                      <a:cubicBezTo>
                        <a:pt x="997" y="243"/>
                        <a:pt x="1085" y="173"/>
                        <a:pt x="1164" y="128"/>
                      </a:cubicBezTo>
                      <a:cubicBezTo>
                        <a:pt x="1204" y="106"/>
                        <a:pt x="1242" y="89"/>
                        <a:pt x="1279" y="79"/>
                      </a:cubicBezTo>
                      <a:cubicBezTo>
                        <a:pt x="1315" y="68"/>
                        <a:pt x="1351" y="63"/>
                        <a:pt x="1386" y="63"/>
                      </a:cubicBezTo>
                      <a:cubicBezTo>
                        <a:pt x="1433" y="63"/>
                        <a:pt x="1480" y="72"/>
                        <a:pt x="1531" y="90"/>
                      </a:cubicBezTo>
                      <a:cubicBezTo>
                        <a:pt x="1606" y="117"/>
                        <a:pt x="1688" y="164"/>
                        <a:pt x="1781" y="231"/>
                      </a:cubicBezTo>
                      <a:cubicBezTo>
                        <a:pt x="1874" y="298"/>
                        <a:pt x="1979" y="384"/>
                        <a:pt x="2102" y="486"/>
                      </a:cubicBezTo>
                      <a:cubicBezTo>
                        <a:pt x="2115" y="497"/>
                        <a:pt x="2135" y="495"/>
                        <a:pt x="2146" y="482"/>
                      </a:cubicBezTo>
                      <a:cubicBezTo>
                        <a:pt x="2157" y="469"/>
                        <a:pt x="2155" y="449"/>
                        <a:pt x="2142" y="438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19" name="Freeform 8">
                  <a:extLst>
                    <a:ext uri="{FF2B5EF4-FFF2-40B4-BE49-F238E27FC236}">
                      <a16:creationId xmlns:a16="http://schemas.microsoft.com/office/drawing/2014/main" id="{8C0DB147-A359-BD41-A434-9663F54133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4012" y="752818"/>
                  <a:ext cx="304826" cy="169186"/>
                </a:xfrm>
                <a:custGeom>
                  <a:avLst/>
                  <a:gdLst>
                    <a:gd name="T0" fmla="*/ 1832 w 1844"/>
                    <a:gd name="T1" fmla="*/ 349 h 1021"/>
                    <a:gd name="T2" fmla="*/ 1494 w 1844"/>
                    <a:gd name="T3" fmla="*/ 93 h 1021"/>
                    <a:gd name="T4" fmla="*/ 1356 w 1844"/>
                    <a:gd name="T5" fmla="*/ 24 h 1021"/>
                    <a:gd name="T6" fmla="*/ 1224 w 1844"/>
                    <a:gd name="T7" fmla="*/ 0 h 1021"/>
                    <a:gd name="T8" fmla="*/ 1110 w 1844"/>
                    <a:gd name="T9" fmla="*/ 18 h 1021"/>
                    <a:gd name="T10" fmla="*/ 929 w 1844"/>
                    <a:gd name="T11" fmla="*/ 116 h 1021"/>
                    <a:gd name="T12" fmla="*/ 715 w 1844"/>
                    <a:gd name="T13" fmla="*/ 301 h 1021"/>
                    <a:gd name="T14" fmla="*/ 714 w 1844"/>
                    <a:gd name="T15" fmla="*/ 301 h 1021"/>
                    <a:gd name="T16" fmla="*/ 10 w 1844"/>
                    <a:gd name="T17" fmla="*/ 978 h 1021"/>
                    <a:gd name="T18" fmla="*/ 9 w 1844"/>
                    <a:gd name="T19" fmla="*/ 1011 h 1021"/>
                    <a:gd name="T20" fmla="*/ 42 w 1844"/>
                    <a:gd name="T21" fmla="*/ 1012 h 1021"/>
                    <a:gd name="T22" fmla="*/ 746 w 1844"/>
                    <a:gd name="T23" fmla="*/ 334 h 1021"/>
                    <a:gd name="T24" fmla="*/ 746 w 1844"/>
                    <a:gd name="T25" fmla="*/ 334 h 1021"/>
                    <a:gd name="T26" fmla="*/ 1016 w 1844"/>
                    <a:gd name="T27" fmla="*/ 114 h 1021"/>
                    <a:gd name="T28" fmla="*/ 1124 w 1844"/>
                    <a:gd name="T29" fmla="*/ 62 h 1021"/>
                    <a:gd name="T30" fmla="*/ 1224 w 1844"/>
                    <a:gd name="T31" fmla="*/ 46 h 1021"/>
                    <a:gd name="T32" fmla="*/ 1340 w 1844"/>
                    <a:gd name="T33" fmla="*/ 67 h 1021"/>
                    <a:gd name="T34" fmla="*/ 1542 w 1844"/>
                    <a:gd name="T35" fmla="*/ 180 h 1021"/>
                    <a:gd name="T36" fmla="*/ 1803 w 1844"/>
                    <a:gd name="T37" fmla="*/ 385 h 1021"/>
                    <a:gd name="T38" fmla="*/ 1835 w 1844"/>
                    <a:gd name="T39" fmla="*/ 381 h 1021"/>
                    <a:gd name="T40" fmla="*/ 1832 w 1844"/>
                    <a:gd name="T41" fmla="*/ 349 h 10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44" h="1021">
                      <a:moveTo>
                        <a:pt x="1832" y="349"/>
                      </a:moveTo>
                      <a:cubicBezTo>
                        <a:pt x="1698" y="239"/>
                        <a:pt x="1590" y="153"/>
                        <a:pt x="1494" y="93"/>
                      </a:cubicBezTo>
                      <a:cubicBezTo>
                        <a:pt x="1446" y="63"/>
                        <a:pt x="1400" y="40"/>
                        <a:pt x="1356" y="24"/>
                      </a:cubicBezTo>
                      <a:cubicBezTo>
                        <a:pt x="1311" y="8"/>
                        <a:pt x="1268" y="0"/>
                        <a:pt x="1224" y="0"/>
                      </a:cubicBezTo>
                      <a:cubicBezTo>
                        <a:pt x="1186" y="0"/>
                        <a:pt x="1148" y="6"/>
                        <a:pt x="1110" y="18"/>
                      </a:cubicBezTo>
                      <a:cubicBezTo>
                        <a:pt x="1052" y="37"/>
                        <a:pt x="993" y="69"/>
                        <a:pt x="929" y="116"/>
                      </a:cubicBezTo>
                      <a:cubicBezTo>
                        <a:pt x="864" y="163"/>
                        <a:pt x="794" y="224"/>
                        <a:pt x="715" y="301"/>
                      </a:cubicBezTo>
                      <a:lnTo>
                        <a:pt x="714" y="301"/>
                      </a:lnTo>
                      <a:lnTo>
                        <a:pt x="10" y="978"/>
                      </a:lnTo>
                      <a:cubicBezTo>
                        <a:pt x="1" y="987"/>
                        <a:pt x="0" y="1002"/>
                        <a:pt x="9" y="1011"/>
                      </a:cubicBezTo>
                      <a:cubicBezTo>
                        <a:pt x="18" y="1020"/>
                        <a:pt x="33" y="1020"/>
                        <a:pt x="42" y="1012"/>
                      </a:cubicBezTo>
                      <a:lnTo>
                        <a:pt x="746" y="334"/>
                      </a:lnTo>
                      <a:lnTo>
                        <a:pt x="746" y="334"/>
                      </a:lnTo>
                      <a:cubicBezTo>
                        <a:pt x="851" y="233"/>
                        <a:pt x="939" y="160"/>
                        <a:pt x="1016" y="114"/>
                      </a:cubicBezTo>
                      <a:cubicBezTo>
                        <a:pt x="1054" y="90"/>
                        <a:pt x="1090" y="73"/>
                        <a:pt x="1124" y="62"/>
                      </a:cubicBezTo>
                      <a:cubicBezTo>
                        <a:pt x="1159" y="51"/>
                        <a:pt x="1191" y="46"/>
                        <a:pt x="1224" y="46"/>
                      </a:cubicBezTo>
                      <a:cubicBezTo>
                        <a:pt x="1262" y="46"/>
                        <a:pt x="1300" y="53"/>
                        <a:pt x="1340" y="67"/>
                      </a:cubicBezTo>
                      <a:cubicBezTo>
                        <a:pt x="1401" y="89"/>
                        <a:pt x="1466" y="127"/>
                        <a:pt x="1542" y="180"/>
                      </a:cubicBezTo>
                      <a:cubicBezTo>
                        <a:pt x="1617" y="234"/>
                        <a:pt x="1702" y="303"/>
                        <a:pt x="1803" y="385"/>
                      </a:cubicBezTo>
                      <a:cubicBezTo>
                        <a:pt x="1813" y="393"/>
                        <a:pt x="1827" y="391"/>
                        <a:pt x="1835" y="381"/>
                      </a:cubicBezTo>
                      <a:cubicBezTo>
                        <a:pt x="1843" y="372"/>
                        <a:pt x="1842" y="357"/>
                        <a:pt x="1832" y="349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20" name="Freeform 9">
                  <a:extLst>
                    <a:ext uri="{FF2B5EF4-FFF2-40B4-BE49-F238E27FC236}">
                      <a16:creationId xmlns:a16="http://schemas.microsoft.com/office/drawing/2014/main" id="{C6F23298-B6AB-BA43-B481-2717E0BC36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7348" y="795114"/>
                  <a:ext cx="253049" cy="148038"/>
                </a:xfrm>
                <a:custGeom>
                  <a:avLst/>
                  <a:gdLst>
                    <a:gd name="T0" fmla="*/ 1522 w 1530"/>
                    <a:gd name="T1" fmla="*/ 264 h 895"/>
                    <a:gd name="T2" fmla="*/ 1260 w 1530"/>
                    <a:gd name="T3" fmla="*/ 70 h 895"/>
                    <a:gd name="T4" fmla="*/ 1156 w 1530"/>
                    <a:gd name="T5" fmla="*/ 18 h 895"/>
                    <a:gd name="T6" fmla="*/ 1057 w 1530"/>
                    <a:gd name="T7" fmla="*/ 0 h 895"/>
                    <a:gd name="T8" fmla="*/ 957 w 1530"/>
                    <a:gd name="T9" fmla="*/ 19 h 895"/>
                    <a:gd name="T10" fmla="*/ 791 w 1530"/>
                    <a:gd name="T11" fmla="*/ 119 h 895"/>
                    <a:gd name="T12" fmla="*/ 577 w 1530"/>
                    <a:gd name="T13" fmla="*/ 310 h 895"/>
                    <a:gd name="T14" fmla="*/ 577 w 1530"/>
                    <a:gd name="T15" fmla="*/ 310 h 895"/>
                    <a:gd name="T16" fmla="*/ 6 w 1530"/>
                    <a:gd name="T17" fmla="*/ 867 h 895"/>
                    <a:gd name="T18" fmla="*/ 6 w 1530"/>
                    <a:gd name="T19" fmla="*/ 888 h 895"/>
                    <a:gd name="T20" fmla="*/ 27 w 1530"/>
                    <a:gd name="T21" fmla="*/ 888 h 895"/>
                    <a:gd name="T22" fmla="*/ 598 w 1530"/>
                    <a:gd name="T23" fmla="*/ 331 h 895"/>
                    <a:gd name="T24" fmla="*/ 598 w 1530"/>
                    <a:gd name="T25" fmla="*/ 331 h 895"/>
                    <a:gd name="T26" fmla="*/ 866 w 1530"/>
                    <a:gd name="T27" fmla="*/ 101 h 895"/>
                    <a:gd name="T28" fmla="*/ 968 w 1530"/>
                    <a:gd name="T29" fmla="*/ 47 h 895"/>
                    <a:gd name="T30" fmla="*/ 1057 w 1530"/>
                    <a:gd name="T31" fmla="*/ 29 h 895"/>
                    <a:gd name="T32" fmla="*/ 1146 w 1530"/>
                    <a:gd name="T33" fmla="*/ 46 h 895"/>
                    <a:gd name="T34" fmla="*/ 1300 w 1530"/>
                    <a:gd name="T35" fmla="*/ 132 h 895"/>
                    <a:gd name="T36" fmla="*/ 1504 w 1530"/>
                    <a:gd name="T37" fmla="*/ 287 h 895"/>
                    <a:gd name="T38" fmla="*/ 1524 w 1530"/>
                    <a:gd name="T39" fmla="*/ 285 h 895"/>
                    <a:gd name="T40" fmla="*/ 1522 w 1530"/>
                    <a:gd name="T41" fmla="*/ 264 h 8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530" h="895">
                      <a:moveTo>
                        <a:pt x="1522" y="264"/>
                      </a:moveTo>
                      <a:cubicBezTo>
                        <a:pt x="1417" y="180"/>
                        <a:pt x="1334" y="115"/>
                        <a:pt x="1260" y="70"/>
                      </a:cubicBezTo>
                      <a:cubicBezTo>
                        <a:pt x="1224" y="47"/>
                        <a:pt x="1189" y="30"/>
                        <a:pt x="1156" y="18"/>
                      </a:cubicBezTo>
                      <a:cubicBezTo>
                        <a:pt x="1123" y="6"/>
                        <a:pt x="1090" y="0"/>
                        <a:pt x="1057" y="0"/>
                      </a:cubicBezTo>
                      <a:cubicBezTo>
                        <a:pt x="1024" y="0"/>
                        <a:pt x="991" y="6"/>
                        <a:pt x="957" y="19"/>
                      </a:cubicBezTo>
                      <a:cubicBezTo>
                        <a:pt x="906" y="38"/>
                        <a:pt x="852" y="71"/>
                        <a:pt x="791" y="119"/>
                      </a:cubicBezTo>
                      <a:cubicBezTo>
                        <a:pt x="729" y="167"/>
                        <a:pt x="660" y="231"/>
                        <a:pt x="577" y="310"/>
                      </a:cubicBezTo>
                      <a:lnTo>
                        <a:pt x="577" y="310"/>
                      </a:lnTo>
                      <a:lnTo>
                        <a:pt x="6" y="867"/>
                      </a:lnTo>
                      <a:cubicBezTo>
                        <a:pt x="0" y="873"/>
                        <a:pt x="0" y="882"/>
                        <a:pt x="6" y="888"/>
                      </a:cubicBezTo>
                      <a:cubicBezTo>
                        <a:pt x="12" y="894"/>
                        <a:pt x="21" y="894"/>
                        <a:pt x="27" y="888"/>
                      </a:cubicBezTo>
                      <a:lnTo>
                        <a:pt x="598" y="331"/>
                      </a:lnTo>
                      <a:lnTo>
                        <a:pt x="598" y="331"/>
                      </a:lnTo>
                      <a:cubicBezTo>
                        <a:pt x="707" y="226"/>
                        <a:pt x="793" y="150"/>
                        <a:pt x="866" y="101"/>
                      </a:cubicBezTo>
                      <a:cubicBezTo>
                        <a:pt x="903" y="76"/>
                        <a:pt x="936" y="58"/>
                        <a:pt x="968" y="47"/>
                      </a:cubicBezTo>
                      <a:cubicBezTo>
                        <a:pt x="999" y="35"/>
                        <a:pt x="1028" y="29"/>
                        <a:pt x="1057" y="29"/>
                      </a:cubicBezTo>
                      <a:cubicBezTo>
                        <a:pt x="1086" y="29"/>
                        <a:pt x="1115" y="35"/>
                        <a:pt x="1146" y="46"/>
                      </a:cubicBezTo>
                      <a:cubicBezTo>
                        <a:pt x="1192" y="62"/>
                        <a:pt x="1242" y="91"/>
                        <a:pt x="1300" y="132"/>
                      </a:cubicBezTo>
                      <a:cubicBezTo>
                        <a:pt x="1359" y="172"/>
                        <a:pt x="1425" y="225"/>
                        <a:pt x="1504" y="287"/>
                      </a:cubicBezTo>
                      <a:cubicBezTo>
                        <a:pt x="1510" y="292"/>
                        <a:pt x="1518" y="291"/>
                        <a:pt x="1524" y="285"/>
                      </a:cubicBezTo>
                      <a:cubicBezTo>
                        <a:pt x="1529" y="279"/>
                        <a:pt x="1528" y="269"/>
                        <a:pt x="1522" y="264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21" name="Freeform 10">
                  <a:extLst>
                    <a:ext uri="{FF2B5EF4-FFF2-40B4-BE49-F238E27FC236}">
                      <a16:creationId xmlns:a16="http://schemas.microsoft.com/office/drawing/2014/main" id="{358E77EF-FA74-0941-A231-8FD607054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1413" y="835952"/>
                  <a:ext cx="201273" cy="127619"/>
                </a:xfrm>
                <a:custGeom>
                  <a:avLst/>
                  <a:gdLst>
                    <a:gd name="T0" fmla="*/ 1212 w 1217"/>
                    <a:gd name="T1" fmla="*/ 184 h 773"/>
                    <a:gd name="T2" fmla="*/ 1023 w 1217"/>
                    <a:gd name="T3" fmla="*/ 48 h 773"/>
                    <a:gd name="T4" fmla="*/ 884 w 1217"/>
                    <a:gd name="T5" fmla="*/ 0 h 773"/>
                    <a:gd name="T6" fmla="*/ 801 w 1217"/>
                    <a:gd name="T7" fmla="*/ 20 h 773"/>
                    <a:gd name="T8" fmla="*/ 653 w 1217"/>
                    <a:gd name="T9" fmla="*/ 124 h 773"/>
                    <a:gd name="T10" fmla="*/ 440 w 1217"/>
                    <a:gd name="T11" fmla="*/ 324 h 773"/>
                    <a:gd name="T12" fmla="*/ 440 w 1217"/>
                    <a:gd name="T13" fmla="*/ 324 h 773"/>
                    <a:gd name="T14" fmla="*/ 3 w 1217"/>
                    <a:gd name="T15" fmla="*/ 760 h 773"/>
                    <a:gd name="T16" fmla="*/ 3 w 1217"/>
                    <a:gd name="T17" fmla="*/ 770 h 773"/>
                    <a:gd name="T18" fmla="*/ 12 w 1217"/>
                    <a:gd name="T19" fmla="*/ 770 h 773"/>
                    <a:gd name="T20" fmla="*/ 449 w 1217"/>
                    <a:gd name="T21" fmla="*/ 333 h 773"/>
                    <a:gd name="T22" fmla="*/ 716 w 1217"/>
                    <a:gd name="T23" fmla="*/ 90 h 773"/>
                    <a:gd name="T24" fmla="*/ 806 w 1217"/>
                    <a:gd name="T25" fmla="*/ 32 h 773"/>
                    <a:gd name="T26" fmla="*/ 884 w 1217"/>
                    <a:gd name="T27" fmla="*/ 13 h 773"/>
                    <a:gd name="T28" fmla="*/ 1016 w 1217"/>
                    <a:gd name="T29" fmla="*/ 60 h 773"/>
                    <a:gd name="T30" fmla="*/ 1204 w 1217"/>
                    <a:gd name="T31" fmla="*/ 195 h 773"/>
                    <a:gd name="T32" fmla="*/ 1214 w 1217"/>
                    <a:gd name="T33" fmla="*/ 194 h 773"/>
                    <a:gd name="T34" fmla="*/ 1212 w 1217"/>
                    <a:gd name="T35" fmla="*/ 184 h 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217" h="773">
                      <a:moveTo>
                        <a:pt x="1212" y="184"/>
                      </a:moveTo>
                      <a:cubicBezTo>
                        <a:pt x="1135" y="125"/>
                        <a:pt x="1075" y="80"/>
                        <a:pt x="1023" y="48"/>
                      </a:cubicBezTo>
                      <a:cubicBezTo>
                        <a:pt x="971" y="17"/>
                        <a:pt x="928" y="0"/>
                        <a:pt x="884" y="0"/>
                      </a:cubicBezTo>
                      <a:cubicBezTo>
                        <a:pt x="856" y="0"/>
                        <a:pt x="829" y="7"/>
                        <a:pt x="801" y="20"/>
                      </a:cubicBezTo>
                      <a:cubicBezTo>
                        <a:pt x="758" y="39"/>
                        <a:pt x="711" y="74"/>
                        <a:pt x="653" y="124"/>
                      </a:cubicBezTo>
                      <a:cubicBezTo>
                        <a:pt x="595" y="175"/>
                        <a:pt x="527" y="241"/>
                        <a:pt x="440" y="324"/>
                      </a:cubicBezTo>
                      <a:lnTo>
                        <a:pt x="440" y="324"/>
                      </a:lnTo>
                      <a:lnTo>
                        <a:pt x="3" y="760"/>
                      </a:lnTo>
                      <a:cubicBezTo>
                        <a:pt x="0" y="763"/>
                        <a:pt x="0" y="767"/>
                        <a:pt x="3" y="770"/>
                      </a:cubicBezTo>
                      <a:cubicBezTo>
                        <a:pt x="5" y="772"/>
                        <a:pt x="10" y="772"/>
                        <a:pt x="12" y="770"/>
                      </a:cubicBezTo>
                      <a:lnTo>
                        <a:pt x="449" y="333"/>
                      </a:lnTo>
                      <a:cubicBezTo>
                        <a:pt x="565" y="223"/>
                        <a:pt x="648" y="142"/>
                        <a:pt x="716" y="90"/>
                      </a:cubicBezTo>
                      <a:cubicBezTo>
                        <a:pt x="749" y="63"/>
                        <a:pt x="778" y="44"/>
                        <a:pt x="806" y="32"/>
                      </a:cubicBezTo>
                      <a:cubicBezTo>
                        <a:pt x="833" y="19"/>
                        <a:pt x="859" y="13"/>
                        <a:pt x="884" y="13"/>
                      </a:cubicBezTo>
                      <a:cubicBezTo>
                        <a:pt x="924" y="13"/>
                        <a:pt x="966" y="29"/>
                        <a:pt x="1016" y="60"/>
                      </a:cubicBezTo>
                      <a:cubicBezTo>
                        <a:pt x="1067" y="90"/>
                        <a:pt x="1127" y="136"/>
                        <a:pt x="1204" y="195"/>
                      </a:cubicBezTo>
                      <a:cubicBezTo>
                        <a:pt x="1207" y="197"/>
                        <a:pt x="1211" y="197"/>
                        <a:pt x="1214" y="194"/>
                      </a:cubicBezTo>
                      <a:cubicBezTo>
                        <a:pt x="1216" y="191"/>
                        <a:pt x="1215" y="187"/>
                        <a:pt x="1212" y="184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  <p:sp>
              <p:nvSpPr>
                <p:cNvPr id="22" name="Freeform 11">
                  <a:extLst>
                    <a:ext uri="{FF2B5EF4-FFF2-40B4-BE49-F238E27FC236}">
                      <a16:creationId xmlns:a16="http://schemas.microsoft.com/office/drawing/2014/main" id="{C4AC1E84-A6C9-AC43-8829-ADA26407D6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8093" y="858559"/>
                  <a:ext cx="72925" cy="48130"/>
                </a:xfrm>
                <a:custGeom>
                  <a:avLst/>
                  <a:gdLst>
                    <a:gd name="T0" fmla="*/ 49 w 442"/>
                    <a:gd name="T1" fmla="*/ 200 h 293"/>
                    <a:gd name="T2" fmla="*/ 0 w 442"/>
                    <a:gd name="T3" fmla="*/ 156 h 293"/>
                    <a:gd name="T4" fmla="*/ 45 w 442"/>
                    <a:gd name="T5" fmla="*/ 107 h 293"/>
                    <a:gd name="T6" fmla="*/ 392 w 442"/>
                    <a:gd name="T7" fmla="*/ 91 h 293"/>
                    <a:gd name="T8" fmla="*/ 441 w 442"/>
                    <a:gd name="T9" fmla="*/ 137 h 293"/>
                    <a:gd name="T10" fmla="*/ 396 w 442"/>
                    <a:gd name="T11" fmla="*/ 185 h 293"/>
                    <a:gd name="T12" fmla="*/ 49 w 442"/>
                    <a:gd name="T13" fmla="*/ 200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2" h="293">
                      <a:moveTo>
                        <a:pt x="49" y="200"/>
                      </a:moveTo>
                      <a:lnTo>
                        <a:pt x="0" y="156"/>
                      </a:lnTo>
                      <a:lnTo>
                        <a:pt x="45" y="107"/>
                      </a:lnTo>
                      <a:cubicBezTo>
                        <a:pt x="136" y="7"/>
                        <a:pt x="292" y="0"/>
                        <a:pt x="392" y="91"/>
                      </a:cubicBezTo>
                      <a:lnTo>
                        <a:pt x="441" y="137"/>
                      </a:lnTo>
                      <a:lnTo>
                        <a:pt x="396" y="185"/>
                      </a:lnTo>
                      <a:cubicBezTo>
                        <a:pt x="304" y="285"/>
                        <a:pt x="149" y="292"/>
                        <a:pt x="49" y="200"/>
                      </a:cubicBez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800"/>
                </a:p>
              </p:txBody>
            </p:sp>
          </p:grpSp>
        </p:grp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C343F0B3-495F-9444-816E-38B2C9F55C5E}"/>
                </a:ext>
              </a:extLst>
            </p:cNvPr>
            <p:cNvSpPr txBox="1"/>
            <p:nvPr userDrawn="1"/>
          </p:nvSpPr>
          <p:spPr>
            <a:xfrm>
              <a:off x="5752785" y="5979422"/>
              <a:ext cx="1785105" cy="5719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spcBef>
                  <a:spcPts val="450"/>
                </a:spcBef>
              </a:pPr>
              <a:r>
                <a:rPr lang="zh-CN" altLang="en-US" sz="1350" spc="450" dirty="0">
                  <a:solidFill>
                    <a:srgbClr val="5B307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计算机网络</a:t>
              </a:r>
              <a:endParaRPr lang="en-US" altLang="zh-CN" sz="1350" spc="450" dirty="0">
                <a:solidFill>
                  <a:srgbClr val="5B307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spcBef>
                  <a:spcPts val="450"/>
                </a:spcBef>
              </a:pPr>
              <a:r>
                <a:rPr lang="zh-CN" altLang="en-US" sz="1350" spc="450" dirty="0">
                  <a:solidFill>
                    <a:srgbClr val="5B307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教案社区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291200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组合 70">
            <a:extLst>
              <a:ext uri="{FF2B5EF4-FFF2-40B4-BE49-F238E27FC236}">
                <a16:creationId xmlns:a16="http://schemas.microsoft.com/office/drawing/2014/main" id="{C1D75728-DE08-814F-9EF0-7E9AFB999FE6}"/>
              </a:ext>
            </a:extLst>
          </p:cNvPr>
          <p:cNvGrpSpPr/>
          <p:nvPr userDrawn="1"/>
        </p:nvGrpSpPr>
        <p:grpSpPr>
          <a:xfrm>
            <a:off x="536589" y="634525"/>
            <a:ext cx="302279" cy="321898"/>
            <a:chOff x="1368170" y="664579"/>
            <a:chExt cx="550582" cy="439737"/>
          </a:xfrm>
          <a:solidFill>
            <a:schemeClr val="bg1"/>
          </a:solidFill>
        </p:grpSpPr>
        <p:sp>
          <p:nvSpPr>
            <p:cNvPr id="72" name="Freeform 1">
              <a:extLst>
                <a:ext uri="{FF2B5EF4-FFF2-40B4-BE49-F238E27FC236}">
                  <a16:creationId xmlns:a16="http://schemas.microsoft.com/office/drawing/2014/main" id="{53F1A011-1E52-3140-9C21-8911AB322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203" y="771778"/>
              <a:ext cx="437549" cy="332538"/>
            </a:xfrm>
            <a:custGeom>
              <a:avLst/>
              <a:gdLst>
                <a:gd name="T0" fmla="*/ 25 w 2647"/>
                <a:gd name="T1" fmla="*/ 1478 h 2011"/>
                <a:gd name="T2" fmla="*/ 525 w 2647"/>
                <a:gd name="T3" fmla="*/ 1865 h 2011"/>
                <a:gd name="T4" fmla="*/ 736 w 2647"/>
                <a:gd name="T5" fmla="*/ 1972 h 2011"/>
                <a:gd name="T6" fmla="*/ 940 w 2647"/>
                <a:gd name="T7" fmla="*/ 2010 h 2011"/>
                <a:gd name="T8" fmla="*/ 1078 w 2647"/>
                <a:gd name="T9" fmla="*/ 1991 h 2011"/>
                <a:gd name="T10" fmla="*/ 1286 w 2647"/>
                <a:gd name="T11" fmla="*/ 1894 h 2011"/>
                <a:gd name="T12" fmla="*/ 1506 w 2647"/>
                <a:gd name="T13" fmla="*/ 1715 h 2011"/>
                <a:gd name="T14" fmla="*/ 1506 w 2647"/>
                <a:gd name="T15" fmla="*/ 1715 h 2011"/>
                <a:gd name="T16" fmla="*/ 2630 w 2647"/>
                <a:gd name="T17" fmla="*/ 624 h 2011"/>
                <a:gd name="T18" fmla="*/ 2646 w 2647"/>
                <a:gd name="T19" fmla="*/ 586 h 2011"/>
                <a:gd name="T20" fmla="*/ 2630 w 2647"/>
                <a:gd name="T21" fmla="*/ 548 h 2011"/>
                <a:gd name="T22" fmla="*/ 2090 w 2647"/>
                <a:gd name="T23" fmla="*/ 21 h 2011"/>
                <a:gd name="T24" fmla="*/ 2016 w 2647"/>
                <a:gd name="T25" fmla="*/ 22 h 2011"/>
                <a:gd name="T26" fmla="*/ 2017 w 2647"/>
                <a:gd name="T27" fmla="*/ 96 h 2011"/>
                <a:gd name="T28" fmla="*/ 2518 w 2647"/>
                <a:gd name="T29" fmla="*/ 586 h 2011"/>
                <a:gd name="T30" fmla="*/ 1433 w 2647"/>
                <a:gd name="T31" fmla="*/ 1639 h 2011"/>
                <a:gd name="T32" fmla="*/ 1433 w 2647"/>
                <a:gd name="T33" fmla="*/ 1639 h 2011"/>
                <a:gd name="T34" fmla="*/ 1167 w 2647"/>
                <a:gd name="T35" fmla="*/ 1843 h 2011"/>
                <a:gd name="T36" fmla="*/ 1051 w 2647"/>
                <a:gd name="T37" fmla="*/ 1889 h 2011"/>
                <a:gd name="T38" fmla="*/ 940 w 2647"/>
                <a:gd name="T39" fmla="*/ 1904 h 2011"/>
                <a:gd name="T40" fmla="*/ 772 w 2647"/>
                <a:gd name="T41" fmla="*/ 1872 h 2011"/>
                <a:gd name="T42" fmla="*/ 474 w 2647"/>
                <a:gd name="T43" fmla="*/ 1704 h 2011"/>
                <a:gd name="T44" fmla="*/ 93 w 2647"/>
                <a:gd name="T45" fmla="*/ 1398 h 2011"/>
                <a:gd name="T46" fmla="*/ 19 w 2647"/>
                <a:gd name="T47" fmla="*/ 1404 h 2011"/>
                <a:gd name="T48" fmla="*/ 25 w 2647"/>
                <a:gd name="T49" fmla="*/ 1478 h 2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47" h="2011">
                  <a:moveTo>
                    <a:pt x="25" y="1478"/>
                  </a:moveTo>
                  <a:cubicBezTo>
                    <a:pt x="219" y="1643"/>
                    <a:pt x="380" y="1773"/>
                    <a:pt x="525" y="1865"/>
                  </a:cubicBezTo>
                  <a:cubicBezTo>
                    <a:pt x="598" y="1911"/>
                    <a:pt x="668" y="1947"/>
                    <a:pt x="736" y="1972"/>
                  </a:cubicBezTo>
                  <a:cubicBezTo>
                    <a:pt x="805" y="1996"/>
                    <a:pt x="872" y="2010"/>
                    <a:pt x="940" y="2010"/>
                  </a:cubicBezTo>
                  <a:cubicBezTo>
                    <a:pt x="986" y="2010"/>
                    <a:pt x="1032" y="2004"/>
                    <a:pt x="1078" y="1991"/>
                  </a:cubicBezTo>
                  <a:cubicBezTo>
                    <a:pt x="1147" y="1973"/>
                    <a:pt x="1216" y="1940"/>
                    <a:pt x="1286" y="1894"/>
                  </a:cubicBezTo>
                  <a:cubicBezTo>
                    <a:pt x="1357" y="1848"/>
                    <a:pt x="1429" y="1789"/>
                    <a:pt x="1506" y="1715"/>
                  </a:cubicBezTo>
                  <a:lnTo>
                    <a:pt x="1506" y="1715"/>
                  </a:lnTo>
                  <a:lnTo>
                    <a:pt x="2630" y="624"/>
                  </a:lnTo>
                  <a:cubicBezTo>
                    <a:pt x="2640" y="614"/>
                    <a:pt x="2646" y="600"/>
                    <a:pt x="2646" y="586"/>
                  </a:cubicBezTo>
                  <a:cubicBezTo>
                    <a:pt x="2646" y="572"/>
                    <a:pt x="2641" y="558"/>
                    <a:pt x="2630" y="548"/>
                  </a:cubicBezTo>
                  <a:lnTo>
                    <a:pt x="2090" y="21"/>
                  </a:lnTo>
                  <a:cubicBezTo>
                    <a:pt x="2069" y="0"/>
                    <a:pt x="2036" y="1"/>
                    <a:pt x="2016" y="22"/>
                  </a:cubicBezTo>
                  <a:cubicBezTo>
                    <a:pt x="1995" y="42"/>
                    <a:pt x="1996" y="76"/>
                    <a:pt x="2017" y="96"/>
                  </a:cubicBezTo>
                  <a:lnTo>
                    <a:pt x="2518" y="586"/>
                  </a:lnTo>
                  <a:lnTo>
                    <a:pt x="1433" y="1639"/>
                  </a:lnTo>
                  <a:lnTo>
                    <a:pt x="1433" y="1639"/>
                  </a:lnTo>
                  <a:cubicBezTo>
                    <a:pt x="1335" y="1733"/>
                    <a:pt x="1247" y="1800"/>
                    <a:pt x="1167" y="1843"/>
                  </a:cubicBezTo>
                  <a:cubicBezTo>
                    <a:pt x="1127" y="1864"/>
                    <a:pt x="1088" y="1879"/>
                    <a:pt x="1051" y="1889"/>
                  </a:cubicBezTo>
                  <a:cubicBezTo>
                    <a:pt x="1013" y="1899"/>
                    <a:pt x="977" y="1904"/>
                    <a:pt x="940" y="1904"/>
                  </a:cubicBezTo>
                  <a:cubicBezTo>
                    <a:pt x="886" y="1904"/>
                    <a:pt x="831" y="1894"/>
                    <a:pt x="772" y="1872"/>
                  </a:cubicBezTo>
                  <a:cubicBezTo>
                    <a:pt x="683" y="1840"/>
                    <a:pt x="586" y="1784"/>
                    <a:pt x="474" y="1704"/>
                  </a:cubicBezTo>
                  <a:cubicBezTo>
                    <a:pt x="363" y="1624"/>
                    <a:pt x="238" y="1521"/>
                    <a:pt x="93" y="1398"/>
                  </a:cubicBezTo>
                  <a:cubicBezTo>
                    <a:pt x="71" y="1379"/>
                    <a:pt x="38" y="1382"/>
                    <a:pt x="19" y="1404"/>
                  </a:cubicBezTo>
                  <a:cubicBezTo>
                    <a:pt x="0" y="1426"/>
                    <a:pt x="3" y="1459"/>
                    <a:pt x="25" y="147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3" name="Freeform 2">
              <a:extLst>
                <a:ext uri="{FF2B5EF4-FFF2-40B4-BE49-F238E27FC236}">
                  <a16:creationId xmlns:a16="http://schemas.microsoft.com/office/drawing/2014/main" id="{364873AD-F7AE-3D48-84F0-C71836518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832" y="868769"/>
              <a:ext cx="356603" cy="190334"/>
            </a:xfrm>
            <a:custGeom>
              <a:avLst/>
              <a:gdLst>
                <a:gd name="T0" fmla="*/ 15 w 2158"/>
                <a:gd name="T1" fmla="*/ 713 h 1152"/>
                <a:gd name="T2" fmla="*/ 432 w 2158"/>
                <a:gd name="T3" fmla="*/ 1033 h 1152"/>
                <a:gd name="T4" fmla="*/ 605 w 2158"/>
                <a:gd name="T5" fmla="*/ 1120 h 1152"/>
                <a:gd name="T6" fmla="*/ 771 w 2158"/>
                <a:gd name="T7" fmla="*/ 1151 h 1152"/>
                <a:gd name="T8" fmla="*/ 896 w 2158"/>
                <a:gd name="T9" fmla="*/ 1132 h 1152"/>
                <a:gd name="T10" fmla="*/ 1089 w 2158"/>
                <a:gd name="T11" fmla="*/ 1036 h 1152"/>
                <a:gd name="T12" fmla="*/ 1305 w 2158"/>
                <a:gd name="T13" fmla="*/ 856 h 1152"/>
                <a:gd name="T14" fmla="*/ 1305 w 2158"/>
                <a:gd name="T15" fmla="*/ 856 h 1152"/>
                <a:gd name="T16" fmla="*/ 2144 w 2158"/>
                <a:gd name="T17" fmla="*/ 57 h 1152"/>
                <a:gd name="T18" fmla="*/ 2145 w 2158"/>
                <a:gd name="T19" fmla="*/ 13 h 1152"/>
                <a:gd name="T20" fmla="*/ 2100 w 2158"/>
                <a:gd name="T21" fmla="*/ 12 h 1152"/>
                <a:gd name="T22" fmla="*/ 1262 w 2158"/>
                <a:gd name="T23" fmla="*/ 811 h 1152"/>
                <a:gd name="T24" fmla="*/ 1262 w 2158"/>
                <a:gd name="T25" fmla="*/ 811 h 1152"/>
                <a:gd name="T26" fmla="*/ 993 w 2158"/>
                <a:gd name="T27" fmla="*/ 1023 h 1152"/>
                <a:gd name="T28" fmla="*/ 878 w 2158"/>
                <a:gd name="T29" fmla="*/ 1072 h 1152"/>
                <a:gd name="T30" fmla="*/ 771 w 2158"/>
                <a:gd name="T31" fmla="*/ 1088 h 1152"/>
                <a:gd name="T32" fmla="*/ 626 w 2158"/>
                <a:gd name="T33" fmla="*/ 1061 h 1152"/>
                <a:gd name="T34" fmla="*/ 376 w 2158"/>
                <a:gd name="T35" fmla="*/ 920 h 1152"/>
                <a:gd name="T36" fmla="*/ 55 w 2158"/>
                <a:gd name="T37" fmla="*/ 665 h 1152"/>
                <a:gd name="T38" fmla="*/ 11 w 2158"/>
                <a:gd name="T39" fmla="*/ 669 h 1152"/>
                <a:gd name="T40" fmla="*/ 15 w 2158"/>
                <a:gd name="T41" fmla="*/ 713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58" h="1152">
                  <a:moveTo>
                    <a:pt x="15" y="713"/>
                  </a:moveTo>
                  <a:cubicBezTo>
                    <a:pt x="179" y="850"/>
                    <a:pt x="312" y="958"/>
                    <a:pt x="432" y="1033"/>
                  </a:cubicBezTo>
                  <a:cubicBezTo>
                    <a:pt x="492" y="1071"/>
                    <a:pt x="549" y="1100"/>
                    <a:pt x="605" y="1120"/>
                  </a:cubicBezTo>
                  <a:cubicBezTo>
                    <a:pt x="661" y="1140"/>
                    <a:pt x="716" y="1151"/>
                    <a:pt x="771" y="1151"/>
                  </a:cubicBezTo>
                  <a:cubicBezTo>
                    <a:pt x="812" y="1151"/>
                    <a:pt x="854" y="1145"/>
                    <a:pt x="896" y="1132"/>
                  </a:cubicBezTo>
                  <a:cubicBezTo>
                    <a:pt x="959" y="1114"/>
                    <a:pt x="1022" y="1082"/>
                    <a:pt x="1089" y="1036"/>
                  </a:cubicBezTo>
                  <a:cubicBezTo>
                    <a:pt x="1156" y="990"/>
                    <a:pt x="1227" y="931"/>
                    <a:pt x="1305" y="856"/>
                  </a:cubicBezTo>
                  <a:lnTo>
                    <a:pt x="1305" y="856"/>
                  </a:lnTo>
                  <a:lnTo>
                    <a:pt x="2144" y="57"/>
                  </a:lnTo>
                  <a:cubicBezTo>
                    <a:pt x="2156" y="45"/>
                    <a:pt x="2157" y="25"/>
                    <a:pt x="2145" y="13"/>
                  </a:cubicBezTo>
                  <a:cubicBezTo>
                    <a:pt x="2133" y="0"/>
                    <a:pt x="2113" y="0"/>
                    <a:pt x="2100" y="12"/>
                  </a:cubicBezTo>
                  <a:lnTo>
                    <a:pt x="1262" y="811"/>
                  </a:lnTo>
                  <a:lnTo>
                    <a:pt x="1262" y="811"/>
                  </a:lnTo>
                  <a:cubicBezTo>
                    <a:pt x="1160" y="908"/>
                    <a:pt x="1072" y="978"/>
                    <a:pt x="993" y="1023"/>
                  </a:cubicBezTo>
                  <a:cubicBezTo>
                    <a:pt x="953" y="1045"/>
                    <a:pt x="915" y="1062"/>
                    <a:pt x="878" y="1072"/>
                  </a:cubicBezTo>
                  <a:cubicBezTo>
                    <a:pt x="842" y="1083"/>
                    <a:pt x="806" y="1088"/>
                    <a:pt x="771" y="1088"/>
                  </a:cubicBezTo>
                  <a:cubicBezTo>
                    <a:pt x="724" y="1088"/>
                    <a:pt x="677" y="1079"/>
                    <a:pt x="626" y="1061"/>
                  </a:cubicBezTo>
                  <a:cubicBezTo>
                    <a:pt x="551" y="1034"/>
                    <a:pt x="469" y="987"/>
                    <a:pt x="376" y="920"/>
                  </a:cubicBezTo>
                  <a:cubicBezTo>
                    <a:pt x="282" y="853"/>
                    <a:pt x="177" y="767"/>
                    <a:pt x="55" y="665"/>
                  </a:cubicBezTo>
                  <a:cubicBezTo>
                    <a:pt x="42" y="654"/>
                    <a:pt x="22" y="656"/>
                    <a:pt x="11" y="669"/>
                  </a:cubicBezTo>
                  <a:cubicBezTo>
                    <a:pt x="0" y="682"/>
                    <a:pt x="1" y="702"/>
                    <a:pt x="15" y="71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4" name="Freeform 3">
              <a:extLst>
                <a:ext uri="{FF2B5EF4-FFF2-40B4-BE49-F238E27FC236}">
                  <a16:creationId xmlns:a16="http://schemas.microsoft.com/office/drawing/2014/main" id="{5B03D593-4A0D-DF4E-8474-4FAD50C6B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273" y="847620"/>
              <a:ext cx="304826" cy="169186"/>
            </a:xfrm>
            <a:custGeom>
              <a:avLst/>
              <a:gdLst>
                <a:gd name="T0" fmla="*/ 12 w 1845"/>
                <a:gd name="T1" fmla="*/ 672 h 1022"/>
                <a:gd name="T2" fmla="*/ 350 w 1845"/>
                <a:gd name="T3" fmla="*/ 928 h 1022"/>
                <a:gd name="T4" fmla="*/ 488 w 1845"/>
                <a:gd name="T5" fmla="*/ 997 h 1022"/>
                <a:gd name="T6" fmla="*/ 620 w 1845"/>
                <a:gd name="T7" fmla="*/ 1021 h 1022"/>
                <a:gd name="T8" fmla="*/ 734 w 1845"/>
                <a:gd name="T9" fmla="*/ 1003 h 1022"/>
                <a:gd name="T10" fmla="*/ 915 w 1845"/>
                <a:gd name="T11" fmla="*/ 905 h 1022"/>
                <a:gd name="T12" fmla="*/ 1129 w 1845"/>
                <a:gd name="T13" fmla="*/ 720 h 1022"/>
                <a:gd name="T14" fmla="*/ 1129 w 1845"/>
                <a:gd name="T15" fmla="*/ 720 h 1022"/>
                <a:gd name="T16" fmla="*/ 1834 w 1845"/>
                <a:gd name="T17" fmla="*/ 42 h 1022"/>
                <a:gd name="T18" fmla="*/ 1835 w 1845"/>
                <a:gd name="T19" fmla="*/ 10 h 1022"/>
                <a:gd name="T20" fmla="*/ 1802 w 1845"/>
                <a:gd name="T21" fmla="*/ 9 h 1022"/>
                <a:gd name="T22" fmla="*/ 1097 w 1845"/>
                <a:gd name="T23" fmla="*/ 687 h 1022"/>
                <a:gd name="T24" fmla="*/ 1097 w 1845"/>
                <a:gd name="T25" fmla="*/ 687 h 1022"/>
                <a:gd name="T26" fmla="*/ 828 w 1845"/>
                <a:gd name="T27" fmla="*/ 907 h 1022"/>
                <a:gd name="T28" fmla="*/ 720 w 1845"/>
                <a:gd name="T29" fmla="*/ 959 h 1022"/>
                <a:gd name="T30" fmla="*/ 620 w 1845"/>
                <a:gd name="T31" fmla="*/ 975 h 1022"/>
                <a:gd name="T32" fmla="*/ 504 w 1845"/>
                <a:gd name="T33" fmla="*/ 954 h 1022"/>
                <a:gd name="T34" fmla="*/ 302 w 1845"/>
                <a:gd name="T35" fmla="*/ 841 h 1022"/>
                <a:gd name="T36" fmla="*/ 41 w 1845"/>
                <a:gd name="T37" fmla="*/ 636 h 1022"/>
                <a:gd name="T38" fmla="*/ 9 w 1845"/>
                <a:gd name="T39" fmla="*/ 640 h 1022"/>
                <a:gd name="T40" fmla="*/ 12 w 1845"/>
                <a:gd name="T41" fmla="*/ 67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45" h="1022">
                  <a:moveTo>
                    <a:pt x="12" y="672"/>
                  </a:moveTo>
                  <a:cubicBezTo>
                    <a:pt x="146" y="782"/>
                    <a:pt x="254" y="868"/>
                    <a:pt x="350" y="928"/>
                  </a:cubicBezTo>
                  <a:cubicBezTo>
                    <a:pt x="398" y="958"/>
                    <a:pt x="444" y="981"/>
                    <a:pt x="488" y="997"/>
                  </a:cubicBezTo>
                  <a:cubicBezTo>
                    <a:pt x="533" y="1013"/>
                    <a:pt x="576" y="1021"/>
                    <a:pt x="620" y="1021"/>
                  </a:cubicBezTo>
                  <a:cubicBezTo>
                    <a:pt x="658" y="1021"/>
                    <a:pt x="695" y="1015"/>
                    <a:pt x="734" y="1003"/>
                  </a:cubicBezTo>
                  <a:cubicBezTo>
                    <a:pt x="791" y="984"/>
                    <a:pt x="850" y="952"/>
                    <a:pt x="915" y="905"/>
                  </a:cubicBezTo>
                  <a:cubicBezTo>
                    <a:pt x="980" y="858"/>
                    <a:pt x="1050" y="797"/>
                    <a:pt x="1129" y="720"/>
                  </a:cubicBezTo>
                  <a:lnTo>
                    <a:pt x="1129" y="720"/>
                  </a:lnTo>
                  <a:lnTo>
                    <a:pt x="1834" y="42"/>
                  </a:lnTo>
                  <a:cubicBezTo>
                    <a:pt x="1843" y="34"/>
                    <a:pt x="1844" y="19"/>
                    <a:pt x="1835" y="10"/>
                  </a:cubicBezTo>
                  <a:cubicBezTo>
                    <a:pt x="1826" y="1"/>
                    <a:pt x="1811" y="0"/>
                    <a:pt x="1802" y="9"/>
                  </a:cubicBezTo>
                  <a:lnTo>
                    <a:pt x="1097" y="687"/>
                  </a:lnTo>
                  <a:lnTo>
                    <a:pt x="1097" y="687"/>
                  </a:lnTo>
                  <a:cubicBezTo>
                    <a:pt x="992" y="788"/>
                    <a:pt x="905" y="861"/>
                    <a:pt x="828" y="907"/>
                  </a:cubicBezTo>
                  <a:cubicBezTo>
                    <a:pt x="790" y="931"/>
                    <a:pt x="754" y="948"/>
                    <a:pt x="720" y="959"/>
                  </a:cubicBezTo>
                  <a:cubicBezTo>
                    <a:pt x="685" y="970"/>
                    <a:pt x="653" y="975"/>
                    <a:pt x="620" y="975"/>
                  </a:cubicBezTo>
                  <a:cubicBezTo>
                    <a:pt x="582" y="975"/>
                    <a:pt x="544" y="968"/>
                    <a:pt x="504" y="954"/>
                  </a:cubicBezTo>
                  <a:cubicBezTo>
                    <a:pt x="443" y="932"/>
                    <a:pt x="378" y="894"/>
                    <a:pt x="302" y="841"/>
                  </a:cubicBezTo>
                  <a:cubicBezTo>
                    <a:pt x="227" y="787"/>
                    <a:pt x="141" y="718"/>
                    <a:pt x="41" y="636"/>
                  </a:cubicBezTo>
                  <a:cubicBezTo>
                    <a:pt x="31" y="628"/>
                    <a:pt x="17" y="630"/>
                    <a:pt x="9" y="640"/>
                  </a:cubicBezTo>
                  <a:cubicBezTo>
                    <a:pt x="0" y="649"/>
                    <a:pt x="2" y="664"/>
                    <a:pt x="12" y="67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5" name="Freeform 4">
              <a:extLst>
                <a:ext uri="{FF2B5EF4-FFF2-40B4-BE49-F238E27FC236}">
                  <a16:creationId xmlns:a16="http://schemas.microsoft.com/office/drawing/2014/main" id="{1A0E5E70-2235-6044-9E4C-A8D320929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713" y="826472"/>
              <a:ext cx="253050" cy="148037"/>
            </a:xfrm>
            <a:custGeom>
              <a:avLst/>
              <a:gdLst>
                <a:gd name="T0" fmla="*/ 8 w 1531"/>
                <a:gd name="T1" fmla="*/ 630 h 895"/>
                <a:gd name="T2" fmla="*/ 269 w 1531"/>
                <a:gd name="T3" fmla="*/ 824 h 895"/>
                <a:gd name="T4" fmla="*/ 374 w 1531"/>
                <a:gd name="T5" fmla="*/ 876 h 895"/>
                <a:gd name="T6" fmla="*/ 473 w 1531"/>
                <a:gd name="T7" fmla="*/ 894 h 895"/>
                <a:gd name="T8" fmla="*/ 573 w 1531"/>
                <a:gd name="T9" fmla="*/ 875 h 895"/>
                <a:gd name="T10" fmla="*/ 739 w 1531"/>
                <a:gd name="T11" fmla="*/ 775 h 895"/>
                <a:gd name="T12" fmla="*/ 953 w 1531"/>
                <a:gd name="T13" fmla="*/ 584 h 895"/>
                <a:gd name="T14" fmla="*/ 953 w 1531"/>
                <a:gd name="T15" fmla="*/ 584 h 895"/>
                <a:gd name="T16" fmla="*/ 1524 w 1531"/>
                <a:gd name="T17" fmla="*/ 27 h 895"/>
                <a:gd name="T18" fmla="*/ 1524 w 1531"/>
                <a:gd name="T19" fmla="*/ 6 h 895"/>
                <a:gd name="T20" fmla="*/ 1503 w 1531"/>
                <a:gd name="T21" fmla="*/ 6 h 895"/>
                <a:gd name="T22" fmla="*/ 932 w 1531"/>
                <a:gd name="T23" fmla="*/ 563 h 895"/>
                <a:gd name="T24" fmla="*/ 932 w 1531"/>
                <a:gd name="T25" fmla="*/ 563 h 895"/>
                <a:gd name="T26" fmla="*/ 663 w 1531"/>
                <a:gd name="T27" fmla="*/ 793 h 895"/>
                <a:gd name="T28" fmla="*/ 562 w 1531"/>
                <a:gd name="T29" fmla="*/ 847 h 895"/>
                <a:gd name="T30" fmla="*/ 473 w 1531"/>
                <a:gd name="T31" fmla="*/ 865 h 895"/>
                <a:gd name="T32" fmla="*/ 384 w 1531"/>
                <a:gd name="T33" fmla="*/ 848 h 895"/>
                <a:gd name="T34" fmla="*/ 229 w 1531"/>
                <a:gd name="T35" fmla="*/ 762 h 895"/>
                <a:gd name="T36" fmla="*/ 26 w 1531"/>
                <a:gd name="T37" fmla="*/ 607 h 895"/>
                <a:gd name="T38" fmla="*/ 5 w 1531"/>
                <a:gd name="T39" fmla="*/ 609 h 895"/>
                <a:gd name="T40" fmla="*/ 8 w 1531"/>
                <a:gd name="T41" fmla="*/ 63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1" h="895">
                  <a:moveTo>
                    <a:pt x="8" y="630"/>
                  </a:moveTo>
                  <a:cubicBezTo>
                    <a:pt x="113" y="714"/>
                    <a:pt x="196" y="779"/>
                    <a:pt x="269" y="824"/>
                  </a:cubicBezTo>
                  <a:cubicBezTo>
                    <a:pt x="306" y="847"/>
                    <a:pt x="340" y="864"/>
                    <a:pt x="374" y="876"/>
                  </a:cubicBezTo>
                  <a:cubicBezTo>
                    <a:pt x="407" y="888"/>
                    <a:pt x="440" y="894"/>
                    <a:pt x="473" y="894"/>
                  </a:cubicBezTo>
                  <a:cubicBezTo>
                    <a:pt x="506" y="894"/>
                    <a:pt x="539" y="888"/>
                    <a:pt x="573" y="875"/>
                  </a:cubicBezTo>
                  <a:cubicBezTo>
                    <a:pt x="624" y="856"/>
                    <a:pt x="678" y="823"/>
                    <a:pt x="739" y="775"/>
                  </a:cubicBezTo>
                  <a:cubicBezTo>
                    <a:pt x="801" y="727"/>
                    <a:pt x="870" y="663"/>
                    <a:pt x="953" y="584"/>
                  </a:cubicBezTo>
                  <a:lnTo>
                    <a:pt x="953" y="584"/>
                  </a:lnTo>
                  <a:lnTo>
                    <a:pt x="1524" y="27"/>
                  </a:lnTo>
                  <a:cubicBezTo>
                    <a:pt x="1529" y="21"/>
                    <a:pt x="1530" y="12"/>
                    <a:pt x="1524" y="6"/>
                  </a:cubicBezTo>
                  <a:cubicBezTo>
                    <a:pt x="1518" y="0"/>
                    <a:pt x="1509" y="0"/>
                    <a:pt x="1503" y="6"/>
                  </a:cubicBezTo>
                  <a:lnTo>
                    <a:pt x="932" y="563"/>
                  </a:lnTo>
                  <a:lnTo>
                    <a:pt x="932" y="563"/>
                  </a:lnTo>
                  <a:cubicBezTo>
                    <a:pt x="823" y="668"/>
                    <a:pt x="737" y="744"/>
                    <a:pt x="663" y="793"/>
                  </a:cubicBezTo>
                  <a:cubicBezTo>
                    <a:pt x="627" y="818"/>
                    <a:pt x="594" y="836"/>
                    <a:pt x="562" y="847"/>
                  </a:cubicBezTo>
                  <a:cubicBezTo>
                    <a:pt x="531" y="859"/>
                    <a:pt x="502" y="865"/>
                    <a:pt x="473" y="865"/>
                  </a:cubicBezTo>
                  <a:cubicBezTo>
                    <a:pt x="444" y="865"/>
                    <a:pt x="415" y="859"/>
                    <a:pt x="384" y="848"/>
                  </a:cubicBezTo>
                  <a:cubicBezTo>
                    <a:pt x="338" y="832"/>
                    <a:pt x="288" y="803"/>
                    <a:pt x="229" y="762"/>
                  </a:cubicBezTo>
                  <a:cubicBezTo>
                    <a:pt x="171" y="722"/>
                    <a:pt x="105" y="669"/>
                    <a:pt x="26" y="607"/>
                  </a:cubicBezTo>
                  <a:cubicBezTo>
                    <a:pt x="20" y="602"/>
                    <a:pt x="10" y="603"/>
                    <a:pt x="5" y="609"/>
                  </a:cubicBezTo>
                  <a:cubicBezTo>
                    <a:pt x="0" y="615"/>
                    <a:pt x="1" y="625"/>
                    <a:pt x="8" y="63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6" name="Freeform 5">
              <a:extLst>
                <a:ext uri="{FF2B5EF4-FFF2-40B4-BE49-F238E27FC236}">
                  <a16:creationId xmlns:a16="http://schemas.microsoft.com/office/drawing/2014/main" id="{9F25C08B-5CAA-1D40-B768-CF07CC909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425" y="805324"/>
              <a:ext cx="201273" cy="127619"/>
            </a:xfrm>
            <a:custGeom>
              <a:avLst/>
              <a:gdLst>
                <a:gd name="T0" fmla="*/ 4 w 1217"/>
                <a:gd name="T1" fmla="*/ 588 h 773"/>
                <a:gd name="T2" fmla="*/ 193 w 1217"/>
                <a:gd name="T3" fmla="*/ 724 h 773"/>
                <a:gd name="T4" fmla="*/ 332 w 1217"/>
                <a:gd name="T5" fmla="*/ 772 h 773"/>
                <a:gd name="T6" fmla="*/ 415 w 1217"/>
                <a:gd name="T7" fmla="*/ 752 h 773"/>
                <a:gd name="T8" fmla="*/ 563 w 1217"/>
                <a:gd name="T9" fmla="*/ 648 h 773"/>
                <a:gd name="T10" fmla="*/ 776 w 1217"/>
                <a:gd name="T11" fmla="*/ 448 h 773"/>
                <a:gd name="T12" fmla="*/ 776 w 1217"/>
                <a:gd name="T13" fmla="*/ 448 h 773"/>
                <a:gd name="T14" fmla="*/ 1213 w 1217"/>
                <a:gd name="T15" fmla="*/ 12 h 773"/>
                <a:gd name="T16" fmla="*/ 1213 w 1217"/>
                <a:gd name="T17" fmla="*/ 2 h 773"/>
                <a:gd name="T18" fmla="*/ 1204 w 1217"/>
                <a:gd name="T19" fmla="*/ 2 h 773"/>
                <a:gd name="T20" fmla="*/ 767 w 1217"/>
                <a:gd name="T21" fmla="*/ 439 h 773"/>
                <a:gd name="T22" fmla="*/ 500 w 1217"/>
                <a:gd name="T23" fmla="*/ 682 h 773"/>
                <a:gd name="T24" fmla="*/ 410 w 1217"/>
                <a:gd name="T25" fmla="*/ 740 h 773"/>
                <a:gd name="T26" fmla="*/ 332 w 1217"/>
                <a:gd name="T27" fmla="*/ 759 h 773"/>
                <a:gd name="T28" fmla="*/ 199 w 1217"/>
                <a:gd name="T29" fmla="*/ 712 h 773"/>
                <a:gd name="T30" fmla="*/ 12 w 1217"/>
                <a:gd name="T31" fmla="*/ 577 h 773"/>
                <a:gd name="T32" fmla="*/ 2 w 1217"/>
                <a:gd name="T33" fmla="*/ 578 h 773"/>
                <a:gd name="T34" fmla="*/ 4 w 1217"/>
                <a:gd name="T35" fmla="*/ 588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7" h="773">
                  <a:moveTo>
                    <a:pt x="4" y="588"/>
                  </a:moveTo>
                  <a:cubicBezTo>
                    <a:pt x="81" y="647"/>
                    <a:pt x="141" y="692"/>
                    <a:pt x="193" y="724"/>
                  </a:cubicBezTo>
                  <a:cubicBezTo>
                    <a:pt x="244" y="755"/>
                    <a:pt x="288" y="772"/>
                    <a:pt x="332" y="772"/>
                  </a:cubicBezTo>
                  <a:cubicBezTo>
                    <a:pt x="359" y="772"/>
                    <a:pt x="386" y="765"/>
                    <a:pt x="415" y="752"/>
                  </a:cubicBezTo>
                  <a:cubicBezTo>
                    <a:pt x="458" y="733"/>
                    <a:pt x="505" y="698"/>
                    <a:pt x="563" y="648"/>
                  </a:cubicBezTo>
                  <a:cubicBezTo>
                    <a:pt x="620" y="597"/>
                    <a:pt x="689" y="531"/>
                    <a:pt x="776" y="448"/>
                  </a:cubicBezTo>
                  <a:lnTo>
                    <a:pt x="776" y="448"/>
                  </a:lnTo>
                  <a:lnTo>
                    <a:pt x="1213" y="12"/>
                  </a:lnTo>
                  <a:cubicBezTo>
                    <a:pt x="1216" y="9"/>
                    <a:pt x="1216" y="5"/>
                    <a:pt x="1213" y="2"/>
                  </a:cubicBezTo>
                  <a:cubicBezTo>
                    <a:pt x="1210" y="0"/>
                    <a:pt x="1206" y="0"/>
                    <a:pt x="1204" y="2"/>
                  </a:cubicBezTo>
                  <a:lnTo>
                    <a:pt x="767" y="439"/>
                  </a:lnTo>
                  <a:cubicBezTo>
                    <a:pt x="651" y="549"/>
                    <a:pt x="568" y="630"/>
                    <a:pt x="500" y="682"/>
                  </a:cubicBezTo>
                  <a:cubicBezTo>
                    <a:pt x="466" y="709"/>
                    <a:pt x="437" y="728"/>
                    <a:pt x="410" y="740"/>
                  </a:cubicBezTo>
                  <a:cubicBezTo>
                    <a:pt x="382" y="753"/>
                    <a:pt x="357" y="759"/>
                    <a:pt x="332" y="759"/>
                  </a:cubicBezTo>
                  <a:cubicBezTo>
                    <a:pt x="291" y="759"/>
                    <a:pt x="250" y="743"/>
                    <a:pt x="199" y="712"/>
                  </a:cubicBezTo>
                  <a:cubicBezTo>
                    <a:pt x="149" y="682"/>
                    <a:pt x="89" y="636"/>
                    <a:pt x="12" y="577"/>
                  </a:cubicBezTo>
                  <a:cubicBezTo>
                    <a:pt x="9" y="575"/>
                    <a:pt x="4" y="575"/>
                    <a:pt x="2" y="578"/>
                  </a:cubicBezTo>
                  <a:cubicBezTo>
                    <a:pt x="0" y="581"/>
                    <a:pt x="1" y="585"/>
                    <a:pt x="4" y="58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7" name="Freeform 6">
              <a:extLst>
                <a:ext uri="{FF2B5EF4-FFF2-40B4-BE49-F238E27FC236}">
                  <a16:creationId xmlns:a16="http://schemas.microsoft.com/office/drawing/2014/main" id="{A1A66D2D-2EC2-AA45-8DA4-4B543D6DB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170" y="664579"/>
              <a:ext cx="439737" cy="330350"/>
            </a:xfrm>
            <a:custGeom>
              <a:avLst/>
              <a:gdLst>
                <a:gd name="T0" fmla="*/ 2631 w 2657"/>
                <a:gd name="T1" fmla="*/ 532 h 1998"/>
                <a:gd name="T2" fmla="*/ 2130 w 2657"/>
                <a:gd name="T3" fmla="*/ 145 h 1998"/>
                <a:gd name="T4" fmla="*/ 1920 w 2657"/>
                <a:gd name="T5" fmla="*/ 38 h 1998"/>
                <a:gd name="T6" fmla="*/ 1715 w 2657"/>
                <a:gd name="T7" fmla="*/ 0 h 1998"/>
                <a:gd name="T8" fmla="*/ 1578 w 2657"/>
                <a:gd name="T9" fmla="*/ 19 h 1998"/>
                <a:gd name="T10" fmla="*/ 1370 w 2657"/>
                <a:gd name="T11" fmla="*/ 116 h 1998"/>
                <a:gd name="T12" fmla="*/ 1150 w 2657"/>
                <a:gd name="T13" fmla="*/ 295 h 1998"/>
                <a:gd name="T14" fmla="*/ 1150 w 2657"/>
                <a:gd name="T15" fmla="*/ 295 h 1998"/>
                <a:gd name="T16" fmla="*/ 16 w 2657"/>
                <a:gd name="T17" fmla="*/ 1368 h 1998"/>
                <a:gd name="T18" fmla="*/ 0 w 2657"/>
                <a:gd name="T19" fmla="*/ 1406 h 1998"/>
                <a:gd name="T20" fmla="*/ 16 w 2657"/>
                <a:gd name="T21" fmla="*/ 1444 h 1998"/>
                <a:gd name="T22" fmla="*/ 566 w 2657"/>
                <a:gd name="T23" fmla="*/ 1977 h 1998"/>
                <a:gd name="T24" fmla="*/ 640 w 2657"/>
                <a:gd name="T25" fmla="*/ 1976 h 1998"/>
                <a:gd name="T26" fmla="*/ 639 w 2657"/>
                <a:gd name="T27" fmla="*/ 1901 h 1998"/>
                <a:gd name="T28" fmla="*/ 129 w 2657"/>
                <a:gd name="T29" fmla="*/ 1406 h 1998"/>
                <a:gd name="T30" fmla="*/ 1223 w 2657"/>
                <a:gd name="T31" fmla="*/ 371 h 1998"/>
                <a:gd name="T32" fmla="*/ 1223 w 2657"/>
                <a:gd name="T33" fmla="*/ 371 h 1998"/>
                <a:gd name="T34" fmla="*/ 1489 w 2657"/>
                <a:gd name="T35" fmla="*/ 167 h 1998"/>
                <a:gd name="T36" fmla="*/ 1605 w 2657"/>
                <a:gd name="T37" fmla="*/ 121 h 1998"/>
                <a:gd name="T38" fmla="*/ 1715 w 2657"/>
                <a:gd name="T39" fmla="*/ 106 h 1998"/>
                <a:gd name="T40" fmla="*/ 1884 w 2657"/>
                <a:gd name="T41" fmla="*/ 138 h 1998"/>
                <a:gd name="T42" fmla="*/ 2181 w 2657"/>
                <a:gd name="T43" fmla="*/ 306 h 1998"/>
                <a:gd name="T44" fmla="*/ 2562 w 2657"/>
                <a:gd name="T45" fmla="*/ 612 h 1998"/>
                <a:gd name="T46" fmla="*/ 2637 w 2657"/>
                <a:gd name="T47" fmla="*/ 606 h 1998"/>
                <a:gd name="T48" fmla="*/ 2631 w 2657"/>
                <a:gd name="T49" fmla="*/ 532 h 1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57" h="1998">
                  <a:moveTo>
                    <a:pt x="2631" y="532"/>
                  </a:moveTo>
                  <a:cubicBezTo>
                    <a:pt x="2437" y="367"/>
                    <a:pt x="2276" y="237"/>
                    <a:pt x="2130" y="145"/>
                  </a:cubicBezTo>
                  <a:cubicBezTo>
                    <a:pt x="2058" y="99"/>
                    <a:pt x="1988" y="63"/>
                    <a:pt x="1920" y="38"/>
                  </a:cubicBezTo>
                  <a:cubicBezTo>
                    <a:pt x="1851" y="14"/>
                    <a:pt x="1783" y="0"/>
                    <a:pt x="1715" y="0"/>
                  </a:cubicBezTo>
                  <a:cubicBezTo>
                    <a:pt x="1669" y="0"/>
                    <a:pt x="1623" y="6"/>
                    <a:pt x="1578" y="19"/>
                  </a:cubicBezTo>
                  <a:cubicBezTo>
                    <a:pt x="1509" y="37"/>
                    <a:pt x="1440" y="70"/>
                    <a:pt x="1370" y="116"/>
                  </a:cubicBezTo>
                  <a:cubicBezTo>
                    <a:pt x="1299" y="162"/>
                    <a:pt x="1227" y="221"/>
                    <a:pt x="1150" y="295"/>
                  </a:cubicBezTo>
                  <a:lnTo>
                    <a:pt x="1150" y="295"/>
                  </a:lnTo>
                  <a:lnTo>
                    <a:pt x="16" y="1368"/>
                  </a:lnTo>
                  <a:cubicBezTo>
                    <a:pt x="6" y="1378"/>
                    <a:pt x="0" y="1391"/>
                    <a:pt x="0" y="1406"/>
                  </a:cubicBezTo>
                  <a:cubicBezTo>
                    <a:pt x="0" y="1420"/>
                    <a:pt x="6" y="1434"/>
                    <a:pt x="16" y="1444"/>
                  </a:cubicBezTo>
                  <a:lnTo>
                    <a:pt x="566" y="1977"/>
                  </a:lnTo>
                  <a:cubicBezTo>
                    <a:pt x="587" y="1997"/>
                    <a:pt x="619" y="1997"/>
                    <a:pt x="640" y="1976"/>
                  </a:cubicBezTo>
                  <a:cubicBezTo>
                    <a:pt x="660" y="1955"/>
                    <a:pt x="660" y="1921"/>
                    <a:pt x="639" y="1901"/>
                  </a:cubicBezTo>
                  <a:lnTo>
                    <a:pt x="129" y="1406"/>
                  </a:lnTo>
                  <a:lnTo>
                    <a:pt x="1223" y="371"/>
                  </a:lnTo>
                  <a:lnTo>
                    <a:pt x="1223" y="371"/>
                  </a:lnTo>
                  <a:cubicBezTo>
                    <a:pt x="1321" y="277"/>
                    <a:pt x="1409" y="210"/>
                    <a:pt x="1489" y="167"/>
                  </a:cubicBezTo>
                  <a:cubicBezTo>
                    <a:pt x="1529" y="146"/>
                    <a:pt x="1568" y="131"/>
                    <a:pt x="1605" y="121"/>
                  </a:cubicBezTo>
                  <a:cubicBezTo>
                    <a:pt x="1642" y="111"/>
                    <a:pt x="1679" y="106"/>
                    <a:pt x="1715" y="106"/>
                  </a:cubicBezTo>
                  <a:cubicBezTo>
                    <a:pt x="1770" y="106"/>
                    <a:pt x="1825" y="116"/>
                    <a:pt x="1884" y="138"/>
                  </a:cubicBezTo>
                  <a:cubicBezTo>
                    <a:pt x="1972" y="170"/>
                    <a:pt x="2070" y="226"/>
                    <a:pt x="2181" y="306"/>
                  </a:cubicBezTo>
                  <a:cubicBezTo>
                    <a:pt x="2293" y="387"/>
                    <a:pt x="2418" y="490"/>
                    <a:pt x="2562" y="612"/>
                  </a:cubicBezTo>
                  <a:cubicBezTo>
                    <a:pt x="2585" y="631"/>
                    <a:pt x="2618" y="628"/>
                    <a:pt x="2637" y="606"/>
                  </a:cubicBezTo>
                  <a:cubicBezTo>
                    <a:pt x="2656" y="584"/>
                    <a:pt x="2653" y="551"/>
                    <a:pt x="2631" y="53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8" name="Freeform 7">
              <a:extLst>
                <a:ext uri="{FF2B5EF4-FFF2-40B4-BE49-F238E27FC236}">
                  <a16:creationId xmlns:a16="http://schemas.microsoft.com/office/drawing/2014/main" id="{BF5A2635-9D3C-B746-B7BB-00E1B5440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946" y="709792"/>
              <a:ext cx="356603" cy="190334"/>
            </a:xfrm>
            <a:custGeom>
              <a:avLst/>
              <a:gdLst>
                <a:gd name="T0" fmla="*/ 2142 w 2158"/>
                <a:gd name="T1" fmla="*/ 438 h 1152"/>
                <a:gd name="T2" fmla="*/ 1725 w 2158"/>
                <a:gd name="T3" fmla="*/ 118 h 1152"/>
                <a:gd name="T4" fmla="*/ 1552 w 2158"/>
                <a:gd name="T5" fmla="*/ 31 h 1152"/>
                <a:gd name="T6" fmla="*/ 1386 w 2158"/>
                <a:gd name="T7" fmla="*/ 0 h 1152"/>
                <a:gd name="T8" fmla="*/ 1261 w 2158"/>
                <a:gd name="T9" fmla="*/ 19 h 1152"/>
                <a:gd name="T10" fmla="*/ 1068 w 2158"/>
                <a:gd name="T11" fmla="*/ 115 h 1152"/>
                <a:gd name="T12" fmla="*/ 852 w 2158"/>
                <a:gd name="T13" fmla="*/ 295 h 1152"/>
                <a:gd name="T14" fmla="*/ 852 w 2158"/>
                <a:gd name="T15" fmla="*/ 295 h 1152"/>
                <a:gd name="T16" fmla="*/ 13 w 2158"/>
                <a:gd name="T17" fmla="*/ 1094 h 1152"/>
                <a:gd name="T18" fmla="*/ 12 w 2158"/>
                <a:gd name="T19" fmla="*/ 1138 h 1152"/>
                <a:gd name="T20" fmla="*/ 56 w 2158"/>
                <a:gd name="T21" fmla="*/ 1139 h 1152"/>
                <a:gd name="T22" fmla="*/ 895 w 2158"/>
                <a:gd name="T23" fmla="*/ 340 h 1152"/>
                <a:gd name="T24" fmla="*/ 895 w 2158"/>
                <a:gd name="T25" fmla="*/ 340 h 1152"/>
                <a:gd name="T26" fmla="*/ 1164 w 2158"/>
                <a:gd name="T27" fmla="*/ 128 h 1152"/>
                <a:gd name="T28" fmla="*/ 1279 w 2158"/>
                <a:gd name="T29" fmla="*/ 79 h 1152"/>
                <a:gd name="T30" fmla="*/ 1386 w 2158"/>
                <a:gd name="T31" fmla="*/ 63 h 1152"/>
                <a:gd name="T32" fmla="*/ 1531 w 2158"/>
                <a:gd name="T33" fmla="*/ 90 h 1152"/>
                <a:gd name="T34" fmla="*/ 1781 w 2158"/>
                <a:gd name="T35" fmla="*/ 231 h 1152"/>
                <a:gd name="T36" fmla="*/ 2102 w 2158"/>
                <a:gd name="T37" fmla="*/ 486 h 1152"/>
                <a:gd name="T38" fmla="*/ 2146 w 2158"/>
                <a:gd name="T39" fmla="*/ 482 h 1152"/>
                <a:gd name="T40" fmla="*/ 2142 w 2158"/>
                <a:gd name="T41" fmla="*/ 438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58" h="1152">
                  <a:moveTo>
                    <a:pt x="2142" y="438"/>
                  </a:moveTo>
                  <a:cubicBezTo>
                    <a:pt x="1978" y="301"/>
                    <a:pt x="1845" y="193"/>
                    <a:pt x="1725" y="118"/>
                  </a:cubicBezTo>
                  <a:cubicBezTo>
                    <a:pt x="1664" y="80"/>
                    <a:pt x="1608" y="51"/>
                    <a:pt x="1552" y="31"/>
                  </a:cubicBezTo>
                  <a:cubicBezTo>
                    <a:pt x="1496" y="11"/>
                    <a:pt x="1441" y="0"/>
                    <a:pt x="1386" y="0"/>
                  </a:cubicBezTo>
                  <a:cubicBezTo>
                    <a:pt x="1344" y="0"/>
                    <a:pt x="1303" y="6"/>
                    <a:pt x="1261" y="19"/>
                  </a:cubicBezTo>
                  <a:cubicBezTo>
                    <a:pt x="1198" y="37"/>
                    <a:pt x="1135" y="69"/>
                    <a:pt x="1068" y="115"/>
                  </a:cubicBezTo>
                  <a:cubicBezTo>
                    <a:pt x="1000" y="161"/>
                    <a:pt x="930" y="220"/>
                    <a:pt x="852" y="295"/>
                  </a:cubicBezTo>
                  <a:lnTo>
                    <a:pt x="852" y="295"/>
                  </a:lnTo>
                  <a:lnTo>
                    <a:pt x="13" y="1094"/>
                  </a:lnTo>
                  <a:cubicBezTo>
                    <a:pt x="1" y="1106"/>
                    <a:pt x="0" y="1126"/>
                    <a:pt x="12" y="1138"/>
                  </a:cubicBezTo>
                  <a:cubicBezTo>
                    <a:pt x="24" y="1151"/>
                    <a:pt x="44" y="1151"/>
                    <a:pt x="56" y="1139"/>
                  </a:cubicBezTo>
                  <a:lnTo>
                    <a:pt x="895" y="340"/>
                  </a:lnTo>
                  <a:lnTo>
                    <a:pt x="895" y="340"/>
                  </a:lnTo>
                  <a:cubicBezTo>
                    <a:pt x="997" y="243"/>
                    <a:pt x="1085" y="173"/>
                    <a:pt x="1164" y="128"/>
                  </a:cubicBezTo>
                  <a:cubicBezTo>
                    <a:pt x="1204" y="106"/>
                    <a:pt x="1242" y="89"/>
                    <a:pt x="1279" y="79"/>
                  </a:cubicBezTo>
                  <a:cubicBezTo>
                    <a:pt x="1315" y="68"/>
                    <a:pt x="1351" y="63"/>
                    <a:pt x="1386" y="63"/>
                  </a:cubicBezTo>
                  <a:cubicBezTo>
                    <a:pt x="1433" y="63"/>
                    <a:pt x="1480" y="72"/>
                    <a:pt x="1531" y="90"/>
                  </a:cubicBezTo>
                  <a:cubicBezTo>
                    <a:pt x="1606" y="117"/>
                    <a:pt x="1688" y="164"/>
                    <a:pt x="1781" y="231"/>
                  </a:cubicBezTo>
                  <a:cubicBezTo>
                    <a:pt x="1874" y="298"/>
                    <a:pt x="1979" y="384"/>
                    <a:pt x="2102" y="486"/>
                  </a:cubicBezTo>
                  <a:cubicBezTo>
                    <a:pt x="2115" y="497"/>
                    <a:pt x="2135" y="495"/>
                    <a:pt x="2146" y="482"/>
                  </a:cubicBezTo>
                  <a:cubicBezTo>
                    <a:pt x="2157" y="469"/>
                    <a:pt x="2155" y="449"/>
                    <a:pt x="2142" y="43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79" name="Freeform 8">
              <a:extLst>
                <a:ext uri="{FF2B5EF4-FFF2-40B4-BE49-F238E27FC236}">
                  <a16:creationId xmlns:a16="http://schemas.microsoft.com/office/drawing/2014/main" id="{9A427AEE-5F0B-1D43-8127-A5A07CDC3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012" y="752818"/>
              <a:ext cx="304826" cy="169186"/>
            </a:xfrm>
            <a:custGeom>
              <a:avLst/>
              <a:gdLst>
                <a:gd name="T0" fmla="*/ 1832 w 1844"/>
                <a:gd name="T1" fmla="*/ 349 h 1021"/>
                <a:gd name="T2" fmla="*/ 1494 w 1844"/>
                <a:gd name="T3" fmla="*/ 93 h 1021"/>
                <a:gd name="T4" fmla="*/ 1356 w 1844"/>
                <a:gd name="T5" fmla="*/ 24 h 1021"/>
                <a:gd name="T6" fmla="*/ 1224 w 1844"/>
                <a:gd name="T7" fmla="*/ 0 h 1021"/>
                <a:gd name="T8" fmla="*/ 1110 w 1844"/>
                <a:gd name="T9" fmla="*/ 18 h 1021"/>
                <a:gd name="T10" fmla="*/ 929 w 1844"/>
                <a:gd name="T11" fmla="*/ 116 h 1021"/>
                <a:gd name="T12" fmla="*/ 715 w 1844"/>
                <a:gd name="T13" fmla="*/ 301 h 1021"/>
                <a:gd name="T14" fmla="*/ 714 w 1844"/>
                <a:gd name="T15" fmla="*/ 301 h 1021"/>
                <a:gd name="T16" fmla="*/ 10 w 1844"/>
                <a:gd name="T17" fmla="*/ 978 h 1021"/>
                <a:gd name="T18" fmla="*/ 9 w 1844"/>
                <a:gd name="T19" fmla="*/ 1011 h 1021"/>
                <a:gd name="T20" fmla="*/ 42 w 1844"/>
                <a:gd name="T21" fmla="*/ 1012 h 1021"/>
                <a:gd name="T22" fmla="*/ 746 w 1844"/>
                <a:gd name="T23" fmla="*/ 334 h 1021"/>
                <a:gd name="T24" fmla="*/ 746 w 1844"/>
                <a:gd name="T25" fmla="*/ 334 h 1021"/>
                <a:gd name="T26" fmla="*/ 1016 w 1844"/>
                <a:gd name="T27" fmla="*/ 114 h 1021"/>
                <a:gd name="T28" fmla="*/ 1124 w 1844"/>
                <a:gd name="T29" fmla="*/ 62 h 1021"/>
                <a:gd name="T30" fmla="*/ 1224 w 1844"/>
                <a:gd name="T31" fmla="*/ 46 h 1021"/>
                <a:gd name="T32" fmla="*/ 1340 w 1844"/>
                <a:gd name="T33" fmla="*/ 67 h 1021"/>
                <a:gd name="T34" fmla="*/ 1542 w 1844"/>
                <a:gd name="T35" fmla="*/ 180 h 1021"/>
                <a:gd name="T36" fmla="*/ 1803 w 1844"/>
                <a:gd name="T37" fmla="*/ 385 h 1021"/>
                <a:gd name="T38" fmla="*/ 1835 w 1844"/>
                <a:gd name="T39" fmla="*/ 381 h 1021"/>
                <a:gd name="T40" fmla="*/ 1832 w 1844"/>
                <a:gd name="T41" fmla="*/ 349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44" h="1021">
                  <a:moveTo>
                    <a:pt x="1832" y="349"/>
                  </a:moveTo>
                  <a:cubicBezTo>
                    <a:pt x="1698" y="239"/>
                    <a:pt x="1590" y="153"/>
                    <a:pt x="1494" y="93"/>
                  </a:cubicBezTo>
                  <a:cubicBezTo>
                    <a:pt x="1446" y="63"/>
                    <a:pt x="1400" y="40"/>
                    <a:pt x="1356" y="24"/>
                  </a:cubicBezTo>
                  <a:cubicBezTo>
                    <a:pt x="1311" y="8"/>
                    <a:pt x="1268" y="0"/>
                    <a:pt x="1224" y="0"/>
                  </a:cubicBezTo>
                  <a:cubicBezTo>
                    <a:pt x="1186" y="0"/>
                    <a:pt x="1148" y="6"/>
                    <a:pt x="1110" y="18"/>
                  </a:cubicBezTo>
                  <a:cubicBezTo>
                    <a:pt x="1052" y="37"/>
                    <a:pt x="993" y="69"/>
                    <a:pt x="929" y="116"/>
                  </a:cubicBezTo>
                  <a:cubicBezTo>
                    <a:pt x="864" y="163"/>
                    <a:pt x="794" y="224"/>
                    <a:pt x="715" y="301"/>
                  </a:cubicBezTo>
                  <a:lnTo>
                    <a:pt x="714" y="301"/>
                  </a:lnTo>
                  <a:lnTo>
                    <a:pt x="10" y="978"/>
                  </a:lnTo>
                  <a:cubicBezTo>
                    <a:pt x="1" y="987"/>
                    <a:pt x="0" y="1002"/>
                    <a:pt x="9" y="1011"/>
                  </a:cubicBezTo>
                  <a:cubicBezTo>
                    <a:pt x="18" y="1020"/>
                    <a:pt x="33" y="1020"/>
                    <a:pt x="42" y="1012"/>
                  </a:cubicBezTo>
                  <a:lnTo>
                    <a:pt x="746" y="334"/>
                  </a:lnTo>
                  <a:lnTo>
                    <a:pt x="746" y="334"/>
                  </a:lnTo>
                  <a:cubicBezTo>
                    <a:pt x="851" y="233"/>
                    <a:pt x="939" y="160"/>
                    <a:pt x="1016" y="114"/>
                  </a:cubicBezTo>
                  <a:cubicBezTo>
                    <a:pt x="1054" y="90"/>
                    <a:pt x="1090" y="73"/>
                    <a:pt x="1124" y="62"/>
                  </a:cubicBezTo>
                  <a:cubicBezTo>
                    <a:pt x="1159" y="51"/>
                    <a:pt x="1191" y="46"/>
                    <a:pt x="1224" y="46"/>
                  </a:cubicBezTo>
                  <a:cubicBezTo>
                    <a:pt x="1262" y="46"/>
                    <a:pt x="1300" y="53"/>
                    <a:pt x="1340" y="67"/>
                  </a:cubicBezTo>
                  <a:cubicBezTo>
                    <a:pt x="1401" y="89"/>
                    <a:pt x="1466" y="127"/>
                    <a:pt x="1542" y="180"/>
                  </a:cubicBezTo>
                  <a:cubicBezTo>
                    <a:pt x="1617" y="234"/>
                    <a:pt x="1702" y="303"/>
                    <a:pt x="1803" y="385"/>
                  </a:cubicBezTo>
                  <a:cubicBezTo>
                    <a:pt x="1813" y="393"/>
                    <a:pt x="1827" y="391"/>
                    <a:pt x="1835" y="381"/>
                  </a:cubicBezTo>
                  <a:cubicBezTo>
                    <a:pt x="1843" y="372"/>
                    <a:pt x="1842" y="357"/>
                    <a:pt x="1832" y="34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80" name="Freeform 9">
              <a:extLst>
                <a:ext uri="{FF2B5EF4-FFF2-40B4-BE49-F238E27FC236}">
                  <a16:creationId xmlns:a16="http://schemas.microsoft.com/office/drawing/2014/main" id="{E60E42BA-4A46-4D41-AA72-E2F725048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348" y="795114"/>
              <a:ext cx="253049" cy="148038"/>
            </a:xfrm>
            <a:custGeom>
              <a:avLst/>
              <a:gdLst>
                <a:gd name="T0" fmla="*/ 1522 w 1530"/>
                <a:gd name="T1" fmla="*/ 264 h 895"/>
                <a:gd name="T2" fmla="*/ 1260 w 1530"/>
                <a:gd name="T3" fmla="*/ 70 h 895"/>
                <a:gd name="T4" fmla="*/ 1156 w 1530"/>
                <a:gd name="T5" fmla="*/ 18 h 895"/>
                <a:gd name="T6" fmla="*/ 1057 w 1530"/>
                <a:gd name="T7" fmla="*/ 0 h 895"/>
                <a:gd name="T8" fmla="*/ 957 w 1530"/>
                <a:gd name="T9" fmla="*/ 19 h 895"/>
                <a:gd name="T10" fmla="*/ 791 w 1530"/>
                <a:gd name="T11" fmla="*/ 119 h 895"/>
                <a:gd name="T12" fmla="*/ 577 w 1530"/>
                <a:gd name="T13" fmla="*/ 310 h 895"/>
                <a:gd name="T14" fmla="*/ 577 w 1530"/>
                <a:gd name="T15" fmla="*/ 310 h 895"/>
                <a:gd name="T16" fmla="*/ 6 w 1530"/>
                <a:gd name="T17" fmla="*/ 867 h 895"/>
                <a:gd name="T18" fmla="*/ 6 w 1530"/>
                <a:gd name="T19" fmla="*/ 888 h 895"/>
                <a:gd name="T20" fmla="*/ 27 w 1530"/>
                <a:gd name="T21" fmla="*/ 888 h 895"/>
                <a:gd name="T22" fmla="*/ 598 w 1530"/>
                <a:gd name="T23" fmla="*/ 331 h 895"/>
                <a:gd name="T24" fmla="*/ 598 w 1530"/>
                <a:gd name="T25" fmla="*/ 331 h 895"/>
                <a:gd name="T26" fmla="*/ 866 w 1530"/>
                <a:gd name="T27" fmla="*/ 101 h 895"/>
                <a:gd name="T28" fmla="*/ 968 w 1530"/>
                <a:gd name="T29" fmla="*/ 47 h 895"/>
                <a:gd name="T30" fmla="*/ 1057 w 1530"/>
                <a:gd name="T31" fmla="*/ 29 h 895"/>
                <a:gd name="T32" fmla="*/ 1146 w 1530"/>
                <a:gd name="T33" fmla="*/ 46 h 895"/>
                <a:gd name="T34" fmla="*/ 1300 w 1530"/>
                <a:gd name="T35" fmla="*/ 132 h 895"/>
                <a:gd name="T36" fmla="*/ 1504 w 1530"/>
                <a:gd name="T37" fmla="*/ 287 h 895"/>
                <a:gd name="T38" fmla="*/ 1524 w 1530"/>
                <a:gd name="T39" fmla="*/ 285 h 895"/>
                <a:gd name="T40" fmla="*/ 1522 w 1530"/>
                <a:gd name="T41" fmla="*/ 26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0" h="895">
                  <a:moveTo>
                    <a:pt x="1522" y="264"/>
                  </a:moveTo>
                  <a:cubicBezTo>
                    <a:pt x="1417" y="180"/>
                    <a:pt x="1334" y="115"/>
                    <a:pt x="1260" y="70"/>
                  </a:cubicBezTo>
                  <a:cubicBezTo>
                    <a:pt x="1224" y="47"/>
                    <a:pt x="1189" y="30"/>
                    <a:pt x="1156" y="18"/>
                  </a:cubicBezTo>
                  <a:cubicBezTo>
                    <a:pt x="1123" y="6"/>
                    <a:pt x="1090" y="0"/>
                    <a:pt x="1057" y="0"/>
                  </a:cubicBezTo>
                  <a:cubicBezTo>
                    <a:pt x="1024" y="0"/>
                    <a:pt x="991" y="6"/>
                    <a:pt x="957" y="19"/>
                  </a:cubicBezTo>
                  <a:cubicBezTo>
                    <a:pt x="906" y="38"/>
                    <a:pt x="852" y="71"/>
                    <a:pt x="791" y="119"/>
                  </a:cubicBezTo>
                  <a:cubicBezTo>
                    <a:pt x="729" y="167"/>
                    <a:pt x="660" y="231"/>
                    <a:pt x="577" y="310"/>
                  </a:cubicBezTo>
                  <a:lnTo>
                    <a:pt x="577" y="310"/>
                  </a:lnTo>
                  <a:lnTo>
                    <a:pt x="6" y="867"/>
                  </a:lnTo>
                  <a:cubicBezTo>
                    <a:pt x="0" y="873"/>
                    <a:pt x="0" y="882"/>
                    <a:pt x="6" y="888"/>
                  </a:cubicBezTo>
                  <a:cubicBezTo>
                    <a:pt x="12" y="894"/>
                    <a:pt x="21" y="894"/>
                    <a:pt x="27" y="888"/>
                  </a:cubicBezTo>
                  <a:lnTo>
                    <a:pt x="598" y="331"/>
                  </a:lnTo>
                  <a:lnTo>
                    <a:pt x="598" y="331"/>
                  </a:lnTo>
                  <a:cubicBezTo>
                    <a:pt x="707" y="226"/>
                    <a:pt x="793" y="150"/>
                    <a:pt x="866" y="101"/>
                  </a:cubicBezTo>
                  <a:cubicBezTo>
                    <a:pt x="903" y="76"/>
                    <a:pt x="936" y="58"/>
                    <a:pt x="968" y="47"/>
                  </a:cubicBezTo>
                  <a:cubicBezTo>
                    <a:pt x="999" y="35"/>
                    <a:pt x="1028" y="29"/>
                    <a:pt x="1057" y="29"/>
                  </a:cubicBezTo>
                  <a:cubicBezTo>
                    <a:pt x="1086" y="29"/>
                    <a:pt x="1115" y="35"/>
                    <a:pt x="1146" y="46"/>
                  </a:cubicBezTo>
                  <a:cubicBezTo>
                    <a:pt x="1192" y="62"/>
                    <a:pt x="1242" y="91"/>
                    <a:pt x="1300" y="132"/>
                  </a:cubicBezTo>
                  <a:cubicBezTo>
                    <a:pt x="1359" y="172"/>
                    <a:pt x="1425" y="225"/>
                    <a:pt x="1504" y="287"/>
                  </a:cubicBezTo>
                  <a:cubicBezTo>
                    <a:pt x="1510" y="292"/>
                    <a:pt x="1518" y="291"/>
                    <a:pt x="1524" y="285"/>
                  </a:cubicBezTo>
                  <a:cubicBezTo>
                    <a:pt x="1529" y="279"/>
                    <a:pt x="1528" y="269"/>
                    <a:pt x="1522" y="2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81" name="Freeform 10">
              <a:extLst>
                <a:ext uri="{FF2B5EF4-FFF2-40B4-BE49-F238E27FC236}">
                  <a16:creationId xmlns:a16="http://schemas.microsoft.com/office/drawing/2014/main" id="{5B1734EF-4E6E-164F-849F-5F0125656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413" y="835952"/>
              <a:ext cx="201273" cy="127619"/>
            </a:xfrm>
            <a:custGeom>
              <a:avLst/>
              <a:gdLst>
                <a:gd name="T0" fmla="*/ 1212 w 1217"/>
                <a:gd name="T1" fmla="*/ 184 h 773"/>
                <a:gd name="T2" fmla="*/ 1023 w 1217"/>
                <a:gd name="T3" fmla="*/ 48 h 773"/>
                <a:gd name="T4" fmla="*/ 884 w 1217"/>
                <a:gd name="T5" fmla="*/ 0 h 773"/>
                <a:gd name="T6" fmla="*/ 801 w 1217"/>
                <a:gd name="T7" fmla="*/ 20 h 773"/>
                <a:gd name="T8" fmla="*/ 653 w 1217"/>
                <a:gd name="T9" fmla="*/ 124 h 773"/>
                <a:gd name="T10" fmla="*/ 440 w 1217"/>
                <a:gd name="T11" fmla="*/ 324 h 773"/>
                <a:gd name="T12" fmla="*/ 440 w 1217"/>
                <a:gd name="T13" fmla="*/ 324 h 773"/>
                <a:gd name="T14" fmla="*/ 3 w 1217"/>
                <a:gd name="T15" fmla="*/ 760 h 773"/>
                <a:gd name="T16" fmla="*/ 3 w 1217"/>
                <a:gd name="T17" fmla="*/ 770 h 773"/>
                <a:gd name="T18" fmla="*/ 12 w 1217"/>
                <a:gd name="T19" fmla="*/ 770 h 773"/>
                <a:gd name="T20" fmla="*/ 449 w 1217"/>
                <a:gd name="T21" fmla="*/ 333 h 773"/>
                <a:gd name="T22" fmla="*/ 716 w 1217"/>
                <a:gd name="T23" fmla="*/ 90 h 773"/>
                <a:gd name="T24" fmla="*/ 806 w 1217"/>
                <a:gd name="T25" fmla="*/ 32 h 773"/>
                <a:gd name="T26" fmla="*/ 884 w 1217"/>
                <a:gd name="T27" fmla="*/ 13 h 773"/>
                <a:gd name="T28" fmla="*/ 1016 w 1217"/>
                <a:gd name="T29" fmla="*/ 60 h 773"/>
                <a:gd name="T30" fmla="*/ 1204 w 1217"/>
                <a:gd name="T31" fmla="*/ 195 h 773"/>
                <a:gd name="T32" fmla="*/ 1214 w 1217"/>
                <a:gd name="T33" fmla="*/ 194 h 773"/>
                <a:gd name="T34" fmla="*/ 1212 w 1217"/>
                <a:gd name="T35" fmla="*/ 18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7" h="773">
                  <a:moveTo>
                    <a:pt x="1212" y="184"/>
                  </a:moveTo>
                  <a:cubicBezTo>
                    <a:pt x="1135" y="125"/>
                    <a:pt x="1075" y="80"/>
                    <a:pt x="1023" y="48"/>
                  </a:cubicBezTo>
                  <a:cubicBezTo>
                    <a:pt x="971" y="17"/>
                    <a:pt x="928" y="0"/>
                    <a:pt x="884" y="0"/>
                  </a:cubicBezTo>
                  <a:cubicBezTo>
                    <a:pt x="856" y="0"/>
                    <a:pt x="829" y="7"/>
                    <a:pt x="801" y="20"/>
                  </a:cubicBezTo>
                  <a:cubicBezTo>
                    <a:pt x="758" y="39"/>
                    <a:pt x="711" y="74"/>
                    <a:pt x="653" y="124"/>
                  </a:cubicBezTo>
                  <a:cubicBezTo>
                    <a:pt x="595" y="175"/>
                    <a:pt x="527" y="241"/>
                    <a:pt x="440" y="324"/>
                  </a:cubicBezTo>
                  <a:lnTo>
                    <a:pt x="440" y="324"/>
                  </a:lnTo>
                  <a:lnTo>
                    <a:pt x="3" y="760"/>
                  </a:lnTo>
                  <a:cubicBezTo>
                    <a:pt x="0" y="763"/>
                    <a:pt x="0" y="767"/>
                    <a:pt x="3" y="770"/>
                  </a:cubicBezTo>
                  <a:cubicBezTo>
                    <a:pt x="5" y="772"/>
                    <a:pt x="10" y="772"/>
                    <a:pt x="12" y="770"/>
                  </a:cubicBezTo>
                  <a:lnTo>
                    <a:pt x="449" y="333"/>
                  </a:lnTo>
                  <a:cubicBezTo>
                    <a:pt x="565" y="223"/>
                    <a:pt x="648" y="142"/>
                    <a:pt x="716" y="90"/>
                  </a:cubicBezTo>
                  <a:cubicBezTo>
                    <a:pt x="749" y="63"/>
                    <a:pt x="778" y="44"/>
                    <a:pt x="806" y="32"/>
                  </a:cubicBezTo>
                  <a:cubicBezTo>
                    <a:pt x="833" y="19"/>
                    <a:pt x="859" y="13"/>
                    <a:pt x="884" y="13"/>
                  </a:cubicBezTo>
                  <a:cubicBezTo>
                    <a:pt x="924" y="13"/>
                    <a:pt x="966" y="29"/>
                    <a:pt x="1016" y="60"/>
                  </a:cubicBezTo>
                  <a:cubicBezTo>
                    <a:pt x="1067" y="90"/>
                    <a:pt x="1127" y="136"/>
                    <a:pt x="1204" y="195"/>
                  </a:cubicBezTo>
                  <a:cubicBezTo>
                    <a:pt x="1207" y="197"/>
                    <a:pt x="1211" y="197"/>
                    <a:pt x="1214" y="194"/>
                  </a:cubicBezTo>
                  <a:cubicBezTo>
                    <a:pt x="1216" y="191"/>
                    <a:pt x="1215" y="187"/>
                    <a:pt x="1212" y="18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82" name="Freeform 11">
              <a:extLst>
                <a:ext uri="{FF2B5EF4-FFF2-40B4-BE49-F238E27FC236}">
                  <a16:creationId xmlns:a16="http://schemas.microsoft.com/office/drawing/2014/main" id="{8623BE8B-4483-AE4A-A6EA-432CBE50B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093" y="858559"/>
              <a:ext cx="72925" cy="48130"/>
            </a:xfrm>
            <a:custGeom>
              <a:avLst/>
              <a:gdLst>
                <a:gd name="T0" fmla="*/ 49 w 442"/>
                <a:gd name="T1" fmla="*/ 200 h 293"/>
                <a:gd name="T2" fmla="*/ 0 w 442"/>
                <a:gd name="T3" fmla="*/ 156 h 293"/>
                <a:gd name="T4" fmla="*/ 45 w 442"/>
                <a:gd name="T5" fmla="*/ 107 h 293"/>
                <a:gd name="T6" fmla="*/ 392 w 442"/>
                <a:gd name="T7" fmla="*/ 91 h 293"/>
                <a:gd name="T8" fmla="*/ 441 w 442"/>
                <a:gd name="T9" fmla="*/ 137 h 293"/>
                <a:gd name="T10" fmla="*/ 396 w 442"/>
                <a:gd name="T11" fmla="*/ 185 h 293"/>
                <a:gd name="T12" fmla="*/ 49 w 442"/>
                <a:gd name="T13" fmla="*/ 20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293">
                  <a:moveTo>
                    <a:pt x="49" y="200"/>
                  </a:moveTo>
                  <a:lnTo>
                    <a:pt x="0" y="156"/>
                  </a:lnTo>
                  <a:lnTo>
                    <a:pt x="45" y="107"/>
                  </a:lnTo>
                  <a:cubicBezTo>
                    <a:pt x="136" y="7"/>
                    <a:pt x="292" y="0"/>
                    <a:pt x="392" y="91"/>
                  </a:cubicBezTo>
                  <a:lnTo>
                    <a:pt x="441" y="137"/>
                  </a:lnTo>
                  <a:lnTo>
                    <a:pt x="396" y="185"/>
                  </a:lnTo>
                  <a:cubicBezTo>
                    <a:pt x="304" y="285"/>
                    <a:pt x="149" y="292"/>
                    <a:pt x="49" y="2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40623942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04CA6BC-3A36-834A-8A46-510CF743F3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000"/>
            </a:lvl1pPr>
          </a:lstStyle>
          <a:p>
            <a:r>
              <a:rPr kumimoji="1" lang="zh-CN" altLang="en-US" dirty="0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9F4A777-4880-8640-83A6-327323A56F1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kumimoji="1" lang="zh-CN" altLang="en-US" dirty="0"/>
              <a:t>单击此处编辑母版文本样式</a:t>
            </a:r>
          </a:p>
          <a:p>
            <a:pPr lvl="1"/>
            <a:r>
              <a:rPr kumimoji="1" lang="zh-CN" altLang="en-US" dirty="0"/>
              <a:t>二级</a:t>
            </a:r>
          </a:p>
          <a:p>
            <a:pPr lvl="2"/>
            <a:r>
              <a:rPr kumimoji="1" lang="zh-CN" altLang="en-US" dirty="0"/>
              <a:t>三级</a:t>
            </a:r>
          </a:p>
          <a:p>
            <a:pPr lvl="3"/>
            <a:r>
              <a:rPr kumimoji="1" lang="zh-CN" altLang="en-US" dirty="0"/>
              <a:t>四级</a:t>
            </a:r>
          </a:p>
          <a:p>
            <a:pPr lvl="4"/>
            <a:r>
              <a:rPr kumimoji="1" lang="zh-CN" altLang="en-US" dirty="0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27E2510C-46FB-B140-83A3-4B9EF1B4C9D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kumimoji="1" lang="zh-CN" altLang="en-US" dirty="0"/>
              <a:t>单击此处编辑母版文本样式</a:t>
            </a:r>
          </a:p>
          <a:p>
            <a:pPr lvl="1"/>
            <a:r>
              <a:rPr kumimoji="1" lang="zh-CN" altLang="en-US" dirty="0"/>
              <a:t>二级</a:t>
            </a:r>
          </a:p>
          <a:p>
            <a:pPr lvl="2"/>
            <a:r>
              <a:rPr kumimoji="1" lang="zh-CN" altLang="en-US" dirty="0"/>
              <a:t>三级</a:t>
            </a:r>
          </a:p>
          <a:p>
            <a:pPr lvl="3"/>
            <a:r>
              <a:rPr kumimoji="1" lang="zh-CN" altLang="en-US" dirty="0"/>
              <a:t>四级</a:t>
            </a:r>
          </a:p>
          <a:p>
            <a:pPr lvl="4"/>
            <a:r>
              <a:rPr kumimoji="1" lang="zh-CN" altLang="en-US" dirty="0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C459310F-E4CA-E54F-B1B1-7656B1F4AA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EB42AF-9846-7449-8382-0A69DBB44306}" type="datetime1">
              <a:rPr kumimoji="1" lang="zh-CN" altLang="en-US" smtClean="0"/>
              <a:t>2024/9/4</a:t>
            </a:fld>
            <a:endParaRPr kumimoji="1"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D8A41358-8B3C-CE4B-B391-06B0FF85E8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FDFB6C4E-D29D-9647-82C6-2B183C588D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050" b="1">
                <a:solidFill>
                  <a:srgbClr val="002060"/>
                </a:solidFill>
                <a:latin typeface="Footlight MT Light" panose="0204060206030A020304" pitchFamily="18" charset="0"/>
              </a:defRPr>
            </a:lvl1pPr>
          </a:lstStyle>
          <a:p>
            <a:fld id="{8D4D1E41-7A09-AB4A-A4E1-09765ADA2698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6EA401A9-3F89-014C-9A94-02FD1A5217FC}"/>
              </a:ext>
            </a:extLst>
          </p:cNvPr>
          <p:cNvSpPr/>
          <p:nvPr userDrawn="1"/>
        </p:nvSpPr>
        <p:spPr>
          <a:xfrm>
            <a:off x="500874" y="543035"/>
            <a:ext cx="381985" cy="498948"/>
          </a:xfrm>
          <a:prstGeom prst="rect">
            <a:avLst/>
          </a:prstGeom>
          <a:solidFill>
            <a:srgbClr val="5C30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800" dirty="0">
              <a:solidFill>
                <a:srgbClr val="5C307E"/>
              </a:solidFill>
            </a:endParaRPr>
          </a:p>
        </p:txBody>
      </p:sp>
      <p:cxnSp>
        <p:nvCxnSpPr>
          <p:cNvPr id="9" name="直线连接符 8">
            <a:extLst>
              <a:ext uri="{FF2B5EF4-FFF2-40B4-BE49-F238E27FC236}">
                <a16:creationId xmlns:a16="http://schemas.microsoft.com/office/drawing/2014/main" id="{2D64F221-C9B8-444F-9076-736EED2DA56E}"/>
              </a:ext>
            </a:extLst>
          </p:cNvPr>
          <p:cNvCxnSpPr>
            <a:cxnSpLocks/>
          </p:cNvCxnSpPr>
          <p:nvPr userDrawn="1"/>
        </p:nvCxnSpPr>
        <p:spPr>
          <a:xfrm>
            <a:off x="986091" y="1244212"/>
            <a:ext cx="5471859" cy="0"/>
          </a:xfrm>
          <a:prstGeom prst="line">
            <a:avLst/>
          </a:prstGeom>
          <a:ln w="19050">
            <a:solidFill>
              <a:srgbClr val="5C307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线连接符 32">
            <a:extLst>
              <a:ext uri="{FF2B5EF4-FFF2-40B4-BE49-F238E27FC236}">
                <a16:creationId xmlns:a16="http://schemas.microsoft.com/office/drawing/2014/main" id="{E9B9A2A5-908B-3244-B39F-9E6705AE6320}"/>
              </a:ext>
            </a:extLst>
          </p:cNvPr>
          <p:cNvCxnSpPr>
            <a:cxnSpLocks/>
          </p:cNvCxnSpPr>
          <p:nvPr userDrawn="1"/>
        </p:nvCxnSpPr>
        <p:spPr>
          <a:xfrm>
            <a:off x="7279051" y="526775"/>
            <a:ext cx="0" cy="503679"/>
          </a:xfrm>
          <a:prstGeom prst="line">
            <a:avLst/>
          </a:prstGeom>
          <a:ln w="12700" cap="rnd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7BC00378-4A1A-AF4A-9DA5-0E40AABBEE09}"/>
              </a:ext>
            </a:extLst>
          </p:cNvPr>
          <p:cNvGrpSpPr/>
          <p:nvPr userDrawn="1"/>
        </p:nvGrpSpPr>
        <p:grpSpPr>
          <a:xfrm>
            <a:off x="536589" y="636006"/>
            <a:ext cx="302279" cy="321898"/>
            <a:chOff x="1368170" y="664579"/>
            <a:chExt cx="550582" cy="439737"/>
          </a:xfrm>
          <a:solidFill>
            <a:schemeClr val="bg1"/>
          </a:solidFill>
        </p:grpSpPr>
        <p:sp>
          <p:nvSpPr>
            <p:cNvPr id="41" name="Freeform 1">
              <a:extLst>
                <a:ext uri="{FF2B5EF4-FFF2-40B4-BE49-F238E27FC236}">
                  <a16:creationId xmlns:a16="http://schemas.microsoft.com/office/drawing/2014/main" id="{219E963A-769E-B14C-9175-00DF37C8C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203" y="771778"/>
              <a:ext cx="437549" cy="332538"/>
            </a:xfrm>
            <a:custGeom>
              <a:avLst/>
              <a:gdLst>
                <a:gd name="T0" fmla="*/ 25 w 2647"/>
                <a:gd name="T1" fmla="*/ 1478 h 2011"/>
                <a:gd name="T2" fmla="*/ 525 w 2647"/>
                <a:gd name="T3" fmla="*/ 1865 h 2011"/>
                <a:gd name="T4" fmla="*/ 736 w 2647"/>
                <a:gd name="T5" fmla="*/ 1972 h 2011"/>
                <a:gd name="T6" fmla="*/ 940 w 2647"/>
                <a:gd name="T7" fmla="*/ 2010 h 2011"/>
                <a:gd name="T8" fmla="*/ 1078 w 2647"/>
                <a:gd name="T9" fmla="*/ 1991 h 2011"/>
                <a:gd name="T10" fmla="*/ 1286 w 2647"/>
                <a:gd name="T11" fmla="*/ 1894 h 2011"/>
                <a:gd name="T12" fmla="*/ 1506 w 2647"/>
                <a:gd name="T13" fmla="*/ 1715 h 2011"/>
                <a:gd name="T14" fmla="*/ 1506 w 2647"/>
                <a:gd name="T15" fmla="*/ 1715 h 2011"/>
                <a:gd name="T16" fmla="*/ 2630 w 2647"/>
                <a:gd name="T17" fmla="*/ 624 h 2011"/>
                <a:gd name="T18" fmla="*/ 2646 w 2647"/>
                <a:gd name="T19" fmla="*/ 586 h 2011"/>
                <a:gd name="T20" fmla="*/ 2630 w 2647"/>
                <a:gd name="T21" fmla="*/ 548 h 2011"/>
                <a:gd name="T22" fmla="*/ 2090 w 2647"/>
                <a:gd name="T23" fmla="*/ 21 h 2011"/>
                <a:gd name="T24" fmla="*/ 2016 w 2647"/>
                <a:gd name="T25" fmla="*/ 22 h 2011"/>
                <a:gd name="T26" fmla="*/ 2017 w 2647"/>
                <a:gd name="T27" fmla="*/ 96 h 2011"/>
                <a:gd name="T28" fmla="*/ 2518 w 2647"/>
                <a:gd name="T29" fmla="*/ 586 h 2011"/>
                <a:gd name="T30" fmla="*/ 1433 w 2647"/>
                <a:gd name="T31" fmla="*/ 1639 h 2011"/>
                <a:gd name="T32" fmla="*/ 1433 w 2647"/>
                <a:gd name="T33" fmla="*/ 1639 h 2011"/>
                <a:gd name="T34" fmla="*/ 1167 w 2647"/>
                <a:gd name="T35" fmla="*/ 1843 h 2011"/>
                <a:gd name="T36" fmla="*/ 1051 w 2647"/>
                <a:gd name="T37" fmla="*/ 1889 h 2011"/>
                <a:gd name="T38" fmla="*/ 940 w 2647"/>
                <a:gd name="T39" fmla="*/ 1904 h 2011"/>
                <a:gd name="T40" fmla="*/ 772 w 2647"/>
                <a:gd name="T41" fmla="*/ 1872 h 2011"/>
                <a:gd name="T42" fmla="*/ 474 w 2647"/>
                <a:gd name="T43" fmla="*/ 1704 h 2011"/>
                <a:gd name="T44" fmla="*/ 93 w 2647"/>
                <a:gd name="T45" fmla="*/ 1398 h 2011"/>
                <a:gd name="T46" fmla="*/ 19 w 2647"/>
                <a:gd name="T47" fmla="*/ 1404 h 2011"/>
                <a:gd name="T48" fmla="*/ 25 w 2647"/>
                <a:gd name="T49" fmla="*/ 1478 h 2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47" h="2011">
                  <a:moveTo>
                    <a:pt x="25" y="1478"/>
                  </a:moveTo>
                  <a:cubicBezTo>
                    <a:pt x="219" y="1643"/>
                    <a:pt x="380" y="1773"/>
                    <a:pt x="525" y="1865"/>
                  </a:cubicBezTo>
                  <a:cubicBezTo>
                    <a:pt x="598" y="1911"/>
                    <a:pt x="668" y="1947"/>
                    <a:pt x="736" y="1972"/>
                  </a:cubicBezTo>
                  <a:cubicBezTo>
                    <a:pt x="805" y="1996"/>
                    <a:pt x="872" y="2010"/>
                    <a:pt x="940" y="2010"/>
                  </a:cubicBezTo>
                  <a:cubicBezTo>
                    <a:pt x="986" y="2010"/>
                    <a:pt x="1032" y="2004"/>
                    <a:pt x="1078" y="1991"/>
                  </a:cubicBezTo>
                  <a:cubicBezTo>
                    <a:pt x="1147" y="1973"/>
                    <a:pt x="1216" y="1940"/>
                    <a:pt x="1286" y="1894"/>
                  </a:cubicBezTo>
                  <a:cubicBezTo>
                    <a:pt x="1357" y="1848"/>
                    <a:pt x="1429" y="1789"/>
                    <a:pt x="1506" y="1715"/>
                  </a:cubicBezTo>
                  <a:lnTo>
                    <a:pt x="1506" y="1715"/>
                  </a:lnTo>
                  <a:lnTo>
                    <a:pt x="2630" y="624"/>
                  </a:lnTo>
                  <a:cubicBezTo>
                    <a:pt x="2640" y="614"/>
                    <a:pt x="2646" y="600"/>
                    <a:pt x="2646" y="586"/>
                  </a:cubicBezTo>
                  <a:cubicBezTo>
                    <a:pt x="2646" y="572"/>
                    <a:pt x="2641" y="558"/>
                    <a:pt x="2630" y="548"/>
                  </a:cubicBezTo>
                  <a:lnTo>
                    <a:pt x="2090" y="21"/>
                  </a:lnTo>
                  <a:cubicBezTo>
                    <a:pt x="2069" y="0"/>
                    <a:pt x="2036" y="1"/>
                    <a:pt x="2016" y="22"/>
                  </a:cubicBezTo>
                  <a:cubicBezTo>
                    <a:pt x="1995" y="42"/>
                    <a:pt x="1996" y="76"/>
                    <a:pt x="2017" y="96"/>
                  </a:cubicBezTo>
                  <a:lnTo>
                    <a:pt x="2518" y="586"/>
                  </a:lnTo>
                  <a:lnTo>
                    <a:pt x="1433" y="1639"/>
                  </a:lnTo>
                  <a:lnTo>
                    <a:pt x="1433" y="1639"/>
                  </a:lnTo>
                  <a:cubicBezTo>
                    <a:pt x="1335" y="1733"/>
                    <a:pt x="1247" y="1800"/>
                    <a:pt x="1167" y="1843"/>
                  </a:cubicBezTo>
                  <a:cubicBezTo>
                    <a:pt x="1127" y="1864"/>
                    <a:pt x="1088" y="1879"/>
                    <a:pt x="1051" y="1889"/>
                  </a:cubicBezTo>
                  <a:cubicBezTo>
                    <a:pt x="1013" y="1899"/>
                    <a:pt x="977" y="1904"/>
                    <a:pt x="940" y="1904"/>
                  </a:cubicBezTo>
                  <a:cubicBezTo>
                    <a:pt x="886" y="1904"/>
                    <a:pt x="831" y="1894"/>
                    <a:pt x="772" y="1872"/>
                  </a:cubicBezTo>
                  <a:cubicBezTo>
                    <a:pt x="683" y="1840"/>
                    <a:pt x="586" y="1784"/>
                    <a:pt x="474" y="1704"/>
                  </a:cubicBezTo>
                  <a:cubicBezTo>
                    <a:pt x="363" y="1624"/>
                    <a:pt x="238" y="1521"/>
                    <a:pt x="93" y="1398"/>
                  </a:cubicBezTo>
                  <a:cubicBezTo>
                    <a:pt x="71" y="1379"/>
                    <a:pt x="38" y="1382"/>
                    <a:pt x="19" y="1404"/>
                  </a:cubicBezTo>
                  <a:cubicBezTo>
                    <a:pt x="0" y="1426"/>
                    <a:pt x="3" y="1459"/>
                    <a:pt x="25" y="147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2" name="Freeform 2">
              <a:extLst>
                <a:ext uri="{FF2B5EF4-FFF2-40B4-BE49-F238E27FC236}">
                  <a16:creationId xmlns:a16="http://schemas.microsoft.com/office/drawing/2014/main" id="{935EF8B9-88D2-6C42-BF9B-2AD28DBBD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832" y="868769"/>
              <a:ext cx="356603" cy="190334"/>
            </a:xfrm>
            <a:custGeom>
              <a:avLst/>
              <a:gdLst>
                <a:gd name="T0" fmla="*/ 15 w 2158"/>
                <a:gd name="T1" fmla="*/ 713 h 1152"/>
                <a:gd name="T2" fmla="*/ 432 w 2158"/>
                <a:gd name="T3" fmla="*/ 1033 h 1152"/>
                <a:gd name="T4" fmla="*/ 605 w 2158"/>
                <a:gd name="T5" fmla="*/ 1120 h 1152"/>
                <a:gd name="T6" fmla="*/ 771 w 2158"/>
                <a:gd name="T7" fmla="*/ 1151 h 1152"/>
                <a:gd name="T8" fmla="*/ 896 w 2158"/>
                <a:gd name="T9" fmla="*/ 1132 h 1152"/>
                <a:gd name="T10" fmla="*/ 1089 w 2158"/>
                <a:gd name="T11" fmla="*/ 1036 h 1152"/>
                <a:gd name="T12" fmla="*/ 1305 w 2158"/>
                <a:gd name="T13" fmla="*/ 856 h 1152"/>
                <a:gd name="T14" fmla="*/ 1305 w 2158"/>
                <a:gd name="T15" fmla="*/ 856 h 1152"/>
                <a:gd name="T16" fmla="*/ 2144 w 2158"/>
                <a:gd name="T17" fmla="*/ 57 h 1152"/>
                <a:gd name="T18" fmla="*/ 2145 w 2158"/>
                <a:gd name="T19" fmla="*/ 13 h 1152"/>
                <a:gd name="T20" fmla="*/ 2100 w 2158"/>
                <a:gd name="T21" fmla="*/ 12 h 1152"/>
                <a:gd name="T22" fmla="*/ 1262 w 2158"/>
                <a:gd name="T23" fmla="*/ 811 h 1152"/>
                <a:gd name="T24" fmla="*/ 1262 w 2158"/>
                <a:gd name="T25" fmla="*/ 811 h 1152"/>
                <a:gd name="T26" fmla="*/ 993 w 2158"/>
                <a:gd name="T27" fmla="*/ 1023 h 1152"/>
                <a:gd name="T28" fmla="*/ 878 w 2158"/>
                <a:gd name="T29" fmla="*/ 1072 h 1152"/>
                <a:gd name="T30" fmla="*/ 771 w 2158"/>
                <a:gd name="T31" fmla="*/ 1088 h 1152"/>
                <a:gd name="T32" fmla="*/ 626 w 2158"/>
                <a:gd name="T33" fmla="*/ 1061 h 1152"/>
                <a:gd name="T34" fmla="*/ 376 w 2158"/>
                <a:gd name="T35" fmla="*/ 920 h 1152"/>
                <a:gd name="T36" fmla="*/ 55 w 2158"/>
                <a:gd name="T37" fmla="*/ 665 h 1152"/>
                <a:gd name="T38" fmla="*/ 11 w 2158"/>
                <a:gd name="T39" fmla="*/ 669 h 1152"/>
                <a:gd name="T40" fmla="*/ 15 w 2158"/>
                <a:gd name="T41" fmla="*/ 713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58" h="1152">
                  <a:moveTo>
                    <a:pt x="15" y="713"/>
                  </a:moveTo>
                  <a:cubicBezTo>
                    <a:pt x="179" y="850"/>
                    <a:pt x="312" y="958"/>
                    <a:pt x="432" y="1033"/>
                  </a:cubicBezTo>
                  <a:cubicBezTo>
                    <a:pt x="492" y="1071"/>
                    <a:pt x="549" y="1100"/>
                    <a:pt x="605" y="1120"/>
                  </a:cubicBezTo>
                  <a:cubicBezTo>
                    <a:pt x="661" y="1140"/>
                    <a:pt x="716" y="1151"/>
                    <a:pt x="771" y="1151"/>
                  </a:cubicBezTo>
                  <a:cubicBezTo>
                    <a:pt x="812" y="1151"/>
                    <a:pt x="854" y="1145"/>
                    <a:pt x="896" y="1132"/>
                  </a:cubicBezTo>
                  <a:cubicBezTo>
                    <a:pt x="959" y="1114"/>
                    <a:pt x="1022" y="1082"/>
                    <a:pt x="1089" y="1036"/>
                  </a:cubicBezTo>
                  <a:cubicBezTo>
                    <a:pt x="1156" y="990"/>
                    <a:pt x="1227" y="931"/>
                    <a:pt x="1305" y="856"/>
                  </a:cubicBezTo>
                  <a:lnTo>
                    <a:pt x="1305" y="856"/>
                  </a:lnTo>
                  <a:lnTo>
                    <a:pt x="2144" y="57"/>
                  </a:lnTo>
                  <a:cubicBezTo>
                    <a:pt x="2156" y="45"/>
                    <a:pt x="2157" y="25"/>
                    <a:pt x="2145" y="13"/>
                  </a:cubicBezTo>
                  <a:cubicBezTo>
                    <a:pt x="2133" y="0"/>
                    <a:pt x="2113" y="0"/>
                    <a:pt x="2100" y="12"/>
                  </a:cubicBezTo>
                  <a:lnTo>
                    <a:pt x="1262" y="811"/>
                  </a:lnTo>
                  <a:lnTo>
                    <a:pt x="1262" y="811"/>
                  </a:lnTo>
                  <a:cubicBezTo>
                    <a:pt x="1160" y="908"/>
                    <a:pt x="1072" y="978"/>
                    <a:pt x="993" y="1023"/>
                  </a:cubicBezTo>
                  <a:cubicBezTo>
                    <a:pt x="953" y="1045"/>
                    <a:pt x="915" y="1062"/>
                    <a:pt x="878" y="1072"/>
                  </a:cubicBezTo>
                  <a:cubicBezTo>
                    <a:pt x="842" y="1083"/>
                    <a:pt x="806" y="1088"/>
                    <a:pt x="771" y="1088"/>
                  </a:cubicBezTo>
                  <a:cubicBezTo>
                    <a:pt x="724" y="1088"/>
                    <a:pt x="677" y="1079"/>
                    <a:pt x="626" y="1061"/>
                  </a:cubicBezTo>
                  <a:cubicBezTo>
                    <a:pt x="551" y="1034"/>
                    <a:pt x="469" y="987"/>
                    <a:pt x="376" y="920"/>
                  </a:cubicBezTo>
                  <a:cubicBezTo>
                    <a:pt x="282" y="853"/>
                    <a:pt x="177" y="767"/>
                    <a:pt x="55" y="665"/>
                  </a:cubicBezTo>
                  <a:cubicBezTo>
                    <a:pt x="42" y="654"/>
                    <a:pt x="22" y="656"/>
                    <a:pt x="11" y="669"/>
                  </a:cubicBezTo>
                  <a:cubicBezTo>
                    <a:pt x="0" y="682"/>
                    <a:pt x="1" y="702"/>
                    <a:pt x="15" y="71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3" name="Freeform 3">
              <a:extLst>
                <a:ext uri="{FF2B5EF4-FFF2-40B4-BE49-F238E27FC236}">
                  <a16:creationId xmlns:a16="http://schemas.microsoft.com/office/drawing/2014/main" id="{10E28FF9-5CED-394E-AF38-301649539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273" y="847620"/>
              <a:ext cx="304826" cy="169186"/>
            </a:xfrm>
            <a:custGeom>
              <a:avLst/>
              <a:gdLst>
                <a:gd name="T0" fmla="*/ 12 w 1845"/>
                <a:gd name="T1" fmla="*/ 672 h 1022"/>
                <a:gd name="T2" fmla="*/ 350 w 1845"/>
                <a:gd name="T3" fmla="*/ 928 h 1022"/>
                <a:gd name="T4" fmla="*/ 488 w 1845"/>
                <a:gd name="T5" fmla="*/ 997 h 1022"/>
                <a:gd name="T6" fmla="*/ 620 w 1845"/>
                <a:gd name="T7" fmla="*/ 1021 h 1022"/>
                <a:gd name="T8" fmla="*/ 734 w 1845"/>
                <a:gd name="T9" fmla="*/ 1003 h 1022"/>
                <a:gd name="T10" fmla="*/ 915 w 1845"/>
                <a:gd name="T11" fmla="*/ 905 h 1022"/>
                <a:gd name="T12" fmla="*/ 1129 w 1845"/>
                <a:gd name="T13" fmla="*/ 720 h 1022"/>
                <a:gd name="T14" fmla="*/ 1129 w 1845"/>
                <a:gd name="T15" fmla="*/ 720 h 1022"/>
                <a:gd name="T16" fmla="*/ 1834 w 1845"/>
                <a:gd name="T17" fmla="*/ 42 h 1022"/>
                <a:gd name="T18" fmla="*/ 1835 w 1845"/>
                <a:gd name="T19" fmla="*/ 10 h 1022"/>
                <a:gd name="T20" fmla="*/ 1802 w 1845"/>
                <a:gd name="T21" fmla="*/ 9 h 1022"/>
                <a:gd name="T22" fmla="*/ 1097 w 1845"/>
                <a:gd name="T23" fmla="*/ 687 h 1022"/>
                <a:gd name="T24" fmla="*/ 1097 w 1845"/>
                <a:gd name="T25" fmla="*/ 687 h 1022"/>
                <a:gd name="T26" fmla="*/ 828 w 1845"/>
                <a:gd name="T27" fmla="*/ 907 h 1022"/>
                <a:gd name="T28" fmla="*/ 720 w 1845"/>
                <a:gd name="T29" fmla="*/ 959 h 1022"/>
                <a:gd name="T30" fmla="*/ 620 w 1845"/>
                <a:gd name="T31" fmla="*/ 975 h 1022"/>
                <a:gd name="T32" fmla="*/ 504 w 1845"/>
                <a:gd name="T33" fmla="*/ 954 h 1022"/>
                <a:gd name="T34" fmla="*/ 302 w 1845"/>
                <a:gd name="T35" fmla="*/ 841 h 1022"/>
                <a:gd name="T36" fmla="*/ 41 w 1845"/>
                <a:gd name="T37" fmla="*/ 636 h 1022"/>
                <a:gd name="T38" fmla="*/ 9 w 1845"/>
                <a:gd name="T39" fmla="*/ 640 h 1022"/>
                <a:gd name="T40" fmla="*/ 12 w 1845"/>
                <a:gd name="T41" fmla="*/ 67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45" h="1022">
                  <a:moveTo>
                    <a:pt x="12" y="672"/>
                  </a:moveTo>
                  <a:cubicBezTo>
                    <a:pt x="146" y="782"/>
                    <a:pt x="254" y="868"/>
                    <a:pt x="350" y="928"/>
                  </a:cubicBezTo>
                  <a:cubicBezTo>
                    <a:pt x="398" y="958"/>
                    <a:pt x="444" y="981"/>
                    <a:pt x="488" y="997"/>
                  </a:cubicBezTo>
                  <a:cubicBezTo>
                    <a:pt x="533" y="1013"/>
                    <a:pt x="576" y="1021"/>
                    <a:pt x="620" y="1021"/>
                  </a:cubicBezTo>
                  <a:cubicBezTo>
                    <a:pt x="658" y="1021"/>
                    <a:pt x="695" y="1015"/>
                    <a:pt x="734" y="1003"/>
                  </a:cubicBezTo>
                  <a:cubicBezTo>
                    <a:pt x="791" y="984"/>
                    <a:pt x="850" y="952"/>
                    <a:pt x="915" y="905"/>
                  </a:cubicBezTo>
                  <a:cubicBezTo>
                    <a:pt x="980" y="858"/>
                    <a:pt x="1050" y="797"/>
                    <a:pt x="1129" y="720"/>
                  </a:cubicBezTo>
                  <a:lnTo>
                    <a:pt x="1129" y="720"/>
                  </a:lnTo>
                  <a:lnTo>
                    <a:pt x="1834" y="42"/>
                  </a:lnTo>
                  <a:cubicBezTo>
                    <a:pt x="1843" y="34"/>
                    <a:pt x="1844" y="19"/>
                    <a:pt x="1835" y="10"/>
                  </a:cubicBezTo>
                  <a:cubicBezTo>
                    <a:pt x="1826" y="1"/>
                    <a:pt x="1811" y="0"/>
                    <a:pt x="1802" y="9"/>
                  </a:cubicBezTo>
                  <a:lnTo>
                    <a:pt x="1097" y="687"/>
                  </a:lnTo>
                  <a:lnTo>
                    <a:pt x="1097" y="687"/>
                  </a:lnTo>
                  <a:cubicBezTo>
                    <a:pt x="992" y="788"/>
                    <a:pt x="905" y="861"/>
                    <a:pt x="828" y="907"/>
                  </a:cubicBezTo>
                  <a:cubicBezTo>
                    <a:pt x="790" y="931"/>
                    <a:pt x="754" y="948"/>
                    <a:pt x="720" y="959"/>
                  </a:cubicBezTo>
                  <a:cubicBezTo>
                    <a:pt x="685" y="970"/>
                    <a:pt x="653" y="975"/>
                    <a:pt x="620" y="975"/>
                  </a:cubicBezTo>
                  <a:cubicBezTo>
                    <a:pt x="582" y="975"/>
                    <a:pt x="544" y="968"/>
                    <a:pt x="504" y="954"/>
                  </a:cubicBezTo>
                  <a:cubicBezTo>
                    <a:pt x="443" y="932"/>
                    <a:pt x="378" y="894"/>
                    <a:pt x="302" y="841"/>
                  </a:cubicBezTo>
                  <a:cubicBezTo>
                    <a:pt x="227" y="787"/>
                    <a:pt x="141" y="718"/>
                    <a:pt x="41" y="636"/>
                  </a:cubicBezTo>
                  <a:cubicBezTo>
                    <a:pt x="31" y="628"/>
                    <a:pt x="17" y="630"/>
                    <a:pt x="9" y="640"/>
                  </a:cubicBezTo>
                  <a:cubicBezTo>
                    <a:pt x="0" y="649"/>
                    <a:pt x="2" y="664"/>
                    <a:pt x="12" y="67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4" name="Freeform 4">
              <a:extLst>
                <a:ext uri="{FF2B5EF4-FFF2-40B4-BE49-F238E27FC236}">
                  <a16:creationId xmlns:a16="http://schemas.microsoft.com/office/drawing/2014/main" id="{6E5EA531-DEFC-144D-8545-1DECEBA97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713" y="826472"/>
              <a:ext cx="253050" cy="148037"/>
            </a:xfrm>
            <a:custGeom>
              <a:avLst/>
              <a:gdLst>
                <a:gd name="T0" fmla="*/ 8 w 1531"/>
                <a:gd name="T1" fmla="*/ 630 h 895"/>
                <a:gd name="T2" fmla="*/ 269 w 1531"/>
                <a:gd name="T3" fmla="*/ 824 h 895"/>
                <a:gd name="T4" fmla="*/ 374 w 1531"/>
                <a:gd name="T5" fmla="*/ 876 h 895"/>
                <a:gd name="T6" fmla="*/ 473 w 1531"/>
                <a:gd name="T7" fmla="*/ 894 h 895"/>
                <a:gd name="T8" fmla="*/ 573 w 1531"/>
                <a:gd name="T9" fmla="*/ 875 h 895"/>
                <a:gd name="T10" fmla="*/ 739 w 1531"/>
                <a:gd name="T11" fmla="*/ 775 h 895"/>
                <a:gd name="T12" fmla="*/ 953 w 1531"/>
                <a:gd name="T13" fmla="*/ 584 h 895"/>
                <a:gd name="T14" fmla="*/ 953 w 1531"/>
                <a:gd name="T15" fmla="*/ 584 h 895"/>
                <a:gd name="T16" fmla="*/ 1524 w 1531"/>
                <a:gd name="T17" fmla="*/ 27 h 895"/>
                <a:gd name="T18" fmla="*/ 1524 w 1531"/>
                <a:gd name="T19" fmla="*/ 6 h 895"/>
                <a:gd name="T20" fmla="*/ 1503 w 1531"/>
                <a:gd name="T21" fmla="*/ 6 h 895"/>
                <a:gd name="T22" fmla="*/ 932 w 1531"/>
                <a:gd name="T23" fmla="*/ 563 h 895"/>
                <a:gd name="T24" fmla="*/ 932 w 1531"/>
                <a:gd name="T25" fmla="*/ 563 h 895"/>
                <a:gd name="T26" fmla="*/ 663 w 1531"/>
                <a:gd name="T27" fmla="*/ 793 h 895"/>
                <a:gd name="T28" fmla="*/ 562 w 1531"/>
                <a:gd name="T29" fmla="*/ 847 h 895"/>
                <a:gd name="T30" fmla="*/ 473 w 1531"/>
                <a:gd name="T31" fmla="*/ 865 h 895"/>
                <a:gd name="T32" fmla="*/ 384 w 1531"/>
                <a:gd name="T33" fmla="*/ 848 h 895"/>
                <a:gd name="T34" fmla="*/ 229 w 1531"/>
                <a:gd name="T35" fmla="*/ 762 h 895"/>
                <a:gd name="T36" fmla="*/ 26 w 1531"/>
                <a:gd name="T37" fmla="*/ 607 h 895"/>
                <a:gd name="T38" fmla="*/ 5 w 1531"/>
                <a:gd name="T39" fmla="*/ 609 h 895"/>
                <a:gd name="T40" fmla="*/ 8 w 1531"/>
                <a:gd name="T41" fmla="*/ 63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1" h="895">
                  <a:moveTo>
                    <a:pt x="8" y="630"/>
                  </a:moveTo>
                  <a:cubicBezTo>
                    <a:pt x="113" y="714"/>
                    <a:pt x="196" y="779"/>
                    <a:pt x="269" y="824"/>
                  </a:cubicBezTo>
                  <a:cubicBezTo>
                    <a:pt x="306" y="847"/>
                    <a:pt x="340" y="864"/>
                    <a:pt x="374" y="876"/>
                  </a:cubicBezTo>
                  <a:cubicBezTo>
                    <a:pt x="407" y="888"/>
                    <a:pt x="440" y="894"/>
                    <a:pt x="473" y="894"/>
                  </a:cubicBezTo>
                  <a:cubicBezTo>
                    <a:pt x="506" y="894"/>
                    <a:pt x="539" y="888"/>
                    <a:pt x="573" y="875"/>
                  </a:cubicBezTo>
                  <a:cubicBezTo>
                    <a:pt x="624" y="856"/>
                    <a:pt x="678" y="823"/>
                    <a:pt x="739" y="775"/>
                  </a:cubicBezTo>
                  <a:cubicBezTo>
                    <a:pt x="801" y="727"/>
                    <a:pt x="870" y="663"/>
                    <a:pt x="953" y="584"/>
                  </a:cubicBezTo>
                  <a:lnTo>
                    <a:pt x="953" y="584"/>
                  </a:lnTo>
                  <a:lnTo>
                    <a:pt x="1524" y="27"/>
                  </a:lnTo>
                  <a:cubicBezTo>
                    <a:pt x="1529" y="21"/>
                    <a:pt x="1530" y="12"/>
                    <a:pt x="1524" y="6"/>
                  </a:cubicBezTo>
                  <a:cubicBezTo>
                    <a:pt x="1518" y="0"/>
                    <a:pt x="1509" y="0"/>
                    <a:pt x="1503" y="6"/>
                  </a:cubicBezTo>
                  <a:lnTo>
                    <a:pt x="932" y="563"/>
                  </a:lnTo>
                  <a:lnTo>
                    <a:pt x="932" y="563"/>
                  </a:lnTo>
                  <a:cubicBezTo>
                    <a:pt x="823" y="668"/>
                    <a:pt x="737" y="744"/>
                    <a:pt x="663" y="793"/>
                  </a:cubicBezTo>
                  <a:cubicBezTo>
                    <a:pt x="627" y="818"/>
                    <a:pt x="594" y="836"/>
                    <a:pt x="562" y="847"/>
                  </a:cubicBezTo>
                  <a:cubicBezTo>
                    <a:pt x="531" y="859"/>
                    <a:pt x="502" y="865"/>
                    <a:pt x="473" y="865"/>
                  </a:cubicBezTo>
                  <a:cubicBezTo>
                    <a:pt x="444" y="865"/>
                    <a:pt x="415" y="859"/>
                    <a:pt x="384" y="848"/>
                  </a:cubicBezTo>
                  <a:cubicBezTo>
                    <a:pt x="338" y="832"/>
                    <a:pt x="288" y="803"/>
                    <a:pt x="229" y="762"/>
                  </a:cubicBezTo>
                  <a:cubicBezTo>
                    <a:pt x="171" y="722"/>
                    <a:pt x="105" y="669"/>
                    <a:pt x="26" y="607"/>
                  </a:cubicBezTo>
                  <a:cubicBezTo>
                    <a:pt x="20" y="602"/>
                    <a:pt x="10" y="603"/>
                    <a:pt x="5" y="609"/>
                  </a:cubicBezTo>
                  <a:cubicBezTo>
                    <a:pt x="0" y="615"/>
                    <a:pt x="1" y="625"/>
                    <a:pt x="8" y="63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5" name="Freeform 5">
              <a:extLst>
                <a:ext uri="{FF2B5EF4-FFF2-40B4-BE49-F238E27FC236}">
                  <a16:creationId xmlns:a16="http://schemas.microsoft.com/office/drawing/2014/main" id="{F39A9FAC-3BBF-CD45-BC62-06EF846D7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425" y="805324"/>
              <a:ext cx="201273" cy="127619"/>
            </a:xfrm>
            <a:custGeom>
              <a:avLst/>
              <a:gdLst>
                <a:gd name="T0" fmla="*/ 4 w 1217"/>
                <a:gd name="T1" fmla="*/ 588 h 773"/>
                <a:gd name="T2" fmla="*/ 193 w 1217"/>
                <a:gd name="T3" fmla="*/ 724 h 773"/>
                <a:gd name="T4" fmla="*/ 332 w 1217"/>
                <a:gd name="T5" fmla="*/ 772 h 773"/>
                <a:gd name="T6" fmla="*/ 415 w 1217"/>
                <a:gd name="T7" fmla="*/ 752 h 773"/>
                <a:gd name="T8" fmla="*/ 563 w 1217"/>
                <a:gd name="T9" fmla="*/ 648 h 773"/>
                <a:gd name="T10" fmla="*/ 776 w 1217"/>
                <a:gd name="T11" fmla="*/ 448 h 773"/>
                <a:gd name="T12" fmla="*/ 776 w 1217"/>
                <a:gd name="T13" fmla="*/ 448 h 773"/>
                <a:gd name="T14" fmla="*/ 1213 w 1217"/>
                <a:gd name="T15" fmla="*/ 12 h 773"/>
                <a:gd name="T16" fmla="*/ 1213 w 1217"/>
                <a:gd name="T17" fmla="*/ 2 h 773"/>
                <a:gd name="T18" fmla="*/ 1204 w 1217"/>
                <a:gd name="T19" fmla="*/ 2 h 773"/>
                <a:gd name="T20" fmla="*/ 767 w 1217"/>
                <a:gd name="T21" fmla="*/ 439 h 773"/>
                <a:gd name="T22" fmla="*/ 500 w 1217"/>
                <a:gd name="T23" fmla="*/ 682 h 773"/>
                <a:gd name="T24" fmla="*/ 410 w 1217"/>
                <a:gd name="T25" fmla="*/ 740 h 773"/>
                <a:gd name="T26" fmla="*/ 332 w 1217"/>
                <a:gd name="T27" fmla="*/ 759 h 773"/>
                <a:gd name="T28" fmla="*/ 199 w 1217"/>
                <a:gd name="T29" fmla="*/ 712 h 773"/>
                <a:gd name="T30" fmla="*/ 12 w 1217"/>
                <a:gd name="T31" fmla="*/ 577 h 773"/>
                <a:gd name="T32" fmla="*/ 2 w 1217"/>
                <a:gd name="T33" fmla="*/ 578 h 773"/>
                <a:gd name="T34" fmla="*/ 4 w 1217"/>
                <a:gd name="T35" fmla="*/ 588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7" h="773">
                  <a:moveTo>
                    <a:pt x="4" y="588"/>
                  </a:moveTo>
                  <a:cubicBezTo>
                    <a:pt x="81" y="647"/>
                    <a:pt x="141" y="692"/>
                    <a:pt x="193" y="724"/>
                  </a:cubicBezTo>
                  <a:cubicBezTo>
                    <a:pt x="244" y="755"/>
                    <a:pt x="288" y="772"/>
                    <a:pt x="332" y="772"/>
                  </a:cubicBezTo>
                  <a:cubicBezTo>
                    <a:pt x="359" y="772"/>
                    <a:pt x="386" y="765"/>
                    <a:pt x="415" y="752"/>
                  </a:cubicBezTo>
                  <a:cubicBezTo>
                    <a:pt x="458" y="733"/>
                    <a:pt x="505" y="698"/>
                    <a:pt x="563" y="648"/>
                  </a:cubicBezTo>
                  <a:cubicBezTo>
                    <a:pt x="620" y="597"/>
                    <a:pt x="689" y="531"/>
                    <a:pt x="776" y="448"/>
                  </a:cubicBezTo>
                  <a:lnTo>
                    <a:pt x="776" y="448"/>
                  </a:lnTo>
                  <a:lnTo>
                    <a:pt x="1213" y="12"/>
                  </a:lnTo>
                  <a:cubicBezTo>
                    <a:pt x="1216" y="9"/>
                    <a:pt x="1216" y="5"/>
                    <a:pt x="1213" y="2"/>
                  </a:cubicBezTo>
                  <a:cubicBezTo>
                    <a:pt x="1210" y="0"/>
                    <a:pt x="1206" y="0"/>
                    <a:pt x="1204" y="2"/>
                  </a:cubicBezTo>
                  <a:lnTo>
                    <a:pt x="767" y="439"/>
                  </a:lnTo>
                  <a:cubicBezTo>
                    <a:pt x="651" y="549"/>
                    <a:pt x="568" y="630"/>
                    <a:pt x="500" y="682"/>
                  </a:cubicBezTo>
                  <a:cubicBezTo>
                    <a:pt x="466" y="709"/>
                    <a:pt x="437" y="728"/>
                    <a:pt x="410" y="740"/>
                  </a:cubicBezTo>
                  <a:cubicBezTo>
                    <a:pt x="382" y="753"/>
                    <a:pt x="357" y="759"/>
                    <a:pt x="332" y="759"/>
                  </a:cubicBezTo>
                  <a:cubicBezTo>
                    <a:pt x="291" y="759"/>
                    <a:pt x="250" y="743"/>
                    <a:pt x="199" y="712"/>
                  </a:cubicBezTo>
                  <a:cubicBezTo>
                    <a:pt x="149" y="682"/>
                    <a:pt x="89" y="636"/>
                    <a:pt x="12" y="577"/>
                  </a:cubicBezTo>
                  <a:cubicBezTo>
                    <a:pt x="9" y="575"/>
                    <a:pt x="4" y="575"/>
                    <a:pt x="2" y="578"/>
                  </a:cubicBezTo>
                  <a:cubicBezTo>
                    <a:pt x="0" y="581"/>
                    <a:pt x="1" y="585"/>
                    <a:pt x="4" y="58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6" name="Freeform 6">
              <a:extLst>
                <a:ext uri="{FF2B5EF4-FFF2-40B4-BE49-F238E27FC236}">
                  <a16:creationId xmlns:a16="http://schemas.microsoft.com/office/drawing/2014/main" id="{4A2E4B78-1C39-A943-B2AE-B76B55EB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170" y="664579"/>
              <a:ext cx="439737" cy="330350"/>
            </a:xfrm>
            <a:custGeom>
              <a:avLst/>
              <a:gdLst>
                <a:gd name="T0" fmla="*/ 2631 w 2657"/>
                <a:gd name="T1" fmla="*/ 532 h 1998"/>
                <a:gd name="T2" fmla="*/ 2130 w 2657"/>
                <a:gd name="T3" fmla="*/ 145 h 1998"/>
                <a:gd name="T4" fmla="*/ 1920 w 2657"/>
                <a:gd name="T5" fmla="*/ 38 h 1998"/>
                <a:gd name="T6" fmla="*/ 1715 w 2657"/>
                <a:gd name="T7" fmla="*/ 0 h 1998"/>
                <a:gd name="T8" fmla="*/ 1578 w 2657"/>
                <a:gd name="T9" fmla="*/ 19 h 1998"/>
                <a:gd name="T10" fmla="*/ 1370 w 2657"/>
                <a:gd name="T11" fmla="*/ 116 h 1998"/>
                <a:gd name="T12" fmla="*/ 1150 w 2657"/>
                <a:gd name="T13" fmla="*/ 295 h 1998"/>
                <a:gd name="T14" fmla="*/ 1150 w 2657"/>
                <a:gd name="T15" fmla="*/ 295 h 1998"/>
                <a:gd name="T16" fmla="*/ 16 w 2657"/>
                <a:gd name="T17" fmla="*/ 1368 h 1998"/>
                <a:gd name="T18" fmla="*/ 0 w 2657"/>
                <a:gd name="T19" fmla="*/ 1406 h 1998"/>
                <a:gd name="T20" fmla="*/ 16 w 2657"/>
                <a:gd name="T21" fmla="*/ 1444 h 1998"/>
                <a:gd name="T22" fmla="*/ 566 w 2657"/>
                <a:gd name="T23" fmla="*/ 1977 h 1998"/>
                <a:gd name="T24" fmla="*/ 640 w 2657"/>
                <a:gd name="T25" fmla="*/ 1976 h 1998"/>
                <a:gd name="T26" fmla="*/ 639 w 2657"/>
                <a:gd name="T27" fmla="*/ 1901 h 1998"/>
                <a:gd name="T28" fmla="*/ 129 w 2657"/>
                <a:gd name="T29" fmla="*/ 1406 h 1998"/>
                <a:gd name="T30" fmla="*/ 1223 w 2657"/>
                <a:gd name="T31" fmla="*/ 371 h 1998"/>
                <a:gd name="T32" fmla="*/ 1223 w 2657"/>
                <a:gd name="T33" fmla="*/ 371 h 1998"/>
                <a:gd name="T34" fmla="*/ 1489 w 2657"/>
                <a:gd name="T35" fmla="*/ 167 h 1998"/>
                <a:gd name="T36" fmla="*/ 1605 w 2657"/>
                <a:gd name="T37" fmla="*/ 121 h 1998"/>
                <a:gd name="T38" fmla="*/ 1715 w 2657"/>
                <a:gd name="T39" fmla="*/ 106 h 1998"/>
                <a:gd name="T40" fmla="*/ 1884 w 2657"/>
                <a:gd name="T41" fmla="*/ 138 h 1998"/>
                <a:gd name="T42" fmla="*/ 2181 w 2657"/>
                <a:gd name="T43" fmla="*/ 306 h 1998"/>
                <a:gd name="T44" fmla="*/ 2562 w 2657"/>
                <a:gd name="T45" fmla="*/ 612 h 1998"/>
                <a:gd name="T46" fmla="*/ 2637 w 2657"/>
                <a:gd name="T47" fmla="*/ 606 h 1998"/>
                <a:gd name="T48" fmla="*/ 2631 w 2657"/>
                <a:gd name="T49" fmla="*/ 532 h 1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57" h="1998">
                  <a:moveTo>
                    <a:pt x="2631" y="532"/>
                  </a:moveTo>
                  <a:cubicBezTo>
                    <a:pt x="2437" y="367"/>
                    <a:pt x="2276" y="237"/>
                    <a:pt x="2130" y="145"/>
                  </a:cubicBezTo>
                  <a:cubicBezTo>
                    <a:pt x="2058" y="99"/>
                    <a:pt x="1988" y="63"/>
                    <a:pt x="1920" y="38"/>
                  </a:cubicBezTo>
                  <a:cubicBezTo>
                    <a:pt x="1851" y="14"/>
                    <a:pt x="1783" y="0"/>
                    <a:pt x="1715" y="0"/>
                  </a:cubicBezTo>
                  <a:cubicBezTo>
                    <a:pt x="1669" y="0"/>
                    <a:pt x="1623" y="6"/>
                    <a:pt x="1578" y="19"/>
                  </a:cubicBezTo>
                  <a:cubicBezTo>
                    <a:pt x="1509" y="37"/>
                    <a:pt x="1440" y="70"/>
                    <a:pt x="1370" y="116"/>
                  </a:cubicBezTo>
                  <a:cubicBezTo>
                    <a:pt x="1299" y="162"/>
                    <a:pt x="1227" y="221"/>
                    <a:pt x="1150" y="295"/>
                  </a:cubicBezTo>
                  <a:lnTo>
                    <a:pt x="1150" y="295"/>
                  </a:lnTo>
                  <a:lnTo>
                    <a:pt x="16" y="1368"/>
                  </a:lnTo>
                  <a:cubicBezTo>
                    <a:pt x="6" y="1378"/>
                    <a:pt x="0" y="1391"/>
                    <a:pt x="0" y="1406"/>
                  </a:cubicBezTo>
                  <a:cubicBezTo>
                    <a:pt x="0" y="1420"/>
                    <a:pt x="6" y="1434"/>
                    <a:pt x="16" y="1444"/>
                  </a:cubicBezTo>
                  <a:lnTo>
                    <a:pt x="566" y="1977"/>
                  </a:lnTo>
                  <a:cubicBezTo>
                    <a:pt x="587" y="1997"/>
                    <a:pt x="619" y="1997"/>
                    <a:pt x="640" y="1976"/>
                  </a:cubicBezTo>
                  <a:cubicBezTo>
                    <a:pt x="660" y="1955"/>
                    <a:pt x="660" y="1921"/>
                    <a:pt x="639" y="1901"/>
                  </a:cubicBezTo>
                  <a:lnTo>
                    <a:pt x="129" y="1406"/>
                  </a:lnTo>
                  <a:lnTo>
                    <a:pt x="1223" y="371"/>
                  </a:lnTo>
                  <a:lnTo>
                    <a:pt x="1223" y="371"/>
                  </a:lnTo>
                  <a:cubicBezTo>
                    <a:pt x="1321" y="277"/>
                    <a:pt x="1409" y="210"/>
                    <a:pt x="1489" y="167"/>
                  </a:cubicBezTo>
                  <a:cubicBezTo>
                    <a:pt x="1529" y="146"/>
                    <a:pt x="1568" y="131"/>
                    <a:pt x="1605" y="121"/>
                  </a:cubicBezTo>
                  <a:cubicBezTo>
                    <a:pt x="1642" y="111"/>
                    <a:pt x="1679" y="106"/>
                    <a:pt x="1715" y="106"/>
                  </a:cubicBezTo>
                  <a:cubicBezTo>
                    <a:pt x="1770" y="106"/>
                    <a:pt x="1825" y="116"/>
                    <a:pt x="1884" y="138"/>
                  </a:cubicBezTo>
                  <a:cubicBezTo>
                    <a:pt x="1972" y="170"/>
                    <a:pt x="2070" y="226"/>
                    <a:pt x="2181" y="306"/>
                  </a:cubicBezTo>
                  <a:cubicBezTo>
                    <a:pt x="2293" y="387"/>
                    <a:pt x="2418" y="490"/>
                    <a:pt x="2562" y="612"/>
                  </a:cubicBezTo>
                  <a:cubicBezTo>
                    <a:pt x="2585" y="631"/>
                    <a:pt x="2618" y="628"/>
                    <a:pt x="2637" y="606"/>
                  </a:cubicBezTo>
                  <a:cubicBezTo>
                    <a:pt x="2656" y="584"/>
                    <a:pt x="2653" y="551"/>
                    <a:pt x="2631" y="53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7" name="Freeform 7">
              <a:extLst>
                <a:ext uri="{FF2B5EF4-FFF2-40B4-BE49-F238E27FC236}">
                  <a16:creationId xmlns:a16="http://schemas.microsoft.com/office/drawing/2014/main" id="{E34B0E8F-7C29-3241-8B05-8DB5DF4ED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946" y="709792"/>
              <a:ext cx="356603" cy="190334"/>
            </a:xfrm>
            <a:custGeom>
              <a:avLst/>
              <a:gdLst>
                <a:gd name="T0" fmla="*/ 2142 w 2158"/>
                <a:gd name="T1" fmla="*/ 438 h 1152"/>
                <a:gd name="T2" fmla="*/ 1725 w 2158"/>
                <a:gd name="T3" fmla="*/ 118 h 1152"/>
                <a:gd name="T4" fmla="*/ 1552 w 2158"/>
                <a:gd name="T5" fmla="*/ 31 h 1152"/>
                <a:gd name="T6" fmla="*/ 1386 w 2158"/>
                <a:gd name="T7" fmla="*/ 0 h 1152"/>
                <a:gd name="T8" fmla="*/ 1261 w 2158"/>
                <a:gd name="T9" fmla="*/ 19 h 1152"/>
                <a:gd name="T10" fmla="*/ 1068 w 2158"/>
                <a:gd name="T11" fmla="*/ 115 h 1152"/>
                <a:gd name="T12" fmla="*/ 852 w 2158"/>
                <a:gd name="T13" fmla="*/ 295 h 1152"/>
                <a:gd name="T14" fmla="*/ 852 w 2158"/>
                <a:gd name="T15" fmla="*/ 295 h 1152"/>
                <a:gd name="T16" fmla="*/ 13 w 2158"/>
                <a:gd name="T17" fmla="*/ 1094 h 1152"/>
                <a:gd name="T18" fmla="*/ 12 w 2158"/>
                <a:gd name="T19" fmla="*/ 1138 h 1152"/>
                <a:gd name="T20" fmla="*/ 56 w 2158"/>
                <a:gd name="T21" fmla="*/ 1139 h 1152"/>
                <a:gd name="T22" fmla="*/ 895 w 2158"/>
                <a:gd name="T23" fmla="*/ 340 h 1152"/>
                <a:gd name="T24" fmla="*/ 895 w 2158"/>
                <a:gd name="T25" fmla="*/ 340 h 1152"/>
                <a:gd name="T26" fmla="*/ 1164 w 2158"/>
                <a:gd name="T27" fmla="*/ 128 h 1152"/>
                <a:gd name="T28" fmla="*/ 1279 w 2158"/>
                <a:gd name="T29" fmla="*/ 79 h 1152"/>
                <a:gd name="T30" fmla="*/ 1386 w 2158"/>
                <a:gd name="T31" fmla="*/ 63 h 1152"/>
                <a:gd name="T32" fmla="*/ 1531 w 2158"/>
                <a:gd name="T33" fmla="*/ 90 h 1152"/>
                <a:gd name="T34" fmla="*/ 1781 w 2158"/>
                <a:gd name="T35" fmla="*/ 231 h 1152"/>
                <a:gd name="T36" fmla="*/ 2102 w 2158"/>
                <a:gd name="T37" fmla="*/ 486 h 1152"/>
                <a:gd name="T38" fmla="*/ 2146 w 2158"/>
                <a:gd name="T39" fmla="*/ 482 h 1152"/>
                <a:gd name="T40" fmla="*/ 2142 w 2158"/>
                <a:gd name="T41" fmla="*/ 438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58" h="1152">
                  <a:moveTo>
                    <a:pt x="2142" y="438"/>
                  </a:moveTo>
                  <a:cubicBezTo>
                    <a:pt x="1978" y="301"/>
                    <a:pt x="1845" y="193"/>
                    <a:pt x="1725" y="118"/>
                  </a:cubicBezTo>
                  <a:cubicBezTo>
                    <a:pt x="1664" y="80"/>
                    <a:pt x="1608" y="51"/>
                    <a:pt x="1552" y="31"/>
                  </a:cubicBezTo>
                  <a:cubicBezTo>
                    <a:pt x="1496" y="11"/>
                    <a:pt x="1441" y="0"/>
                    <a:pt x="1386" y="0"/>
                  </a:cubicBezTo>
                  <a:cubicBezTo>
                    <a:pt x="1344" y="0"/>
                    <a:pt x="1303" y="6"/>
                    <a:pt x="1261" y="19"/>
                  </a:cubicBezTo>
                  <a:cubicBezTo>
                    <a:pt x="1198" y="37"/>
                    <a:pt x="1135" y="69"/>
                    <a:pt x="1068" y="115"/>
                  </a:cubicBezTo>
                  <a:cubicBezTo>
                    <a:pt x="1000" y="161"/>
                    <a:pt x="930" y="220"/>
                    <a:pt x="852" y="295"/>
                  </a:cubicBezTo>
                  <a:lnTo>
                    <a:pt x="852" y="295"/>
                  </a:lnTo>
                  <a:lnTo>
                    <a:pt x="13" y="1094"/>
                  </a:lnTo>
                  <a:cubicBezTo>
                    <a:pt x="1" y="1106"/>
                    <a:pt x="0" y="1126"/>
                    <a:pt x="12" y="1138"/>
                  </a:cubicBezTo>
                  <a:cubicBezTo>
                    <a:pt x="24" y="1151"/>
                    <a:pt x="44" y="1151"/>
                    <a:pt x="56" y="1139"/>
                  </a:cubicBezTo>
                  <a:lnTo>
                    <a:pt x="895" y="340"/>
                  </a:lnTo>
                  <a:lnTo>
                    <a:pt x="895" y="340"/>
                  </a:lnTo>
                  <a:cubicBezTo>
                    <a:pt x="997" y="243"/>
                    <a:pt x="1085" y="173"/>
                    <a:pt x="1164" y="128"/>
                  </a:cubicBezTo>
                  <a:cubicBezTo>
                    <a:pt x="1204" y="106"/>
                    <a:pt x="1242" y="89"/>
                    <a:pt x="1279" y="79"/>
                  </a:cubicBezTo>
                  <a:cubicBezTo>
                    <a:pt x="1315" y="68"/>
                    <a:pt x="1351" y="63"/>
                    <a:pt x="1386" y="63"/>
                  </a:cubicBezTo>
                  <a:cubicBezTo>
                    <a:pt x="1433" y="63"/>
                    <a:pt x="1480" y="72"/>
                    <a:pt x="1531" y="90"/>
                  </a:cubicBezTo>
                  <a:cubicBezTo>
                    <a:pt x="1606" y="117"/>
                    <a:pt x="1688" y="164"/>
                    <a:pt x="1781" y="231"/>
                  </a:cubicBezTo>
                  <a:cubicBezTo>
                    <a:pt x="1874" y="298"/>
                    <a:pt x="1979" y="384"/>
                    <a:pt x="2102" y="486"/>
                  </a:cubicBezTo>
                  <a:cubicBezTo>
                    <a:pt x="2115" y="497"/>
                    <a:pt x="2135" y="495"/>
                    <a:pt x="2146" y="482"/>
                  </a:cubicBezTo>
                  <a:cubicBezTo>
                    <a:pt x="2157" y="469"/>
                    <a:pt x="2155" y="449"/>
                    <a:pt x="2142" y="43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8" name="Freeform 8">
              <a:extLst>
                <a:ext uri="{FF2B5EF4-FFF2-40B4-BE49-F238E27FC236}">
                  <a16:creationId xmlns:a16="http://schemas.microsoft.com/office/drawing/2014/main" id="{08D4B6E4-213B-E84A-9B55-3121DC89C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012" y="752818"/>
              <a:ext cx="304826" cy="169186"/>
            </a:xfrm>
            <a:custGeom>
              <a:avLst/>
              <a:gdLst>
                <a:gd name="T0" fmla="*/ 1832 w 1844"/>
                <a:gd name="T1" fmla="*/ 349 h 1021"/>
                <a:gd name="T2" fmla="*/ 1494 w 1844"/>
                <a:gd name="T3" fmla="*/ 93 h 1021"/>
                <a:gd name="T4" fmla="*/ 1356 w 1844"/>
                <a:gd name="T5" fmla="*/ 24 h 1021"/>
                <a:gd name="T6" fmla="*/ 1224 w 1844"/>
                <a:gd name="T7" fmla="*/ 0 h 1021"/>
                <a:gd name="T8" fmla="*/ 1110 w 1844"/>
                <a:gd name="T9" fmla="*/ 18 h 1021"/>
                <a:gd name="T10" fmla="*/ 929 w 1844"/>
                <a:gd name="T11" fmla="*/ 116 h 1021"/>
                <a:gd name="T12" fmla="*/ 715 w 1844"/>
                <a:gd name="T13" fmla="*/ 301 h 1021"/>
                <a:gd name="T14" fmla="*/ 714 w 1844"/>
                <a:gd name="T15" fmla="*/ 301 h 1021"/>
                <a:gd name="T16" fmla="*/ 10 w 1844"/>
                <a:gd name="T17" fmla="*/ 978 h 1021"/>
                <a:gd name="T18" fmla="*/ 9 w 1844"/>
                <a:gd name="T19" fmla="*/ 1011 h 1021"/>
                <a:gd name="T20" fmla="*/ 42 w 1844"/>
                <a:gd name="T21" fmla="*/ 1012 h 1021"/>
                <a:gd name="T22" fmla="*/ 746 w 1844"/>
                <a:gd name="T23" fmla="*/ 334 h 1021"/>
                <a:gd name="T24" fmla="*/ 746 w 1844"/>
                <a:gd name="T25" fmla="*/ 334 h 1021"/>
                <a:gd name="T26" fmla="*/ 1016 w 1844"/>
                <a:gd name="T27" fmla="*/ 114 h 1021"/>
                <a:gd name="T28" fmla="*/ 1124 w 1844"/>
                <a:gd name="T29" fmla="*/ 62 h 1021"/>
                <a:gd name="T30" fmla="*/ 1224 w 1844"/>
                <a:gd name="T31" fmla="*/ 46 h 1021"/>
                <a:gd name="T32" fmla="*/ 1340 w 1844"/>
                <a:gd name="T33" fmla="*/ 67 h 1021"/>
                <a:gd name="T34" fmla="*/ 1542 w 1844"/>
                <a:gd name="T35" fmla="*/ 180 h 1021"/>
                <a:gd name="T36" fmla="*/ 1803 w 1844"/>
                <a:gd name="T37" fmla="*/ 385 h 1021"/>
                <a:gd name="T38" fmla="*/ 1835 w 1844"/>
                <a:gd name="T39" fmla="*/ 381 h 1021"/>
                <a:gd name="T40" fmla="*/ 1832 w 1844"/>
                <a:gd name="T41" fmla="*/ 349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44" h="1021">
                  <a:moveTo>
                    <a:pt x="1832" y="349"/>
                  </a:moveTo>
                  <a:cubicBezTo>
                    <a:pt x="1698" y="239"/>
                    <a:pt x="1590" y="153"/>
                    <a:pt x="1494" y="93"/>
                  </a:cubicBezTo>
                  <a:cubicBezTo>
                    <a:pt x="1446" y="63"/>
                    <a:pt x="1400" y="40"/>
                    <a:pt x="1356" y="24"/>
                  </a:cubicBezTo>
                  <a:cubicBezTo>
                    <a:pt x="1311" y="8"/>
                    <a:pt x="1268" y="0"/>
                    <a:pt x="1224" y="0"/>
                  </a:cubicBezTo>
                  <a:cubicBezTo>
                    <a:pt x="1186" y="0"/>
                    <a:pt x="1148" y="6"/>
                    <a:pt x="1110" y="18"/>
                  </a:cubicBezTo>
                  <a:cubicBezTo>
                    <a:pt x="1052" y="37"/>
                    <a:pt x="993" y="69"/>
                    <a:pt x="929" y="116"/>
                  </a:cubicBezTo>
                  <a:cubicBezTo>
                    <a:pt x="864" y="163"/>
                    <a:pt x="794" y="224"/>
                    <a:pt x="715" y="301"/>
                  </a:cubicBezTo>
                  <a:lnTo>
                    <a:pt x="714" y="301"/>
                  </a:lnTo>
                  <a:lnTo>
                    <a:pt x="10" y="978"/>
                  </a:lnTo>
                  <a:cubicBezTo>
                    <a:pt x="1" y="987"/>
                    <a:pt x="0" y="1002"/>
                    <a:pt x="9" y="1011"/>
                  </a:cubicBezTo>
                  <a:cubicBezTo>
                    <a:pt x="18" y="1020"/>
                    <a:pt x="33" y="1020"/>
                    <a:pt x="42" y="1012"/>
                  </a:cubicBezTo>
                  <a:lnTo>
                    <a:pt x="746" y="334"/>
                  </a:lnTo>
                  <a:lnTo>
                    <a:pt x="746" y="334"/>
                  </a:lnTo>
                  <a:cubicBezTo>
                    <a:pt x="851" y="233"/>
                    <a:pt x="939" y="160"/>
                    <a:pt x="1016" y="114"/>
                  </a:cubicBezTo>
                  <a:cubicBezTo>
                    <a:pt x="1054" y="90"/>
                    <a:pt x="1090" y="73"/>
                    <a:pt x="1124" y="62"/>
                  </a:cubicBezTo>
                  <a:cubicBezTo>
                    <a:pt x="1159" y="51"/>
                    <a:pt x="1191" y="46"/>
                    <a:pt x="1224" y="46"/>
                  </a:cubicBezTo>
                  <a:cubicBezTo>
                    <a:pt x="1262" y="46"/>
                    <a:pt x="1300" y="53"/>
                    <a:pt x="1340" y="67"/>
                  </a:cubicBezTo>
                  <a:cubicBezTo>
                    <a:pt x="1401" y="89"/>
                    <a:pt x="1466" y="127"/>
                    <a:pt x="1542" y="180"/>
                  </a:cubicBezTo>
                  <a:cubicBezTo>
                    <a:pt x="1617" y="234"/>
                    <a:pt x="1702" y="303"/>
                    <a:pt x="1803" y="385"/>
                  </a:cubicBezTo>
                  <a:cubicBezTo>
                    <a:pt x="1813" y="393"/>
                    <a:pt x="1827" y="391"/>
                    <a:pt x="1835" y="381"/>
                  </a:cubicBezTo>
                  <a:cubicBezTo>
                    <a:pt x="1843" y="372"/>
                    <a:pt x="1842" y="357"/>
                    <a:pt x="1832" y="34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49" name="Freeform 9">
              <a:extLst>
                <a:ext uri="{FF2B5EF4-FFF2-40B4-BE49-F238E27FC236}">
                  <a16:creationId xmlns:a16="http://schemas.microsoft.com/office/drawing/2014/main" id="{3073A429-8658-EC43-92EE-0AD58A539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348" y="795114"/>
              <a:ext cx="253049" cy="148038"/>
            </a:xfrm>
            <a:custGeom>
              <a:avLst/>
              <a:gdLst>
                <a:gd name="T0" fmla="*/ 1522 w 1530"/>
                <a:gd name="T1" fmla="*/ 264 h 895"/>
                <a:gd name="T2" fmla="*/ 1260 w 1530"/>
                <a:gd name="T3" fmla="*/ 70 h 895"/>
                <a:gd name="T4" fmla="*/ 1156 w 1530"/>
                <a:gd name="T5" fmla="*/ 18 h 895"/>
                <a:gd name="T6" fmla="*/ 1057 w 1530"/>
                <a:gd name="T7" fmla="*/ 0 h 895"/>
                <a:gd name="T8" fmla="*/ 957 w 1530"/>
                <a:gd name="T9" fmla="*/ 19 h 895"/>
                <a:gd name="T10" fmla="*/ 791 w 1530"/>
                <a:gd name="T11" fmla="*/ 119 h 895"/>
                <a:gd name="T12" fmla="*/ 577 w 1530"/>
                <a:gd name="T13" fmla="*/ 310 h 895"/>
                <a:gd name="T14" fmla="*/ 577 w 1530"/>
                <a:gd name="T15" fmla="*/ 310 h 895"/>
                <a:gd name="T16" fmla="*/ 6 w 1530"/>
                <a:gd name="T17" fmla="*/ 867 h 895"/>
                <a:gd name="T18" fmla="*/ 6 w 1530"/>
                <a:gd name="T19" fmla="*/ 888 h 895"/>
                <a:gd name="T20" fmla="*/ 27 w 1530"/>
                <a:gd name="T21" fmla="*/ 888 h 895"/>
                <a:gd name="T22" fmla="*/ 598 w 1530"/>
                <a:gd name="T23" fmla="*/ 331 h 895"/>
                <a:gd name="T24" fmla="*/ 598 w 1530"/>
                <a:gd name="T25" fmla="*/ 331 h 895"/>
                <a:gd name="T26" fmla="*/ 866 w 1530"/>
                <a:gd name="T27" fmla="*/ 101 h 895"/>
                <a:gd name="T28" fmla="*/ 968 w 1530"/>
                <a:gd name="T29" fmla="*/ 47 h 895"/>
                <a:gd name="T30" fmla="*/ 1057 w 1530"/>
                <a:gd name="T31" fmla="*/ 29 h 895"/>
                <a:gd name="T32" fmla="*/ 1146 w 1530"/>
                <a:gd name="T33" fmla="*/ 46 h 895"/>
                <a:gd name="T34" fmla="*/ 1300 w 1530"/>
                <a:gd name="T35" fmla="*/ 132 h 895"/>
                <a:gd name="T36" fmla="*/ 1504 w 1530"/>
                <a:gd name="T37" fmla="*/ 287 h 895"/>
                <a:gd name="T38" fmla="*/ 1524 w 1530"/>
                <a:gd name="T39" fmla="*/ 285 h 895"/>
                <a:gd name="T40" fmla="*/ 1522 w 1530"/>
                <a:gd name="T41" fmla="*/ 26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0" h="895">
                  <a:moveTo>
                    <a:pt x="1522" y="264"/>
                  </a:moveTo>
                  <a:cubicBezTo>
                    <a:pt x="1417" y="180"/>
                    <a:pt x="1334" y="115"/>
                    <a:pt x="1260" y="70"/>
                  </a:cubicBezTo>
                  <a:cubicBezTo>
                    <a:pt x="1224" y="47"/>
                    <a:pt x="1189" y="30"/>
                    <a:pt x="1156" y="18"/>
                  </a:cubicBezTo>
                  <a:cubicBezTo>
                    <a:pt x="1123" y="6"/>
                    <a:pt x="1090" y="0"/>
                    <a:pt x="1057" y="0"/>
                  </a:cubicBezTo>
                  <a:cubicBezTo>
                    <a:pt x="1024" y="0"/>
                    <a:pt x="991" y="6"/>
                    <a:pt x="957" y="19"/>
                  </a:cubicBezTo>
                  <a:cubicBezTo>
                    <a:pt x="906" y="38"/>
                    <a:pt x="852" y="71"/>
                    <a:pt x="791" y="119"/>
                  </a:cubicBezTo>
                  <a:cubicBezTo>
                    <a:pt x="729" y="167"/>
                    <a:pt x="660" y="231"/>
                    <a:pt x="577" y="310"/>
                  </a:cubicBezTo>
                  <a:lnTo>
                    <a:pt x="577" y="310"/>
                  </a:lnTo>
                  <a:lnTo>
                    <a:pt x="6" y="867"/>
                  </a:lnTo>
                  <a:cubicBezTo>
                    <a:pt x="0" y="873"/>
                    <a:pt x="0" y="882"/>
                    <a:pt x="6" y="888"/>
                  </a:cubicBezTo>
                  <a:cubicBezTo>
                    <a:pt x="12" y="894"/>
                    <a:pt x="21" y="894"/>
                    <a:pt x="27" y="888"/>
                  </a:cubicBezTo>
                  <a:lnTo>
                    <a:pt x="598" y="331"/>
                  </a:lnTo>
                  <a:lnTo>
                    <a:pt x="598" y="331"/>
                  </a:lnTo>
                  <a:cubicBezTo>
                    <a:pt x="707" y="226"/>
                    <a:pt x="793" y="150"/>
                    <a:pt x="866" y="101"/>
                  </a:cubicBezTo>
                  <a:cubicBezTo>
                    <a:pt x="903" y="76"/>
                    <a:pt x="936" y="58"/>
                    <a:pt x="968" y="47"/>
                  </a:cubicBezTo>
                  <a:cubicBezTo>
                    <a:pt x="999" y="35"/>
                    <a:pt x="1028" y="29"/>
                    <a:pt x="1057" y="29"/>
                  </a:cubicBezTo>
                  <a:cubicBezTo>
                    <a:pt x="1086" y="29"/>
                    <a:pt x="1115" y="35"/>
                    <a:pt x="1146" y="46"/>
                  </a:cubicBezTo>
                  <a:cubicBezTo>
                    <a:pt x="1192" y="62"/>
                    <a:pt x="1242" y="91"/>
                    <a:pt x="1300" y="132"/>
                  </a:cubicBezTo>
                  <a:cubicBezTo>
                    <a:pt x="1359" y="172"/>
                    <a:pt x="1425" y="225"/>
                    <a:pt x="1504" y="287"/>
                  </a:cubicBezTo>
                  <a:cubicBezTo>
                    <a:pt x="1510" y="292"/>
                    <a:pt x="1518" y="291"/>
                    <a:pt x="1524" y="285"/>
                  </a:cubicBezTo>
                  <a:cubicBezTo>
                    <a:pt x="1529" y="279"/>
                    <a:pt x="1528" y="269"/>
                    <a:pt x="1522" y="2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50" name="Freeform 10">
              <a:extLst>
                <a:ext uri="{FF2B5EF4-FFF2-40B4-BE49-F238E27FC236}">
                  <a16:creationId xmlns:a16="http://schemas.microsoft.com/office/drawing/2014/main" id="{7B9CB57C-5EF1-7045-A70B-14CD6B5A9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413" y="835952"/>
              <a:ext cx="201273" cy="127619"/>
            </a:xfrm>
            <a:custGeom>
              <a:avLst/>
              <a:gdLst>
                <a:gd name="T0" fmla="*/ 1212 w 1217"/>
                <a:gd name="T1" fmla="*/ 184 h 773"/>
                <a:gd name="T2" fmla="*/ 1023 w 1217"/>
                <a:gd name="T3" fmla="*/ 48 h 773"/>
                <a:gd name="T4" fmla="*/ 884 w 1217"/>
                <a:gd name="T5" fmla="*/ 0 h 773"/>
                <a:gd name="T6" fmla="*/ 801 w 1217"/>
                <a:gd name="T7" fmla="*/ 20 h 773"/>
                <a:gd name="T8" fmla="*/ 653 w 1217"/>
                <a:gd name="T9" fmla="*/ 124 h 773"/>
                <a:gd name="T10" fmla="*/ 440 w 1217"/>
                <a:gd name="T11" fmla="*/ 324 h 773"/>
                <a:gd name="T12" fmla="*/ 440 w 1217"/>
                <a:gd name="T13" fmla="*/ 324 h 773"/>
                <a:gd name="T14" fmla="*/ 3 w 1217"/>
                <a:gd name="T15" fmla="*/ 760 h 773"/>
                <a:gd name="T16" fmla="*/ 3 w 1217"/>
                <a:gd name="T17" fmla="*/ 770 h 773"/>
                <a:gd name="T18" fmla="*/ 12 w 1217"/>
                <a:gd name="T19" fmla="*/ 770 h 773"/>
                <a:gd name="T20" fmla="*/ 449 w 1217"/>
                <a:gd name="T21" fmla="*/ 333 h 773"/>
                <a:gd name="T22" fmla="*/ 716 w 1217"/>
                <a:gd name="T23" fmla="*/ 90 h 773"/>
                <a:gd name="T24" fmla="*/ 806 w 1217"/>
                <a:gd name="T25" fmla="*/ 32 h 773"/>
                <a:gd name="T26" fmla="*/ 884 w 1217"/>
                <a:gd name="T27" fmla="*/ 13 h 773"/>
                <a:gd name="T28" fmla="*/ 1016 w 1217"/>
                <a:gd name="T29" fmla="*/ 60 h 773"/>
                <a:gd name="T30" fmla="*/ 1204 w 1217"/>
                <a:gd name="T31" fmla="*/ 195 h 773"/>
                <a:gd name="T32" fmla="*/ 1214 w 1217"/>
                <a:gd name="T33" fmla="*/ 194 h 773"/>
                <a:gd name="T34" fmla="*/ 1212 w 1217"/>
                <a:gd name="T35" fmla="*/ 18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7" h="773">
                  <a:moveTo>
                    <a:pt x="1212" y="184"/>
                  </a:moveTo>
                  <a:cubicBezTo>
                    <a:pt x="1135" y="125"/>
                    <a:pt x="1075" y="80"/>
                    <a:pt x="1023" y="48"/>
                  </a:cubicBezTo>
                  <a:cubicBezTo>
                    <a:pt x="971" y="17"/>
                    <a:pt x="928" y="0"/>
                    <a:pt x="884" y="0"/>
                  </a:cubicBezTo>
                  <a:cubicBezTo>
                    <a:pt x="856" y="0"/>
                    <a:pt x="829" y="7"/>
                    <a:pt x="801" y="20"/>
                  </a:cubicBezTo>
                  <a:cubicBezTo>
                    <a:pt x="758" y="39"/>
                    <a:pt x="711" y="74"/>
                    <a:pt x="653" y="124"/>
                  </a:cubicBezTo>
                  <a:cubicBezTo>
                    <a:pt x="595" y="175"/>
                    <a:pt x="527" y="241"/>
                    <a:pt x="440" y="324"/>
                  </a:cubicBezTo>
                  <a:lnTo>
                    <a:pt x="440" y="324"/>
                  </a:lnTo>
                  <a:lnTo>
                    <a:pt x="3" y="760"/>
                  </a:lnTo>
                  <a:cubicBezTo>
                    <a:pt x="0" y="763"/>
                    <a:pt x="0" y="767"/>
                    <a:pt x="3" y="770"/>
                  </a:cubicBezTo>
                  <a:cubicBezTo>
                    <a:pt x="5" y="772"/>
                    <a:pt x="10" y="772"/>
                    <a:pt x="12" y="770"/>
                  </a:cubicBezTo>
                  <a:lnTo>
                    <a:pt x="449" y="333"/>
                  </a:lnTo>
                  <a:cubicBezTo>
                    <a:pt x="565" y="223"/>
                    <a:pt x="648" y="142"/>
                    <a:pt x="716" y="90"/>
                  </a:cubicBezTo>
                  <a:cubicBezTo>
                    <a:pt x="749" y="63"/>
                    <a:pt x="778" y="44"/>
                    <a:pt x="806" y="32"/>
                  </a:cubicBezTo>
                  <a:cubicBezTo>
                    <a:pt x="833" y="19"/>
                    <a:pt x="859" y="13"/>
                    <a:pt x="884" y="13"/>
                  </a:cubicBezTo>
                  <a:cubicBezTo>
                    <a:pt x="924" y="13"/>
                    <a:pt x="966" y="29"/>
                    <a:pt x="1016" y="60"/>
                  </a:cubicBezTo>
                  <a:cubicBezTo>
                    <a:pt x="1067" y="90"/>
                    <a:pt x="1127" y="136"/>
                    <a:pt x="1204" y="195"/>
                  </a:cubicBezTo>
                  <a:cubicBezTo>
                    <a:pt x="1207" y="197"/>
                    <a:pt x="1211" y="197"/>
                    <a:pt x="1214" y="194"/>
                  </a:cubicBezTo>
                  <a:cubicBezTo>
                    <a:pt x="1216" y="191"/>
                    <a:pt x="1215" y="187"/>
                    <a:pt x="1212" y="18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  <p:sp>
          <p:nvSpPr>
            <p:cNvPr id="51" name="Freeform 11">
              <a:extLst>
                <a:ext uri="{FF2B5EF4-FFF2-40B4-BE49-F238E27FC236}">
                  <a16:creationId xmlns:a16="http://schemas.microsoft.com/office/drawing/2014/main" id="{9187B6AA-F9BB-264E-BDCA-C7E0AC3A6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093" y="858559"/>
              <a:ext cx="72925" cy="48130"/>
            </a:xfrm>
            <a:custGeom>
              <a:avLst/>
              <a:gdLst>
                <a:gd name="T0" fmla="*/ 49 w 442"/>
                <a:gd name="T1" fmla="*/ 200 h 293"/>
                <a:gd name="T2" fmla="*/ 0 w 442"/>
                <a:gd name="T3" fmla="*/ 156 h 293"/>
                <a:gd name="T4" fmla="*/ 45 w 442"/>
                <a:gd name="T5" fmla="*/ 107 h 293"/>
                <a:gd name="T6" fmla="*/ 392 w 442"/>
                <a:gd name="T7" fmla="*/ 91 h 293"/>
                <a:gd name="T8" fmla="*/ 441 w 442"/>
                <a:gd name="T9" fmla="*/ 137 h 293"/>
                <a:gd name="T10" fmla="*/ 396 w 442"/>
                <a:gd name="T11" fmla="*/ 185 h 293"/>
                <a:gd name="T12" fmla="*/ 49 w 442"/>
                <a:gd name="T13" fmla="*/ 20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293">
                  <a:moveTo>
                    <a:pt x="49" y="200"/>
                  </a:moveTo>
                  <a:lnTo>
                    <a:pt x="0" y="156"/>
                  </a:lnTo>
                  <a:lnTo>
                    <a:pt x="45" y="107"/>
                  </a:lnTo>
                  <a:cubicBezTo>
                    <a:pt x="136" y="7"/>
                    <a:pt x="292" y="0"/>
                    <a:pt x="392" y="91"/>
                  </a:cubicBezTo>
                  <a:lnTo>
                    <a:pt x="441" y="137"/>
                  </a:lnTo>
                  <a:lnTo>
                    <a:pt x="396" y="185"/>
                  </a:lnTo>
                  <a:cubicBezTo>
                    <a:pt x="304" y="285"/>
                    <a:pt x="149" y="292"/>
                    <a:pt x="49" y="2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800"/>
            </a:p>
          </p:txBody>
        </p:sp>
      </p:grpSp>
      <p:pic>
        <p:nvPicPr>
          <p:cNvPr id="53" name="图片 52">
            <a:extLst>
              <a:ext uri="{FF2B5EF4-FFF2-40B4-BE49-F238E27FC236}">
                <a16:creationId xmlns:a16="http://schemas.microsoft.com/office/drawing/2014/main" id="{B0D33380-60F9-A94F-85E0-4946AC5DB9E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553541" y="430594"/>
            <a:ext cx="1219657" cy="5720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22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0F991AED-B610-0AD8-A7DE-9FE7E7D3B6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F007B8B-F5D4-FDD7-80D5-6D24BC3160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/>
              <a:t>click to 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1544BB05-32D3-BE4D-83B3-C71C8710E258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1514D06F-2629-2341-8A22-9F2C63204220}" type="datetime1">
              <a:rPr lang="en-US" altLang="zh-CN"/>
              <a:pPr>
                <a:defRPr/>
              </a:pPr>
              <a:t>9/4/24</a:t>
            </a:fld>
            <a:endParaRPr lang="en-US" altLang="zh-CN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54BBCEDA-15AA-2041-8F3E-35FC0ED434FC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0B942A68-B298-3045-9B1B-CCB2AEA58EB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ahoma" panose="020B0604030504040204" pitchFamily="34" charset="0"/>
              </a:defRPr>
            </a:lvl1pPr>
          </a:lstStyle>
          <a:p>
            <a:r>
              <a:rPr lang="en-US" altLang="zh-CN"/>
              <a:t>2-</a:t>
            </a:r>
            <a:fld id="{71C9E37D-6CFC-DB4E-B43F-3A20099273BC}" type="slidenum">
              <a:rPr lang="en-US" altLang="zh-CN"/>
              <a:pPr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93" r:id="rId1"/>
    <p:sldLayoutId id="2147484087" r:id="rId2"/>
    <p:sldLayoutId id="2147484088" r:id="rId3"/>
    <p:sldLayoutId id="2147484089" r:id="rId4"/>
    <p:sldLayoutId id="2147484090" r:id="rId5"/>
    <p:sldLayoutId id="2147484091" r:id="rId6"/>
    <p:sldLayoutId id="2147484094" r:id="rId7"/>
    <p:sldLayoutId id="2147484095" r:id="rId8"/>
    <p:sldLayoutId id="2147484092" r:id="rId9"/>
    <p:sldLayoutId id="2147484096" r:id="rId10"/>
    <p:sldLayoutId id="2147484097" r:id="rId11"/>
    <p:sldLayoutId id="2147484098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0"/>
        </a:buClr>
        <a:buSzPct val="100000"/>
        <a:buFont typeface="Wingdings" pitchFamily="2" charset="2"/>
        <a:buChar char="§"/>
        <a:defRPr sz="2800">
          <a:solidFill>
            <a:schemeClr val="tx1"/>
          </a:solidFill>
          <a:latin typeface="+mn-lt"/>
          <a:ea typeface="ＭＳ Ｐゴシック" charset="0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0"/>
        </a:buClr>
        <a:buFont typeface="Arial" panose="020B0604020202020204" pitchFamily="34" charset="0"/>
        <a:buChar char="•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itchFamily="2" charset="2"/>
        <a:buChar char="§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itchFamily="2" charset="2"/>
        <a:buChar char="§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itchFamily="2" charset="2"/>
        <a:buChar char="§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2AAAA80D-F069-DE49-8F34-B637A12CB5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80631" y="365126"/>
            <a:ext cx="6165609" cy="87908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 dirty="0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A2AAAE3F-F071-E445-8B18-8EAF3979328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590270"/>
            <a:ext cx="7886700" cy="458669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zh-CN" altLang="en-US" dirty="0"/>
              <a:t>单击此处编辑母版文本样式</a:t>
            </a:r>
          </a:p>
          <a:p>
            <a:pPr lvl="1"/>
            <a:r>
              <a:rPr kumimoji="1" lang="zh-CN" altLang="en-US" dirty="0"/>
              <a:t>二级</a:t>
            </a:r>
          </a:p>
          <a:p>
            <a:pPr lvl="2"/>
            <a:r>
              <a:rPr kumimoji="1" lang="zh-CN" altLang="en-US" dirty="0"/>
              <a:t>三级</a:t>
            </a:r>
          </a:p>
          <a:p>
            <a:pPr lvl="3"/>
            <a:r>
              <a:rPr kumimoji="1" lang="zh-CN" altLang="en-US" dirty="0"/>
              <a:t>四级</a:t>
            </a:r>
          </a:p>
          <a:p>
            <a:pPr lvl="4"/>
            <a:r>
              <a:rPr kumimoji="1" lang="zh-CN" altLang="en-US" dirty="0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91E21652-6A28-F54F-98C2-D24C55AD3ED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defRPr>
            </a:lvl1pPr>
          </a:lstStyle>
          <a:p>
            <a:fld id="{7A639E08-1A5C-B645-883A-33A25D0B28B6}" type="datetime1">
              <a:rPr kumimoji="1" lang="zh-CN" altLang="en-US" smtClean="0"/>
              <a:t>2024/9/4</a:t>
            </a:fld>
            <a:endParaRPr kumimoji="1"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CB9D617-AB6E-774C-A385-AAFEFB9272A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defRPr>
            </a:lvl1pPr>
          </a:lstStyle>
          <a:p>
            <a:endParaRPr kumimoji="1"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F17F525-3365-224F-AAA7-E3B9B30119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790459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defRPr>
            </a:lvl1pPr>
          </a:lstStyle>
          <a:p>
            <a:fld id="{8D4D1E41-7A09-AB4A-A4E1-09765ADA2698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1842845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0" r:id="rId1"/>
    <p:sldLayoutId id="2147484101" r:id="rId2"/>
    <p:sldLayoutId id="2147484102" r:id="rId3"/>
  </p:sldLayoutIdLst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100000"/>
        </a:lnSpc>
        <a:spcBef>
          <a:spcPts val="4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n-cs"/>
        </a:defRPr>
      </a:lvl1pPr>
      <a:lvl2pPr marL="514350" indent="-171450" algn="l" defTabSz="685800" rtl="0" eaLnBrk="1" latinLnBrk="0" hangingPunct="1">
        <a:lnSpc>
          <a:spcPct val="100000"/>
        </a:lnSpc>
        <a:spcBef>
          <a:spcPts val="45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n-cs"/>
        </a:defRPr>
      </a:lvl2pPr>
      <a:lvl3pPr marL="857250" indent="-171450" algn="l" defTabSz="685800" rtl="0" eaLnBrk="1" latinLnBrk="0" hangingPunct="1">
        <a:lnSpc>
          <a:spcPct val="100000"/>
        </a:lnSpc>
        <a:spcBef>
          <a:spcPts val="450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n-cs"/>
        </a:defRPr>
      </a:lvl3pPr>
      <a:lvl4pPr marL="1200150" indent="-171450" algn="l" defTabSz="685800" rtl="0" eaLnBrk="1" latinLnBrk="0" hangingPunct="1">
        <a:lnSpc>
          <a:spcPct val="100000"/>
        </a:lnSpc>
        <a:spcBef>
          <a:spcPts val="450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n-cs"/>
        </a:defRPr>
      </a:lvl4pPr>
      <a:lvl5pPr marL="1543050" indent="-171450" algn="l" defTabSz="685800" rtl="0" eaLnBrk="1" latinLnBrk="0" hangingPunct="1">
        <a:lnSpc>
          <a:spcPct val="100000"/>
        </a:lnSpc>
        <a:spcBef>
          <a:spcPts val="450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Microsoft YaHei" panose="020B0503020204020204" pitchFamily="34" charset="-122"/>
          <a:ea typeface="Microsoft YaHei" panose="020B0503020204020204" pitchFamily="34" charset="-122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26" Type="http://schemas.openxmlformats.org/officeDocument/2006/relationships/image" Target="../media/image27.png"/><Relationship Id="rId3" Type="http://schemas.openxmlformats.org/officeDocument/2006/relationships/image" Target="../media/image5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5" Type="http://schemas.openxmlformats.org/officeDocument/2006/relationships/image" Target="../media/image26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7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28" Type="http://schemas.openxmlformats.org/officeDocument/2006/relationships/image" Target="../media/image29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6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Relationship Id="rId27" Type="http://schemas.openxmlformats.org/officeDocument/2006/relationships/image" Target="../media/image2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3" Type="http://schemas.openxmlformats.org/officeDocument/2006/relationships/image" Target="../media/image3.png"/><Relationship Id="rId21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5" Type="http://schemas.openxmlformats.org/officeDocument/2006/relationships/image" Target="../media/image14.png"/><Relationship Id="rId15" Type="http://schemas.openxmlformats.org/officeDocument/2006/relationships/image" Target="../media/image24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4" Type="http://schemas.openxmlformats.org/officeDocument/2006/relationships/image" Target="../media/image6.png"/><Relationship Id="rId9" Type="http://schemas.openxmlformats.org/officeDocument/2006/relationships/image" Target="../media/image18.png"/><Relationship Id="rId14" Type="http://schemas.openxmlformats.org/officeDocument/2006/relationships/image" Target="../media/image2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3" Type="http://schemas.openxmlformats.org/officeDocument/2006/relationships/image" Target="../media/image3.png"/><Relationship Id="rId21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5" Type="http://schemas.openxmlformats.org/officeDocument/2006/relationships/image" Target="../media/image14.png"/><Relationship Id="rId15" Type="http://schemas.openxmlformats.org/officeDocument/2006/relationships/image" Target="../media/image24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4" Type="http://schemas.openxmlformats.org/officeDocument/2006/relationships/image" Target="../media/image6.png"/><Relationship Id="rId9" Type="http://schemas.openxmlformats.org/officeDocument/2006/relationships/image" Target="../media/image18.png"/><Relationship Id="rId14" Type="http://schemas.openxmlformats.org/officeDocument/2006/relationships/image" Target="../media/image2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3.png"/><Relationship Id="rId4" Type="http://schemas.openxmlformats.org/officeDocument/2006/relationships/image" Target="../media/image31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3" Type="http://schemas.openxmlformats.org/officeDocument/2006/relationships/image" Target="../media/image3.png"/><Relationship Id="rId21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5" Type="http://schemas.openxmlformats.org/officeDocument/2006/relationships/image" Target="../media/image14.png"/><Relationship Id="rId15" Type="http://schemas.openxmlformats.org/officeDocument/2006/relationships/image" Target="../media/image24.png"/><Relationship Id="rId23" Type="http://schemas.openxmlformats.org/officeDocument/2006/relationships/image" Target="../media/image34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4" Type="http://schemas.openxmlformats.org/officeDocument/2006/relationships/image" Target="../media/image6.png"/><Relationship Id="rId9" Type="http://schemas.openxmlformats.org/officeDocument/2006/relationships/image" Target="../media/image18.png"/><Relationship Id="rId14" Type="http://schemas.openxmlformats.org/officeDocument/2006/relationships/image" Target="../media/image23.png"/><Relationship Id="rId22" Type="http://schemas.openxmlformats.org/officeDocument/2006/relationships/customXml" Target="../ink/ink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3" Type="http://schemas.openxmlformats.org/officeDocument/2006/relationships/image" Target="../media/image3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5" Type="http://schemas.openxmlformats.org/officeDocument/2006/relationships/image" Target="../media/image14.png"/><Relationship Id="rId15" Type="http://schemas.openxmlformats.org/officeDocument/2006/relationships/image" Target="../media/image24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4" Type="http://schemas.openxmlformats.org/officeDocument/2006/relationships/image" Target="../media/image6.png"/><Relationship Id="rId9" Type="http://schemas.openxmlformats.org/officeDocument/2006/relationships/image" Target="../media/image18.png"/><Relationship Id="rId14" Type="http://schemas.openxmlformats.org/officeDocument/2006/relationships/image" Target="../media/image2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2.png"/><Relationship Id="rId4" Type="http://schemas.openxmlformats.org/officeDocument/2006/relationships/image" Target="../media/image34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3.png"/><Relationship Id="rId4" Type="http://schemas.openxmlformats.org/officeDocument/2006/relationships/image" Target="../media/image3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3.png"/><Relationship Id="rId4" Type="http://schemas.openxmlformats.org/officeDocument/2006/relationships/image" Target="../media/image37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.png"/><Relationship Id="rId7" Type="http://schemas.openxmlformats.org/officeDocument/2006/relationships/image" Target="../media/image40.png"/><Relationship Id="rId12" Type="http://schemas.openxmlformats.org/officeDocument/2006/relationships/image" Target="../media/image2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9.png"/><Relationship Id="rId11" Type="http://schemas.openxmlformats.org/officeDocument/2006/relationships/image" Target="../media/image26.png"/><Relationship Id="rId5" Type="http://schemas.openxmlformats.org/officeDocument/2006/relationships/image" Target="../media/image38.png"/><Relationship Id="rId10" Type="http://schemas.openxmlformats.org/officeDocument/2006/relationships/image" Target="../media/image32.png"/><Relationship Id="rId4" Type="http://schemas.openxmlformats.org/officeDocument/2006/relationships/image" Target="../media/image6.png"/><Relationship Id="rId9" Type="http://schemas.openxmlformats.org/officeDocument/2006/relationships/image" Target="../media/image42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3.png"/><Relationship Id="rId3" Type="http://schemas.openxmlformats.org/officeDocument/2006/relationships/image" Target="../media/image38.png"/><Relationship Id="rId7" Type="http://schemas.openxmlformats.org/officeDocument/2006/relationships/image" Target="../media/image46.png"/><Relationship Id="rId12" Type="http://schemas.openxmlformats.org/officeDocument/2006/relationships/image" Target="../media/image5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5.png"/><Relationship Id="rId11" Type="http://schemas.openxmlformats.org/officeDocument/2006/relationships/image" Target="../media/image50.png"/><Relationship Id="rId5" Type="http://schemas.openxmlformats.org/officeDocument/2006/relationships/image" Target="../media/image44.png"/><Relationship Id="rId10" Type="http://schemas.openxmlformats.org/officeDocument/2006/relationships/image" Target="../media/image49.png"/><Relationship Id="rId4" Type="http://schemas.openxmlformats.org/officeDocument/2006/relationships/image" Target="../media/image43.png"/><Relationship Id="rId9" Type="http://schemas.openxmlformats.org/officeDocument/2006/relationships/image" Target="../media/image48.png"/><Relationship Id="rId14" Type="http://schemas.openxmlformats.org/officeDocument/2006/relationships/image" Target="../media/image32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8.png"/><Relationship Id="rId3" Type="http://schemas.openxmlformats.org/officeDocument/2006/relationships/image" Target="../media/image3.png"/><Relationship Id="rId7" Type="http://schemas.openxmlformats.org/officeDocument/2006/relationships/image" Target="../media/image53.png"/><Relationship Id="rId12" Type="http://schemas.openxmlformats.org/officeDocument/2006/relationships/image" Target="../media/image5.png"/><Relationship Id="rId17" Type="http://schemas.openxmlformats.org/officeDocument/2006/relationships/image" Target="../media/image27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2.png"/><Relationship Id="rId11" Type="http://schemas.openxmlformats.org/officeDocument/2006/relationships/image" Target="../media/image57.png"/><Relationship Id="rId5" Type="http://schemas.openxmlformats.org/officeDocument/2006/relationships/image" Target="../media/image38.png"/><Relationship Id="rId15" Type="http://schemas.openxmlformats.org/officeDocument/2006/relationships/image" Target="../media/image60.png"/><Relationship Id="rId10" Type="http://schemas.openxmlformats.org/officeDocument/2006/relationships/image" Target="../media/image56.png"/><Relationship Id="rId4" Type="http://schemas.openxmlformats.org/officeDocument/2006/relationships/image" Target="../media/image6.png"/><Relationship Id="rId9" Type="http://schemas.openxmlformats.org/officeDocument/2006/relationships/image" Target="../media/image55.png"/><Relationship Id="rId14" Type="http://schemas.openxmlformats.org/officeDocument/2006/relationships/image" Target="../media/image59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2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5.png"/><Relationship Id="rId4" Type="http://schemas.openxmlformats.org/officeDocument/2006/relationships/image" Target="../media/image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13" Type="http://schemas.openxmlformats.org/officeDocument/2006/relationships/image" Target="../media/image75.png"/><Relationship Id="rId3" Type="http://schemas.openxmlformats.org/officeDocument/2006/relationships/image" Target="../media/image6.png"/><Relationship Id="rId7" Type="http://schemas.openxmlformats.org/officeDocument/2006/relationships/image" Target="../media/image69.png"/><Relationship Id="rId12" Type="http://schemas.openxmlformats.org/officeDocument/2006/relationships/image" Target="../media/image7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8.png"/><Relationship Id="rId11" Type="http://schemas.openxmlformats.org/officeDocument/2006/relationships/image" Target="../media/image73.png"/><Relationship Id="rId5" Type="http://schemas.openxmlformats.org/officeDocument/2006/relationships/image" Target="../media/image67.png"/><Relationship Id="rId10" Type="http://schemas.openxmlformats.org/officeDocument/2006/relationships/image" Target="../media/image72.png"/><Relationship Id="rId4" Type="http://schemas.openxmlformats.org/officeDocument/2006/relationships/image" Target="../media/image66.png"/><Relationship Id="rId9" Type="http://schemas.openxmlformats.org/officeDocument/2006/relationships/image" Target="../media/image71.png"/><Relationship Id="rId14" Type="http://schemas.openxmlformats.org/officeDocument/2006/relationships/image" Target="../media/image3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3.png"/><Relationship Id="rId7" Type="http://schemas.openxmlformats.org/officeDocument/2006/relationships/image" Target="../media/image62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8.png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.png"/><Relationship Id="rId5" Type="http://schemas.openxmlformats.org/officeDocument/2006/relationships/customXml" Target="../ink/ink2.xml"/><Relationship Id="rId4" Type="http://schemas.openxmlformats.org/officeDocument/2006/relationships/image" Target="../media/image3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9.emf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1.png"/><Relationship Id="rId4" Type="http://schemas.openxmlformats.org/officeDocument/2006/relationships/image" Target="../media/image80.e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1.png"/><Relationship Id="rId4" Type="http://schemas.openxmlformats.org/officeDocument/2006/relationships/image" Target="../media/image80.e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5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2.jpeg"/><Relationship Id="rId18" Type="http://schemas.openxmlformats.org/officeDocument/2006/relationships/image" Target="../media/image96.png"/><Relationship Id="rId26" Type="http://schemas.openxmlformats.org/officeDocument/2006/relationships/image" Target="../media/image101.jpeg"/><Relationship Id="rId3" Type="http://schemas.openxmlformats.org/officeDocument/2006/relationships/image" Target="../media/image86.png"/><Relationship Id="rId21" Type="http://schemas.openxmlformats.org/officeDocument/2006/relationships/image" Target="../media/image98.jpeg"/><Relationship Id="rId7" Type="http://schemas.openxmlformats.org/officeDocument/2006/relationships/image" Target="../media/image88.png"/><Relationship Id="rId12" Type="http://schemas.openxmlformats.org/officeDocument/2006/relationships/image" Target="../media/image91.png"/><Relationship Id="rId17" Type="http://schemas.microsoft.com/office/2007/relationships/hdphoto" Target="../media/hdphoto2.wdp"/><Relationship Id="rId25" Type="http://schemas.openxmlformats.org/officeDocument/2006/relationships/hyperlink" Target="http://images.google.com/imgres?imgurl=http://www.wpclipart.com/telephone/telephone_cartoon.png&amp;imgrefurl=http://policeonthescene.libsyn.com/&amp;h=264&amp;w=270&amp;sz=37&amp;hl=en&amp;start=8&amp;tbnid=8sTVCGh5uzf1gM:&amp;tbnh=110&amp;tbnw=113&amp;prev=/images?q=telephone&amp;gbv=2&amp;hl=en" TargetMode="External"/><Relationship Id="rId33" Type="http://schemas.openxmlformats.org/officeDocument/2006/relationships/image" Target="../media/image3.png"/><Relationship Id="rId2" Type="http://schemas.openxmlformats.org/officeDocument/2006/relationships/notesSlide" Target="../notesSlides/notesSlide52.xml"/><Relationship Id="rId16" Type="http://schemas.openxmlformats.org/officeDocument/2006/relationships/image" Target="../media/image95.png"/><Relationship Id="rId20" Type="http://schemas.microsoft.com/office/2007/relationships/hdphoto" Target="../media/hdphoto3.wdp"/><Relationship Id="rId29" Type="http://schemas.openxmlformats.org/officeDocument/2006/relationships/image" Target="../media/image103.png"/><Relationship Id="rId1" Type="http://schemas.openxmlformats.org/officeDocument/2006/relationships/slideLayout" Target="../slideLayouts/slideLayout14.xml"/><Relationship Id="rId6" Type="http://schemas.openxmlformats.org/officeDocument/2006/relationships/hyperlink" Target="http://www.facebook.com/r.php" TargetMode="External"/><Relationship Id="rId11" Type="http://schemas.openxmlformats.org/officeDocument/2006/relationships/image" Target="../media/image90.jpeg"/><Relationship Id="rId24" Type="http://schemas.openxmlformats.org/officeDocument/2006/relationships/image" Target="../media/image100.jpeg"/><Relationship Id="rId32" Type="http://schemas.openxmlformats.org/officeDocument/2006/relationships/image" Target="../media/image106.jpeg"/><Relationship Id="rId5" Type="http://schemas.openxmlformats.org/officeDocument/2006/relationships/image" Target="../media/image87.jpeg"/><Relationship Id="rId15" Type="http://schemas.openxmlformats.org/officeDocument/2006/relationships/image" Target="../media/image94.jpeg"/><Relationship Id="rId23" Type="http://schemas.microsoft.com/office/2007/relationships/hdphoto" Target="../media/hdphoto4.wdp"/><Relationship Id="rId28" Type="http://schemas.openxmlformats.org/officeDocument/2006/relationships/image" Target="../media/image102.jpeg"/><Relationship Id="rId10" Type="http://schemas.microsoft.com/office/2007/relationships/hdphoto" Target="../media/hdphoto1.wdp"/><Relationship Id="rId19" Type="http://schemas.openxmlformats.org/officeDocument/2006/relationships/image" Target="../media/image97.png"/><Relationship Id="rId31" Type="http://schemas.openxmlformats.org/officeDocument/2006/relationships/image" Target="../media/image105.jpeg"/><Relationship Id="rId4" Type="http://schemas.openxmlformats.org/officeDocument/2006/relationships/hyperlink" Target="http://images.google.com/imgres?imgurl=http://www.uberreview.com/wp-content/uploads/youtube_logo.jpg&amp;imgrefurl=http://current.com/items/88859385_youtube_criticised_for_gang_rape_video&amp;h=450&amp;w=600&amp;sz=27&amp;hl=en&amp;start=18&amp;tbnid=uG9PhuBLX4dJJM:&amp;tbnh=101&amp;tbnw=135&amp;prev=/images?q=youtube&amp;gbv=2&amp;hl=en" TargetMode="External"/><Relationship Id="rId9" Type="http://schemas.openxmlformats.org/officeDocument/2006/relationships/image" Target="../media/image89.png"/><Relationship Id="rId14" Type="http://schemas.openxmlformats.org/officeDocument/2006/relationships/image" Target="../media/image93.jpeg"/><Relationship Id="rId22" Type="http://schemas.openxmlformats.org/officeDocument/2006/relationships/image" Target="../media/image99.png"/><Relationship Id="rId27" Type="http://schemas.openxmlformats.org/officeDocument/2006/relationships/hyperlink" Target="http://images.google.com/imgres?imgurl=http://rtmulcahy.files.wordpress.com/2007/06/cellphone.gif&amp;imgrefurl=http://rtmulcahy.wordpress.com/2007/06/&amp;h=360&amp;w=334&amp;sz=36&amp;hl=en&amp;start=1&amp;tbnid=xT9wMZ61r7KFCM:&amp;tbnh=121&amp;tbnw=112&amp;prev=/images?q=cell+phone&amp;gbv=2&amp;hl=en" TargetMode="External"/><Relationship Id="rId30" Type="http://schemas.openxmlformats.org/officeDocument/2006/relationships/image" Target="../media/image104.jpeg"/><Relationship Id="rId8" Type="http://schemas.openxmlformats.org/officeDocument/2006/relationships/hyperlink" Target="http://www.ebay.com/" TargetMode="Externa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7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0.emf"/><Relationship Id="rId5" Type="http://schemas.openxmlformats.org/officeDocument/2006/relationships/image" Target="../media/image109.emf"/><Relationship Id="rId4" Type="http://schemas.openxmlformats.org/officeDocument/2006/relationships/image" Target="../media/image108.e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1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Footer Placeholder 2">
            <a:extLst>
              <a:ext uri="{FF2B5EF4-FFF2-40B4-BE49-F238E27FC236}">
                <a16:creationId xmlns:a16="http://schemas.microsoft.com/office/drawing/2014/main" id="{9E47F626-4420-9D1D-F30A-2187DA8F1D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6386" name="Slide Number Placeholder 3">
            <a:extLst>
              <a:ext uri="{FF2B5EF4-FFF2-40B4-BE49-F238E27FC236}">
                <a16:creationId xmlns:a16="http://schemas.microsoft.com/office/drawing/2014/main" id="{631272F4-1E2C-3036-36F9-7C8090097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76A11248-88F3-0C40-BC20-74A3031B6B1D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16387" name="Rectangle 3">
            <a:extLst>
              <a:ext uri="{FF2B5EF4-FFF2-40B4-BE49-F238E27FC236}">
                <a16:creationId xmlns:a16="http://schemas.microsoft.com/office/drawing/2014/main" id="{5C4D1073-A12B-9BCA-A9F9-033AB623E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4400" dirty="0">
                <a:solidFill>
                  <a:srgbClr val="000099"/>
                </a:solidFill>
              </a:rPr>
              <a:t>Chapter 1</a:t>
            </a:r>
            <a:br>
              <a:rPr lang="en-US" altLang="zh-CN" sz="4800" dirty="0">
                <a:solidFill>
                  <a:srgbClr val="000099"/>
                </a:solidFill>
              </a:rPr>
            </a:br>
            <a:r>
              <a:rPr lang="en-US" altLang="zh-CN" sz="4400" dirty="0">
                <a:solidFill>
                  <a:srgbClr val="000099"/>
                </a:solidFill>
              </a:rPr>
              <a:t>Introduction</a:t>
            </a:r>
          </a:p>
        </p:txBody>
      </p:sp>
      <p:sp>
        <p:nvSpPr>
          <p:cNvPr id="16388" name="Rectangle 4">
            <a:extLst>
              <a:ext uri="{FF2B5EF4-FFF2-40B4-BE49-F238E27FC236}">
                <a16:creationId xmlns:a16="http://schemas.microsoft.com/office/drawing/2014/main" id="{0B4AAEC8-0FAD-7740-EAF8-51B72DF64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489325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ts val="3063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i="1">
                <a:solidFill>
                  <a:srgbClr val="008000"/>
                </a:solidFill>
                <a:latin typeface="Arial" panose="020B0604020202020204" pitchFamily="34" charset="0"/>
              </a:rPr>
              <a:t>Computer Networking: A Top Down Approach </a:t>
            </a:r>
            <a:br>
              <a:rPr lang="en-US" altLang="zh-CN">
                <a:solidFill>
                  <a:srgbClr val="008000"/>
                </a:solidFill>
                <a:latin typeface="Arial" panose="020B0604020202020204" pitchFamily="34" charset="0"/>
              </a:rPr>
            </a:br>
            <a:endParaRPr lang="en-US" altLang="zh-CN" sz="2000">
              <a:solidFill>
                <a:srgbClr val="008000"/>
              </a:solidFill>
              <a:latin typeface="Arial" panose="020B0604020202020204" pitchFamily="34" charset="0"/>
            </a:endParaRPr>
          </a:p>
        </p:txBody>
      </p:sp>
      <p:sp>
        <p:nvSpPr>
          <p:cNvPr id="16389" name="Text Box 6">
            <a:extLst>
              <a:ext uri="{FF2B5EF4-FFF2-40B4-BE49-F238E27FC236}">
                <a16:creationId xmlns:a16="http://schemas.microsoft.com/office/drawing/2014/main" id="{877321A9-1001-3F5E-646D-0589C637E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41675"/>
            <a:ext cx="5378450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A note on the use of these Powerpoint slides: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</a:rPr>
              <a:t>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latin typeface="Arial" panose="020B0604020202020204" pitchFamily="34" charset="0"/>
              </a:rPr>
              <a:t>lot</a:t>
            </a:r>
            <a:r>
              <a:rPr lang="en-US" altLang="ja-JP" sz="1200"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400">
              <a:latin typeface="Arial" panose="020B0604020202020204" pitchFamily="34" charset="0"/>
            </a:endParaRPr>
          </a:p>
        </p:txBody>
      </p:sp>
      <p:sp>
        <p:nvSpPr>
          <p:cNvPr id="16390" name="Text Box 7">
            <a:extLst>
              <a:ext uri="{FF2B5EF4-FFF2-40B4-BE49-F238E27FC236}">
                <a16:creationId xmlns:a16="http://schemas.microsoft.com/office/drawing/2014/main" id="{6AAE482A-BB43-E121-CB3B-8B9C8370F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CN" sz="1400"/>
          </a:p>
          <a:p>
            <a:pPr>
              <a:lnSpc>
                <a:spcPct val="100000"/>
              </a:lnSpc>
              <a:spcBef>
                <a:spcPct val="0"/>
              </a:spcBef>
              <a:buClr>
                <a:srgbClr val="000099"/>
              </a:buClr>
            </a:pPr>
            <a:r>
              <a:rPr lang="en-US" altLang="zh-CN" sz="1200"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  <a:spcBef>
                <a:spcPct val="0"/>
              </a:spcBef>
              <a:buClr>
                <a:srgbClr val="000099"/>
              </a:buClr>
            </a:pPr>
            <a:r>
              <a:rPr lang="en-US" altLang="zh-CN" sz="1200"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spcBef>
                <a:spcPct val="0"/>
              </a:spcBef>
              <a:buClr>
                <a:schemeClr val="accent2"/>
              </a:buClr>
              <a:buSzTx/>
              <a:buFont typeface="Wingdings" pitchFamily="2" charset="2"/>
              <a:buChar char="q"/>
            </a:pPr>
            <a:endParaRPr lang="en-US" altLang="zh-CN" sz="120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>
                <a:schemeClr val="accent2"/>
              </a:buClr>
              <a:buSzTx/>
              <a:buFont typeface="Wingdings" pitchFamily="2" charset="2"/>
              <a:buNone/>
            </a:pPr>
            <a:r>
              <a:rPr lang="en-US" altLang="zh-CN" sz="1200">
                <a:latin typeface="Arial" panose="020B0604020202020204" pitchFamily="34" charset="0"/>
              </a:rPr>
              <a:t>Thanks and enjoy!  JFK/KWR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CN" sz="12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</a:rPr>
              <a:t>     All material copyright 1996-2016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16391" name="Picture 8">
            <a:extLst>
              <a:ext uri="{FF2B5EF4-FFF2-40B4-BE49-F238E27FC236}">
                <a16:creationId xmlns:a16="http://schemas.microsoft.com/office/drawing/2014/main" id="{43C425E5-769B-9AA3-6A9B-8AC6A900DF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5942013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92" name="Picture 9" descr="underline_base">
            <a:extLst>
              <a:ext uri="{FF2B5EF4-FFF2-40B4-BE49-F238E27FC236}">
                <a16:creationId xmlns:a16="http://schemas.microsoft.com/office/drawing/2014/main" id="{DDC1177E-9921-EDB4-0335-558F58674B3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08292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93" name="Picture 1" descr="kurose7e_cover_small.jpg">
            <a:extLst>
              <a:ext uri="{FF2B5EF4-FFF2-40B4-BE49-F238E27FC236}">
                <a16:creationId xmlns:a16="http://schemas.microsoft.com/office/drawing/2014/main" id="{8F807595-67C2-82CB-669F-9DA41267FA8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238" y="325438"/>
            <a:ext cx="3087687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4" name="Rectangle 4">
            <a:extLst>
              <a:ext uri="{FF2B5EF4-FFF2-40B4-BE49-F238E27FC236}">
                <a16:creationId xmlns:a16="http://schemas.microsoft.com/office/drawing/2014/main" id="{42D1E4AE-D6AC-C43C-586E-E7D624D17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510088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008000"/>
                </a:solidFill>
                <a:latin typeface="Arial" panose="020B0604020202020204" pitchFamily="34" charset="0"/>
              </a:rPr>
              <a:t>7</a:t>
            </a:r>
            <a:r>
              <a:rPr lang="en-US" altLang="zh-CN" sz="1800" baseline="30000">
                <a:solidFill>
                  <a:srgbClr val="008000"/>
                </a:solidFill>
                <a:latin typeface="Arial" panose="020B0604020202020204" pitchFamily="34" charset="0"/>
              </a:rPr>
              <a:t>th</a:t>
            </a:r>
            <a:r>
              <a:rPr lang="en-US" altLang="zh-CN" sz="1800">
                <a:solidFill>
                  <a:srgbClr val="008000"/>
                </a:solidFill>
                <a:latin typeface="Arial" panose="020B0604020202020204" pitchFamily="34" charset="0"/>
              </a:rPr>
              <a:t> edition </a:t>
            </a:r>
            <a:br>
              <a:rPr lang="en-US" altLang="zh-CN" sz="1800">
                <a:solidFill>
                  <a:srgbClr val="008000"/>
                </a:solidFill>
                <a:latin typeface="Arial" panose="020B0604020202020204" pitchFamily="34" charset="0"/>
              </a:rPr>
            </a:br>
            <a:r>
              <a:rPr lang="en-US" altLang="zh-CN" sz="1800">
                <a:solidFill>
                  <a:srgbClr val="008000"/>
                </a:solidFill>
                <a:latin typeface="Arial" panose="020B0604020202020204" pitchFamily="34" charset="0"/>
              </a:rPr>
              <a:t>Jim Kurose, Keith Ross</a:t>
            </a:r>
            <a:br>
              <a:rPr lang="en-US" altLang="zh-CN" sz="1800">
                <a:solidFill>
                  <a:srgbClr val="008000"/>
                </a:solidFill>
                <a:latin typeface="Arial" panose="020B0604020202020204" pitchFamily="34" charset="0"/>
              </a:rPr>
            </a:br>
            <a:r>
              <a:rPr lang="en-US" altLang="zh-CN" sz="1400">
                <a:solidFill>
                  <a:srgbClr val="008000"/>
                </a:solidFill>
                <a:latin typeface="Arial" panose="020B0604020202020204" pitchFamily="34" charset="0"/>
              </a:rPr>
              <a:t>Pearson/Addison Wesley</a:t>
            </a:r>
            <a:br>
              <a:rPr lang="en-US" altLang="zh-CN" sz="1400">
                <a:solidFill>
                  <a:srgbClr val="008000"/>
                </a:solidFill>
                <a:latin typeface="Arial" panose="020B0604020202020204" pitchFamily="34" charset="0"/>
              </a:rPr>
            </a:br>
            <a:r>
              <a:rPr lang="en-US" altLang="zh-CN" sz="1400">
                <a:solidFill>
                  <a:srgbClr val="008000"/>
                </a:solidFill>
                <a:latin typeface="Arial" panose="020B0604020202020204" pitchFamily="34" charset="0"/>
              </a:rPr>
              <a:t>April 2016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Footer Placeholder 2">
            <a:extLst>
              <a:ext uri="{FF2B5EF4-FFF2-40B4-BE49-F238E27FC236}">
                <a16:creationId xmlns:a16="http://schemas.microsoft.com/office/drawing/2014/main" id="{52DCA698-AAB0-C087-CC8C-A5DD9587ED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7410" name="Rectangle 2">
            <a:extLst>
              <a:ext uri="{FF2B5EF4-FFF2-40B4-BE49-F238E27FC236}">
                <a16:creationId xmlns:a16="http://schemas.microsoft.com/office/drawing/2014/main" id="{E11D23B3-286E-B252-8C79-82D908ACBF7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7200" y="241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introduction</a:t>
            </a:r>
          </a:p>
        </p:txBody>
      </p:sp>
      <p:sp>
        <p:nvSpPr>
          <p:cNvPr id="17411" name="Rectangle 3">
            <a:extLst>
              <a:ext uri="{FF2B5EF4-FFF2-40B4-BE49-F238E27FC236}">
                <a16:creationId xmlns:a16="http://schemas.microsoft.com/office/drawing/2014/main" id="{4AE70B22-6DC3-55A9-C4E3-F2BEE54DB91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our goal:</a:t>
            </a:r>
            <a:r>
              <a:rPr lang="en-US" altLang="zh-CN">
                <a:ea typeface="ＭＳ Ｐゴシック" panose="020B0600070205080204" pitchFamily="34" charset="-128"/>
              </a:rPr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zh-CN">
                <a:ea typeface="ＭＳ Ｐゴシック" panose="020B0600070205080204" pitchFamily="34" charset="-128"/>
              </a:rPr>
              <a:t>get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feel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and terminology</a:t>
            </a:r>
          </a:p>
          <a:p>
            <a:pPr eaLnBrk="1" hangingPunct="1">
              <a:lnSpc>
                <a:spcPct val="90000"/>
              </a:lnSpc>
            </a:pPr>
            <a:r>
              <a:rPr lang="en-US" altLang="zh-CN">
                <a:ea typeface="ＭＳ Ｐゴシック" panose="020B0600070205080204" pitchFamily="34" charset="-128"/>
              </a:rPr>
              <a:t>more depth, detail </a:t>
            </a:r>
            <a:r>
              <a:rPr lang="en-US" altLang="zh-CN" i="1">
                <a:ea typeface="ＭＳ Ｐゴシック" panose="020B0600070205080204" pitchFamily="34" charset="-128"/>
              </a:rPr>
              <a:t>later</a:t>
            </a:r>
            <a:r>
              <a:rPr lang="en-US" altLang="zh-CN">
                <a:ea typeface="ＭＳ Ｐゴシック" panose="020B0600070205080204" pitchFamily="34" charset="-128"/>
              </a:rPr>
              <a:t> in course</a:t>
            </a:r>
          </a:p>
          <a:p>
            <a:pPr eaLnBrk="1" hangingPunct="1">
              <a:lnSpc>
                <a:spcPct val="90000"/>
              </a:lnSpc>
            </a:pPr>
            <a:r>
              <a:rPr lang="en-US" altLang="zh-CN">
                <a:ea typeface="ＭＳ Ｐゴシック" panose="020B0600070205080204" pitchFamily="34" charset="-128"/>
              </a:rPr>
              <a:t>approach:</a:t>
            </a:r>
          </a:p>
          <a:p>
            <a:pPr lvl="1" eaLnBrk="1" hangingPunct="1">
              <a:lnSpc>
                <a:spcPct val="90000"/>
              </a:lnSpc>
              <a:buSzPct val="85000"/>
            </a:pPr>
            <a:r>
              <a:rPr lang="en-US" altLang="zh-CN" sz="2800">
                <a:ea typeface="宋体" panose="02010600030101010101" pitchFamily="2" charset="-122"/>
              </a:rPr>
              <a:t>use Internet as example</a:t>
            </a:r>
          </a:p>
          <a:p>
            <a:pPr lvl="1" eaLnBrk="1" hangingPunct="1">
              <a:lnSpc>
                <a:spcPct val="90000"/>
              </a:lnSpc>
            </a:pP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17412" name="Rectangle 4">
            <a:extLst>
              <a:ext uri="{FF2B5EF4-FFF2-40B4-BE49-F238E27FC236}">
                <a16:creationId xmlns:a16="http://schemas.microsoft.com/office/drawing/2014/main" id="{BEE671FB-9B8A-50FB-C910-504876C37F5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14800" y="1371600"/>
            <a:ext cx="5029200" cy="52451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overview</a:t>
            </a:r>
            <a:r>
              <a:rPr lang="en-US" altLang="zh-CN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the Internet?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a protocol?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network edge; hosts, access net, physical media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network core: packet/circuit switching, Internet structure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security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protocol layers, service models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history</a:t>
            </a:r>
          </a:p>
          <a:p>
            <a:pPr eaLnBrk="1" hangingPunct="1">
              <a:buFont typeface="Wingdings" pitchFamily="2" charset="2"/>
              <a:buNone/>
            </a:pPr>
            <a:endParaRPr lang="en-US" altLang="zh-CN" sz="2400">
              <a:ea typeface="ＭＳ Ｐゴシック" panose="020B0600070205080204" pitchFamily="34" charset="-128"/>
            </a:endParaRPr>
          </a:p>
        </p:txBody>
      </p:sp>
      <p:pic>
        <p:nvPicPr>
          <p:cNvPr id="17413" name="Picture 12" descr="underline_base">
            <a:extLst>
              <a:ext uri="{FF2B5EF4-FFF2-40B4-BE49-F238E27FC236}">
                <a16:creationId xmlns:a16="http://schemas.microsoft.com/office/drawing/2014/main" id="{B877DFC6-668E-B207-85E0-3E620964DA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0302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4" name="Slide Number Placeholder 3">
            <a:extLst>
              <a:ext uri="{FF2B5EF4-FFF2-40B4-BE49-F238E27FC236}">
                <a16:creationId xmlns:a16="http://schemas.microsoft.com/office/drawing/2014/main" id="{AF713120-1059-0C4C-12BE-7D31569401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0B0049FF-30B6-3D45-8862-17D97E663708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Footer Placeholder 2">
            <a:extLst>
              <a:ext uri="{FF2B5EF4-FFF2-40B4-BE49-F238E27FC236}">
                <a16:creationId xmlns:a16="http://schemas.microsoft.com/office/drawing/2014/main" id="{E66B9E86-58E4-5206-925A-EA230E8ECE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9458" name="Picture 9" descr="underline_base">
            <a:extLst>
              <a:ext uri="{FF2B5EF4-FFF2-40B4-BE49-F238E27FC236}">
                <a16:creationId xmlns:a16="http://schemas.microsoft.com/office/drawing/2014/main" id="{3A83794A-2443-E0B0-3FA9-4DA0F1041B8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Rectangle 2">
            <a:extLst>
              <a:ext uri="{FF2B5EF4-FFF2-40B4-BE49-F238E27FC236}">
                <a16:creationId xmlns:a16="http://schemas.microsoft.com/office/drawing/2014/main" id="{4405A4D5-5258-607F-01A5-84023490EA2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9460" name="Rectangle 3">
            <a:extLst>
              <a:ext uri="{FF2B5EF4-FFF2-40B4-BE49-F238E27FC236}">
                <a16:creationId xmlns:a16="http://schemas.microsoft.com/office/drawing/2014/main" id="{CA51F966-662A-9686-1D17-AB4523A6CB5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CC0000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 dirty="0">
                <a:solidFill>
                  <a:srgbClr val="CC0000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 dirty="0">
                <a:solidFill>
                  <a:srgbClr val="CC0000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1.2</a:t>
            </a:r>
            <a:r>
              <a:rPr lang="en-US" altLang="zh-CN" sz="2800" dirty="0">
                <a:ea typeface="宋体" panose="02010600030101010101" pitchFamily="2" charset="-122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1.3 </a:t>
            </a:r>
            <a:r>
              <a:rPr lang="en-US" altLang="zh-CN" sz="2800" dirty="0">
                <a:ea typeface="宋体" panose="02010600030101010101" pitchFamily="2" charset="-122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1.4 </a:t>
            </a:r>
            <a:r>
              <a:rPr lang="en-US" altLang="zh-CN" sz="2800" dirty="0">
                <a:ea typeface="宋体" panose="02010600030101010101" pitchFamily="2" charset="-122"/>
              </a:rPr>
              <a:t>delay, loss, throughput in networks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1.5</a:t>
            </a:r>
            <a:r>
              <a:rPr lang="en-US" altLang="zh-CN" sz="2800" dirty="0">
                <a:ea typeface="宋体" panose="02010600030101010101" pitchFamily="2" charset="-122"/>
              </a:rPr>
              <a:t> protocol layers, service models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1.6</a:t>
            </a:r>
            <a:r>
              <a:rPr lang="en-US" altLang="zh-CN" sz="2800" dirty="0">
                <a:ea typeface="宋体" panose="02010600030101010101" pitchFamily="2" charset="-122"/>
              </a:rPr>
              <a:t> networks under attack: security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1.7</a:t>
            </a:r>
            <a:r>
              <a:rPr lang="en-US" altLang="zh-CN" sz="2800" dirty="0">
                <a:ea typeface="宋体" panose="02010600030101010101" pitchFamily="2" charset="-122"/>
              </a:rPr>
              <a:t> history</a:t>
            </a:r>
          </a:p>
          <a:p>
            <a:pPr eaLnBrk="1" hangingPunct="1"/>
            <a:endParaRPr lang="en-US" altLang="zh-CN" dirty="0">
              <a:ea typeface="ＭＳ Ｐゴシック" panose="020B0600070205080204" pitchFamily="34" charset="-128"/>
            </a:endParaRPr>
          </a:p>
        </p:txBody>
      </p:sp>
      <p:sp>
        <p:nvSpPr>
          <p:cNvPr id="19461" name="Slide Number Placeholder 3">
            <a:extLst>
              <a:ext uri="{FF2B5EF4-FFF2-40B4-BE49-F238E27FC236}">
                <a16:creationId xmlns:a16="http://schemas.microsoft.com/office/drawing/2014/main" id="{BC78983D-495C-1A5D-E18C-A064564B9F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8E3D84AB-0DD5-7E49-8B2F-A81F3186FA60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Footer Placeholder 2">
            <a:extLst>
              <a:ext uri="{FF2B5EF4-FFF2-40B4-BE49-F238E27FC236}">
                <a16:creationId xmlns:a16="http://schemas.microsoft.com/office/drawing/2014/main" id="{92B05F5A-629B-6880-55EB-4C3C2464D5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1506" name="Rectangle 2">
            <a:extLst>
              <a:ext uri="{FF2B5EF4-FFF2-40B4-BE49-F238E27FC236}">
                <a16:creationId xmlns:a16="http://schemas.microsoft.com/office/drawing/2014/main" id="{B4D338ED-01A3-CF20-085A-36649BDB3E2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12725" y="190500"/>
            <a:ext cx="8382000" cy="93662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What</a:t>
            </a:r>
            <a:r>
              <a:rPr lang="ja-JP" altLang="en-US" sz="3600">
                <a:ea typeface="ＭＳ Ｐゴシック" panose="020B0600070205080204" pitchFamily="34" charset="-128"/>
              </a:rPr>
              <a:t>’</a:t>
            </a:r>
            <a:r>
              <a:rPr lang="en-US" altLang="ja-JP" sz="3600">
                <a:ea typeface="ＭＳ Ｐゴシック" panose="020B0600070205080204" pitchFamily="34" charset="-128"/>
              </a:rPr>
              <a:t>s the Internet: </a:t>
            </a:r>
            <a:r>
              <a:rPr lang="ja-JP" altLang="en-US" sz="3600">
                <a:ea typeface="ＭＳ Ｐゴシック" panose="020B0600070205080204" pitchFamily="34" charset="-128"/>
              </a:rPr>
              <a:t>“</a:t>
            </a:r>
            <a:r>
              <a:rPr lang="en-US" altLang="ja-JP" sz="3600">
                <a:ea typeface="ＭＳ Ｐゴシック" panose="020B0600070205080204" pitchFamily="34" charset="-128"/>
              </a:rPr>
              <a:t>nuts and bolts</a:t>
            </a:r>
            <a:r>
              <a:rPr lang="ja-JP" altLang="en-US" sz="3600">
                <a:ea typeface="ＭＳ Ｐゴシック" panose="020B0600070205080204" pitchFamily="34" charset="-128"/>
              </a:rPr>
              <a:t>”</a:t>
            </a:r>
            <a:r>
              <a:rPr lang="en-US" altLang="ja-JP" sz="3600">
                <a:ea typeface="ＭＳ Ｐゴシック" panose="020B0600070205080204" pitchFamily="34" charset="-128"/>
              </a:rPr>
              <a:t> view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58722967-DB45-DADD-3FCA-1186C64E863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657350" y="1436688"/>
            <a:ext cx="3779838" cy="1271587"/>
          </a:xfrm>
        </p:spPr>
        <p:txBody>
          <a:bodyPr/>
          <a:lstStyle/>
          <a:p>
            <a:pPr marL="287338" indent="-287338" eaLnBrk="1" hangingPunct="1">
              <a:spcBef>
                <a:spcPct val="15000"/>
              </a:spcBef>
            </a:pPr>
            <a:r>
              <a:rPr lang="en-US" altLang="zh-CN" sz="2400">
                <a:ea typeface="ＭＳ Ｐゴシック" panose="020B0600070205080204" pitchFamily="34" charset="-128"/>
              </a:rPr>
              <a:t>billions of connected computing devices: </a:t>
            </a:r>
          </a:p>
          <a:p>
            <a:pPr marL="631825" lvl="1" indent="-231775" eaLnBrk="1" hangingPunct="1">
              <a:spcBef>
                <a:spcPct val="15000"/>
              </a:spcBef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hosts </a:t>
            </a:r>
            <a:r>
              <a:rPr lang="en-US" altLang="zh-CN" i="1">
                <a:ea typeface="ＭＳ Ｐゴシック" panose="020B0600070205080204" pitchFamily="34" charset="-128"/>
              </a:rPr>
              <a:t>=</a:t>
            </a: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 end systems</a:t>
            </a:r>
            <a:r>
              <a:rPr lang="en-US" altLang="zh-CN" i="1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631825" lvl="1" indent="-231775" eaLnBrk="1" hangingPunct="1"/>
            <a:r>
              <a:rPr lang="en-US" altLang="zh-CN">
                <a:ea typeface="宋体" panose="02010600030101010101" pitchFamily="2" charset="-122"/>
              </a:rPr>
              <a:t>running </a:t>
            </a:r>
            <a:r>
              <a:rPr lang="en-US" altLang="zh-CN" i="1">
                <a:solidFill>
                  <a:srgbClr val="CC0000"/>
                </a:solidFill>
                <a:ea typeface="宋体" panose="02010600030101010101" pitchFamily="2" charset="-122"/>
              </a:rPr>
              <a:t>network apps</a:t>
            </a:r>
            <a:endParaRPr lang="en-US" altLang="zh-CN">
              <a:solidFill>
                <a:srgbClr val="CC0000"/>
              </a:solidFill>
              <a:ea typeface="宋体" panose="02010600030101010101" pitchFamily="2" charset="-122"/>
            </a:endParaRPr>
          </a:p>
        </p:txBody>
      </p:sp>
      <p:sp>
        <p:nvSpPr>
          <p:cNvPr id="4766" name="Rectangle 670">
            <a:extLst>
              <a:ext uri="{FF2B5EF4-FFF2-40B4-BE49-F238E27FC236}">
                <a16:creationId xmlns:a16="http://schemas.microsoft.com/office/drawing/2014/main" id="{3520EF1D-B9F9-672E-13AF-F4C4385A9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8463" y="3152775"/>
            <a:ext cx="3368675" cy="18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28650" indent="-233363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000099"/>
              </a:buClr>
            </a:pPr>
            <a:r>
              <a:rPr lang="en-US" altLang="zh-CN" sz="2400" i="1">
                <a:solidFill>
                  <a:srgbClr val="CC0000"/>
                </a:solidFill>
              </a:rPr>
              <a:t>communication links</a:t>
            </a:r>
            <a:endParaRPr lang="en-US" altLang="zh-CN" sz="2400">
              <a:solidFill>
                <a:srgbClr val="CC0000"/>
              </a:solidFill>
            </a:endParaRP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</a:pPr>
            <a:r>
              <a:rPr lang="en-US" altLang="zh-CN">
                <a:ea typeface="ＭＳ Ｐゴシック" panose="020B0600070205080204" pitchFamily="34" charset="-128"/>
              </a:rPr>
              <a:t>fiber, copper, radio, satellite</a:t>
            </a: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</a:pPr>
            <a:r>
              <a:rPr lang="en-US" altLang="zh-CN">
                <a:ea typeface="ＭＳ Ｐゴシック" panose="020B0600070205080204" pitchFamily="34" charset="-128"/>
              </a:rPr>
              <a:t>transmission rate: </a:t>
            </a: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bandwidth</a:t>
            </a:r>
            <a:endParaRPr lang="en-US" altLang="zh-CN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4767" name="Rectangle 671">
            <a:extLst>
              <a:ext uri="{FF2B5EF4-FFF2-40B4-BE49-F238E27FC236}">
                <a16:creationId xmlns:a16="http://schemas.microsoft.com/office/drawing/2014/main" id="{E510D0DD-E0D6-3B42-A22B-DD10E8D83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0525" y="5143500"/>
            <a:ext cx="3779838" cy="155098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packet switches: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forward packets (chunks of data)</a:t>
            </a:r>
          </a:p>
          <a:p>
            <a:pPr marL="628650" lvl="1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i="1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routers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switches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2" name="Group 842">
            <a:extLst>
              <a:ext uri="{FF2B5EF4-FFF2-40B4-BE49-F238E27FC236}">
                <a16:creationId xmlns:a16="http://schemas.microsoft.com/office/drawing/2014/main" id="{A26F5DA3-B7D2-7D89-67F5-6468D832D57D}"/>
              </a:ext>
            </a:extLst>
          </p:cNvPr>
          <p:cNvGrpSpPr>
            <a:grpSpLocks/>
          </p:cNvGrpSpPr>
          <p:nvPr/>
        </p:nvGrpSpPr>
        <p:grpSpPr bwMode="auto">
          <a:xfrm>
            <a:off x="338138" y="3454400"/>
            <a:ext cx="1573212" cy="1060450"/>
            <a:chOff x="98" y="2320"/>
            <a:chExt cx="991" cy="668"/>
          </a:xfrm>
        </p:grpSpPr>
        <p:sp>
          <p:nvSpPr>
            <p:cNvPr id="22205" name="Text Box 666">
              <a:extLst>
                <a:ext uri="{FF2B5EF4-FFF2-40B4-BE49-F238E27FC236}">
                  <a16:creationId xmlns:a16="http://schemas.microsoft.com/office/drawing/2014/main" id="{983C1887-7BBC-48CE-CBE2-26A0C6BCB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" y="2728"/>
              <a:ext cx="383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wired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links</a:t>
              </a:r>
            </a:p>
          </p:txBody>
        </p:sp>
        <p:sp>
          <p:nvSpPr>
            <p:cNvPr id="22206" name="Text Box 669">
              <a:extLst>
                <a:ext uri="{FF2B5EF4-FFF2-40B4-BE49-F238E27FC236}">
                  <a16:creationId xmlns:a16="http://schemas.microsoft.com/office/drawing/2014/main" id="{7F852E76-B3B0-5AC3-C0FB-13BE316CE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" y="2465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wireless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links</a:t>
              </a:r>
            </a:p>
          </p:txBody>
        </p:sp>
        <p:grpSp>
          <p:nvGrpSpPr>
            <p:cNvPr id="22207" name="Group 819">
              <a:extLst>
                <a:ext uri="{FF2B5EF4-FFF2-40B4-BE49-F238E27FC236}">
                  <a16:creationId xmlns:a16="http://schemas.microsoft.com/office/drawing/2014/main" id="{F62335D1-7F5D-3754-B9CE-8B898DB57B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" y="2320"/>
              <a:ext cx="201" cy="282"/>
              <a:chOff x="742" y="2409"/>
              <a:chExt cx="576" cy="881"/>
            </a:xfrm>
          </p:grpSpPr>
          <p:grpSp>
            <p:nvGrpSpPr>
              <p:cNvPr id="22212" name="Group 820">
                <a:extLst>
                  <a:ext uri="{FF2B5EF4-FFF2-40B4-BE49-F238E27FC236}">
                    <a16:creationId xmlns:a16="http://schemas.microsoft.com/office/drawing/2014/main" id="{83180413-9542-4E11-5FFC-0A1EF26348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22215" name="Line 270">
                  <a:extLst>
                    <a:ext uri="{FF2B5EF4-FFF2-40B4-BE49-F238E27FC236}">
                      <a16:creationId xmlns:a16="http://schemas.microsoft.com/office/drawing/2014/main" id="{59C74128-9B6F-D410-D496-8FAFD1044A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16" name="Line 271">
                  <a:extLst>
                    <a:ext uri="{FF2B5EF4-FFF2-40B4-BE49-F238E27FC236}">
                      <a16:creationId xmlns:a16="http://schemas.microsoft.com/office/drawing/2014/main" id="{EFD3B97C-6200-510C-298B-90E6A2BAA8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17" name="Line 272">
                  <a:extLst>
                    <a:ext uri="{FF2B5EF4-FFF2-40B4-BE49-F238E27FC236}">
                      <a16:creationId xmlns:a16="http://schemas.microsoft.com/office/drawing/2014/main" id="{FF8FD35F-FB12-2230-8A26-032D230DD1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18" name="Line 273">
                  <a:extLst>
                    <a:ext uri="{FF2B5EF4-FFF2-40B4-BE49-F238E27FC236}">
                      <a16:creationId xmlns:a16="http://schemas.microsoft.com/office/drawing/2014/main" id="{856BCCF3-9B3B-8602-17DC-AA744832E2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19" name="Line 274">
                  <a:extLst>
                    <a:ext uri="{FF2B5EF4-FFF2-40B4-BE49-F238E27FC236}">
                      <a16:creationId xmlns:a16="http://schemas.microsoft.com/office/drawing/2014/main" id="{4A626D1F-2A6D-F3D9-7AE4-E05241D79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0" name="Line 275">
                  <a:extLst>
                    <a:ext uri="{FF2B5EF4-FFF2-40B4-BE49-F238E27FC236}">
                      <a16:creationId xmlns:a16="http://schemas.microsoft.com/office/drawing/2014/main" id="{999F965B-9D5C-8C36-AC44-6E50C1DA7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1" name="Line 276">
                  <a:extLst>
                    <a:ext uri="{FF2B5EF4-FFF2-40B4-BE49-F238E27FC236}">
                      <a16:creationId xmlns:a16="http://schemas.microsoft.com/office/drawing/2014/main" id="{77A1B878-325B-564D-F7F1-CF0C201480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2" name="Line 277">
                  <a:extLst>
                    <a:ext uri="{FF2B5EF4-FFF2-40B4-BE49-F238E27FC236}">
                      <a16:creationId xmlns:a16="http://schemas.microsoft.com/office/drawing/2014/main" id="{DBA28867-FC73-91D0-872C-DA9AC9AA10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3" name="Line 278">
                  <a:extLst>
                    <a:ext uri="{FF2B5EF4-FFF2-40B4-BE49-F238E27FC236}">
                      <a16:creationId xmlns:a16="http://schemas.microsoft.com/office/drawing/2014/main" id="{30439F46-E7C0-4770-9A75-D897DA7D82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4" name="Line 279">
                  <a:extLst>
                    <a:ext uri="{FF2B5EF4-FFF2-40B4-BE49-F238E27FC236}">
                      <a16:creationId xmlns:a16="http://schemas.microsoft.com/office/drawing/2014/main" id="{0DC8902D-16F4-3772-E1FC-4C619B6F7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5" name="Line 280">
                  <a:extLst>
                    <a:ext uri="{FF2B5EF4-FFF2-40B4-BE49-F238E27FC236}">
                      <a16:creationId xmlns:a16="http://schemas.microsoft.com/office/drawing/2014/main" id="{B40D0725-692D-25B3-A4E3-89BA9CF1B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6" name="Line 281">
                  <a:extLst>
                    <a:ext uri="{FF2B5EF4-FFF2-40B4-BE49-F238E27FC236}">
                      <a16:creationId xmlns:a16="http://schemas.microsoft.com/office/drawing/2014/main" id="{75D0E2C3-95FA-0ABC-B047-457300F29D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7" name="Line 282">
                  <a:extLst>
                    <a:ext uri="{FF2B5EF4-FFF2-40B4-BE49-F238E27FC236}">
                      <a16:creationId xmlns:a16="http://schemas.microsoft.com/office/drawing/2014/main" id="{ABA9B3AD-9CA4-B1B0-5C03-E62E7EF83C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8" name="Line 283">
                  <a:extLst>
                    <a:ext uri="{FF2B5EF4-FFF2-40B4-BE49-F238E27FC236}">
                      <a16:creationId xmlns:a16="http://schemas.microsoft.com/office/drawing/2014/main" id="{963AD2AD-5C01-0BE8-2F14-7274796897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2229" name="Line 284">
                  <a:extLst>
                    <a:ext uri="{FF2B5EF4-FFF2-40B4-BE49-F238E27FC236}">
                      <a16:creationId xmlns:a16="http://schemas.microsoft.com/office/drawing/2014/main" id="{7F90802B-26E1-CDC6-2359-FBDEE0D48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pic>
            <p:nvPicPr>
              <p:cNvPr id="22213" name="Picture 836" descr="cell_tower_radiation copy">
                <a:extLst>
                  <a:ext uri="{FF2B5EF4-FFF2-40B4-BE49-F238E27FC236}">
                    <a16:creationId xmlns:a16="http://schemas.microsoft.com/office/drawing/2014/main" id="{5BA4AE2A-69AC-F931-620F-6DB6B264B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14" name="Oval 837">
                <a:extLst>
                  <a:ext uri="{FF2B5EF4-FFF2-40B4-BE49-F238E27FC236}">
                    <a16:creationId xmlns:a16="http://schemas.microsoft.com/office/drawing/2014/main" id="{D99D7A2B-04E1-5E83-3EC3-73BA3D865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6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2208" name="Group 838">
              <a:extLst>
                <a:ext uri="{FF2B5EF4-FFF2-40B4-BE49-F238E27FC236}">
                  <a16:creationId xmlns:a16="http://schemas.microsoft.com/office/drawing/2014/main" id="{8A71D953-424B-B115-88F7-E72DD49EB7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" y="2444"/>
              <a:ext cx="355" cy="265"/>
              <a:chOff x="2967" y="478"/>
              <a:chExt cx="788" cy="625"/>
            </a:xfrm>
          </p:grpSpPr>
          <p:pic>
            <p:nvPicPr>
              <p:cNvPr id="22210" name="Picture 839" descr="access_point_stylized_small">
                <a:extLst>
                  <a:ext uri="{FF2B5EF4-FFF2-40B4-BE49-F238E27FC236}">
                    <a16:creationId xmlns:a16="http://schemas.microsoft.com/office/drawing/2014/main" id="{74F84BA4-AE36-751A-34D6-6068F4ADE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11" name="Picture 840" descr="antenna_radiation_stylized">
                <a:extLst>
                  <a:ext uri="{FF2B5EF4-FFF2-40B4-BE49-F238E27FC236}">
                    <a16:creationId xmlns:a16="http://schemas.microsoft.com/office/drawing/2014/main" id="{4D610D1B-B189-D0DC-15FD-06B7A2E60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2209" name="Line 841">
              <a:extLst>
                <a:ext uri="{FF2B5EF4-FFF2-40B4-BE49-F238E27FC236}">
                  <a16:creationId xmlns:a16="http://schemas.microsoft.com/office/drawing/2014/main" id="{BCF8533B-7451-C6FC-E4CB-23C75A45B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830"/>
              <a:ext cx="2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" name="Group 852">
            <a:extLst>
              <a:ext uri="{FF2B5EF4-FFF2-40B4-BE49-F238E27FC236}">
                <a16:creationId xmlns:a16="http://schemas.microsoft.com/office/drawing/2014/main" id="{BDCFD1BB-BE39-7F82-37B3-3C576623DF36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5253038"/>
            <a:ext cx="646112" cy="477837"/>
            <a:chOff x="293" y="3440"/>
            <a:chExt cx="407" cy="301"/>
          </a:xfrm>
        </p:grpSpPr>
        <p:sp>
          <p:nvSpPr>
            <p:cNvPr id="22195" name="Text Box 662">
              <a:extLst>
                <a:ext uri="{FF2B5EF4-FFF2-40B4-BE49-F238E27FC236}">
                  <a16:creationId xmlns:a16="http://schemas.microsoft.com/office/drawing/2014/main" id="{C24B7289-392D-46B0-1BAF-9787C3A9C2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" y="3549"/>
              <a:ext cx="40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router</a:t>
              </a:r>
            </a:p>
          </p:txBody>
        </p:sp>
        <p:grpSp>
          <p:nvGrpSpPr>
            <p:cNvPr id="22196" name="Group 843">
              <a:extLst>
                <a:ext uri="{FF2B5EF4-FFF2-40B4-BE49-F238E27FC236}">
                  <a16:creationId xmlns:a16="http://schemas.microsoft.com/office/drawing/2014/main" id="{91219ED4-1AF8-FA3B-ED3A-38EFA890DA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" y="3440"/>
              <a:ext cx="306" cy="128"/>
              <a:chOff x="4650" y="1129"/>
              <a:chExt cx="246" cy="95"/>
            </a:xfrm>
          </p:grpSpPr>
          <p:sp>
            <p:nvSpPr>
              <p:cNvPr id="22197" name="Oval 407">
                <a:extLst>
                  <a:ext uri="{FF2B5EF4-FFF2-40B4-BE49-F238E27FC236}">
                    <a16:creationId xmlns:a16="http://schemas.microsoft.com/office/drawing/2014/main" id="{19A38FE7-F16F-4019-60AC-C214E0B65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98" name="Rectangle 410">
                <a:extLst>
                  <a:ext uri="{FF2B5EF4-FFF2-40B4-BE49-F238E27FC236}">
                    <a16:creationId xmlns:a16="http://schemas.microsoft.com/office/drawing/2014/main" id="{2CD873FA-54AA-A0E2-8652-0092780CC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99" name="Oval 411">
                <a:extLst>
                  <a:ext uri="{FF2B5EF4-FFF2-40B4-BE49-F238E27FC236}">
                    <a16:creationId xmlns:a16="http://schemas.microsoft.com/office/drawing/2014/main" id="{87837FB0-3C64-051E-A4D8-94ED0895E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200" name="Group 847">
                <a:extLst>
                  <a:ext uri="{FF2B5EF4-FFF2-40B4-BE49-F238E27FC236}">
                    <a16:creationId xmlns:a16="http://schemas.microsoft.com/office/drawing/2014/main" id="{2AE17514-3DE5-0799-8738-0A75FBC033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2203" name="Freeform 848">
                  <a:extLst>
                    <a:ext uri="{FF2B5EF4-FFF2-40B4-BE49-F238E27FC236}">
                      <a16:creationId xmlns:a16="http://schemas.microsoft.com/office/drawing/2014/main" id="{42FA3086-4E24-9716-D1AF-73D1B15B6F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204" name="Freeform 849">
                  <a:extLst>
                    <a:ext uri="{FF2B5EF4-FFF2-40B4-BE49-F238E27FC236}">
                      <a16:creationId xmlns:a16="http://schemas.microsoft.com/office/drawing/2014/main" id="{FF16F650-AB90-54CA-2FBE-B5D61D5B4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201" name="Line 850">
                <a:extLst>
                  <a:ext uri="{FF2B5EF4-FFF2-40B4-BE49-F238E27FC236}">
                    <a16:creationId xmlns:a16="http://schemas.microsoft.com/office/drawing/2014/main" id="{600B5DED-A414-75FB-5118-C3F0B9890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202" name="Line 851">
                <a:extLst>
                  <a:ext uri="{FF2B5EF4-FFF2-40B4-BE49-F238E27FC236}">
                    <a16:creationId xmlns:a16="http://schemas.microsoft.com/office/drawing/2014/main" id="{6E76C648-450D-E3E4-FF9E-8C068EF27E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pic>
        <p:nvPicPr>
          <p:cNvPr id="21512" name="Picture 853" descr="underline_base">
            <a:extLst>
              <a:ext uri="{FF2B5EF4-FFF2-40B4-BE49-F238E27FC236}">
                <a16:creationId xmlns:a16="http://schemas.microsoft.com/office/drawing/2014/main" id="{48F87E28-909D-CE46-825A-CA8A7C9F4F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89000"/>
            <a:ext cx="8228013" cy="14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439" name="Group 1201">
            <a:extLst>
              <a:ext uri="{FF2B5EF4-FFF2-40B4-BE49-F238E27FC236}">
                <a16:creationId xmlns:a16="http://schemas.microsoft.com/office/drawing/2014/main" id="{88BB241B-4578-C64B-74D6-C3F763AC73EA}"/>
              </a:ext>
            </a:extLst>
          </p:cNvPr>
          <p:cNvGrpSpPr>
            <a:grpSpLocks/>
          </p:cNvGrpSpPr>
          <p:nvPr/>
        </p:nvGrpSpPr>
        <p:grpSpPr bwMode="auto">
          <a:xfrm>
            <a:off x="333375" y="1322388"/>
            <a:ext cx="1555750" cy="1622425"/>
            <a:chOff x="210" y="833"/>
            <a:chExt cx="980" cy="1022"/>
          </a:xfrm>
        </p:grpSpPr>
        <p:sp>
          <p:nvSpPr>
            <p:cNvPr id="22128" name="Text Box 667">
              <a:extLst>
                <a:ext uri="{FF2B5EF4-FFF2-40B4-BE49-F238E27FC236}">
                  <a16:creationId xmlns:a16="http://schemas.microsoft.com/office/drawing/2014/main" id="{EAE4B986-D02E-35D0-16EE-AE0567FA4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" y="1667"/>
              <a:ext cx="71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smartphone</a:t>
              </a:r>
            </a:p>
          </p:txBody>
        </p:sp>
        <p:sp>
          <p:nvSpPr>
            <p:cNvPr id="22129" name="Text Box 663">
              <a:extLst>
                <a:ext uri="{FF2B5EF4-FFF2-40B4-BE49-F238E27FC236}">
                  <a16:creationId xmlns:a16="http://schemas.microsoft.com/office/drawing/2014/main" id="{44DD7B5B-96C0-1578-FF26-0E084675A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" y="872"/>
              <a:ext cx="2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PC</a:t>
              </a:r>
            </a:p>
          </p:txBody>
        </p:sp>
        <p:sp>
          <p:nvSpPr>
            <p:cNvPr id="22130" name="Text Box 664">
              <a:extLst>
                <a:ext uri="{FF2B5EF4-FFF2-40B4-BE49-F238E27FC236}">
                  <a16:creationId xmlns:a16="http://schemas.microsoft.com/office/drawing/2014/main" id="{82D0360E-D96A-99D5-9894-1B0E9BF4AC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" y="1096"/>
              <a:ext cx="4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server</a:t>
              </a:r>
            </a:p>
          </p:txBody>
        </p:sp>
        <p:sp>
          <p:nvSpPr>
            <p:cNvPr id="22131" name="Text Box 665">
              <a:extLst>
                <a:ext uri="{FF2B5EF4-FFF2-40B4-BE49-F238E27FC236}">
                  <a16:creationId xmlns:a16="http://schemas.microsoft.com/office/drawing/2014/main" id="{FD19AEA3-04E6-1CB3-4A3B-FD818C1A9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1390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wireless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laptop</a:t>
              </a:r>
            </a:p>
          </p:txBody>
        </p:sp>
        <p:grpSp>
          <p:nvGrpSpPr>
            <p:cNvPr id="22132" name="Group 805">
              <a:extLst>
                <a:ext uri="{FF2B5EF4-FFF2-40B4-BE49-F238E27FC236}">
                  <a16:creationId xmlns:a16="http://schemas.microsoft.com/office/drawing/2014/main" id="{6E57616C-5C84-D1F3-144F-A2DF95D2CD7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44" y="833"/>
              <a:ext cx="261" cy="235"/>
              <a:chOff x="2839" y="3501"/>
              <a:chExt cx="755" cy="803"/>
            </a:xfrm>
          </p:grpSpPr>
          <p:pic>
            <p:nvPicPr>
              <p:cNvPr id="22193" name="Picture 806" descr="desktop_computer_stylized_medium">
                <a:extLst>
                  <a:ext uri="{FF2B5EF4-FFF2-40B4-BE49-F238E27FC236}">
                    <a16:creationId xmlns:a16="http://schemas.microsoft.com/office/drawing/2014/main" id="{59165337-D6A5-D412-1EFC-7E44D7A2E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94" name="Freeform 807">
                <a:extLst>
                  <a:ext uri="{FF2B5EF4-FFF2-40B4-BE49-F238E27FC236}">
                    <a16:creationId xmlns:a16="http://schemas.microsoft.com/office/drawing/2014/main" id="{80D65C58-5F2A-8110-45B6-C6AE5C126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2133" name="Group 808">
              <a:extLst>
                <a:ext uri="{FF2B5EF4-FFF2-40B4-BE49-F238E27FC236}">
                  <a16:creationId xmlns:a16="http://schemas.microsoft.com/office/drawing/2014/main" id="{6A4E5D48-82A0-707C-E946-0A18D8734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" y="1682"/>
              <a:ext cx="234" cy="173"/>
              <a:chOff x="2751" y="1851"/>
              <a:chExt cx="462" cy="478"/>
            </a:xfrm>
          </p:grpSpPr>
          <p:pic>
            <p:nvPicPr>
              <p:cNvPr id="22191" name="Picture 809" descr="iphone_stylized_small">
                <a:extLst>
                  <a:ext uri="{FF2B5EF4-FFF2-40B4-BE49-F238E27FC236}">
                    <a16:creationId xmlns:a16="http://schemas.microsoft.com/office/drawing/2014/main" id="{72E877F7-93BD-8868-0417-DFC0D9AF8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92" name="Picture 810" descr="antenna_radiation_stylized">
                <a:extLst>
                  <a:ext uri="{FF2B5EF4-FFF2-40B4-BE49-F238E27FC236}">
                    <a16:creationId xmlns:a16="http://schemas.microsoft.com/office/drawing/2014/main" id="{C87972C3-FFA6-124E-1C52-5D75A1066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134" name="Group 1088">
              <a:extLst>
                <a:ext uri="{FF2B5EF4-FFF2-40B4-BE49-F238E27FC236}">
                  <a16:creationId xmlns:a16="http://schemas.microsoft.com/office/drawing/2014/main" id="{185D6E03-4D8F-DFE5-FAD1-AA0E8F0E7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" y="1368"/>
              <a:ext cx="301" cy="236"/>
              <a:chOff x="877" y="1008"/>
              <a:chExt cx="2747" cy="2591"/>
            </a:xfrm>
          </p:grpSpPr>
          <p:pic>
            <p:nvPicPr>
              <p:cNvPr id="22168" name="Picture 1089" descr="antenna_stylized">
                <a:extLst>
                  <a:ext uri="{FF2B5EF4-FFF2-40B4-BE49-F238E27FC236}">
                    <a16:creationId xmlns:a16="http://schemas.microsoft.com/office/drawing/2014/main" id="{AA3AB133-47C6-F8E9-A0B0-4ADBC4D61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69" name="Picture 1090" descr="laptop_keyboard">
                <a:extLst>
                  <a:ext uri="{FF2B5EF4-FFF2-40B4-BE49-F238E27FC236}">
                    <a16:creationId xmlns:a16="http://schemas.microsoft.com/office/drawing/2014/main" id="{265DDF27-CB6E-2A96-99B2-054C67604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0" name="Freeform 1091">
                <a:extLst>
                  <a:ext uri="{FF2B5EF4-FFF2-40B4-BE49-F238E27FC236}">
                    <a16:creationId xmlns:a16="http://schemas.microsoft.com/office/drawing/2014/main" id="{0FD426FF-F09A-3B40-D3AD-37A4FFAF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22171" name="Picture 1092" descr="screen">
                <a:extLst>
                  <a:ext uri="{FF2B5EF4-FFF2-40B4-BE49-F238E27FC236}">
                    <a16:creationId xmlns:a16="http://schemas.microsoft.com/office/drawing/2014/main" id="{B04A776C-32D2-18B8-76E5-313B8FFDE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2" name="Freeform 1093">
                <a:extLst>
                  <a:ext uri="{FF2B5EF4-FFF2-40B4-BE49-F238E27FC236}">
                    <a16:creationId xmlns:a16="http://schemas.microsoft.com/office/drawing/2014/main" id="{E70AE521-C48A-B576-6AD5-4DDC973D4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73" name="Freeform 1094">
                <a:extLst>
                  <a:ext uri="{FF2B5EF4-FFF2-40B4-BE49-F238E27FC236}">
                    <a16:creationId xmlns:a16="http://schemas.microsoft.com/office/drawing/2014/main" id="{ED6671C3-351A-4A00-47DF-959EA41C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74" name="Freeform 1095">
                <a:extLst>
                  <a:ext uri="{FF2B5EF4-FFF2-40B4-BE49-F238E27FC236}">
                    <a16:creationId xmlns:a16="http://schemas.microsoft.com/office/drawing/2014/main" id="{C7EEB166-C068-5E52-3F49-2A029B668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75" name="Freeform 1096">
                <a:extLst>
                  <a:ext uri="{FF2B5EF4-FFF2-40B4-BE49-F238E27FC236}">
                    <a16:creationId xmlns:a16="http://schemas.microsoft.com/office/drawing/2014/main" id="{7775BF41-A715-0698-5B76-557A367E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76" name="Freeform 1097">
                <a:extLst>
                  <a:ext uri="{FF2B5EF4-FFF2-40B4-BE49-F238E27FC236}">
                    <a16:creationId xmlns:a16="http://schemas.microsoft.com/office/drawing/2014/main" id="{65E497B2-15BA-0380-1118-CA7F2EE3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77" name="Freeform 1098">
                <a:extLst>
                  <a:ext uri="{FF2B5EF4-FFF2-40B4-BE49-F238E27FC236}">
                    <a16:creationId xmlns:a16="http://schemas.microsoft.com/office/drawing/2014/main" id="{BF0642B5-AE15-B419-8756-6AE67A7AA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2178" name="Group 1099">
                <a:extLst>
                  <a:ext uri="{FF2B5EF4-FFF2-40B4-BE49-F238E27FC236}">
                    <a16:creationId xmlns:a16="http://schemas.microsoft.com/office/drawing/2014/main" id="{E0B7EB31-B248-CB9D-1A3F-1693267E0D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2185" name="Freeform 1100">
                  <a:extLst>
                    <a:ext uri="{FF2B5EF4-FFF2-40B4-BE49-F238E27FC236}">
                      <a16:creationId xmlns:a16="http://schemas.microsoft.com/office/drawing/2014/main" id="{0B5BDAE2-4E2F-DD91-8872-CAFAEA080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86" name="Freeform 1101">
                  <a:extLst>
                    <a:ext uri="{FF2B5EF4-FFF2-40B4-BE49-F238E27FC236}">
                      <a16:creationId xmlns:a16="http://schemas.microsoft.com/office/drawing/2014/main" id="{5D498484-99E3-740F-834D-B80409F53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87" name="Freeform 1102">
                  <a:extLst>
                    <a:ext uri="{FF2B5EF4-FFF2-40B4-BE49-F238E27FC236}">
                      <a16:creationId xmlns:a16="http://schemas.microsoft.com/office/drawing/2014/main" id="{EA8EAE17-0B16-F09F-8308-38D2CDBEE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88" name="Freeform 1103">
                  <a:extLst>
                    <a:ext uri="{FF2B5EF4-FFF2-40B4-BE49-F238E27FC236}">
                      <a16:creationId xmlns:a16="http://schemas.microsoft.com/office/drawing/2014/main" id="{DD9F3E2F-F1AB-C017-FB5C-C645DFAA0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89" name="Freeform 1104">
                  <a:extLst>
                    <a:ext uri="{FF2B5EF4-FFF2-40B4-BE49-F238E27FC236}">
                      <a16:creationId xmlns:a16="http://schemas.microsoft.com/office/drawing/2014/main" id="{DB6A4847-5121-A621-37E9-E5281E5B3E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90" name="Freeform 1105">
                  <a:extLst>
                    <a:ext uri="{FF2B5EF4-FFF2-40B4-BE49-F238E27FC236}">
                      <a16:creationId xmlns:a16="http://schemas.microsoft.com/office/drawing/2014/main" id="{BC2A433C-0A4D-22B6-AF19-00DD7AE1A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179" name="Freeform 1106">
                <a:extLst>
                  <a:ext uri="{FF2B5EF4-FFF2-40B4-BE49-F238E27FC236}">
                    <a16:creationId xmlns:a16="http://schemas.microsoft.com/office/drawing/2014/main" id="{AEA3BD6F-8202-19AD-2D62-16F79C64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80" name="Freeform 1107">
                <a:extLst>
                  <a:ext uri="{FF2B5EF4-FFF2-40B4-BE49-F238E27FC236}">
                    <a16:creationId xmlns:a16="http://schemas.microsoft.com/office/drawing/2014/main" id="{145DF350-ABEC-DAC0-E1BD-145BAB85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81" name="Freeform 1108">
                <a:extLst>
                  <a:ext uri="{FF2B5EF4-FFF2-40B4-BE49-F238E27FC236}">
                    <a16:creationId xmlns:a16="http://schemas.microsoft.com/office/drawing/2014/main" id="{AA2F7E07-F275-7521-6377-CFA4ACFD5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82" name="Freeform 1109">
                <a:extLst>
                  <a:ext uri="{FF2B5EF4-FFF2-40B4-BE49-F238E27FC236}">
                    <a16:creationId xmlns:a16="http://schemas.microsoft.com/office/drawing/2014/main" id="{34D60E9C-0A66-0EB0-8CBA-B8A0137F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83" name="Freeform 1110">
                <a:extLst>
                  <a:ext uri="{FF2B5EF4-FFF2-40B4-BE49-F238E27FC236}">
                    <a16:creationId xmlns:a16="http://schemas.microsoft.com/office/drawing/2014/main" id="{08C2A6D4-3386-4269-3AAD-C03F1791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84" name="Freeform 1111">
                <a:extLst>
                  <a:ext uri="{FF2B5EF4-FFF2-40B4-BE49-F238E27FC236}">
                    <a16:creationId xmlns:a16="http://schemas.microsoft.com/office/drawing/2014/main" id="{96CBEA64-31FA-0451-6332-C2F68937031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135" name="Group 1168">
              <a:extLst>
                <a:ext uri="{FF2B5EF4-FFF2-40B4-BE49-F238E27FC236}">
                  <a16:creationId xmlns:a16="http://schemas.microsoft.com/office/drawing/2014/main" id="{195C8E9D-498B-2ED5-64A3-38222D8200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" y="1097"/>
              <a:ext cx="157" cy="256"/>
              <a:chOff x="4140" y="429"/>
              <a:chExt cx="1425" cy="2396"/>
            </a:xfrm>
          </p:grpSpPr>
          <p:sp>
            <p:nvSpPr>
              <p:cNvPr id="22136" name="Freeform 1169">
                <a:extLst>
                  <a:ext uri="{FF2B5EF4-FFF2-40B4-BE49-F238E27FC236}">
                    <a16:creationId xmlns:a16="http://schemas.microsoft.com/office/drawing/2014/main" id="{9B200536-ACB4-CF16-89BD-9CFFC804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37" name="Rectangle 1170">
                <a:extLst>
                  <a:ext uri="{FF2B5EF4-FFF2-40B4-BE49-F238E27FC236}">
                    <a16:creationId xmlns:a16="http://schemas.microsoft.com/office/drawing/2014/main" id="{385F964F-D640-70B8-4A3B-F940977B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38" name="Freeform 1171">
                <a:extLst>
                  <a:ext uri="{FF2B5EF4-FFF2-40B4-BE49-F238E27FC236}">
                    <a16:creationId xmlns:a16="http://schemas.microsoft.com/office/drawing/2014/main" id="{CBF16CD6-7B7A-CFE7-998B-39367D6D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39" name="Freeform 1172">
                <a:extLst>
                  <a:ext uri="{FF2B5EF4-FFF2-40B4-BE49-F238E27FC236}">
                    <a16:creationId xmlns:a16="http://schemas.microsoft.com/office/drawing/2014/main" id="{BFD74C53-37B0-AEF9-EBD3-5ACE56D3F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40" name="Rectangle 1173">
                <a:extLst>
                  <a:ext uri="{FF2B5EF4-FFF2-40B4-BE49-F238E27FC236}">
                    <a16:creationId xmlns:a16="http://schemas.microsoft.com/office/drawing/2014/main" id="{DB4240B4-7140-3280-4FC9-014D07340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1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141" name="Group 1174">
                <a:extLst>
                  <a:ext uri="{FF2B5EF4-FFF2-40B4-BE49-F238E27FC236}">
                    <a16:creationId xmlns:a16="http://schemas.microsoft.com/office/drawing/2014/main" id="{2F5C2378-CB21-4203-B471-8483639A09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166" name="AutoShape 1175">
                  <a:extLst>
                    <a:ext uri="{FF2B5EF4-FFF2-40B4-BE49-F238E27FC236}">
                      <a16:creationId xmlns:a16="http://schemas.microsoft.com/office/drawing/2014/main" id="{D56C8B5A-F3E9-9603-F7FB-191B6B78E0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25" cy="1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67" name="AutoShape 1176">
                  <a:extLst>
                    <a:ext uri="{FF2B5EF4-FFF2-40B4-BE49-F238E27FC236}">
                      <a16:creationId xmlns:a16="http://schemas.microsoft.com/office/drawing/2014/main" id="{3C2215FC-7835-453C-4749-02B52D0FF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691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142" name="Rectangle 1177">
                <a:extLst>
                  <a:ext uri="{FF2B5EF4-FFF2-40B4-BE49-F238E27FC236}">
                    <a16:creationId xmlns:a16="http://schemas.microsoft.com/office/drawing/2014/main" id="{EC1C18B4-BD45-ABC6-2A05-9AD564E77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9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143" name="Group 1178">
                <a:extLst>
                  <a:ext uri="{FF2B5EF4-FFF2-40B4-BE49-F238E27FC236}">
                    <a16:creationId xmlns:a16="http://schemas.microsoft.com/office/drawing/2014/main" id="{BAC2A2C4-512C-D9E9-24B7-86CBED0D42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164" name="AutoShape 1179">
                  <a:extLst>
                    <a:ext uri="{FF2B5EF4-FFF2-40B4-BE49-F238E27FC236}">
                      <a16:creationId xmlns:a16="http://schemas.microsoft.com/office/drawing/2014/main" id="{7EE54343-36E9-5DFB-E634-7FB1A37EB9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5" cy="14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65" name="AutoShape 1180">
                  <a:extLst>
                    <a:ext uri="{FF2B5EF4-FFF2-40B4-BE49-F238E27FC236}">
                      <a16:creationId xmlns:a16="http://schemas.microsoft.com/office/drawing/2014/main" id="{B61485B9-7DF0-6022-D452-E1865EDD6D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1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144" name="Rectangle 1181">
                <a:extLst>
                  <a:ext uri="{FF2B5EF4-FFF2-40B4-BE49-F238E27FC236}">
                    <a16:creationId xmlns:a16="http://schemas.microsoft.com/office/drawing/2014/main" id="{7B682E4C-D42D-2277-8C37-884F8E0BE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356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45" name="Rectangle 1182">
                <a:extLst>
                  <a:ext uri="{FF2B5EF4-FFF2-40B4-BE49-F238E27FC236}">
                    <a16:creationId xmlns:a16="http://schemas.microsoft.com/office/drawing/2014/main" id="{F5C201F6-21A3-45E5-3C33-BFC126031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5"/>
                <a:ext cx="590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146" name="Group 1183">
                <a:extLst>
                  <a:ext uri="{FF2B5EF4-FFF2-40B4-BE49-F238E27FC236}">
                    <a16:creationId xmlns:a16="http://schemas.microsoft.com/office/drawing/2014/main" id="{09768D26-1805-78C4-0936-CCB82D52A6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162" name="AutoShape 1184">
                  <a:extLst>
                    <a:ext uri="{FF2B5EF4-FFF2-40B4-BE49-F238E27FC236}">
                      <a16:creationId xmlns:a16="http://schemas.microsoft.com/office/drawing/2014/main" id="{8D0640B3-C5A9-1382-0788-05077F1102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" y="2568"/>
                  <a:ext cx="724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63" name="AutoShape 1185">
                  <a:extLst>
                    <a:ext uri="{FF2B5EF4-FFF2-40B4-BE49-F238E27FC236}">
                      <a16:creationId xmlns:a16="http://schemas.microsoft.com/office/drawing/2014/main" id="{588655C8-59AC-659A-1E76-57694274A4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147" name="Freeform 1186">
                <a:extLst>
                  <a:ext uri="{FF2B5EF4-FFF2-40B4-BE49-F238E27FC236}">
                    <a16:creationId xmlns:a16="http://schemas.microsoft.com/office/drawing/2014/main" id="{6A3B30C1-B344-5BA3-0BCF-E667FF722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2148" name="Group 1187">
                <a:extLst>
                  <a:ext uri="{FF2B5EF4-FFF2-40B4-BE49-F238E27FC236}">
                    <a16:creationId xmlns:a16="http://schemas.microsoft.com/office/drawing/2014/main" id="{CD85259D-AA0C-DD2A-F7CA-43DF5C6734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160" name="AutoShape 1188">
                  <a:extLst>
                    <a:ext uri="{FF2B5EF4-FFF2-40B4-BE49-F238E27FC236}">
                      <a16:creationId xmlns:a16="http://schemas.microsoft.com/office/drawing/2014/main" id="{AA63A035-28A0-C0C0-8A4D-8074B94EEF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9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61" name="AutoShape 1189">
                  <a:extLst>
                    <a:ext uri="{FF2B5EF4-FFF2-40B4-BE49-F238E27FC236}">
                      <a16:creationId xmlns:a16="http://schemas.microsoft.com/office/drawing/2014/main" id="{68B84703-B887-16E1-0AC1-95A59E3182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149" name="Rectangle 1190">
                <a:extLst>
                  <a:ext uri="{FF2B5EF4-FFF2-40B4-BE49-F238E27FC236}">
                    <a16:creationId xmlns:a16="http://schemas.microsoft.com/office/drawing/2014/main" id="{EF3666A0-47DD-C079-E88A-ED9B07C3E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3" cy="2293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0" name="Freeform 1191">
                <a:extLst>
                  <a:ext uri="{FF2B5EF4-FFF2-40B4-BE49-F238E27FC236}">
                    <a16:creationId xmlns:a16="http://schemas.microsoft.com/office/drawing/2014/main" id="{D75D3DB6-FD22-CCE8-D7B7-7FBA620A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51" name="Freeform 1192">
                <a:extLst>
                  <a:ext uri="{FF2B5EF4-FFF2-40B4-BE49-F238E27FC236}">
                    <a16:creationId xmlns:a16="http://schemas.microsoft.com/office/drawing/2014/main" id="{89DC231E-A93C-6F32-02DD-14B984FB2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52" name="Oval 1193">
                <a:extLst>
                  <a:ext uri="{FF2B5EF4-FFF2-40B4-BE49-F238E27FC236}">
                    <a16:creationId xmlns:a16="http://schemas.microsoft.com/office/drawing/2014/main" id="{FB80CED7-7157-9789-B3EA-54CDF754B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0"/>
                <a:ext cx="45" cy="94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3" name="Freeform 1194">
                <a:extLst>
                  <a:ext uri="{FF2B5EF4-FFF2-40B4-BE49-F238E27FC236}">
                    <a16:creationId xmlns:a16="http://schemas.microsoft.com/office/drawing/2014/main" id="{4F94E056-6804-E702-6E9A-336FE89F8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54" name="AutoShape 1195">
                <a:extLst>
                  <a:ext uri="{FF2B5EF4-FFF2-40B4-BE49-F238E27FC236}">
                    <a16:creationId xmlns:a16="http://schemas.microsoft.com/office/drawing/2014/main" id="{B49E424C-97C7-7114-9924-F71AB4C24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8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5" name="AutoShape 1196">
                <a:extLst>
                  <a:ext uri="{FF2B5EF4-FFF2-40B4-BE49-F238E27FC236}">
                    <a16:creationId xmlns:a16="http://schemas.microsoft.com/office/drawing/2014/main" id="{3F3F8211-6B3D-5E08-EA58-0085B6187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3"/>
                <a:ext cx="1071" cy="8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6" name="Oval 1197">
                <a:extLst>
                  <a:ext uri="{FF2B5EF4-FFF2-40B4-BE49-F238E27FC236}">
                    <a16:creationId xmlns:a16="http://schemas.microsoft.com/office/drawing/2014/main" id="{6141BC29-C947-569E-58B5-4A374A19A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7" name="Oval 1198">
                <a:extLst>
                  <a:ext uri="{FF2B5EF4-FFF2-40B4-BE49-F238E27FC236}">
                    <a16:creationId xmlns:a16="http://schemas.microsoft.com/office/drawing/2014/main" id="{649D504C-6EF5-AAE8-A9C7-F2184599B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3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2158" name="Oval 1199">
                <a:extLst>
                  <a:ext uri="{FF2B5EF4-FFF2-40B4-BE49-F238E27FC236}">
                    <a16:creationId xmlns:a16="http://schemas.microsoft.com/office/drawing/2014/main" id="{D5ACED62-5E78-F179-6F76-85565CCE2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59" name="Rectangle 1200">
                <a:extLst>
                  <a:ext uri="{FF2B5EF4-FFF2-40B4-BE49-F238E27FC236}">
                    <a16:creationId xmlns:a16="http://schemas.microsoft.com/office/drawing/2014/main" id="{896B6A39-3EF6-F969-3289-91D9B5757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833"/>
                <a:ext cx="82" cy="76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21514" name="Slide Number Placeholder 3">
            <a:extLst>
              <a:ext uri="{FF2B5EF4-FFF2-40B4-BE49-F238E27FC236}">
                <a16:creationId xmlns:a16="http://schemas.microsoft.com/office/drawing/2014/main" id="{DD738AB9-C5BD-4B21-BC96-4E9C072D28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B1E93363-9333-F544-9C47-63F04234AB8E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21515" name="Group 2">
            <a:extLst>
              <a:ext uri="{FF2B5EF4-FFF2-40B4-BE49-F238E27FC236}">
                <a16:creationId xmlns:a16="http://schemas.microsoft.com/office/drawing/2014/main" id="{5190D45E-35BD-9330-B62A-A2B980626384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1516" name="Freeform 416">
              <a:extLst>
                <a:ext uri="{FF2B5EF4-FFF2-40B4-BE49-F238E27FC236}">
                  <a16:creationId xmlns:a16="http://schemas.microsoft.com/office/drawing/2014/main" id="{88D5CF10-240F-4A37-09ED-5FFC64DEA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7" name="Freeform 415">
              <a:extLst>
                <a:ext uri="{FF2B5EF4-FFF2-40B4-BE49-F238E27FC236}">
                  <a16:creationId xmlns:a16="http://schemas.microsoft.com/office/drawing/2014/main" id="{C533A354-09A9-A3EA-D39C-D8B4E9D01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8" name="Freeform 665">
              <a:extLst>
                <a:ext uri="{FF2B5EF4-FFF2-40B4-BE49-F238E27FC236}">
                  <a16:creationId xmlns:a16="http://schemas.microsoft.com/office/drawing/2014/main" id="{8FF648A7-3AB5-B5E7-E5FF-D916E5AE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519" name="Group 666">
              <a:extLst>
                <a:ext uri="{FF2B5EF4-FFF2-40B4-BE49-F238E27FC236}">
                  <a16:creationId xmlns:a16="http://schemas.microsoft.com/office/drawing/2014/main" id="{636AE16E-32E8-C64C-B390-C68DAF351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2126" name="Rectangle 667">
                <a:extLst>
                  <a:ext uri="{FF2B5EF4-FFF2-40B4-BE49-F238E27FC236}">
                    <a16:creationId xmlns:a16="http://schemas.microsoft.com/office/drawing/2014/main" id="{2D15AD04-E99C-9FFE-4CC4-62E5AFAFC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127" name="AutoShape 668">
                <a:extLst>
                  <a:ext uri="{FF2B5EF4-FFF2-40B4-BE49-F238E27FC236}">
                    <a16:creationId xmlns:a16="http://schemas.microsoft.com/office/drawing/2014/main" id="{D0443115-790D-3D1D-F557-827F3ABCA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20" name="Freeform 669">
              <a:extLst>
                <a:ext uri="{FF2B5EF4-FFF2-40B4-BE49-F238E27FC236}">
                  <a16:creationId xmlns:a16="http://schemas.microsoft.com/office/drawing/2014/main" id="{EB55DE48-025C-2E06-5BFE-9F60A076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6 w 2032"/>
                <a:gd name="T1" fmla="*/ 2147483646 h 1049"/>
                <a:gd name="T2" fmla="*/ 2147483646 w 2032"/>
                <a:gd name="T3" fmla="*/ 2147483646 h 1049"/>
                <a:gd name="T4" fmla="*/ 2147483646 w 2032"/>
                <a:gd name="T5" fmla="*/ 2147483646 h 1049"/>
                <a:gd name="T6" fmla="*/ 2147483646 w 2032"/>
                <a:gd name="T7" fmla="*/ 2147483646 h 1049"/>
                <a:gd name="T8" fmla="*/ 2147483646 w 2032"/>
                <a:gd name="T9" fmla="*/ 2147483646 h 1049"/>
                <a:gd name="T10" fmla="*/ 2147483646 w 2032"/>
                <a:gd name="T11" fmla="*/ 2147483646 h 1049"/>
                <a:gd name="T12" fmla="*/ 2147483646 w 2032"/>
                <a:gd name="T13" fmla="*/ 2147483646 h 1049"/>
                <a:gd name="T14" fmla="*/ 2147483646 w 2032"/>
                <a:gd name="T15" fmla="*/ 2147483646 h 1049"/>
                <a:gd name="T16" fmla="*/ 2147483646 w 2032"/>
                <a:gd name="T17" fmla="*/ 2147483646 h 1049"/>
                <a:gd name="T18" fmla="*/ 2147483646 w 2032"/>
                <a:gd name="T19" fmla="*/ 2147483646 h 1049"/>
                <a:gd name="T20" fmla="*/ 2147483646 w 2032"/>
                <a:gd name="T21" fmla="*/ 2147483646 h 1049"/>
                <a:gd name="T22" fmla="*/ 2147483646 w 2032"/>
                <a:gd name="T23" fmla="*/ 2147483646 h 1049"/>
                <a:gd name="T24" fmla="*/ 2147483646 w 2032"/>
                <a:gd name="T25" fmla="*/ 2147483646 h 1049"/>
                <a:gd name="T26" fmla="*/ 2147483646 w 2032"/>
                <a:gd name="T27" fmla="*/ 2147483646 h 1049"/>
                <a:gd name="T28" fmla="*/ 2147483646 w 2032"/>
                <a:gd name="T29" fmla="*/ 2147483646 h 1049"/>
                <a:gd name="T30" fmla="*/ 2147483646 w 2032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1" name="Line 670">
              <a:extLst>
                <a:ext uri="{FF2B5EF4-FFF2-40B4-BE49-F238E27FC236}">
                  <a16:creationId xmlns:a16="http://schemas.microsoft.com/office/drawing/2014/main" id="{3DB32F11-1812-2C9C-6C78-6A010429F7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522" name="Line 671">
              <a:extLst>
                <a:ext uri="{FF2B5EF4-FFF2-40B4-BE49-F238E27FC236}">
                  <a16:creationId xmlns:a16="http://schemas.microsoft.com/office/drawing/2014/main" id="{502FAC1C-C9D0-5982-1DD7-63036932AFB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523" name="Line 672">
              <a:extLst>
                <a:ext uri="{FF2B5EF4-FFF2-40B4-BE49-F238E27FC236}">
                  <a16:creationId xmlns:a16="http://schemas.microsoft.com/office/drawing/2014/main" id="{30493247-08E6-1D71-B4D1-320ECD24CFE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524" name="Line 674">
              <a:extLst>
                <a:ext uri="{FF2B5EF4-FFF2-40B4-BE49-F238E27FC236}">
                  <a16:creationId xmlns:a16="http://schemas.microsoft.com/office/drawing/2014/main" id="{132AFA21-63E4-60B4-2D8C-E3768D3CCC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5" name="Line 675">
              <a:extLst>
                <a:ext uri="{FF2B5EF4-FFF2-40B4-BE49-F238E27FC236}">
                  <a16:creationId xmlns:a16="http://schemas.microsoft.com/office/drawing/2014/main" id="{32A69F7C-2EC2-EB60-FF76-A951194EBD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6" name="Line 678">
              <a:extLst>
                <a:ext uri="{FF2B5EF4-FFF2-40B4-BE49-F238E27FC236}">
                  <a16:creationId xmlns:a16="http://schemas.microsoft.com/office/drawing/2014/main" id="{346A5EC7-EC46-D477-1ED7-4B1CD636E8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7" name="Line 679">
              <a:extLst>
                <a:ext uri="{FF2B5EF4-FFF2-40B4-BE49-F238E27FC236}">
                  <a16:creationId xmlns:a16="http://schemas.microsoft.com/office/drawing/2014/main" id="{1389FD42-290C-AA0A-A505-7B02CB0CF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8" name="Line 680">
              <a:extLst>
                <a:ext uri="{FF2B5EF4-FFF2-40B4-BE49-F238E27FC236}">
                  <a16:creationId xmlns:a16="http://schemas.microsoft.com/office/drawing/2014/main" id="{681E4216-FC45-D651-6A77-0ED77A76E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9" name="Line 682">
              <a:extLst>
                <a:ext uri="{FF2B5EF4-FFF2-40B4-BE49-F238E27FC236}">
                  <a16:creationId xmlns:a16="http://schemas.microsoft.com/office/drawing/2014/main" id="{AEB47B93-41C2-0669-0B22-8473C00FC8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0" name="Line 683">
              <a:extLst>
                <a:ext uri="{FF2B5EF4-FFF2-40B4-BE49-F238E27FC236}">
                  <a16:creationId xmlns:a16="http://schemas.microsoft.com/office/drawing/2014/main" id="{E85481B7-0397-B268-781C-B80DD91F8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531" name="Picture 684" descr="access_point_stylized_small">
              <a:extLst>
                <a:ext uri="{FF2B5EF4-FFF2-40B4-BE49-F238E27FC236}">
                  <a16:creationId xmlns:a16="http://schemas.microsoft.com/office/drawing/2014/main" id="{2E387959-8616-350A-5886-29C4589A63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2" name="Line 685">
              <a:extLst>
                <a:ext uri="{FF2B5EF4-FFF2-40B4-BE49-F238E27FC236}">
                  <a16:creationId xmlns:a16="http://schemas.microsoft.com/office/drawing/2014/main" id="{2E963418-C5CE-36D2-D18A-470742ADE50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1533" name="Line 686">
              <a:extLst>
                <a:ext uri="{FF2B5EF4-FFF2-40B4-BE49-F238E27FC236}">
                  <a16:creationId xmlns:a16="http://schemas.microsoft.com/office/drawing/2014/main" id="{C619BC6C-C740-DEB0-7358-4B4825FEC9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534" name="Picture 708" descr="access_point_stylized_small">
              <a:extLst>
                <a:ext uri="{FF2B5EF4-FFF2-40B4-BE49-F238E27FC236}">
                  <a16:creationId xmlns:a16="http://schemas.microsoft.com/office/drawing/2014/main" id="{2EFF2BD9-D358-3CFB-B9E0-7EA6790BC2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5" name="Line 711">
              <a:extLst>
                <a:ext uri="{FF2B5EF4-FFF2-40B4-BE49-F238E27FC236}">
                  <a16:creationId xmlns:a16="http://schemas.microsoft.com/office/drawing/2014/main" id="{79EB7C7B-DBDC-B46A-A5EA-922EA370C9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6" name="Line 712">
              <a:extLst>
                <a:ext uri="{FF2B5EF4-FFF2-40B4-BE49-F238E27FC236}">
                  <a16:creationId xmlns:a16="http://schemas.microsoft.com/office/drawing/2014/main" id="{F37263B4-EF30-1094-D448-AB9F7A317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7" name="Line 713">
              <a:extLst>
                <a:ext uri="{FF2B5EF4-FFF2-40B4-BE49-F238E27FC236}">
                  <a16:creationId xmlns:a16="http://schemas.microsoft.com/office/drawing/2014/main" id="{505AA4F7-A67F-2180-1A80-6821683963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8" name="Line 714">
              <a:extLst>
                <a:ext uri="{FF2B5EF4-FFF2-40B4-BE49-F238E27FC236}">
                  <a16:creationId xmlns:a16="http://schemas.microsoft.com/office/drawing/2014/main" id="{19AF62B5-07A8-BAED-72C0-A103109E7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9" name="Line 715">
              <a:extLst>
                <a:ext uri="{FF2B5EF4-FFF2-40B4-BE49-F238E27FC236}">
                  <a16:creationId xmlns:a16="http://schemas.microsoft.com/office/drawing/2014/main" id="{AC43E6FB-921F-81A6-83B0-CDB75B600C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0" name="Line 716">
              <a:extLst>
                <a:ext uri="{FF2B5EF4-FFF2-40B4-BE49-F238E27FC236}">
                  <a16:creationId xmlns:a16="http://schemas.microsoft.com/office/drawing/2014/main" id="{09CA8EF5-CB09-54F0-D708-ACC9192E08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1" name="Line 717">
              <a:extLst>
                <a:ext uri="{FF2B5EF4-FFF2-40B4-BE49-F238E27FC236}">
                  <a16:creationId xmlns:a16="http://schemas.microsoft.com/office/drawing/2014/main" id="{5C9A5811-B964-696B-64CC-BA9C5C906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2" name="Line 718">
              <a:extLst>
                <a:ext uri="{FF2B5EF4-FFF2-40B4-BE49-F238E27FC236}">
                  <a16:creationId xmlns:a16="http://schemas.microsoft.com/office/drawing/2014/main" id="{3621CD20-301F-B715-552A-F0FA78BA9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3" name="Line 719">
              <a:extLst>
                <a:ext uri="{FF2B5EF4-FFF2-40B4-BE49-F238E27FC236}">
                  <a16:creationId xmlns:a16="http://schemas.microsoft.com/office/drawing/2014/main" id="{2466490B-F461-50F8-B26F-5C9C95B4B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4" name="Line 720">
              <a:extLst>
                <a:ext uri="{FF2B5EF4-FFF2-40B4-BE49-F238E27FC236}">
                  <a16:creationId xmlns:a16="http://schemas.microsoft.com/office/drawing/2014/main" id="{24301B21-3244-6772-D7D8-AD1A37986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5" name="Line 721">
              <a:extLst>
                <a:ext uri="{FF2B5EF4-FFF2-40B4-BE49-F238E27FC236}">
                  <a16:creationId xmlns:a16="http://schemas.microsoft.com/office/drawing/2014/main" id="{DD2FE846-479C-035C-C8F3-F8E4FDC84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6" name="Line 722">
              <a:extLst>
                <a:ext uri="{FF2B5EF4-FFF2-40B4-BE49-F238E27FC236}">
                  <a16:creationId xmlns:a16="http://schemas.microsoft.com/office/drawing/2014/main" id="{D402B95A-84F0-58BA-8552-2A02CBC118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7" name="Line 723">
              <a:extLst>
                <a:ext uri="{FF2B5EF4-FFF2-40B4-BE49-F238E27FC236}">
                  <a16:creationId xmlns:a16="http://schemas.microsoft.com/office/drawing/2014/main" id="{D3BCA50A-5758-7A88-B778-5325EB840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8" name="Line 724">
              <a:extLst>
                <a:ext uri="{FF2B5EF4-FFF2-40B4-BE49-F238E27FC236}">
                  <a16:creationId xmlns:a16="http://schemas.microsoft.com/office/drawing/2014/main" id="{E104DB49-6ADD-B917-2A62-BC9CFE8E1C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9" name="Line 725">
              <a:extLst>
                <a:ext uri="{FF2B5EF4-FFF2-40B4-BE49-F238E27FC236}">
                  <a16:creationId xmlns:a16="http://schemas.microsoft.com/office/drawing/2014/main" id="{0D33B560-54BF-2AD2-BF98-91BC5545C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0" name="Line 726">
              <a:extLst>
                <a:ext uri="{FF2B5EF4-FFF2-40B4-BE49-F238E27FC236}">
                  <a16:creationId xmlns:a16="http://schemas.microsoft.com/office/drawing/2014/main" id="{7237B758-0936-90F7-605D-1325F2537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1" name="Line 727">
              <a:extLst>
                <a:ext uri="{FF2B5EF4-FFF2-40B4-BE49-F238E27FC236}">
                  <a16:creationId xmlns:a16="http://schemas.microsoft.com/office/drawing/2014/main" id="{6EA17F85-BFAA-E0E6-EB89-5CC150545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2" name="Line 728">
              <a:extLst>
                <a:ext uri="{FF2B5EF4-FFF2-40B4-BE49-F238E27FC236}">
                  <a16:creationId xmlns:a16="http://schemas.microsoft.com/office/drawing/2014/main" id="{DAD57840-E072-D114-55E3-3813AD026A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3" name="Oval 407">
              <a:extLst>
                <a:ext uri="{FF2B5EF4-FFF2-40B4-BE49-F238E27FC236}">
                  <a16:creationId xmlns:a16="http://schemas.microsoft.com/office/drawing/2014/main" id="{FA6CD541-921F-79C5-8E82-0A9E1B890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1554" name="Rectangle 410">
              <a:extLst>
                <a:ext uri="{FF2B5EF4-FFF2-40B4-BE49-F238E27FC236}">
                  <a16:creationId xmlns:a16="http://schemas.microsoft.com/office/drawing/2014/main" id="{BF0B1CA5-097B-9A25-4D25-9A8892F24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1555" name="Oval 411">
              <a:extLst>
                <a:ext uri="{FF2B5EF4-FFF2-40B4-BE49-F238E27FC236}">
                  <a16:creationId xmlns:a16="http://schemas.microsoft.com/office/drawing/2014/main" id="{08A1F35F-C912-A70B-0F39-0ABF0BDA3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21556" name="Group 732">
              <a:extLst>
                <a:ext uri="{FF2B5EF4-FFF2-40B4-BE49-F238E27FC236}">
                  <a16:creationId xmlns:a16="http://schemas.microsoft.com/office/drawing/2014/main" id="{5FD231C6-87B9-3761-A1A7-69548EA9B9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2124" name="Freeform 733">
                <a:extLst>
                  <a:ext uri="{FF2B5EF4-FFF2-40B4-BE49-F238E27FC236}">
                    <a16:creationId xmlns:a16="http://schemas.microsoft.com/office/drawing/2014/main" id="{3636ACC9-C536-179E-9DE7-D8DCD50C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25" name="Freeform 734">
                <a:extLst>
                  <a:ext uri="{FF2B5EF4-FFF2-40B4-BE49-F238E27FC236}">
                    <a16:creationId xmlns:a16="http://schemas.microsoft.com/office/drawing/2014/main" id="{D6C91982-5900-BA11-4141-F367D5743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57" name="Line 735">
              <a:extLst>
                <a:ext uri="{FF2B5EF4-FFF2-40B4-BE49-F238E27FC236}">
                  <a16:creationId xmlns:a16="http://schemas.microsoft.com/office/drawing/2014/main" id="{3ABFF8D7-D3B8-F9CF-49FF-A520E9B16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" name="Line 736">
              <a:extLst>
                <a:ext uri="{FF2B5EF4-FFF2-40B4-BE49-F238E27FC236}">
                  <a16:creationId xmlns:a16="http://schemas.microsoft.com/office/drawing/2014/main" id="{2A173117-8E86-2F1F-0B15-79E1C3857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559" name="Group 737">
              <a:extLst>
                <a:ext uri="{FF2B5EF4-FFF2-40B4-BE49-F238E27FC236}">
                  <a16:creationId xmlns:a16="http://schemas.microsoft.com/office/drawing/2014/main" id="{0DF6AEAE-7D80-BE33-9D2D-791A7D37EE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2116" name="Oval 407">
                <a:extLst>
                  <a:ext uri="{FF2B5EF4-FFF2-40B4-BE49-F238E27FC236}">
                    <a16:creationId xmlns:a16="http://schemas.microsoft.com/office/drawing/2014/main" id="{CF5FE44F-D653-5983-6879-CA71FEA46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7" name="Rectangle 410">
                <a:extLst>
                  <a:ext uri="{FF2B5EF4-FFF2-40B4-BE49-F238E27FC236}">
                    <a16:creationId xmlns:a16="http://schemas.microsoft.com/office/drawing/2014/main" id="{34607DD8-79F2-FED4-B305-D8DD79A09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8" name="Oval 411">
                <a:extLst>
                  <a:ext uri="{FF2B5EF4-FFF2-40B4-BE49-F238E27FC236}">
                    <a16:creationId xmlns:a16="http://schemas.microsoft.com/office/drawing/2014/main" id="{13170D05-C2CC-163A-839A-F7D9CBC9E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19" name="Group 741">
                <a:extLst>
                  <a:ext uri="{FF2B5EF4-FFF2-40B4-BE49-F238E27FC236}">
                    <a16:creationId xmlns:a16="http://schemas.microsoft.com/office/drawing/2014/main" id="{A98A07BB-FB85-E0B5-AFD9-20E1FF413F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22" name="Freeform 742">
                  <a:extLst>
                    <a:ext uri="{FF2B5EF4-FFF2-40B4-BE49-F238E27FC236}">
                      <a16:creationId xmlns:a16="http://schemas.microsoft.com/office/drawing/2014/main" id="{62AA2620-231E-584E-8B3A-D52B7C2F6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23" name="Freeform 743">
                  <a:extLst>
                    <a:ext uri="{FF2B5EF4-FFF2-40B4-BE49-F238E27FC236}">
                      <a16:creationId xmlns:a16="http://schemas.microsoft.com/office/drawing/2014/main" id="{67958312-9485-2F48-1A8F-A2A2859A4D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120" name="Line 744">
                <a:extLst>
                  <a:ext uri="{FF2B5EF4-FFF2-40B4-BE49-F238E27FC236}">
                    <a16:creationId xmlns:a16="http://schemas.microsoft.com/office/drawing/2014/main" id="{6C6880BA-6143-3EEE-2E1F-CF7223F9CC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21" name="Line 745">
                <a:extLst>
                  <a:ext uri="{FF2B5EF4-FFF2-40B4-BE49-F238E27FC236}">
                    <a16:creationId xmlns:a16="http://schemas.microsoft.com/office/drawing/2014/main" id="{36EE1C16-BF3F-981C-B418-0D22BD1F1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0" name="Group 746">
              <a:extLst>
                <a:ext uri="{FF2B5EF4-FFF2-40B4-BE49-F238E27FC236}">
                  <a16:creationId xmlns:a16="http://schemas.microsoft.com/office/drawing/2014/main" id="{532F35A3-E2DD-FC5C-431B-D5173A58AB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2108" name="Oval 407">
                <a:extLst>
                  <a:ext uri="{FF2B5EF4-FFF2-40B4-BE49-F238E27FC236}">
                    <a16:creationId xmlns:a16="http://schemas.microsoft.com/office/drawing/2014/main" id="{5E6F6A02-BBBE-E064-8D9D-99DCAF9DB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9" name="Rectangle 410">
                <a:extLst>
                  <a:ext uri="{FF2B5EF4-FFF2-40B4-BE49-F238E27FC236}">
                    <a16:creationId xmlns:a16="http://schemas.microsoft.com/office/drawing/2014/main" id="{D31BE9DE-8772-6D74-4098-FBB23DB2C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0" name="Oval 411">
                <a:extLst>
                  <a:ext uri="{FF2B5EF4-FFF2-40B4-BE49-F238E27FC236}">
                    <a16:creationId xmlns:a16="http://schemas.microsoft.com/office/drawing/2014/main" id="{75ECA68A-B0DF-4265-AD25-55AACDBC5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11" name="Group 750">
                <a:extLst>
                  <a:ext uri="{FF2B5EF4-FFF2-40B4-BE49-F238E27FC236}">
                    <a16:creationId xmlns:a16="http://schemas.microsoft.com/office/drawing/2014/main" id="{BE94FFBA-D047-FACD-323E-B559534EF4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14" name="Freeform 751">
                  <a:extLst>
                    <a:ext uri="{FF2B5EF4-FFF2-40B4-BE49-F238E27FC236}">
                      <a16:creationId xmlns:a16="http://schemas.microsoft.com/office/drawing/2014/main" id="{1D6EFDB6-61F5-9318-A21B-73AAB9AB6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15" name="Freeform 752">
                  <a:extLst>
                    <a:ext uri="{FF2B5EF4-FFF2-40B4-BE49-F238E27FC236}">
                      <a16:creationId xmlns:a16="http://schemas.microsoft.com/office/drawing/2014/main" id="{70E742BE-D714-DD4D-CBAB-5F0ABD724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112" name="Line 753">
                <a:extLst>
                  <a:ext uri="{FF2B5EF4-FFF2-40B4-BE49-F238E27FC236}">
                    <a16:creationId xmlns:a16="http://schemas.microsoft.com/office/drawing/2014/main" id="{EF7AD164-6F3A-EDAC-8106-690EABD563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13" name="Line 754">
                <a:extLst>
                  <a:ext uri="{FF2B5EF4-FFF2-40B4-BE49-F238E27FC236}">
                    <a16:creationId xmlns:a16="http://schemas.microsoft.com/office/drawing/2014/main" id="{2356FF9C-09F8-0ABD-6BAD-7629A1D1E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1" name="Group 764">
              <a:extLst>
                <a:ext uri="{FF2B5EF4-FFF2-40B4-BE49-F238E27FC236}">
                  <a16:creationId xmlns:a16="http://schemas.microsoft.com/office/drawing/2014/main" id="{6CAD964B-32C8-0FB3-A182-91BBB2DFC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2100" name="Oval 407">
                <a:extLst>
                  <a:ext uri="{FF2B5EF4-FFF2-40B4-BE49-F238E27FC236}">
                    <a16:creationId xmlns:a16="http://schemas.microsoft.com/office/drawing/2014/main" id="{EC728023-8758-44A2-D6A9-221DD4635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1" name="Rectangle 410">
                <a:extLst>
                  <a:ext uri="{FF2B5EF4-FFF2-40B4-BE49-F238E27FC236}">
                    <a16:creationId xmlns:a16="http://schemas.microsoft.com/office/drawing/2014/main" id="{7457E304-4733-2633-6474-23DDF6DFD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2" name="Oval 411">
                <a:extLst>
                  <a:ext uri="{FF2B5EF4-FFF2-40B4-BE49-F238E27FC236}">
                    <a16:creationId xmlns:a16="http://schemas.microsoft.com/office/drawing/2014/main" id="{B1CE858A-0F70-CC39-9AD1-34DF7D5C7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03" name="Group 768">
                <a:extLst>
                  <a:ext uri="{FF2B5EF4-FFF2-40B4-BE49-F238E27FC236}">
                    <a16:creationId xmlns:a16="http://schemas.microsoft.com/office/drawing/2014/main" id="{D54BD387-69E8-F9DE-08D7-024DDED9C5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06" name="Freeform 769">
                  <a:extLst>
                    <a:ext uri="{FF2B5EF4-FFF2-40B4-BE49-F238E27FC236}">
                      <a16:creationId xmlns:a16="http://schemas.microsoft.com/office/drawing/2014/main" id="{126DCF21-DBAF-296D-B83B-85E9117B9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107" name="Freeform 770">
                  <a:extLst>
                    <a:ext uri="{FF2B5EF4-FFF2-40B4-BE49-F238E27FC236}">
                      <a16:creationId xmlns:a16="http://schemas.microsoft.com/office/drawing/2014/main" id="{6D7A085F-6150-3B75-F3C4-C2AE42C8B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104" name="Line 771">
                <a:extLst>
                  <a:ext uri="{FF2B5EF4-FFF2-40B4-BE49-F238E27FC236}">
                    <a16:creationId xmlns:a16="http://schemas.microsoft.com/office/drawing/2014/main" id="{3A4F3F21-4501-EB81-79F1-602424055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105" name="Line 772">
                <a:extLst>
                  <a:ext uri="{FF2B5EF4-FFF2-40B4-BE49-F238E27FC236}">
                    <a16:creationId xmlns:a16="http://schemas.microsoft.com/office/drawing/2014/main" id="{E7E920BD-F1FF-0DF6-B02B-AB23B56013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62" name="Line 782">
              <a:extLst>
                <a:ext uri="{FF2B5EF4-FFF2-40B4-BE49-F238E27FC236}">
                  <a16:creationId xmlns:a16="http://schemas.microsoft.com/office/drawing/2014/main" id="{C6F69B48-EBEE-EAB7-11C7-940BEACA2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563" name="Group 801">
              <a:extLst>
                <a:ext uri="{FF2B5EF4-FFF2-40B4-BE49-F238E27FC236}">
                  <a16:creationId xmlns:a16="http://schemas.microsoft.com/office/drawing/2014/main" id="{03B4F427-E428-F4EF-9F18-ACE4CFBE5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2092" name="Oval 407">
                <a:extLst>
                  <a:ext uri="{FF2B5EF4-FFF2-40B4-BE49-F238E27FC236}">
                    <a16:creationId xmlns:a16="http://schemas.microsoft.com/office/drawing/2014/main" id="{DEE6B117-B10C-12EC-F829-8F6F522B1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93" name="Rectangle 410">
                <a:extLst>
                  <a:ext uri="{FF2B5EF4-FFF2-40B4-BE49-F238E27FC236}">
                    <a16:creationId xmlns:a16="http://schemas.microsoft.com/office/drawing/2014/main" id="{C9B88CB5-41B1-E5E3-D31A-BAD22F694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94" name="Oval 411">
                <a:extLst>
                  <a:ext uri="{FF2B5EF4-FFF2-40B4-BE49-F238E27FC236}">
                    <a16:creationId xmlns:a16="http://schemas.microsoft.com/office/drawing/2014/main" id="{6B152B68-CEE7-ED42-85EA-7D61A3DDC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95" name="Group 805">
                <a:extLst>
                  <a:ext uri="{FF2B5EF4-FFF2-40B4-BE49-F238E27FC236}">
                    <a16:creationId xmlns:a16="http://schemas.microsoft.com/office/drawing/2014/main" id="{DBE94B65-CE21-CDD3-8A2A-B0D3A34EFE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8" name="Freeform 806">
                  <a:extLst>
                    <a:ext uri="{FF2B5EF4-FFF2-40B4-BE49-F238E27FC236}">
                      <a16:creationId xmlns:a16="http://schemas.microsoft.com/office/drawing/2014/main" id="{EAC1EC64-464B-6CD6-3D73-BFBB59662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099" name="Freeform 807">
                  <a:extLst>
                    <a:ext uri="{FF2B5EF4-FFF2-40B4-BE49-F238E27FC236}">
                      <a16:creationId xmlns:a16="http://schemas.microsoft.com/office/drawing/2014/main" id="{F21CBA2D-986B-CBE6-8AAC-289782791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096" name="Line 808">
                <a:extLst>
                  <a:ext uri="{FF2B5EF4-FFF2-40B4-BE49-F238E27FC236}">
                    <a16:creationId xmlns:a16="http://schemas.microsoft.com/office/drawing/2014/main" id="{77DA2C09-D450-6F07-4FCD-4FEDCBDF77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97" name="Line 809">
                <a:extLst>
                  <a:ext uri="{FF2B5EF4-FFF2-40B4-BE49-F238E27FC236}">
                    <a16:creationId xmlns:a16="http://schemas.microsoft.com/office/drawing/2014/main" id="{1815999D-9C5E-FA1E-38A2-2E866D678A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4" name="Group 810">
              <a:extLst>
                <a:ext uri="{FF2B5EF4-FFF2-40B4-BE49-F238E27FC236}">
                  <a16:creationId xmlns:a16="http://schemas.microsoft.com/office/drawing/2014/main" id="{4F427AFF-BE33-BA67-8F0D-10D8CF7076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2084" name="Oval 407">
                <a:extLst>
                  <a:ext uri="{FF2B5EF4-FFF2-40B4-BE49-F238E27FC236}">
                    <a16:creationId xmlns:a16="http://schemas.microsoft.com/office/drawing/2014/main" id="{7AE1379F-D5B5-007E-CD7F-7A37C4535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85" name="Rectangle 410">
                <a:extLst>
                  <a:ext uri="{FF2B5EF4-FFF2-40B4-BE49-F238E27FC236}">
                    <a16:creationId xmlns:a16="http://schemas.microsoft.com/office/drawing/2014/main" id="{2E83FC71-1A8B-7813-4B1C-41A0DC658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86" name="Oval 411">
                <a:extLst>
                  <a:ext uri="{FF2B5EF4-FFF2-40B4-BE49-F238E27FC236}">
                    <a16:creationId xmlns:a16="http://schemas.microsoft.com/office/drawing/2014/main" id="{F6516CD5-EE71-6EE7-8E2F-AE0110FFC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87" name="Group 814">
                <a:extLst>
                  <a:ext uri="{FF2B5EF4-FFF2-40B4-BE49-F238E27FC236}">
                    <a16:creationId xmlns:a16="http://schemas.microsoft.com/office/drawing/2014/main" id="{D7B0FD20-62F5-4626-BEEC-9D84903881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0" name="Freeform 815">
                  <a:extLst>
                    <a:ext uri="{FF2B5EF4-FFF2-40B4-BE49-F238E27FC236}">
                      <a16:creationId xmlns:a16="http://schemas.microsoft.com/office/drawing/2014/main" id="{06DCDA1D-BB85-197D-00A2-9DC7D5E3E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091" name="Freeform 816">
                  <a:extLst>
                    <a:ext uri="{FF2B5EF4-FFF2-40B4-BE49-F238E27FC236}">
                      <a16:creationId xmlns:a16="http://schemas.microsoft.com/office/drawing/2014/main" id="{974B6822-2556-9F92-D532-B1E683FB77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088" name="Line 817">
                <a:extLst>
                  <a:ext uri="{FF2B5EF4-FFF2-40B4-BE49-F238E27FC236}">
                    <a16:creationId xmlns:a16="http://schemas.microsoft.com/office/drawing/2014/main" id="{EF154F1A-B3F8-0BD4-A960-CABD942610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89" name="Line 818">
                <a:extLst>
                  <a:ext uri="{FF2B5EF4-FFF2-40B4-BE49-F238E27FC236}">
                    <a16:creationId xmlns:a16="http://schemas.microsoft.com/office/drawing/2014/main" id="{EA04C3B5-A3F9-91AC-B237-7AFA70644C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5" name="Group 819">
              <a:extLst>
                <a:ext uri="{FF2B5EF4-FFF2-40B4-BE49-F238E27FC236}">
                  <a16:creationId xmlns:a16="http://schemas.microsoft.com/office/drawing/2014/main" id="{84C5EB0A-F695-F025-F457-C2CED47753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2076" name="Oval 407">
                <a:extLst>
                  <a:ext uri="{FF2B5EF4-FFF2-40B4-BE49-F238E27FC236}">
                    <a16:creationId xmlns:a16="http://schemas.microsoft.com/office/drawing/2014/main" id="{C99F6E2B-5206-2039-EE57-9C753BC6A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7" name="Rectangle 410">
                <a:extLst>
                  <a:ext uri="{FF2B5EF4-FFF2-40B4-BE49-F238E27FC236}">
                    <a16:creationId xmlns:a16="http://schemas.microsoft.com/office/drawing/2014/main" id="{23148EE7-DB54-B9FD-5B20-90F75D7A4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8" name="Oval 411">
                <a:extLst>
                  <a:ext uri="{FF2B5EF4-FFF2-40B4-BE49-F238E27FC236}">
                    <a16:creationId xmlns:a16="http://schemas.microsoft.com/office/drawing/2014/main" id="{36F9D207-9439-1A34-2A7C-7B4758BF8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79" name="Group 823">
                <a:extLst>
                  <a:ext uri="{FF2B5EF4-FFF2-40B4-BE49-F238E27FC236}">
                    <a16:creationId xmlns:a16="http://schemas.microsoft.com/office/drawing/2014/main" id="{1F715F4E-3086-DCBF-D045-5D5BBA4B46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82" name="Freeform 824">
                  <a:extLst>
                    <a:ext uri="{FF2B5EF4-FFF2-40B4-BE49-F238E27FC236}">
                      <a16:creationId xmlns:a16="http://schemas.microsoft.com/office/drawing/2014/main" id="{B9EF90F8-A623-CD51-B78D-5D90F662C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083" name="Freeform 825">
                  <a:extLst>
                    <a:ext uri="{FF2B5EF4-FFF2-40B4-BE49-F238E27FC236}">
                      <a16:creationId xmlns:a16="http://schemas.microsoft.com/office/drawing/2014/main" id="{725073C3-F3F8-ACC7-362A-5E0B7A724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080" name="Line 826">
                <a:extLst>
                  <a:ext uri="{FF2B5EF4-FFF2-40B4-BE49-F238E27FC236}">
                    <a16:creationId xmlns:a16="http://schemas.microsoft.com/office/drawing/2014/main" id="{325F5F3F-FCB0-0322-BCFB-E3D731818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81" name="Line 827">
                <a:extLst>
                  <a:ext uri="{FF2B5EF4-FFF2-40B4-BE49-F238E27FC236}">
                    <a16:creationId xmlns:a16="http://schemas.microsoft.com/office/drawing/2014/main" id="{747E5366-7C6A-3A89-23E1-35CC49959F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6" name="Group 828">
              <a:extLst>
                <a:ext uri="{FF2B5EF4-FFF2-40B4-BE49-F238E27FC236}">
                  <a16:creationId xmlns:a16="http://schemas.microsoft.com/office/drawing/2014/main" id="{94EA5813-F84A-D18B-F569-686877CE0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2068" name="Oval 407">
                <a:extLst>
                  <a:ext uri="{FF2B5EF4-FFF2-40B4-BE49-F238E27FC236}">
                    <a16:creationId xmlns:a16="http://schemas.microsoft.com/office/drawing/2014/main" id="{BE87453A-4499-1135-83CE-BCC71C98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69" name="Rectangle 410">
                <a:extLst>
                  <a:ext uri="{FF2B5EF4-FFF2-40B4-BE49-F238E27FC236}">
                    <a16:creationId xmlns:a16="http://schemas.microsoft.com/office/drawing/2014/main" id="{A244B9F1-0F71-2ACE-31B9-7872F9941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0" name="Oval 411">
                <a:extLst>
                  <a:ext uri="{FF2B5EF4-FFF2-40B4-BE49-F238E27FC236}">
                    <a16:creationId xmlns:a16="http://schemas.microsoft.com/office/drawing/2014/main" id="{2CD81A10-E67F-B5BC-1018-D1E5C6DD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71" name="Group 832">
                <a:extLst>
                  <a:ext uri="{FF2B5EF4-FFF2-40B4-BE49-F238E27FC236}">
                    <a16:creationId xmlns:a16="http://schemas.microsoft.com/office/drawing/2014/main" id="{8D974F1C-D5AE-DFC2-1984-2CB53F6556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74" name="Freeform 833">
                  <a:extLst>
                    <a:ext uri="{FF2B5EF4-FFF2-40B4-BE49-F238E27FC236}">
                      <a16:creationId xmlns:a16="http://schemas.microsoft.com/office/drawing/2014/main" id="{E6E256F5-1B67-29ED-A616-CA5561A7C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075" name="Freeform 834">
                  <a:extLst>
                    <a:ext uri="{FF2B5EF4-FFF2-40B4-BE49-F238E27FC236}">
                      <a16:creationId xmlns:a16="http://schemas.microsoft.com/office/drawing/2014/main" id="{6C3D7B96-E4CF-1462-38D0-8DAED12E5B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2072" name="Line 835">
                <a:extLst>
                  <a:ext uri="{FF2B5EF4-FFF2-40B4-BE49-F238E27FC236}">
                    <a16:creationId xmlns:a16="http://schemas.microsoft.com/office/drawing/2014/main" id="{45286329-C837-4621-F0C5-5FCEBA1EC1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73" name="Line 836">
                <a:extLst>
                  <a:ext uri="{FF2B5EF4-FFF2-40B4-BE49-F238E27FC236}">
                    <a16:creationId xmlns:a16="http://schemas.microsoft.com/office/drawing/2014/main" id="{408EC37D-40E7-D4A6-A7E7-4FD590E879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67" name="Group 846">
              <a:extLst>
                <a:ext uri="{FF2B5EF4-FFF2-40B4-BE49-F238E27FC236}">
                  <a16:creationId xmlns:a16="http://schemas.microsoft.com/office/drawing/2014/main" id="{6F519EBB-1521-6CA4-7A6D-A58AC9B2A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2052" name="Line 270">
                <a:extLst>
                  <a:ext uri="{FF2B5EF4-FFF2-40B4-BE49-F238E27FC236}">
                    <a16:creationId xmlns:a16="http://schemas.microsoft.com/office/drawing/2014/main" id="{DB877890-D1AD-0B6D-581D-987E0B617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3" name="Line 271">
                <a:extLst>
                  <a:ext uri="{FF2B5EF4-FFF2-40B4-BE49-F238E27FC236}">
                    <a16:creationId xmlns:a16="http://schemas.microsoft.com/office/drawing/2014/main" id="{DBDE072D-7048-6575-C857-6AAE62E778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4" name="Line 272">
                <a:extLst>
                  <a:ext uri="{FF2B5EF4-FFF2-40B4-BE49-F238E27FC236}">
                    <a16:creationId xmlns:a16="http://schemas.microsoft.com/office/drawing/2014/main" id="{A62688B3-0272-3F6E-500E-4107951978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5" name="Line 273">
                <a:extLst>
                  <a:ext uri="{FF2B5EF4-FFF2-40B4-BE49-F238E27FC236}">
                    <a16:creationId xmlns:a16="http://schemas.microsoft.com/office/drawing/2014/main" id="{2719135A-BE0B-E778-A2CA-8EF626461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6" name="Line 274">
                <a:extLst>
                  <a:ext uri="{FF2B5EF4-FFF2-40B4-BE49-F238E27FC236}">
                    <a16:creationId xmlns:a16="http://schemas.microsoft.com/office/drawing/2014/main" id="{F560A928-2E2B-0675-00AE-41E55B9245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7" name="Line 275">
                <a:extLst>
                  <a:ext uri="{FF2B5EF4-FFF2-40B4-BE49-F238E27FC236}">
                    <a16:creationId xmlns:a16="http://schemas.microsoft.com/office/drawing/2014/main" id="{762593ED-FC8E-8886-ACEB-2266236213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8" name="Line 276">
                <a:extLst>
                  <a:ext uri="{FF2B5EF4-FFF2-40B4-BE49-F238E27FC236}">
                    <a16:creationId xmlns:a16="http://schemas.microsoft.com/office/drawing/2014/main" id="{6919A2B6-B9C4-B11E-5167-DCF947210B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59" name="Line 277">
                <a:extLst>
                  <a:ext uri="{FF2B5EF4-FFF2-40B4-BE49-F238E27FC236}">
                    <a16:creationId xmlns:a16="http://schemas.microsoft.com/office/drawing/2014/main" id="{E3EE4DB5-D8A6-0275-1AEC-A3DE267B82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0" name="Line 278">
                <a:extLst>
                  <a:ext uri="{FF2B5EF4-FFF2-40B4-BE49-F238E27FC236}">
                    <a16:creationId xmlns:a16="http://schemas.microsoft.com/office/drawing/2014/main" id="{500720DD-3162-03FC-F8B5-B0391088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1" name="Line 279">
                <a:extLst>
                  <a:ext uri="{FF2B5EF4-FFF2-40B4-BE49-F238E27FC236}">
                    <a16:creationId xmlns:a16="http://schemas.microsoft.com/office/drawing/2014/main" id="{9362895C-5B20-D991-7A2E-15796B0763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2" name="Line 280">
                <a:extLst>
                  <a:ext uri="{FF2B5EF4-FFF2-40B4-BE49-F238E27FC236}">
                    <a16:creationId xmlns:a16="http://schemas.microsoft.com/office/drawing/2014/main" id="{E2EEB16A-5688-409B-E7D6-4EBBF13B2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3" name="Line 281">
                <a:extLst>
                  <a:ext uri="{FF2B5EF4-FFF2-40B4-BE49-F238E27FC236}">
                    <a16:creationId xmlns:a16="http://schemas.microsoft.com/office/drawing/2014/main" id="{06800F52-5E0B-4D42-C076-005BD7C57F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4" name="Line 282">
                <a:extLst>
                  <a:ext uri="{FF2B5EF4-FFF2-40B4-BE49-F238E27FC236}">
                    <a16:creationId xmlns:a16="http://schemas.microsoft.com/office/drawing/2014/main" id="{76CACB85-9A2B-4A43-5931-AA6A2CCC03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5" name="Line 283">
                <a:extLst>
                  <a:ext uri="{FF2B5EF4-FFF2-40B4-BE49-F238E27FC236}">
                    <a16:creationId xmlns:a16="http://schemas.microsoft.com/office/drawing/2014/main" id="{BF035BDE-0224-A3A4-FCBF-00027E2F3F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6" name="Line 284">
                <a:extLst>
                  <a:ext uri="{FF2B5EF4-FFF2-40B4-BE49-F238E27FC236}">
                    <a16:creationId xmlns:a16="http://schemas.microsoft.com/office/drawing/2014/main" id="{EFECAF4A-AB1B-1129-BCB5-F73E73B3A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2067" name="Oval 862">
                <a:extLst>
                  <a:ext uri="{FF2B5EF4-FFF2-40B4-BE49-F238E27FC236}">
                    <a16:creationId xmlns:a16="http://schemas.microsoft.com/office/drawing/2014/main" id="{FDE86DF9-FD80-2533-AC55-66860C214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1568" name="Picture 915" descr="access_point_stylized_small">
              <a:extLst>
                <a:ext uri="{FF2B5EF4-FFF2-40B4-BE49-F238E27FC236}">
                  <a16:creationId xmlns:a16="http://schemas.microsoft.com/office/drawing/2014/main" id="{5A8B7F09-B50E-2424-D89E-D9F4EC0D40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69" name="Line 918">
              <a:extLst>
                <a:ext uri="{FF2B5EF4-FFF2-40B4-BE49-F238E27FC236}">
                  <a16:creationId xmlns:a16="http://schemas.microsoft.com/office/drawing/2014/main" id="{3AB99F7A-E256-827C-3A9C-8CAA3FDCB24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21570" name="Group 919">
              <a:extLst>
                <a:ext uri="{FF2B5EF4-FFF2-40B4-BE49-F238E27FC236}">
                  <a16:creationId xmlns:a16="http://schemas.microsoft.com/office/drawing/2014/main" id="{1BDB2217-D817-5228-0D84-33C4CCFFC7E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2050" name="Picture 920" descr="desktop_computer_stylized_medium">
                <a:extLst>
                  <a:ext uri="{FF2B5EF4-FFF2-40B4-BE49-F238E27FC236}">
                    <a16:creationId xmlns:a16="http://schemas.microsoft.com/office/drawing/2014/main" id="{9B7E8F4D-FA41-43D4-E6FE-1548CA38C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51" name="Freeform 921">
                <a:extLst>
                  <a:ext uri="{FF2B5EF4-FFF2-40B4-BE49-F238E27FC236}">
                    <a16:creationId xmlns:a16="http://schemas.microsoft.com/office/drawing/2014/main" id="{867CEEE8-3B84-816E-6C95-F7E6BD40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71" name="Group 922">
              <a:extLst>
                <a:ext uri="{FF2B5EF4-FFF2-40B4-BE49-F238E27FC236}">
                  <a16:creationId xmlns:a16="http://schemas.microsoft.com/office/drawing/2014/main" id="{74F42E61-E563-336A-F17F-14210B43E5F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2048" name="Picture 923" descr="desktop_computer_stylized_medium">
                <a:extLst>
                  <a:ext uri="{FF2B5EF4-FFF2-40B4-BE49-F238E27FC236}">
                    <a16:creationId xmlns:a16="http://schemas.microsoft.com/office/drawing/2014/main" id="{5C85B4AD-ED33-78A1-AC6A-7E8927A13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9" name="Freeform 924">
                <a:extLst>
                  <a:ext uri="{FF2B5EF4-FFF2-40B4-BE49-F238E27FC236}">
                    <a16:creationId xmlns:a16="http://schemas.microsoft.com/office/drawing/2014/main" id="{392246A3-D4CE-F6AA-C25F-3834643C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72" name="Group 925">
              <a:extLst>
                <a:ext uri="{FF2B5EF4-FFF2-40B4-BE49-F238E27FC236}">
                  <a16:creationId xmlns:a16="http://schemas.microsoft.com/office/drawing/2014/main" id="{D608827B-3F71-1EEB-2AA2-116857E516B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2046" name="Picture 926" descr="desktop_computer_stylized_medium">
                <a:extLst>
                  <a:ext uri="{FF2B5EF4-FFF2-40B4-BE49-F238E27FC236}">
                    <a16:creationId xmlns:a16="http://schemas.microsoft.com/office/drawing/2014/main" id="{4A5C4A72-B3CE-813C-1AF7-93AE1EB41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7" name="Freeform 927">
                <a:extLst>
                  <a:ext uri="{FF2B5EF4-FFF2-40B4-BE49-F238E27FC236}">
                    <a16:creationId xmlns:a16="http://schemas.microsoft.com/office/drawing/2014/main" id="{1683FBB8-AE1C-12F2-B1AF-58D3E002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1573" name="Group 928">
              <a:extLst>
                <a:ext uri="{FF2B5EF4-FFF2-40B4-BE49-F238E27FC236}">
                  <a16:creationId xmlns:a16="http://schemas.microsoft.com/office/drawing/2014/main" id="{785E1F30-CBB2-05CA-39DA-87DF5901A8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2044" name="Picture 929" descr="desktop_computer_stylized_medium">
                <a:extLst>
                  <a:ext uri="{FF2B5EF4-FFF2-40B4-BE49-F238E27FC236}">
                    <a16:creationId xmlns:a16="http://schemas.microsoft.com/office/drawing/2014/main" id="{F1217005-441D-8F08-07B9-5728E83A7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5" name="Freeform 930">
                <a:extLst>
                  <a:ext uri="{FF2B5EF4-FFF2-40B4-BE49-F238E27FC236}">
                    <a16:creationId xmlns:a16="http://schemas.microsoft.com/office/drawing/2014/main" id="{D3F05092-6F51-7F7D-9329-4E8D04A1A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pic>
          <p:nvPicPr>
            <p:cNvPr id="21574" name="Picture 933" descr="iphone_stylized_small">
              <a:extLst>
                <a:ext uri="{FF2B5EF4-FFF2-40B4-BE49-F238E27FC236}">
                  <a16:creationId xmlns:a16="http://schemas.microsoft.com/office/drawing/2014/main" id="{2A2A66CF-E91D-96F6-DBB9-4ECF296DE1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5" name="Picture 934" descr="antenna_radiation_stylized">
              <a:extLst>
                <a:ext uri="{FF2B5EF4-FFF2-40B4-BE49-F238E27FC236}">
                  <a16:creationId xmlns:a16="http://schemas.microsoft.com/office/drawing/2014/main" id="{8C0B3B44-5465-62E2-38EA-EFCEBFF232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6" name="Picture 936" descr="access_point_stylized_small">
              <a:extLst>
                <a:ext uri="{FF2B5EF4-FFF2-40B4-BE49-F238E27FC236}">
                  <a16:creationId xmlns:a16="http://schemas.microsoft.com/office/drawing/2014/main" id="{FD656468-E690-9ECF-F6B8-F9701B59F3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577" name="Group 938">
              <a:extLst>
                <a:ext uri="{FF2B5EF4-FFF2-40B4-BE49-F238E27FC236}">
                  <a16:creationId xmlns:a16="http://schemas.microsoft.com/office/drawing/2014/main" id="{6C0BD4BE-E2C9-DBA4-57F6-825B0C3D8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2012" name="Freeform 939">
                <a:extLst>
                  <a:ext uri="{FF2B5EF4-FFF2-40B4-BE49-F238E27FC236}">
                    <a16:creationId xmlns:a16="http://schemas.microsoft.com/office/drawing/2014/main" id="{990805DD-EF63-E220-7843-C87B427A9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13" name="Rectangle 940">
                <a:extLst>
                  <a:ext uri="{FF2B5EF4-FFF2-40B4-BE49-F238E27FC236}">
                    <a16:creationId xmlns:a16="http://schemas.microsoft.com/office/drawing/2014/main" id="{11677539-57CA-2B25-C834-235EB7A9A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14" name="Freeform 941">
                <a:extLst>
                  <a:ext uri="{FF2B5EF4-FFF2-40B4-BE49-F238E27FC236}">
                    <a16:creationId xmlns:a16="http://schemas.microsoft.com/office/drawing/2014/main" id="{CA3D8D61-0CFD-AC96-005D-FA9E1529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15" name="Freeform 942">
                <a:extLst>
                  <a:ext uri="{FF2B5EF4-FFF2-40B4-BE49-F238E27FC236}">
                    <a16:creationId xmlns:a16="http://schemas.microsoft.com/office/drawing/2014/main" id="{27BDD0CB-A9BA-36D8-A2FC-1D97D80D7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16" name="Rectangle 943">
                <a:extLst>
                  <a:ext uri="{FF2B5EF4-FFF2-40B4-BE49-F238E27FC236}">
                    <a16:creationId xmlns:a16="http://schemas.microsoft.com/office/drawing/2014/main" id="{68032F69-2F75-3068-9B4C-DE0461401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017" name="Group 944">
                <a:extLst>
                  <a:ext uri="{FF2B5EF4-FFF2-40B4-BE49-F238E27FC236}">
                    <a16:creationId xmlns:a16="http://schemas.microsoft.com/office/drawing/2014/main" id="{7C0A50D5-1046-16F4-FD2D-975B273874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42" name="AutoShape 945">
                  <a:extLst>
                    <a:ext uri="{FF2B5EF4-FFF2-40B4-BE49-F238E27FC236}">
                      <a16:creationId xmlns:a16="http://schemas.microsoft.com/office/drawing/2014/main" id="{4061DACD-5A99-3C85-7288-545F920B0B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43" name="AutoShape 946">
                  <a:extLst>
                    <a:ext uri="{FF2B5EF4-FFF2-40B4-BE49-F238E27FC236}">
                      <a16:creationId xmlns:a16="http://schemas.microsoft.com/office/drawing/2014/main" id="{72CE9E9B-C387-56FA-EFB7-9A3A1F676C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018" name="Rectangle 947">
                <a:extLst>
                  <a:ext uri="{FF2B5EF4-FFF2-40B4-BE49-F238E27FC236}">
                    <a16:creationId xmlns:a16="http://schemas.microsoft.com/office/drawing/2014/main" id="{4C4581F8-8B55-D581-BED0-389F10601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019" name="Group 948">
                <a:extLst>
                  <a:ext uri="{FF2B5EF4-FFF2-40B4-BE49-F238E27FC236}">
                    <a16:creationId xmlns:a16="http://schemas.microsoft.com/office/drawing/2014/main" id="{2F1EEDDC-8293-FBBB-4D0C-ACF15271C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40" name="AutoShape 949">
                  <a:extLst>
                    <a:ext uri="{FF2B5EF4-FFF2-40B4-BE49-F238E27FC236}">
                      <a16:creationId xmlns:a16="http://schemas.microsoft.com/office/drawing/2014/main" id="{EA2C927F-AB37-405E-2050-A311EE5835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41" name="AutoShape 950">
                  <a:extLst>
                    <a:ext uri="{FF2B5EF4-FFF2-40B4-BE49-F238E27FC236}">
                      <a16:creationId xmlns:a16="http://schemas.microsoft.com/office/drawing/2014/main" id="{51A52E8B-E972-7223-9280-2118CABD92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020" name="Rectangle 951">
                <a:extLst>
                  <a:ext uri="{FF2B5EF4-FFF2-40B4-BE49-F238E27FC236}">
                    <a16:creationId xmlns:a16="http://schemas.microsoft.com/office/drawing/2014/main" id="{28019747-1F09-ACCE-0707-CDD3EC34A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21" name="Rectangle 952">
                <a:extLst>
                  <a:ext uri="{FF2B5EF4-FFF2-40B4-BE49-F238E27FC236}">
                    <a16:creationId xmlns:a16="http://schemas.microsoft.com/office/drawing/2014/main" id="{440FD99E-A95B-EAC1-8F23-DD406CC68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2022" name="Group 953">
                <a:extLst>
                  <a:ext uri="{FF2B5EF4-FFF2-40B4-BE49-F238E27FC236}">
                    <a16:creationId xmlns:a16="http://schemas.microsoft.com/office/drawing/2014/main" id="{689C90EE-73ED-95EB-D940-EA42BAE84A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38" name="AutoShape 954">
                  <a:extLst>
                    <a:ext uri="{FF2B5EF4-FFF2-40B4-BE49-F238E27FC236}">
                      <a16:creationId xmlns:a16="http://schemas.microsoft.com/office/drawing/2014/main" id="{FD7DE945-0F07-7007-6F3D-DAFAEC23EA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39" name="AutoShape 955">
                  <a:extLst>
                    <a:ext uri="{FF2B5EF4-FFF2-40B4-BE49-F238E27FC236}">
                      <a16:creationId xmlns:a16="http://schemas.microsoft.com/office/drawing/2014/main" id="{974137E1-665F-9C88-5EE7-9D4721BE2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023" name="Freeform 956">
                <a:extLst>
                  <a:ext uri="{FF2B5EF4-FFF2-40B4-BE49-F238E27FC236}">
                    <a16:creationId xmlns:a16="http://schemas.microsoft.com/office/drawing/2014/main" id="{17FABD44-C6C6-2CB7-B0E3-3C5A9C618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2024" name="Group 957">
                <a:extLst>
                  <a:ext uri="{FF2B5EF4-FFF2-40B4-BE49-F238E27FC236}">
                    <a16:creationId xmlns:a16="http://schemas.microsoft.com/office/drawing/2014/main" id="{8245B3E1-ACF0-5767-A039-C778C57965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36" name="AutoShape 958">
                  <a:extLst>
                    <a:ext uri="{FF2B5EF4-FFF2-40B4-BE49-F238E27FC236}">
                      <a16:creationId xmlns:a16="http://schemas.microsoft.com/office/drawing/2014/main" id="{8D11339E-A94C-1A07-D9C7-4E3A2F541C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37" name="AutoShape 959">
                  <a:extLst>
                    <a:ext uri="{FF2B5EF4-FFF2-40B4-BE49-F238E27FC236}">
                      <a16:creationId xmlns:a16="http://schemas.microsoft.com/office/drawing/2014/main" id="{74FEA3EC-4930-D293-5DAF-321C5445D9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2025" name="Rectangle 960">
                <a:extLst>
                  <a:ext uri="{FF2B5EF4-FFF2-40B4-BE49-F238E27FC236}">
                    <a16:creationId xmlns:a16="http://schemas.microsoft.com/office/drawing/2014/main" id="{7412456D-D7E1-8501-744E-8B5ABFC9A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26" name="Freeform 961">
                <a:extLst>
                  <a:ext uri="{FF2B5EF4-FFF2-40B4-BE49-F238E27FC236}">
                    <a16:creationId xmlns:a16="http://schemas.microsoft.com/office/drawing/2014/main" id="{F6FC9842-B271-1924-5A04-5FC48E71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27" name="Freeform 962">
                <a:extLst>
                  <a:ext uri="{FF2B5EF4-FFF2-40B4-BE49-F238E27FC236}">
                    <a16:creationId xmlns:a16="http://schemas.microsoft.com/office/drawing/2014/main" id="{6E62DAD7-DFAC-7392-EF19-513A1749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28" name="Oval 963">
                <a:extLst>
                  <a:ext uri="{FF2B5EF4-FFF2-40B4-BE49-F238E27FC236}">
                    <a16:creationId xmlns:a16="http://schemas.microsoft.com/office/drawing/2014/main" id="{7539AE1A-EF53-D859-490A-C5BDB266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29" name="Freeform 964">
                <a:extLst>
                  <a:ext uri="{FF2B5EF4-FFF2-40B4-BE49-F238E27FC236}">
                    <a16:creationId xmlns:a16="http://schemas.microsoft.com/office/drawing/2014/main" id="{663F7587-F00D-331C-3169-28811A7FE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30" name="AutoShape 965">
                <a:extLst>
                  <a:ext uri="{FF2B5EF4-FFF2-40B4-BE49-F238E27FC236}">
                    <a16:creationId xmlns:a16="http://schemas.microsoft.com/office/drawing/2014/main" id="{1A44CA82-9015-1425-2CE8-BE0333634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31" name="AutoShape 966">
                <a:extLst>
                  <a:ext uri="{FF2B5EF4-FFF2-40B4-BE49-F238E27FC236}">
                    <a16:creationId xmlns:a16="http://schemas.microsoft.com/office/drawing/2014/main" id="{D64473B2-1E46-E8BD-61EF-F648F5B4F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32" name="Oval 967">
                <a:extLst>
                  <a:ext uri="{FF2B5EF4-FFF2-40B4-BE49-F238E27FC236}">
                    <a16:creationId xmlns:a16="http://schemas.microsoft.com/office/drawing/2014/main" id="{E178C496-618B-C06A-CEE2-10AC90389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33" name="Oval 968">
                <a:extLst>
                  <a:ext uri="{FF2B5EF4-FFF2-40B4-BE49-F238E27FC236}">
                    <a16:creationId xmlns:a16="http://schemas.microsoft.com/office/drawing/2014/main" id="{72B0CC17-8667-F162-294B-E8C30A634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2034" name="Oval 969">
                <a:extLst>
                  <a:ext uri="{FF2B5EF4-FFF2-40B4-BE49-F238E27FC236}">
                    <a16:creationId xmlns:a16="http://schemas.microsoft.com/office/drawing/2014/main" id="{16B1DC88-9664-429F-FBA4-A2280EAAE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35" name="Rectangle 970">
                <a:extLst>
                  <a:ext uri="{FF2B5EF4-FFF2-40B4-BE49-F238E27FC236}">
                    <a16:creationId xmlns:a16="http://schemas.microsoft.com/office/drawing/2014/main" id="{63DDFAD5-08BF-CDFA-0A7B-2330CD83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1578" name="Group 971">
              <a:extLst>
                <a:ext uri="{FF2B5EF4-FFF2-40B4-BE49-F238E27FC236}">
                  <a16:creationId xmlns:a16="http://schemas.microsoft.com/office/drawing/2014/main" id="{2B1DA2E0-FE81-207D-718B-1491C60A46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1980" name="Freeform 972">
                <a:extLst>
                  <a:ext uri="{FF2B5EF4-FFF2-40B4-BE49-F238E27FC236}">
                    <a16:creationId xmlns:a16="http://schemas.microsoft.com/office/drawing/2014/main" id="{593EE75B-AB21-B630-C852-D275E2A51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81" name="Rectangle 973">
                <a:extLst>
                  <a:ext uri="{FF2B5EF4-FFF2-40B4-BE49-F238E27FC236}">
                    <a16:creationId xmlns:a16="http://schemas.microsoft.com/office/drawing/2014/main" id="{37278CE5-70FC-9DD8-79A3-025F6CD92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1982" name="Freeform 974">
                <a:extLst>
                  <a:ext uri="{FF2B5EF4-FFF2-40B4-BE49-F238E27FC236}">
                    <a16:creationId xmlns:a16="http://schemas.microsoft.com/office/drawing/2014/main" id="{FCE754B6-0E9D-A77D-EC5A-B2EBFB03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83" name="Freeform 975">
                <a:extLst>
                  <a:ext uri="{FF2B5EF4-FFF2-40B4-BE49-F238E27FC236}">
                    <a16:creationId xmlns:a16="http://schemas.microsoft.com/office/drawing/2014/main" id="{1EF8E493-BD88-8D9B-298C-FE84258DB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84" name="Rectangle 976">
                <a:extLst>
                  <a:ext uri="{FF2B5EF4-FFF2-40B4-BE49-F238E27FC236}">
                    <a16:creationId xmlns:a16="http://schemas.microsoft.com/office/drawing/2014/main" id="{209C0055-236B-3BDD-DF4E-1DC56FD40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1985" name="Group 977">
                <a:extLst>
                  <a:ext uri="{FF2B5EF4-FFF2-40B4-BE49-F238E27FC236}">
                    <a16:creationId xmlns:a16="http://schemas.microsoft.com/office/drawing/2014/main" id="{970B3D0B-56F0-54CA-1608-E205765B1E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10" name="AutoShape 978">
                  <a:extLst>
                    <a:ext uri="{FF2B5EF4-FFF2-40B4-BE49-F238E27FC236}">
                      <a16:creationId xmlns:a16="http://schemas.microsoft.com/office/drawing/2014/main" id="{61817BCD-C264-8F0E-C4D2-32E1600285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11" name="AutoShape 979">
                  <a:extLst>
                    <a:ext uri="{FF2B5EF4-FFF2-40B4-BE49-F238E27FC236}">
                      <a16:creationId xmlns:a16="http://schemas.microsoft.com/office/drawing/2014/main" id="{CDE7CC0E-978D-5D24-767D-8891CAD15F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986" name="Rectangle 980">
                <a:extLst>
                  <a:ext uri="{FF2B5EF4-FFF2-40B4-BE49-F238E27FC236}">
                    <a16:creationId xmlns:a16="http://schemas.microsoft.com/office/drawing/2014/main" id="{F68FCFED-C914-1198-E401-002A2DDE3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1987" name="Group 981">
                <a:extLst>
                  <a:ext uri="{FF2B5EF4-FFF2-40B4-BE49-F238E27FC236}">
                    <a16:creationId xmlns:a16="http://schemas.microsoft.com/office/drawing/2014/main" id="{2924F0C3-F50B-065F-85EA-F57C3CBD63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08" name="AutoShape 982">
                  <a:extLst>
                    <a:ext uri="{FF2B5EF4-FFF2-40B4-BE49-F238E27FC236}">
                      <a16:creationId xmlns:a16="http://schemas.microsoft.com/office/drawing/2014/main" id="{72BF7AE2-E0C2-AD2F-8A56-C1D7571641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09" name="AutoShape 983">
                  <a:extLst>
                    <a:ext uri="{FF2B5EF4-FFF2-40B4-BE49-F238E27FC236}">
                      <a16:creationId xmlns:a16="http://schemas.microsoft.com/office/drawing/2014/main" id="{B11E3948-E326-77D6-8505-72B1D6903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988" name="Rectangle 984">
                <a:extLst>
                  <a:ext uri="{FF2B5EF4-FFF2-40B4-BE49-F238E27FC236}">
                    <a16:creationId xmlns:a16="http://schemas.microsoft.com/office/drawing/2014/main" id="{C6A24C91-0DC6-363C-0448-C368FC22B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1989" name="Rectangle 985">
                <a:extLst>
                  <a:ext uri="{FF2B5EF4-FFF2-40B4-BE49-F238E27FC236}">
                    <a16:creationId xmlns:a16="http://schemas.microsoft.com/office/drawing/2014/main" id="{848FCC56-5866-B66D-DD34-E7EA48BC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1990" name="Group 986">
                <a:extLst>
                  <a:ext uri="{FF2B5EF4-FFF2-40B4-BE49-F238E27FC236}">
                    <a16:creationId xmlns:a16="http://schemas.microsoft.com/office/drawing/2014/main" id="{2ABC1011-C6B6-82A8-1E86-44474CB78C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06" name="AutoShape 987">
                  <a:extLst>
                    <a:ext uri="{FF2B5EF4-FFF2-40B4-BE49-F238E27FC236}">
                      <a16:creationId xmlns:a16="http://schemas.microsoft.com/office/drawing/2014/main" id="{CF088198-9243-76D2-23E2-795FD57992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07" name="AutoShape 988">
                  <a:extLst>
                    <a:ext uri="{FF2B5EF4-FFF2-40B4-BE49-F238E27FC236}">
                      <a16:creationId xmlns:a16="http://schemas.microsoft.com/office/drawing/2014/main" id="{D7EA507E-9A77-5C08-8A06-61B7F15489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991" name="Freeform 989">
                <a:extLst>
                  <a:ext uri="{FF2B5EF4-FFF2-40B4-BE49-F238E27FC236}">
                    <a16:creationId xmlns:a16="http://schemas.microsoft.com/office/drawing/2014/main" id="{0EBE8F9C-079C-59D1-C994-3BA2F41C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1992" name="Group 990">
                <a:extLst>
                  <a:ext uri="{FF2B5EF4-FFF2-40B4-BE49-F238E27FC236}">
                    <a16:creationId xmlns:a16="http://schemas.microsoft.com/office/drawing/2014/main" id="{E79A788F-8C59-474F-0CC6-3D95606AA1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04" name="AutoShape 991">
                  <a:extLst>
                    <a:ext uri="{FF2B5EF4-FFF2-40B4-BE49-F238E27FC236}">
                      <a16:creationId xmlns:a16="http://schemas.microsoft.com/office/drawing/2014/main" id="{63969645-1DB1-7042-89F3-7FB748CAC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005" name="AutoShape 992">
                  <a:extLst>
                    <a:ext uri="{FF2B5EF4-FFF2-40B4-BE49-F238E27FC236}">
                      <a16:creationId xmlns:a16="http://schemas.microsoft.com/office/drawing/2014/main" id="{5551B450-B0F4-73F7-1FB6-CC48604126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993" name="Rectangle 993">
                <a:extLst>
                  <a:ext uri="{FF2B5EF4-FFF2-40B4-BE49-F238E27FC236}">
                    <a16:creationId xmlns:a16="http://schemas.microsoft.com/office/drawing/2014/main" id="{FB11927D-AEA8-F537-1978-B4E70178C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1994" name="Freeform 994">
                <a:extLst>
                  <a:ext uri="{FF2B5EF4-FFF2-40B4-BE49-F238E27FC236}">
                    <a16:creationId xmlns:a16="http://schemas.microsoft.com/office/drawing/2014/main" id="{50281E2E-91AB-1B9E-C85B-FFCA3B97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95" name="Freeform 995">
                <a:extLst>
                  <a:ext uri="{FF2B5EF4-FFF2-40B4-BE49-F238E27FC236}">
                    <a16:creationId xmlns:a16="http://schemas.microsoft.com/office/drawing/2014/main" id="{9EEA41EC-A48B-575D-1605-2CB41C936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96" name="Oval 996">
                <a:extLst>
                  <a:ext uri="{FF2B5EF4-FFF2-40B4-BE49-F238E27FC236}">
                    <a16:creationId xmlns:a16="http://schemas.microsoft.com/office/drawing/2014/main" id="{6112C9DE-70E0-9368-8BC9-A234C4E88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1997" name="Freeform 997">
                <a:extLst>
                  <a:ext uri="{FF2B5EF4-FFF2-40B4-BE49-F238E27FC236}">
                    <a16:creationId xmlns:a16="http://schemas.microsoft.com/office/drawing/2014/main" id="{D1799610-1D78-54F8-C7F9-D39AC0FB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98" name="AutoShape 998">
                <a:extLst>
                  <a:ext uri="{FF2B5EF4-FFF2-40B4-BE49-F238E27FC236}">
                    <a16:creationId xmlns:a16="http://schemas.microsoft.com/office/drawing/2014/main" id="{32FF0EDD-869B-8ACC-2F53-8FE9EBD3F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1999" name="AutoShape 999">
                <a:extLst>
                  <a:ext uri="{FF2B5EF4-FFF2-40B4-BE49-F238E27FC236}">
                    <a16:creationId xmlns:a16="http://schemas.microsoft.com/office/drawing/2014/main" id="{1C4AE007-853B-9E2C-2BC9-5B65ED37D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00" name="Oval 1000">
                <a:extLst>
                  <a:ext uri="{FF2B5EF4-FFF2-40B4-BE49-F238E27FC236}">
                    <a16:creationId xmlns:a16="http://schemas.microsoft.com/office/drawing/2014/main" id="{5F98F8FC-43F1-5C98-357E-B536B4B13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01" name="Oval 1001">
                <a:extLst>
                  <a:ext uri="{FF2B5EF4-FFF2-40B4-BE49-F238E27FC236}">
                    <a16:creationId xmlns:a16="http://schemas.microsoft.com/office/drawing/2014/main" id="{E04E79EF-9517-B0FD-3987-5DFBD800A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2002" name="Oval 1002">
                <a:extLst>
                  <a:ext uri="{FF2B5EF4-FFF2-40B4-BE49-F238E27FC236}">
                    <a16:creationId xmlns:a16="http://schemas.microsoft.com/office/drawing/2014/main" id="{7E803841-7CFA-65B7-3B33-E7746CA52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2003" name="Rectangle 1003">
                <a:extLst>
                  <a:ext uri="{FF2B5EF4-FFF2-40B4-BE49-F238E27FC236}">
                    <a16:creationId xmlns:a16="http://schemas.microsoft.com/office/drawing/2014/main" id="{51DC5F9B-D659-02C6-4832-921B333F3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1579" name="Picture 1005" descr="antenna_stylized">
              <a:extLst>
                <a:ext uri="{FF2B5EF4-FFF2-40B4-BE49-F238E27FC236}">
                  <a16:creationId xmlns:a16="http://schemas.microsoft.com/office/drawing/2014/main" id="{01B061E1-AADA-9B6A-BDE7-CA826109A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80" name="Picture 1006" descr="laptop_keyboard">
              <a:extLst>
                <a:ext uri="{FF2B5EF4-FFF2-40B4-BE49-F238E27FC236}">
                  <a16:creationId xmlns:a16="http://schemas.microsoft.com/office/drawing/2014/main" id="{CD015A9E-BDD9-B8B9-E77B-D59D6D523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1" name="Freeform 1007">
              <a:extLst>
                <a:ext uri="{FF2B5EF4-FFF2-40B4-BE49-F238E27FC236}">
                  <a16:creationId xmlns:a16="http://schemas.microsoft.com/office/drawing/2014/main" id="{C34F4C4D-4287-1788-79D5-167B45650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3926 w 2982"/>
                <a:gd name="T1" fmla="*/ 0 h 2442"/>
                <a:gd name="T2" fmla="*/ 0 w 2982"/>
                <a:gd name="T3" fmla="*/ 7246 h 2442"/>
                <a:gd name="T4" fmla="*/ 55703 w 2982"/>
                <a:gd name="T5" fmla="*/ 7246 h 2442"/>
                <a:gd name="T6" fmla="*/ 55703 w 2982"/>
                <a:gd name="T7" fmla="*/ 7246 h 2442"/>
                <a:gd name="T8" fmla="*/ 1392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582" name="Picture 1008" descr="screen">
              <a:extLst>
                <a:ext uri="{FF2B5EF4-FFF2-40B4-BE49-F238E27FC236}">
                  <a16:creationId xmlns:a16="http://schemas.microsoft.com/office/drawing/2014/main" id="{353263DF-07E1-EC02-D54B-196709D4A9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3" name="Freeform 1009">
              <a:extLst>
                <a:ext uri="{FF2B5EF4-FFF2-40B4-BE49-F238E27FC236}">
                  <a16:creationId xmlns:a16="http://schemas.microsoft.com/office/drawing/2014/main" id="{D16E47AA-7C66-D98F-D67B-FD6DC9A81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3918 w 2528"/>
                <a:gd name="T1" fmla="*/ 0 h 455"/>
                <a:gd name="T2" fmla="*/ 55671 w 2528"/>
                <a:gd name="T3" fmla="*/ 7236 h 455"/>
                <a:gd name="T4" fmla="*/ 55671 w 2528"/>
                <a:gd name="T5" fmla="*/ 7236 h 455"/>
                <a:gd name="T6" fmla="*/ 0 w 2528"/>
                <a:gd name="T7" fmla="*/ 7236 h 455"/>
                <a:gd name="T8" fmla="*/ 139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4" name="Freeform 1010">
              <a:extLst>
                <a:ext uri="{FF2B5EF4-FFF2-40B4-BE49-F238E27FC236}">
                  <a16:creationId xmlns:a16="http://schemas.microsoft.com/office/drawing/2014/main" id="{0845C4B1-8E1A-75C0-FC78-4A119CE8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3913 w 702"/>
                <a:gd name="T1" fmla="*/ 0 h 1893"/>
                <a:gd name="T2" fmla="*/ 0 w 702"/>
                <a:gd name="T3" fmla="*/ 7240 h 1893"/>
                <a:gd name="T4" fmla="*/ 13913 w 702"/>
                <a:gd name="T5" fmla="*/ 7240 h 1893"/>
                <a:gd name="T6" fmla="*/ 13913 w 702"/>
                <a:gd name="T7" fmla="*/ 7240 h 1893"/>
                <a:gd name="T8" fmla="*/ 13913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5" name="Freeform 1011">
              <a:extLst>
                <a:ext uri="{FF2B5EF4-FFF2-40B4-BE49-F238E27FC236}">
                  <a16:creationId xmlns:a16="http://schemas.microsoft.com/office/drawing/2014/main" id="{132E3950-E747-1CE9-4610-643E1DDF9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3922 w 756"/>
                <a:gd name="T1" fmla="*/ 0 h 2184"/>
                <a:gd name="T2" fmla="*/ 13922 w 756"/>
                <a:gd name="T3" fmla="*/ 7244 h 2184"/>
                <a:gd name="T4" fmla="*/ 0 w 756"/>
                <a:gd name="T5" fmla="*/ 7244 h 2184"/>
                <a:gd name="T6" fmla="*/ 13922 w 756"/>
                <a:gd name="T7" fmla="*/ 7244 h 2184"/>
                <a:gd name="T8" fmla="*/ 13922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6" name="Freeform 1012">
              <a:extLst>
                <a:ext uri="{FF2B5EF4-FFF2-40B4-BE49-F238E27FC236}">
                  <a16:creationId xmlns:a16="http://schemas.microsoft.com/office/drawing/2014/main" id="{CAFDB4F8-347D-5C57-8E0B-C52AFEDF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3923 w 2773"/>
                <a:gd name="T1" fmla="*/ 0 h 738"/>
                <a:gd name="T2" fmla="*/ 0 w 2773"/>
                <a:gd name="T3" fmla="*/ 7236 h 738"/>
                <a:gd name="T4" fmla="*/ 55691 w 2773"/>
                <a:gd name="T5" fmla="*/ 7236 h 738"/>
                <a:gd name="T6" fmla="*/ 55691 w 2773"/>
                <a:gd name="T7" fmla="*/ 7236 h 738"/>
                <a:gd name="T8" fmla="*/ 13923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7" name="Freeform 1013">
              <a:extLst>
                <a:ext uri="{FF2B5EF4-FFF2-40B4-BE49-F238E27FC236}">
                  <a16:creationId xmlns:a16="http://schemas.microsoft.com/office/drawing/2014/main" id="{D97EB9E8-67D8-3AFE-6AE9-E60905F5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51546 w 637"/>
                <a:gd name="T1" fmla="*/ 0 h 1659"/>
                <a:gd name="T2" fmla="*/ 51546 w 637"/>
                <a:gd name="T3" fmla="*/ 0 h 1659"/>
                <a:gd name="T4" fmla="*/ 17182 w 637"/>
                <a:gd name="T5" fmla="*/ 266562 h 1659"/>
                <a:gd name="T6" fmla="*/ 0 w 637"/>
                <a:gd name="T7" fmla="*/ 266562 h 1659"/>
                <a:gd name="T8" fmla="*/ 515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8" name="Freeform 1014">
              <a:extLst>
                <a:ext uri="{FF2B5EF4-FFF2-40B4-BE49-F238E27FC236}">
                  <a16:creationId xmlns:a16="http://schemas.microsoft.com/office/drawing/2014/main" id="{E82E2CD9-E0FF-EB7E-1F79-9D8D8AE5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7200 w 2216"/>
                <a:gd name="T3" fmla="*/ 12746 h 550"/>
                <a:gd name="T4" fmla="*/ 224130 w 2216"/>
                <a:gd name="T5" fmla="*/ 89112 h 550"/>
                <a:gd name="T6" fmla="*/ 224130 w 2216"/>
                <a:gd name="T7" fmla="*/ 7636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589" name="Group 1015">
              <a:extLst>
                <a:ext uri="{FF2B5EF4-FFF2-40B4-BE49-F238E27FC236}">
                  <a16:creationId xmlns:a16="http://schemas.microsoft.com/office/drawing/2014/main" id="{ED28514D-D00A-531A-4B5B-84210B747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1974" name="Freeform 1016">
                <a:extLst>
                  <a:ext uri="{FF2B5EF4-FFF2-40B4-BE49-F238E27FC236}">
                    <a16:creationId xmlns:a16="http://schemas.microsoft.com/office/drawing/2014/main" id="{D9EF3A62-A39D-3CA6-44EE-D72398F21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5" name="Freeform 1017">
                <a:extLst>
                  <a:ext uri="{FF2B5EF4-FFF2-40B4-BE49-F238E27FC236}">
                    <a16:creationId xmlns:a16="http://schemas.microsoft.com/office/drawing/2014/main" id="{45097BA2-068B-E53A-C794-2832910BE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6" name="Freeform 1018">
                <a:extLst>
                  <a:ext uri="{FF2B5EF4-FFF2-40B4-BE49-F238E27FC236}">
                    <a16:creationId xmlns:a16="http://schemas.microsoft.com/office/drawing/2014/main" id="{A5618700-363B-A1E0-35FE-3848F3DBC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7" name="Freeform 1019">
                <a:extLst>
                  <a:ext uri="{FF2B5EF4-FFF2-40B4-BE49-F238E27FC236}">
                    <a16:creationId xmlns:a16="http://schemas.microsoft.com/office/drawing/2014/main" id="{32A9655E-F9DD-8DE9-ABF0-2553C17D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8" name="Freeform 1020">
                <a:extLst>
                  <a:ext uri="{FF2B5EF4-FFF2-40B4-BE49-F238E27FC236}">
                    <a16:creationId xmlns:a16="http://schemas.microsoft.com/office/drawing/2014/main" id="{0DB54835-4D31-DF5E-EF04-8E2E37B0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9" name="Freeform 1021">
                <a:extLst>
                  <a:ext uri="{FF2B5EF4-FFF2-40B4-BE49-F238E27FC236}">
                    <a16:creationId xmlns:a16="http://schemas.microsoft.com/office/drawing/2014/main" id="{026FB7DD-1271-0803-617E-1B3A0A01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90" name="Freeform 1022">
              <a:extLst>
                <a:ext uri="{FF2B5EF4-FFF2-40B4-BE49-F238E27FC236}">
                  <a16:creationId xmlns:a16="http://schemas.microsoft.com/office/drawing/2014/main" id="{16D840B8-C76E-EC84-0781-64E25BCE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4615 w 990"/>
                <a:gd name="T1" fmla="*/ 31373 h 792"/>
                <a:gd name="T2" fmla="*/ 29230 w 990"/>
                <a:gd name="T3" fmla="*/ 0 h 792"/>
                <a:gd name="T4" fmla="*/ 29230 w 990"/>
                <a:gd name="T5" fmla="*/ 10424 h 792"/>
                <a:gd name="T6" fmla="*/ 0 w 990"/>
                <a:gd name="T7" fmla="*/ 31373 h 792"/>
                <a:gd name="T8" fmla="*/ 14615 w 990"/>
                <a:gd name="T9" fmla="*/ 31373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91" name="Freeform 1023">
              <a:extLst>
                <a:ext uri="{FF2B5EF4-FFF2-40B4-BE49-F238E27FC236}">
                  <a16:creationId xmlns:a16="http://schemas.microsoft.com/office/drawing/2014/main" id="{63E6423B-F799-0D10-5303-970A9F01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4621 w 2532"/>
                <a:gd name="T1" fmla="*/ 0 h 723"/>
                <a:gd name="T2" fmla="*/ 14621 w 2532"/>
                <a:gd name="T3" fmla="*/ 0 h 723"/>
                <a:gd name="T4" fmla="*/ 87606 w 2532"/>
                <a:gd name="T5" fmla="*/ 31256 h 723"/>
                <a:gd name="T6" fmla="*/ 87606 w 2532"/>
                <a:gd name="T7" fmla="*/ 31256 h 723"/>
                <a:gd name="T8" fmla="*/ 0 w 2532"/>
                <a:gd name="T9" fmla="*/ 10419 h 723"/>
                <a:gd name="T10" fmla="*/ 146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92" name="Freeform 1024">
              <a:extLst>
                <a:ext uri="{FF2B5EF4-FFF2-40B4-BE49-F238E27FC236}">
                  <a16:creationId xmlns:a16="http://schemas.microsoft.com/office/drawing/2014/main" id="{4330B5B5-709B-11ED-5831-E95DA9E2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6173 w 26"/>
                <a:gd name="T1" fmla="*/ 10380 h 147"/>
                <a:gd name="T2" fmla="*/ 16173 w 26"/>
                <a:gd name="T3" fmla="*/ 10380 h 147"/>
                <a:gd name="T4" fmla="*/ 0 w 26"/>
                <a:gd name="T5" fmla="*/ 10380 h 147"/>
                <a:gd name="T6" fmla="*/ 16173 w 26"/>
                <a:gd name="T7" fmla="*/ 0 h 147"/>
                <a:gd name="T8" fmla="*/ 16173 w 26"/>
                <a:gd name="T9" fmla="*/ 1038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93" name="Freeform 1025">
              <a:extLst>
                <a:ext uri="{FF2B5EF4-FFF2-40B4-BE49-F238E27FC236}">
                  <a16:creationId xmlns:a16="http://schemas.microsoft.com/office/drawing/2014/main" id="{4499260E-B160-8A2C-C884-137C3580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9256 w 1176"/>
                <a:gd name="T1" fmla="*/ 0 h 606"/>
                <a:gd name="T2" fmla="*/ 0 w 1176"/>
                <a:gd name="T3" fmla="*/ 20832 h 606"/>
                <a:gd name="T4" fmla="*/ 14628 w 1176"/>
                <a:gd name="T5" fmla="*/ 20832 h 606"/>
                <a:gd name="T6" fmla="*/ 29256 w 1176"/>
                <a:gd name="T7" fmla="*/ 10416 h 606"/>
                <a:gd name="T8" fmla="*/ 2925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94" name="Freeform 1026">
              <a:extLst>
                <a:ext uri="{FF2B5EF4-FFF2-40B4-BE49-F238E27FC236}">
                  <a16:creationId xmlns:a16="http://schemas.microsoft.com/office/drawing/2014/main" id="{000BE673-CE45-D72E-1409-360F83DA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3180 w 2532"/>
                <a:gd name="T1" fmla="*/ 0 h 723"/>
                <a:gd name="T2" fmla="*/ 13180 w 2532"/>
                <a:gd name="T3" fmla="*/ 0 h 723"/>
                <a:gd name="T4" fmla="*/ 26245 w 2532"/>
                <a:gd name="T5" fmla="*/ 9626 h 723"/>
                <a:gd name="T6" fmla="*/ 26245 w 2532"/>
                <a:gd name="T7" fmla="*/ 9626 h 723"/>
                <a:gd name="T8" fmla="*/ 0 w 2532"/>
                <a:gd name="T9" fmla="*/ 9626 h 723"/>
                <a:gd name="T10" fmla="*/ 1318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95" name="Freeform 1027">
              <a:extLst>
                <a:ext uri="{FF2B5EF4-FFF2-40B4-BE49-F238E27FC236}">
                  <a16:creationId xmlns:a16="http://schemas.microsoft.com/office/drawing/2014/main" id="{784730C6-B01C-F76D-531D-8C934E51DB2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1021 h 723"/>
                <a:gd name="T6" fmla="*/ 0 w 2532"/>
                <a:gd name="T7" fmla="*/ 31021 h 723"/>
                <a:gd name="T8" fmla="*/ 0 w 2532"/>
                <a:gd name="T9" fmla="*/ 1037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596" name="Picture 1030" descr="laptop_keyboard">
              <a:extLst>
                <a:ext uri="{FF2B5EF4-FFF2-40B4-BE49-F238E27FC236}">
                  <a16:creationId xmlns:a16="http://schemas.microsoft.com/office/drawing/2014/main" id="{70CB3FC3-87AE-7A12-8B97-6CC4D9C23F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7" name="Freeform 1031">
              <a:extLst>
                <a:ext uri="{FF2B5EF4-FFF2-40B4-BE49-F238E27FC236}">
                  <a16:creationId xmlns:a16="http://schemas.microsoft.com/office/drawing/2014/main" id="{AF22C117-6CD5-10F4-54FE-2A96AD029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598" name="Picture 1032" descr="screen">
              <a:extLst>
                <a:ext uri="{FF2B5EF4-FFF2-40B4-BE49-F238E27FC236}">
                  <a16:creationId xmlns:a16="http://schemas.microsoft.com/office/drawing/2014/main" id="{7BD2FB6F-FB05-BA29-3F13-08F7009CB1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9" name="Freeform 1033">
              <a:extLst>
                <a:ext uri="{FF2B5EF4-FFF2-40B4-BE49-F238E27FC236}">
                  <a16:creationId xmlns:a16="http://schemas.microsoft.com/office/drawing/2014/main" id="{D6020560-7366-4A4D-4D07-5EB7C2384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0" name="Freeform 1034">
              <a:extLst>
                <a:ext uri="{FF2B5EF4-FFF2-40B4-BE49-F238E27FC236}">
                  <a16:creationId xmlns:a16="http://schemas.microsoft.com/office/drawing/2014/main" id="{F9D8C965-67B5-101D-848A-659D74DA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1" name="Freeform 1035">
              <a:extLst>
                <a:ext uri="{FF2B5EF4-FFF2-40B4-BE49-F238E27FC236}">
                  <a16:creationId xmlns:a16="http://schemas.microsoft.com/office/drawing/2014/main" id="{12B9D7E9-ECF3-3C6E-DA16-735CC0F4D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2" name="Freeform 1036">
              <a:extLst>
                <a:ext uri="{FF2B5EF4-FFF2-40B4-BE49-F238E27FC236}">
                  <a16:creationId xmlns:a16="http://schemas.microsoft.com/office/drawing/2014/main" id="{801F9C81-0195-40E7-05B2-017FAC9C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3" name="Freeform 1037">
              <a:extLst>
                <a:ext uri="{FF2B5EF4-FFF2-40B4-BE49-F238E27FC236}">
                  <a16:creationId xmlns:a16="http://schemas.microsoft.com/office/drawing/2014/main" id="{0A24B3D7-BCD4-F071-1717-98709FD7B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4" name="Freeform 1038">
              <a:extLst>
                <a:ext uri="{FF2B5EF4-FFF2-40B4-BE49-F238E27FC236}">
                  <a16:creationId xmlns:a16="http://schemas.microsoft.com/office/drawing/2014/main" id="{4AA89788-F901-9B44-B71E-3D6C9FCC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05" name="Group 1039">
              <a:extLst>
                <a:ext uri="{FF2B5EF4-FFF2-40B4-BE49-F238E27FC236}">
                  <a16:creationId xmlns:a16="http://schemas.microsoft.com/office/drawing/2014/main" id="{B0D93094-97CE-6171-D949-181221B6A5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1968" name="Freeform 1040">
                <a:extLst>
                  <a:ext uri="{FF2B5EF4-FFF2-40B4-BE49-F238E27FC236}">
                    <a16:creationId xmlns:a16="http://schemas.microsoft.com/office/drawing/2014/main" id="{AD22CA11-00DF-BA90-201A-928FCEAD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69" name="Freeform 1041">
                <a:extLst>
                  <a:ext uri="{FF2B5EF4-FFF2-40B4-BE49-F238E27FC236}">
                    <a16:creationId xmlns:a16="http://schemas.microsoft.com/office/drawing/2014/main" id="{58C778AB-B48F-4189-0713-DE6C2D72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0" name="Freeform 1042">
                <a:extLst>
                  <a:ext uri="{FF2B5EF4-FFF2-40B4-BE49-F238E27FC236}">
                    <a16:creationId xmlns:a16="http://schemas.microsoft.com/office/drawing/2014/main" id="{D0B646EB-ED5B-8447-1068-A7EFDA80A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1" name="Freeform 1043">
                <a:extLst>
                  <a:ext uri="{FF2B5EF4-FFF2-40B4-BE49-F238E27FC236}">
                    <a16:creationId xmlns:a16="http://schemas.microsoft.com/office/drawing/2014/main" id="{C4290D83-8E3E-A1F3-8493-9E446B8B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2" name="Freeform 1044">
                <a:extLst>
                  <a:ext uri="{FF2B5EF4-FFF2-40B4-BE49-F238E27FC236}">
                    <a16:creationId xmlns:a16="http://schemas.microsoft.com/office/drawing/2014/main" id="{7BDF6A8B-6CCB-407C-8608-8F700D73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73" name="Freeform 1045">
                <a:extLst>
                  <a:ext uri="{FF2B5EF4-FFF2-40B4-BE49-F238E27FC236}">
                    <a16:creationId xmlns:a16="http://schemas.microsoft.com/office/drawing/2014/main" id="{5C1C2194-3747-82A5-B6F8-624B4D85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606" name="Freeform 1046">
              <a:extLst>
                <a:ext uri="{FF2B5EF4-FFF2-40B4-BE49-F238E27FC236}">
                  <a16:creationId xmlns:a16="http://schemas.microsoft.com/office/drawing/2014/main" id="{BC38AFB4-DED7-F39C-F2DA-4AC71B6F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7" name="Freeform 1047">
              <a:extLst>
                <a:ext uri="{FF2B5EF4-FFF2-40B4-BE49-F238E27FC236}">
                  <a16:creationId xmlns:a16="http://schemas.microsoft.com/office/drawing/2014/main" id="{CAEB517F-72E8-7B64-B057-DEE31B63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8" name="Freeform 1048">
              <a:extLst>
                <a:ext uri="{FF2B5EF4-FFF2-40B4-BE49-F238E27FC236}">
                  <a16:creationId xmlns:a16="http://schemas.microsoft.com/office/drawing/2014/main" id="{4980B12A-2E19-79DB-C1EE-9D561182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09" name="Freeform 1049">
              <a:extLst>
                <a:ext uri="{FF2B5EF4-FFF2-40B4-BE49-F238E27FC236}">
                  <a16:creationId xmlns:a16="http://schemas.microsoft.com/office/drawing/2014/main" id="{47B1543A-3A78-10C7-3194-7E6A037F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10" name="Freeform 1050">
              <a:extLst>
                <a:ext uri="{FF2B5EF4-FFF2-40B4-BE49-F238E27FC236}">
                  <a16:creationId xmlns:a16="http://schemas.microsoft.com/office/drawing/2014/main" id="{DEA987F8-8F15-046F-3204-0D515C3E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11" name="Freeform 1051">
              <a:extLst>
                <a:ext uri="{FF2B5EF4-FFF2-40B4-BE49-F238E27FC236}">
                  <a16:creationId xmlns:a16="http://schemas.microsoft.com/office/drawing/2014/main" id="{74750C27-806B-79DA-89FC-D20866B16F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12" name="Group 2">
              <a:extLst>
                <a:ext uri="{FF2B5EF4-FFF2-40B4-BE49-F238E27FC236}">
                  <a16:creationId xmlns:a16="http://schemas.microsoft.com/office/drawing/2014/main" id="{63FF0FB2-C80A-87E9-461F-1FDF44AE03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1946" name="Picture 1054" descr="laptop_keyboard">
                <a:extLst>
                  <a:ext uri="{FF2B5EF4-FFF2-40B4-BE49-F238E27FC236}">
                    <a16:creationId xmlns:a16="http://schemas.microsoft.com/office/drawing/2014/main" id="{3E943F0A-3A92-2285-49FE-3F4C237A0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7" name="Freeform 1055">
                <a:extLst>
                  <a:ext uri="{FF2B5EF4-FFF2-40B4-BE49-F238E27FC236}">
                    <a16:creationId xmlns:a16="http://schemas.microsoft.com/office/drawing/2014/main" id="{72B9B1B0-5987-5102-64CE-816EE8116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6 w 2982"/>
                  <a:gd name="T1" fmla="*/ 0 h 2442"/>
                  <a:gd name="T2" fmla="*/ 0 w 2982"/>
                  <a:gd name="T3" fmla="*/ 2147483646 h 2442"/>
                  <a:gd name="T4" fmla="*/ 2147483646 w 2982"/>
                  <a:gd name="T5" fmla="*/ 2147483646 h 2442"/>
                  <a:gd name="T6" fmla="*/ 2147483646 w 2982"/>
                  <a:gd name="T7" fmla="*/ 2147483646 h 2442"/>
                  <a:gd name="T8" fmla="*/ 2147483646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21948" name="Picture 1056" descr="screen">
                <a:extLst>
                  <a:ext uri="{FF2B5EF4-FFF2-40B4-BE49-F238E27FC236}">
                    <a16:creationId xmlns:a16="http://schemas.microsoft.com/office/drawing/2014/main" id="{9B78C918-36C6-CC6A-6F33-61E25C7CD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9" name="Freeform 1057">
                <a:extLst>
                  <a:ext uri="{FF2B5EF4-FFF2-40B4-BE49-F238E27FC236}">
                    <a16:creationId xmlns:a16="http://schemas.microsoft.com/office/drawing/2014/main" id="{CA97B1FE-49EA-169D-2796-258CFAD06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6 w 2528"/>
                  <a:gd name="T1" fmla="*/ 0 h 455"/>
                  <a:gd name="T2" fmla="*/ 2147483646 w 2528"/>
                  <a:gd name="T3" fmla="*/ 2147483646 h 455"/>
                  <a:gd name="T4" fmla="*/ 2147483646 w 2528"/>
                  <a:gd name="T5" fmla="*/ 2147483646 h 455"/>
                  <a:gd name="T6" fmla="*/ 0 w 2528"/>
                  <a:gd name="T7" fmla="*/ 2147483646 h 455"/>
                  <a:gd name="T8" fmla="*/ 2147483646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0" name="Freeform 1058">
                <a:extLst>
                  <a:ext uri="{FF2B5EF4-FFF2-40B4-BE49-F238E27FC236}">
                    <a16:creationId xmlns:a16="http://schemas.microsoft.com/office/drawing/2014/main" id="{BDBE5DA0-B903-BC9E-4224-14F3EFA5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6 w 702"/>
                  <a:gd name="T1" fmla="*/ 0 h 1893"/>
                  <a:gd name="T2" fmla="*/ 0 w 702"/>
                  <a:gd name="T3" fmla="*/ 2147483646 h 1893"/>
                  <a:gd name="T4" fmla="*/ 2147483646 w 702"/>
                  <a:gd name="T5" fmla="*/ 2147483646 h 1893"/>
                  <a:gd name="T6" fmla="*/ 2147483646 w 702"/>
                  <a:gd name="T7" fmla="*/ 2147483646 h 1893"/>
                  <a:gd name="T8" fmla="*/ 214748364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1" name="Freeform 1059">
                <a:extLst>
                  <a:ext uri="{FF2B5EF4-FFF2-40B4-BE49-F238E27FC236}">
                    <a16:creationId xmlns:a16="http://schemas.microsoft.com/office/drawing/2014/main" id="{FF9C6F73-4BA6-3049-BE7E-D98599B42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6 w 756"/>
                  <a:gd name="T1" fmla="*/ 0 h 2184"/>
                  <a:gd name="T2" fmla="*/ 2147483646 w 756"/>
                  <a:gd name="T3" fmla="*/ 2147483646 h 2184"/>
                  <a:gd name="T4" fmla="*/ 0 w 756"/>
                  <a:gd name="T5" fmla="*/ 2147483646 h 2184"/>
                  <a:gd name="T6" fmla="*/ 2147483646 w 756"/>
                  <a:gd name="T7" fmla="*/ 2147483646 h 2184"/>
                  <a:gd name="T8" fmla="*/ 2147483646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2" name="Freeform 1060">
                <a:extLst>
                  <a:ext uri="{FF2B5EF4-FFF2-40B4-BE49-F238E27FC236}">
                    <a16:creationId xmlns:a16="http://schemas.microsoft.com/office/drawing/2014/main" id="{A90DCC30-B847-0846-0A9D-BDD7D1E7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6 w 2773"/>
                  <a:gd name="T1" fmla="*/ 0 h 738"/>
                  <a:gd name="T2" fmla="*/ 0 w 2773"/>
                  <a:gd name="T3" fmla="*/ 2147483646 h 738"/>
                  <a:gd name="T4" fmla="*/ 2147483646 w 2773"/>
                  <a:gd name="T5" fmla="*/ 2147483646 h 738"/>
                  <a:gd name="T6" fmla="*/ 2147483646 w 2773"/>
                  <a:gd name="T7" fmla="*/ 2147483646 h 738"/>
                  <a:gd name="T8" fmla="*/ 2147483646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3" name="Freeform 1061">
                <a:extLst>
                  <a:ext uri="{FF2B5EF4-FFF2-40B4-BE49-F238E27FC236}">
                    <a16:creationId xmlns:a16="http://schemas.microsoft.com/office/drawing/2014/main" id="{4934C9A8-B896-9BA8-E2DF-EA54A87A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147483646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4" name="Freeform 1062">
                <a:extLst>
                  <a:ext uri="{FF2B5EF4-FFF2-40B4-BE49-F238E27FC236}">
                    <a16:creationId xmlns:a16="http://schemas.microsoft.com/office/drawing/2014/main" id="{B5D1E349-F480-4E0D-1284-C631166B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6 w 2216"/>
                  <a:gd name="T3" fmla="*/ 2147483646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1955" name="Group 1063">
                <a:extLst>
                  <a:ext uri="{FF2B5EF4-FFF2-40B4-BE49-F238E27FC236}">
                    <a16:creationId xmlns:a16="http://schemas.microsoft.com/office/drawing/2014/main" id="{02AFCDB7-925F-E686-6813-B01CDEBE6A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1962" name="Freeform 1064">
                  <a:extLst>
                    <a:ext uri="{FF2B5EF4-FFF2-40B4-BE49-F238E27FC236}">
                      <a16:creationId xmlns:a16="http://schemas.microsoft.com/office/drawing/2014/main" id="{FA86F6B4-6E3B-AC08-0B53-0C806BE843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63" name="Freeform 1065">
                  <a:extLst>
                    <a:ext uri="{FF2B5EF4-FFF2-40B4-BE49-F238E27FC236}">
                      <a16:creationId xmlns:a16="http://schemas.microsoft.com/office/drawing/2014/main" id="{FB7933D1-6EED-9532-739E-FA0BFD0A6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64" name="Freeform 1066">
                  <a:extLst>
                    <a:ext uri="{FF2B5EF4-FFF2-40B4-BE49-F238E27FC236}">
                      <a16:creationId xmlns:a16="http://schemas.microsoft.com/office/drawing/2014/main" id="{3B4968EE-7265-BD1B-EE5A-412225DDB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65" name="Freeform 1067">
                  <a:extLst>
                    <a:ext uri="{FF2B5EF4-FFF2-40B4-BE49-F238E27FC236}">
                      <a16:creationId xmlns:a16="http://schemas.microsoft.com/office/drawing/2014/main" id="{ED97E4ED-FD70-9C69-489B-54AF525E1F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66" name="Freeform 1068">
                  <a:extLst>
                    <a:ext uri="{FF2B5EF4-FFF2-40B4-BE49-F238E27FC236}">
                      <a16:creationId xmlns:a16="http://schemas.microsoft.com/office/drawing/2014/main" id="{D0F22A50-ABB8-8FB2-8C69-FC66FC641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67" name="Freeform 1069">
                  <a:extLst>
                    <a:ext uri="{FF2B5EF4-FFF2-40B4-BE49-F238E27FC236}">
                      <a16:creationId xmlns:a16="http://schemas.microsoft.com/office/drawing/2014/main" id="{576C5B34-107C-9EFD-1405-8172626D4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56" name="Freeform 1070">
                <a:extLst>
                  <a:ext uri="{FF2B5EF4-FFF2-40B4-BE49-F238E27FC236}">
                    <a16:creationId xmlns:a16="http://schemas.microsoft.com/office/drawing/2014/main" id="{BA747880-6269-4AA0-58C2-6243D08D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6 w 990"/>
                  <a:gd name="T1" fmla="*/ 2147483646 h 792"/>
                  <a:gd name="T2" fmla="*/ 2147483646 w 990"/>
                  <a:gd name="T3" fmla="*/ 0 h 792"/>
                  <a:gd name="T4" fmla="*/ 2147483646 w 990"/>
                  <a:gd name="T5" fmla="*/ 2147483646 h 792"/>
                  <a:gd name="T6" fmla="*/ 0 w 990"/>
                  <a:gd name="T7" fmla="*/ 2147483646 h 792"/>
                  <a:gd name="T8" fmla="*/ 2147483646 w 990"/>
                  <a:gd name="T9" fmla="*/ 214748364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7" name="Freeform 1071">
                <a:extLst>
                  <a:ext uri="{FF2B5EF4-FFF2-40B4-BE49-F238E27FC236}">
                    <a16:creationId xmlns:a16="http://schemas.microsoft.com/office/drawing/2014/main" id="{6AD4A92C-6BFE-3C73-3165-025AA24EB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8" name="Freeform 1072">
                <a:extLst>
                  <a:ext uri="{FF2B5EF4-FFF2-40B4-BE49-F238E27FC236}">
                    <a16:creationId xmlns:a16="http://schemas.microsoft.com/office/drawing/2014/main" id="{BEB57DE1-8CAF-11B9-94F7-93214ABF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6 w 26"/>
                  <a:gd name="T1" fmla="*/ 2147483646 h 147"/>
                  <a:gd name="T2" fmla="*/ 2147483646 w 26"/>
                  <a:gd name="T3" fmla="*/ 2147483646 h 147"/>
                  <a:gd name="T4" fmla="*/ 0 w 26"/>
                  <a:gd name="T5" fmla="*/ 2147483646 h 147"/>
                  <a:gd name="T6" fmla="*/ 2147483646 w 26"/>
                  <a:gd name="T7" fmla="*/ 0 h 147"/>
                  <a:gd name="T8" fmla="*/ 2147483646 w 26"/>
                  <a:gd name="T9" fmla="*/ 214748364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59" name="Freeform 1073">
                <a:extLst>
                  <a:ext uri="{FF2B5EF4-FFF2-40B4-BE49-F238E27FC236}">
                    <a16:creationId xmlns:a16="http://schemas.microsoft.com/office/drawing/2014/main" id="{A0B47386-7C36-ADB1-5F1B-E88C8862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6 w 1176"/>
                  <a:gd name="T1" fmla="*/ 0 h 606"/>
                  <a:gd name="T2" fmla="*/ 0 w 1176"/>
                  <a:gd name="T3" fmla="*/ 2147483646 h 606"/>
                  <a:gd name="T4" fmla="*/ 2147483646 w 1176"/>
                  <a:gd name="T5" fmla="*/ 2147483646 h 606"/>
                  <a:gd name="T6" fmla="*/ 2147483646 w 1176"/>
                  <a:gd name="T7" fmla="*/ 2147483646 h 606"/>
                  <a:gd name="T8" fmla="*/ 214748364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60" name="Freeform 1074">
                <a:extLst>
                  <a:ext uri="{FF2B5EF4-FFF2-40B4-BE49-F238E27FC236}">
                    <a16:creationId xmlns:a16="http://schemas.microsoft.com/office/drawing/2014/main" id="{BADF632C-F8D7-6230-2B47-BD575927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61" name="Freeform 1075">
                <a:extLst>
                  <a:ext uri="{FF2B5EF4-FFF2-40B4-BE49-F238E27FC236}">
                    <a16:creationId xmlns:a16="http://schemas.microsoft.com/office/drawing/2014/main" id="{2B1AB83F-29F1-ACAB-F233-462F9E48F7E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21613" name="Picture 1077" descr="desktop_computer_stylized_medium">
              <a:extLst>
                <a:ext uri="{FF2B5EF4-FFF2-40B4-BE49-F238E27FC236}">
                  <a16:creationId xmlns:a16="http://schemas.microsoft.com/office/drawing/2014/main" id="{80DCA1E2-3814-2742-F604-8A7C7DAE36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4" name="Freeform 1078">
              <a:extLst>
                <a:ext uri="{FF2B5EF4-FFF2-40B4-BE49-F238E27FC236}">
                  <a16:creationId xmlns:a16="http://schemas.microsoft.com/office/drawing/2014/main" id="{806DA982-75A8-531D-6B4A-906EE44318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61881300 w 356"/>
                <a:gd name="T3" fmla="*/ 2436089 h 368"/>
                <a:gd name="T4" fmla="*/ 73432694 w 356"/>
                <a:gd name="T5" fmla="*/ 51157459 h 368"/>
                <a:gd name="T6" fmla="*/ 16089020 w 356"/>
                <a:gd name="T7" fmla="*/ 64033693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pic>
          <p:nvPicPr>
            <p:cNvPr id="21615" name="Picture 1081" descr="laptop_keyboard">
              <a:extLst>
                <a:ext uri="{FF2B5EF4-FFF2-40B4-BE49-F238E27FC236}">
                  <a16:creationId xmlns:a16="http://schemas.microsoft.com/office/drawing/2014/main" id="{D291DF04-2ABA-25E1-88F0-59DE25322E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6" name="Freeform 1082">
              <a:extLst>
                <a:ext uri="{FF2B5EF4-FFF2-40B4-BE49-F238E27FC236}">
                  <a16:creationId xmlns:a16="http://schemas.microsoft.com/office/drawing/2014/main" id="{3907730D-2A4C-5BD5-89AF-9AF57F7F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1617" name="Picture 1083" descr="screen">
              <a:extLst>
                <a:ext uri="{FF2B5EF4-FFF2-40B4-BE49-F238E27FC236}">
                  <a16:creationId xmlns:a16="http://schemas.microsoft.com/office/drawing/2014/main" id="{B2779D1C-BDFC-9909-CBD3-FEF240623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8" name="Freeform 1084">
              <a:extLst>
                <a:ext uri="{FF2B5EF4-FFF2-40B4-BE49-F238E27FC236}">
                  <a16:creationId xmlns:a16="http://schemas.microsoft.com/office/drawing/2014/main" id="{1FC4088C-B911-F4CA-C49E-94382D5F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19" name="Freeform 1085">
              <a:extLst>
                <a:ext uri="{FF2B5EF4-FFF2-40B4-BE49-F238E27FC236}">
                  <a16:creationId xmlns:a16="http://schemas.microsoft.com/office/drawing/2014/main" id="{8C011F61-8A21-E354-8EB2-34189A67A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0" name="Freeform 1086">
              <a:extLst>
                <a:ext uri="{FF2B5EF4-FFF2-40B4-BE49-F238E27FC236}">
                  <a16:creationId xmlns:a16="http://schemas.microsoft.com/office/drawing/2014/main" id="{18D34AF6-CB63-7F54-B963-4949BC0E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1" name="Freeform 1087">
              <a:extLst>
                <a:ext uri="{FF2B5EF4-FFF2-40B4-BE49-F238E27FC236}">
                  <a16:creationId xmlns:a16="http://schemas.microsoft.com/office/drawing/2014/main" id="{F4A3270D-56C8-DD60-D3C1-EDABED9B6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2" name="Freeform 1088">
              <a:extLst>
                <a:ext uri="{FF2B5EF4-FFF2-40B4-BE49-F238E27FC236}">
                  <a16:creationId xmlns:a16="http://schemas.microsoft.com/office/drawing/2014/main" id="{DEC7CC51-9B32-4EBD-5DEF-2B9D3B8F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3" name="Freeform 1089">
              <a:extLst>
                <a:ext uri="{FF2B5EF4-FFF2-40B4-BE49-F238E27FC236}">
                  <a16:creationId xmlns:a16="http://schemas.microsoft.com/office/drawing/2014/main" id="{6015248C-A0ED-8953-D8E5-6D73F970D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24" name="Group 1090">
              <a:extLst>
                <a:ext uri="{FF2B5EF4-FFF2-40B4-BE49-F238E27FC236}">
                  <a16:creationId xmlns:a16="http://schemas.microsoft.com/office/drawing/2014/main" id="{B7E81BBF-DFC1-C16A-3690-07B9851382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1940" name="Freeform 1091">
                <a:extLst>
                  <a:ext uri="{FF2B5EF4-FFF2-40B4-BE49-F238E27FC236}">
                    <a16:creationId xmlns:a16="http://schemas.microsoft.com/office/drawing/2014/main" id="{AB998E31-271C-F9D6-32FC-D3E0909E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41" name="Freeform 1092">
                <a:extLst>
                  <a:ext uri="{FF2B5EF4-FFF2-40B4-BE49-F238E27FC236}">
                    <a16:creationId xmlns:a16="http://schemas.microsoft.com/office/drawing/2014/main" id="{0E42E195-9036-2A79-D447-250461D5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42" name="Freeform 1093">
                <a:extLst>
                  <a:ext uri="{FF2B5EF4-FFF2-40B4-BE49-F238E27FC236}">
                    <a16:creationId xmlns:a16="http://schemas.microsoft.com/office/drawing/2014/main" id="{E39F3DB7-BCA2-427B-A2A1-A2F1B111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43" name="Freeform 1094">
                <a:extLst>
                  <a:ext uri="{FF2B5EF4-FFF2-40B4-BE49-F238E27FC236}">
                    <a16:creationId xmlns:a16="http://schemas.microsoft.com/office/drawing/2014/main" id="{53C5C788-C5F7-8494-5DCA-E4036AFF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44" name="Freeform 1095">
                <a:extLst>
                  <a:ext uri="{FF2B5EF4-FFF2-40B4-BE49-F238E27FC236}">
                    <a16:creationId xmlns:a16="http://schemas.microsoft.com/office/drawing/2014/main" id="{5E3C0C95-D65C-162D-0198-20F45479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45" name="Freeform 1096">
                <a:extLst>
                  <a:ext uri="{FF2B5EF4-FFF2-40B4-BE49-F238E27FC236}">
                    <a16:creationId xmlns:a16="http://schemas.microsoft.com/office/drawing/2014/main" id="{EF82702B-AE54-35B8-9CFD-E989DDB8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625" name="Freeform 1097">
              <a:extLst>
                <a:ext uri="{FF2B5EF4-FFF2-40B4-BE49-F238E27FC236}">
                  <a16:creationId xmlns:a16="http://schemas.microsoft.com/office/drawing/2014/main" id="{6B4C327A-29CC-D0AA-A6EF-7D394959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6" name="Freeform 1098">
              <a:extLst>
                <a:ext uri="{FF2B5EF4-FFF2-40B4-BE49-F238E27FC236}">
                  <a16:creationId xmlns:a16="http://schemas.microsoft.com/office/drawing/2014/main" id="{4B2208EE-3A6D-1AE8-A0EB-EF38C9A3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7" name="Freeform 1099">
              <a:extLst>
                <a:ext uri="{FF2B5EF4-FFF2-40B4-BE49-F238E27FC236}">
                  <a16:creationId xmlns:a16="http://schemas.microsoft.com/office/drawing/2014/main" id="{65552806-BA22-C03E-90D3-A3BA0790F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8" name="Freeform 1100">
              <a:extLst>
                <a:ext uri="{FF2B5EF4-FFF2-40B4-BE49-F238E27FC236}">
                  <a16:creationId xmlns:a16="http://schemas.microsoft.com/office/drawing/2014/main" id="{58A9E0F4-6EDA-EF3F-7B59-C6021323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29" name="Freeform 1101">
              <a:extLst>
                <a:ext uri="{FF2B5EF4-FFF2-40B4-BE49-F238E27FC236}">
                  <a16:creationId xmlns:a16="http://schemas.microsoft.com/office/drawing/2014/main" id="{8E98ED12-C639-698C-4BB2-12D22281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30" name="Freeform 1102">
              <a:extLst>
                <a:ext uri="{FF2B5EF4-FFF2-40B4-BE49-F238E27FC236}">
                  <a16:creationId xmlns:a16="http://schemas.microsoft.com/office/drawing/2014/main" id="{758BD8B0-3981-F54D-C021-43674C2CC9B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31" name="Group 1103">
              <a:extLst>
                <a:ext uri="{FF2B5EF4-FFF2-40B4-BE49-F238E27FC236}">
                  <a16:creationId xmlns:a16="http://schemas.microsoft.com/office/drawing/2014/main" id="{9281AE7B-F58D-23DD-6677-6E2C35B216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1932" name="Oval 407">
                <a:extLst>
                  <a:ext uri="{FF2B5EF4-FFF2-40B4-BE49-F238E27FC236}">
                    <a16:creationId xmlns:a16="http://schemas.microsoft.com/office/drawing/2014/main" id="{2D75ABB5-3195-B309-9BAD-7679CA076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33" name="Rectangle 410">
                <a:extLst>
                  <a:ext uri="{FF2B5EF4-FFF2-40B4-BE49-F238E27FC236}">
                    <a16:creationId xmlns:a16="http://schemas.microsoft.com/office/drawing/2014/main" id="{4D81FCFC-AD74-16DD-51E7-5229CDD97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34" name="Oval 411">
                <a:extLst>
                  <a:ext uri="{FF2B5EF4-FFF2-40B4-BE49-F238E27FC236}">
                    <a16:creationId xmlns:a16="http://schemas.microsoft.com/office/drawing/2014/main" id="{2C202C84-22C0-DDEB-1631-02E50B43F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35" name="Group 1107">
                <a:extLst>
                  <a:ext uri="{FF2B5EF4-FFF2-40B4-BE49-F238E27FC236}">
                    <a16:creationId xmlns:a16="http://schemas.microsoft.com/office/drawing/2014/main" id="{14FD4445-D653-FD95-65DB-BA2E84B84B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8" name="Freeform 1108">
                  <a:extLst>
                    <a:ext uri="{FF2B5EF4-FFF2-40B4-BE49-F238E27FC236}">
                      <a16:creationId xmlns:a16="http://schemas.microsoft.com/office/drawing/2014/main" id="{268F72DE-0F3E-8CD8-3902-57EFC10B59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39" name="Freeform 1109">
                  <a:extLst>
                    <a:ext uri="{FF2B5EF4-FFF2-40B4-BE49-F238E27FC236}">
                      <a16:creationId xmlns:a16="http://schemas.microsoft.com/office/drawing/2014/main" id="{A85BA7E5-9D0F-C869-7CC2-509B59C83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36" name="Line 1110">
                <a:extLst>
                  <a:ext uri="{FF2B5EF4-FFF2-40B4-BE49-F238E27FC236}">
                    <a16:creationId xmlns:a16="http://schemas.microsoft.com/office/drawing/2014/main" id="{94CBC8C5-E694-C35E-D8DA-8A85CEC11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37" name="Line 1111">
                <a:extLst>
                  <a:ext uri="{FF2B5EF4-FFF2-40B4-BE49-F238E27FC236}">
                    <a16:creationId xmlns:a16="http://schemas.microsoft.com/office/drawing/2014/main" id="{BE50D264-A11D-B608-68AD-9204AEBC7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32" name="Group 1112">
              <a:extLst>
                <a:ext uri="{FF2B5EF4-FFF2-40B4-BE49-F238E27FC236}">
                  <a16:creationId xmlns:a16="http://schemas.microsoft.com/office/drawing/2014/main" id="{607594CD-C61B-ADDF-0301-822936468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1924" name="Oval 407">
                <a:extLst>
                  <a:ext uri="{FF2B5EF4-FFF2-40B4-BE49-F238E27FC236}">
                    <a16:creationId xmlns:a16="http://schemas.microsoft.com/office/drawing/2014/main" id="{805147D7-250A-260B-E847-B037EF0E0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25" name="Rectangle 410">
                <a:extLst>
                  <a:ext uri="{FF2B5EF4-FFF2-40B4-BE49-F238E27FC236}">
                    <a16:creationId xmlns:a16="http://schemas.microsoft.com/office/drawing/2014/main" id="{4D1AB05F-15FC-9C70-FFAE-B977DF830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26" name="Oval 411">
                <a:extLst>
                  <a:ext uri="{FF2B5EF4-FFF2-40B4-BE49-F238E27FC236}">
                    <a16:creationId xmlns:a16="http://schemas.microsoft.com/office/drawing/2014/main" id="{38A295D6-8189-4979-5169-0238B8C1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27" name="Group 1116">
                <a:extLst>
                  <a:ext uri="{FF2B5EF4-FFF2-40B4-BE49-F238E27FC236}">
                    <a16:creationId xmlns:a16="http://schemas.microsoft.com/office/drawing/2014/main" id="{E2CAB34C-6E47-928E-7ACF-E7ADDFAEB3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0" name="Freeform 1117">
                  <a:extLst>
                    <a:ext uri="{FF2B5EF4-FFF2-40B4-BE49-F238E27FC236}">
                      <a16:creationId xmlns:a16="http://schemas.microsoft.com/office/drawing/2014/main" id="{B5DAD9B7-987F-BA3D-2547-A208A7653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31" name="Freeform 1118">
                  <a:extLst>
                    <a:ext uri="{FF2B5EF4-FFF2-40B4-BE49-F238E27FC236}">
                      <a16:creationId xmlns:a16="http://schemas.microsoft.com/office/drawing/2014/main" id="{8CACA900-A57E-93E4-E0C7-DFE2AFB23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28" name="Line 1119">
                <a:extLst>
                  <a:ext uri="{FF2B5EF4-FFF2-40B4-BE49-F238E27FC236}">
                    <a16:creationId xmlns:a16="http://schemas.microsoft.com/office/drawing/2014/main" id="{E195BEF2-5B55-C89C-1CCF-3049F3A91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29" name="Line 1120">
                <a:extLst>
                  <a:ext uri="{FF2B5EF4-FFF2-40B4-BE49-F238E27FC236}">
                    <a16:creationId xmlns:a16="http://schemas.microsoft.com/office/drawing/2014/main" id="{2485FBB4-887B-4080-55AC-D85A4581D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33" name="Group 1121">
              <a:extLst>
                <a:ext uri="{FF2B5EF4-FFF2-40B4-BE49-F238E27FC236}">
                  <a16:creationId xmlns:a16="http://schemas.microsoft.com/office/drawing/2014/main" id="{03B21A5C-D328-55C1-CF19-B3F27D115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1916" name="Oval 407">
                <a:extLst>
                  <a:ext uri="{FF2B5EF4-FFF2-40B4-BE49-F238E27FC236}">
                    <a16:creationId xmlns:a16="http://schemas.microsoft.com/office/drawing/2014/main" id="{DE94D9A9-08C2-D3D4-DDB8-C7A0429F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7" name="Rectangle 410">
                <a:extLst>
                  <a:ext uri="{FF2B5EF4-FFF2-40B4-BE49-F238E27FC236}">
                    <a16:creationId xmlns:a16="http://schemas.microsoft.com/office/drawing/2014/main" id="{A4FF0A46-8029-8F80-0B6E-CF0DC775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8" name="Oval 411">
                <a:extLst>
                  <a:ext uri="{FF2B5EF4-FFF2-40B4-BE49-F238E27FC236}">
                    <a16:creationId xmlns:a16="http://schemas.microsoft.com/office/drawing/2014/main" id="{6B61AB46-1F54-12C0-31CA-0475642C7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19" name="Group 1125">
                <a:extLst>
                  <a:ext uri="{FF2B5EF4-FFF2-40B4-BE49-F238E27FC236}">
                    <a16:creationId xmlns:a16="http://schemas.microsoft.com/office/drawing/2014/main" id="{BD78014A-60AE-A8AB-2E33-3916107F5E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22" name="Freeform 1126">
                  <a:extLst>
                    <a:ext uri="{FF2B5EF4-FFF2-40B4-BE49-F238E27FC236}">
                      <a16:creationId xmlns:a16="http://schemas.microsoft.com/office/drawing/2014/main" id="{307A8DBF-CE89-990A-873D-5589EC1D24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23" name="Freeform 1127">
                  <a:extLst>
                    <a:ext uri="{FF2B5EF4-FFF2-40B4-BE49-F238E27FC236}">
                      <a16:creationId xmlns:a16="http://schemas.microsoft.com/office/drawing/2014/main" id="{1F0AEB09-6D17-7D43-4E14-10ECA4A55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20" name="Line 1128">
                <a:extLst>
                  <a:ext uri="{FF2B5EF4-FFF2-40B4-BE49-F238E27FC236}">
                    <a16:creationId xmlns:a16="http://schemas.microsoft.com/office/drawing/2014/main" id="{365FF7B1-A074-CACA-D635-7E9CB2F9E9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21" name="Line 1129">
                <a:extLst>
                  <a:ext uri="{FF2B5EF4-FFF2-40B4-BE49-F238E27FC236}">
                    <a16:creationId xmlns:a16="http://schemas.microsoft.com/office/drawing/2014/main" id="{2361483C-2D10-0F6C-B0CF-2E6A712E3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34" name="Group 1130">
              <a:extLst>
                <a:ext uri="{FF2B5EF4-FFF2-40B4-BE49-F238E27FC236}">
                  <a16:creationId xmlns:a16="http://schemas.microsoft.com/office/drawing/2014/main" id="{FD5E3E92-73B7-AF81-6DEA-18DEEB8CD0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1908" name="Oval 407">
                <a:extLst>
                  <a:ext uri="{FF2B5EF4-FFF2-40B4-BE49-F238E27FC236}">
                    <a16:creationId xmlns:a16="http://schemas.microsoft.com/office/drawing/2014/main" id="{B988065A-5083-268F-5CB8-D6B4987ED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9" name="Rectangle 410">
                <a:extLst>
                  <a:ext uri="{FF2B5EF4-FFF2-40B4-BE49-F238E27FC236}">
                    <a16:creationId xmlns:a16="http://schemas.microsoft.com/office/drawing/2014/main" id="{73584A68-1E56-B51D-E522-4A91C33A6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0" name="Oval 411">
                <a:extLst>
                  <a:ext uri="{FF2B5EF4-FFF2-40B4-BE49-F238E27FC236}">
                    <a16:creationId xmlns:a16="http://schemas.microsoft.com/office/drawing/2014/main" id="{6E222707-B906-6354-761C-813BFD140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11" name="Group 1134">
                <a:extLst>
                  <a:ext uri="{FF2B5EF4-FFF2-40B4-BE49-F238E27FC236}">
                    <a16:creationId xmlns:a16="http://schemas.microsoft.com/office/drawing/2014/main" id="{55CB574E-B92F-B509-DAA1-3FB774012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14" name="Freeform 1135">
                  <a:extLst>
                    <a:ext uri="{FF2B5EF4-FFF2-40B4-BE49-F238E27FC236}">
                      <a16:creationId xmlns:a16="http://schemas.microsoft.com/office/drawing/2014/main" id="{2E8701F1-84E2-BB70-FAF1-9282C67B9F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15" name="Freeform 1136">
                  <a:extLst>
                    <a:ext uri="{FF2B5EF4-FFF2-40B4-BE49-F238E27FC236}">
                      <a16:creationId xmlns:a16="http://schemas.microsoft.com/office/drawing/2014/main" id="{D1892FE3-E86B-2104-45D6-2459A7E25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12" name="Line 1137">
                <a:extLst>
                  <a:ext uri="{FF2B5EF4-FFF2-40B4-BE49-F238E27FC236}">
                    <a16:creationId xmlns:a16="http://schemas.microsoft.com/office/drawing/2014/main" id="{DDAE0433-DADA-BD95-FD42-6E8A162AF7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13" name="Line 1138">
                <a:extLst>
                  <a:ext uri="{FF2B5EF4-FFF2-40B4-BE49-F238E27FC236}">
                    <a16:creationId xmlns:a16="http://schemas.microsoft.com/office/drawing/2014/main" id="{FD28E837-3CF6-B88C-53F6-D90E4A2AAB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35" name="Group 1139">
              <a:extLst>
                <a:ext uri="{FF2B5EF4-FFF2-40B4-BE49-F238E27FC236}">
                  <a16:creationId xmlns:a16="http://schemas.microsoft.com/office/drawing/2014/main" id="{1549C32C-9B8D-19A8-1773-42C4D1843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1900" name="Oval 407">
                <a:extLst>
                  <a:ext uri="{FF2B5EF4-FFF2-40B4-BE49-F238E27FC236}">
                    <a16:creationId xmlns:a16="http://schemas.microsoft.com/office/drawing/2014/main" id="{56DF6050-DE16-65A6-8090-491AF8CE0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1" name="Rectangle 410">
                <a:extLst>
                  <a:ext uri="{FF2B5EF4-FFF2-40B4-BE49-F238E27FC236}">
                    <a16:creationId xmlns:a16="http://schemas.microsoft.com/office/drawing/2014/main" id="{813C4406-51A3-549E-C048-F1EF31F87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2" name="Oval 411">
                <a:extLst>
                  <a:ext uri="{FF2B5EF4-FFF2-40B4-BE49-F238E27FC236}">
                    <a16:creationId xmlns:a16="http://schemas.microsoft.com/office/drawing/2014/main" id="{2235B3C8-6FA8-3AE8-03E4-4C7BEC375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03" name="Group 1143">
                <a:extLst>
                  <a:ext uri="{FF2B5EF4-FFF2-40B4-BE49-F238E27FC236}">
                    <a16:creationId xmlns:a16="http://schemas.microsoft.com/office/drawing/2014/main" id="{2274D1FB-0C4A-1411-DBDC-2ED2C5429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06" name="Freeform 1144">
                  <a:extLst>
                    <a:ext uri="{FF2B5EF4-FFF2-40B4-BE49-F238E27FC236}">
                      <a16:creationId xmlns:a16="http://schemas.microsoft.com/office/drawing/2014/main" id="{E77E21FA-683C-748B-4AFC-8C8E780AC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907" name="Freeform 1145">
                  <a:extLst>
                    <a:ext uri="{FF2B5EF4-FFF2-40B4-BE49-F238E27FC236}">
                      <a16:creationId xmlns:a16="http://schemas.microsoft.com/office/drawing/2014/main" id="{6F62EC30-4F16-7DA9-27DF-0411003B3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904" name="Line 1146">
                <a:extLst>
                  <a:ext uri="{FF2B5EF4-FFF2-40B4-BE49-F238E27FC236}">
                    <a16:creationId xmlns:a16="http://schemas.microsoft.com/office/drawing/2014/main" id="{1148982D-86F5-2CDE-C7D1-8EC0E47025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05" name="Line 1147">
                <a:extLst>
                  <a:ext uri="{FF2B5EF4-FFF2-40B4-BE49-F238E27FC236}">
                    <a16:creationId xmlns:a16="http://schemas.microsoft.com/office/drawing/2014/main" id="{82849DBB-EFEF-A74D-2E15-B02B9A4915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36" name="Group 3">
              <a:extLst>
                <a:ext uri="{FF2B5EF4-FFF2-40B4-BE49-F238E27FC236}">
                  <a16:creationId xmlns:a16="http://schemas.microsoft.com/office/drawing/2014/main" id="{2691F575-0235-C043-9582-75DE008A9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1898" name="Picture 555" descr="fridge2.png">
                <a:extLst>
                  <a:ext uri="{FF2B5EF4-FFF2-40B4-BE49-F238E27FC236}">
                    <a16:creationId xmlns:a16="http://schemas.microsoft.com/office/drawing/2014/main" id="{8812149C-8C52-8174-D837-47AF70F93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99" name="Picture 1115" descr="antenna_stylized">
                <a:extLst>
                  <a:ext uri="{FF2B5EF4-FFF2-40B4-BE49-F238E27FC236}">
                    <a16:creationId xmlns:a16="http://schemas.microsoft.com/office/drawing/2014/main" id="{FB15D193-A0B3-9E92-32B7-6A7992DC2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1637" name="Picture 603" descr="car_icon_small">
              <a:extLst>
                <a:ext uri="{FF2B5EF4-FFF2-40B4-BE49-F238E27FC236}">
                  <a16:creationId xmlns:a16="http://schemas.microsoft.com/office/drawing/2014/main" id="{766C736C-D3E9-E257-AE84-5F727E9252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8" name="Picture 814" descr="light2.png">
              <a:extLst>
                <a:ext uri="{FF2B5EF4-FFF2-40B4-BE49-F238E27FC236}">
                  <a16:creationId xmlns:a16="http://schemas.microsoft.com/office/drawing/2014/main" id="{BB9C40AB-F040-B3DB-031C-B9128DBDBB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9" name="Picture 1017" descr="antenna_stylized">
              <a:extLst>
                <a:ext uri="{FF2B5EF4-FFF2-40B4-BE49-F238E27FC236}">
                  <a16:creationId xmlns:a16="http://schemas.microsoft.com/office/drawing/2014/main" id="{52F9E65C-111E-226C-3314-DCBAB90F5C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40" name="Picture 1017" descr="antenna_stylized">
              <a:extLst>
                <a:ext uri="{FF2B5EF4-FFF2-40B4-BE49-F238E27FC236}">
                  <a16:creationId xmlns:a16="http://schemas.microsoft.com/office/drawing/2014/main" id="{9814C30E-4351-E839-60F7-A881A46635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41" name="Group 347">
              <a:extLst>
                <a:ext uri="{FF2B5EF4-FFF2-40B4-BE49-F238E27FC236}">
                  <a16:creationId xmlns:a16="http://schemas.microsoft.com/office/drawing/2014/main" id="{6B739684-AB37-23D0-AD33-A5A7D219E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4BEAD0C2-4037-7A4F-8989-239A5B07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30" name="Rectangle 829">
                <a:extLst>
                  <a:ext uri="{FF2B5EF4-FFF2-40B4-BE49-F238E27FC236}">
                    <a16:creationId xmlns:a16="http://schemas.microsoft.com/office/drawing/2014/main" id="{EA73E87E-11A9-C54F-8B6A-8B83EEC8CE2F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5230723B-D246-D248-88A8-2885963D8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32" name="Freeform 831">
                <a:extLst>
                  <a:ext uri="{FF2B5EF4-FFF2-40B4-BE49-F238E27FC236}">
                    <a16:creationId xmlns:a16="http://schemas.microsoft.com/office/drawing/2014/main" id="{EC453A30-155A-1F4B-B830-2E310D965841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Freeform 832">
                <a:extLst>
                  <a:ext uri="{FF2B5EF4-FFF2-40B4-BE49-F238E27FC236}">
                    <a16:creationId xmlns:a16="http://schemas.microsoft.com/office/drawing/2014/main" id="{579B8198-B4AE-E644-BEFB-A4AC1C3D1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5AC8FBC1-45D8-2E44-A998-1AFA4865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34109C79-12BD-754B-8975-8AF36760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0CA9541C-7801-4949-8021-C5E80987DD2B}"/>
                  </a:ext>
                </a:extLst>
              </p:cNvPr>
              <p:cNvCxnSpPr>
                <a:cxnSpLocks noChangeShapeType="1"/>
                <a:endCxn id="831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37BF5D3D-2DCB-014E-B577-4805779373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2" name="Group 347">
              <a:extLst>
                <a:ext uri="{FF2B5EF4-FFF2-40B4-BE49-F238E27FC236}">
                  <a16:creationId xmlns:a16="http://schemas.microsoft.com/office/drawing/2014/main" id="{15A49EC1-6389-ADA7-85F5-0F9F36BF21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820" name="Oval 819">
                <a:extLst>
                  <a:ext uri="{FF2B5EF4-FFF2-40B4-BE49-F238E27FC236}">
                    <a16:creationId xmlns:a16="http://schemas.microsoft.com/office/drawing/2014/main" id="{704BDFF1-0C9F-EE4B-BB01-90BE9B75A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21" name="Rectangle 820">
                <a:extLst>
                  <a:ext uri="{FF2B5EF4-FFF2-40B4-BE49-F238E27FC236}">
                    <a16:creationId xmlns:a16="http://schemas.microsoft.com/office/drawing/2014/main" id="{6215969D-DC33-0D4B-B81B-90805B5E85D2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49DF6095-C2C2-0F4C-A592-115FB3C13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23" name="Freeform 822">
                <a:extLst>
                  <a:ext uri="{FF2B5EF4-FFF2-40B4-BE49-F238E27FC236}">
                    <a16:creationId xmlns:a16="http://schemas.microsoft.com/office/drawing/2014/main" id="{06401310-93CB-B146-A05E-0E6D7DCE7DAD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Freeform 823">
                <a:extLst>
                  <a:ext uri="{FF2B5EF4-FFF2-40B4-BE49-F238E27FC236}">
                    <a16:creationId xmlns:a16="http://schemas.microsoft.com/office/drawing/2014/main" id="{F1E5D86D-6994-A646-8836-937A44EB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33141533-C15A-6C48-8B67-7D8FE4914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CE707CFD-6C15-954B-86C0-8601FFB91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27" name="Straight Connector 826">
                <a:extLst>
                  <a:ext uri="{FF2B5EF4-FFF2-40B4-BE49-F238E27FC236}">
                    <a16:creationId xmlns:a16="http://schemas.microsoft.com/office/drawing/2014/main" id="{FC316793-1D2C-4543-87E0-939DAAED4BC2}"/>
                  </a:ext>
                </a:extLst>
              </p:cNvPr>
              <p:cNvCxnSpPr>
                <a:cxnSpLocks noChangeShapeType="1"/>
                <a:endCxn id="822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8" name="Straight Connector 827">
                <a:extLst>
                  <a:ext uri="{FF2B5EF4-FFF2-40B4-BE49-F238E27FC236}">
                    <a16:creationId xmlns:a16="http://schemas.microsoft.com/office/drawing/2014/main" id="{68B949A8-090E-4249-A4B9-C2A4392D12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3" name="Group 347">
              <a:extLst>
                <a:ext uri="{FF2B5EF4-FFF2-40B4-BE49-F238E27FC236}">
                  <a16:creationId xmlns:a16="http://schemas.microsoft.com/office/drawing/2014/main" id="{DCF390CF-156E-8B38-E5C4-95733F9E6F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29A96D0F-DCD0-0744-AA52-C3F297103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12" name="Rectangle 811">
                <a:extLst>
                  <a:ext uri="{FF2B5EF4-FFF2-40B4-BE49-F238E27FC236}">
                    <a16:creationId xmlns:a16="http://schemas.microsoft.com/office/drawing/2014/main" id="{720DF68C-728C-4E47-B456-0EF46E90D4CF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8B3FCD5E-E209-6A49-943D-DFF9C3FE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4FD79F5D-D3FC-D047-AE2C-23DEF72286AC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38BA6E4A-888D-A640-A125-2F2D031FB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157DED97-3974-9E48-BC08-B2554F444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A2B6BD25-0E18-BE4A-8093-46FFA5AAC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18" name="Straight Connector 817">
                <a:extLst>
                  <a:ext uri="{FF2B5EF4-FFF2-40B4-BE49-F238E27FC236}">
                    <a16:creationId xmlns:a16="http://schemas.microsoft.com/office/drawing/2014/main" id="{072C13CA-D06A-A444-BD44-6C96B7C453C5}"/>
                  </a:ext>
                </a:extLst>
              </p:cNvPr>
              <p:cNvCxnSpPr>
                <a:cxnSpLocks noChangeShapeType="1"/>
                <a:endCxn id="813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9" name="Straight Connector 818">
                <a:extLst>
                  <a:ext uri="{FF2B5EF4-FFF2-40B4-BE49-F238E27FC236}">
                    <a16:creationId xmlns:a16="http://schemas.microsoft.com/office/drawing/2014/main" id="{55C7820A-6E6B-264A-B9E0-FC465794FCF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4" name="Group 347">
              <a:extLst>
                <a:ext uri="{FF2B5EF4-FFF2-40B4-BE49-F238E27FC236}">
                  <a16:creationId xmlns:a16="http://schemas.microsoft.com/office/drawing/2014/main" id="{4D6B12F5-2B70-A5BF-0557-036465E22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802" name="Oval 801">
                <a:extLst>
                  <a:ext uri="{FF2B5EF4-FFF2-40B4-BE49-F238E27FC236}">
                    <a16:creationId xmlns:a16="http://schemas.microsoft.com/office/drawing/2014/main" id="{EAF1FD9D-978C-E344-A98A-5FCEFD44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860C79A8-E186-D34A-B28C-A67ED38457FD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26F544D1-4031-7B47-9150-15235A865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DE1FE5F1-E40B-1A4A-A2F5-8976B27592B8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AE674BD7-3DFF-F346-B19F-4B0138F9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E03C6513-20C5-744D-9FAA-B82FE03A5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A8990F94-EE4F-4943-8E8C-EC8604BC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09" name="Straight Connector 808">
                <a:extLst>
                  <a:ext uri="{FF2B5EF4-FFF2-40B4-BE49-F238E27FC236}">
                    <a16:creationId xmlns:a16="http://schemas.microsoft.com/office/drawing/2014/main" id="{B7937749-000E-F446-8978-80E264C0C48D}"/>
                  </a:ext>
                </a:extLst>
              </p:cNvPr>
              <p:cNvCxnSpPr>
                <a:cxnSpLocks noChangeShapeType="1"/>
                <a:endCxn id="804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0" name="Straight Connector 809">
                <a:extLst>
                  <a:ext uri="{FF2B5EF4-FFF2-40B4-BE49-F238E27FC236}">
                    <a16:creationId xmlns:a16="http://schemas.microsoft.com/office/drawing/2014/main" id="{DF877899-BBF0-0441-8283-8BAD5D616AC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5" name="Group 347">
              <a:extLst>
                <a:ext uri="{FF2B5EF4-FFF2-40B4-BE49-F238E27FC236}">
                  <a16:creationId xmlns:a16="http://schemas.microsoft.com/office/drawing/2014/main" id="{3EE63720-CC4C-555C-1850-E839A6DFC3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793" name="Oval 792">
                <a:extLst>
                  <a:ext uri="{FF2B5EF4-FFF2-40B4-BE49-F238E27FC236}">
                    <a16:creationId xmlns:a16="http://schemas.microsoft.com/office/drawing/2014/main" id="{B1DC4510-2CDC-DA48-A36D-0BBA12261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94" name="Rectangle 793">
                <a:extLst>
                  <a:ext uri="{FF2B5EF4-FFF2-40B4-BE49-F238E27FC236}">
                    <a16:creationId xmlns:a16="http://schemas.microsoft.com/office/drawing/2014/main" id="{3D98C38D-8EB6-B347-867D-1E1F47CCAAF7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5" name="Oval 794">
                <a:extLst>
                  <a:ext uri="{FF2B5EF4-FFF2-40B4-BE49-F238E27FC236}">
                    <a16:creationId xmlns:a16="http://schemas.microsoft.com/office/drawing/2014/main" id="{9E6B922C-87C8-2146-A89A-DBF6B101E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68C6F71E-3925-6548-9CEE-270DA2A60AEB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37BFB9CA-F61A-D248-B310-DCCA8E28B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7E4BD103-8F02-E848-99B2-BD368B7D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5C2CF82C-CB6D-794D-B219-71B65160F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00" name="Straight Connector 799">
                <a:extLst>
                  <a:ext uri="{FF2B5EF4-FFF2-40B4-BE49-F238E27FC236}">
                    <a16:creationId xmlns:a16="http://schemas.microsoft.com/office/drawing/2014/main" id="{1D441932-DE6B-EA45-A871-4D346427F550}"/>
                  </a:ext>
                </a:extLst>
              </p:cNvPr>
              <p:cNvCxnSpPr>
                <a:cxnSpLocks noChangeShapeType="1"/>
                <a:endCxn id="795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01" name="Straight Connector 800">
                <a:extLst>
                  <a:ext uri="{FF2B5EF4-FFF2-40B4-BE49-F238E27FC236}">
                    <a16:creationId xmlns:a16="http://schemas.microsoft.com/office/drawing/2014/main" id="{36C86923-5EDF-EB4B-BF28-41FC377ADAD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6" name="Group 589">
              <a:extLst>
                <a:ext uri="{FF2B5EF4-FFF2-40B4-BE49-F238E27FC236}">
                  <a16:creationId xmlns:a16="http://schemas.microsoft.com/office/drawing/2014/main" id="{E24D0B3F-8123-6A7C-6F33-85DC2F510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784" name="Oval 783">
                <a:extLst>
                  <a:ext uri="{FF2B5EF4-FFF2-40B4-BE49-F238E27FC236}">
                    <a16:creationId xmlns:a16="http://schemas.microsoft.com/office/drawing/2014/main" id="{BC0FDAA6-608D-B04E-8104-9A735517F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85" name="Rectangle 784">
                <a:extLst>
                  <a:ext uri="{FF2B5EF4-FFF2-40B4-BE49-F238E27FC236}">
                    <a16:creationId xmlns:a16="http://schemas.microsoft.com/office/drawing/2014/main" id="{3001221E-B1F6-E948-B2A3-BD410E04ED90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6" name="Oval 785">
                <a:extLst>
                  <a:ext uri="{FF2B5EF4-FFF2-40B4-BE49-F238E27FC236}">
                    <a16:creationId xmlns:a16="http://schemas.microsoft.com/office/drawing/2014/main" id="{6FDF14A3-0FCF-7646-97A8-28143F99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87" name="Freeform 786">
                <a:extLst>
                  <a:ext uri="{FF2B5EF4-FFF2-40B4-BE49-F238E27FC236}">
                    <a16:creationId xmlns:a16="http://schemas.microsoft.com/office/drawing/2014/main" id="{949C50B0-C95C-5A46-9839-05F08F83390C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E9DBF446-CFA5-6E43-B81B-B1F72A07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EEBE459F-91E2-D84A-9CEA-8A596BEF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74E35469-55BA-6B4F-963B-3F316E37B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91" name="Straight Connector 790">
                <a:extLst>
                  <a:ext uri="{FF2B5EF4-FFF2-40B4-BE49-F238E27FC236}">
                    <a16:creationId xmlns:a16="http://schemas.microsoft.com/office/drawing/2014/main" id="{E9924E0C-7689-4E42-B3CE-D9DBC6369443}"/>
                  </a:ext>
                </a:extLst>
              </p:cNvPr>
              <p:cNvCxnSpPr>
                <a:cxnSpLocks noChangeShapeType="1"/>
                <a:endCxn id="786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92" name="Straight Connector 791">
                <a:extLst>
                  <a:ext uri="{FF2B5EF4-FFF2-40B4-BE49-F238E27FC236}">
                    <a16:creationId xmlns:a16="http://schemas.microsoft.com/office/drawing/2014/main" id="{2648CC0F-AE23-3E49-A97C-41C81BA068B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7" name="Group 590">
              <a:extLst>
                <a:ext uri="{FF2B5EF4-FFF2-40B4-BE49-F238E27FC236}">
                  <a16:creationId xmlns:a16="http://schemas.microsoft.com/office/drawing/2014/main" id="{8CB0984A-6A26-BB13-2F9F-2B437C5F85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775" name="Oval 774">
                <a:extLst>
                  <a:ext uri="{FF2B5EF4-FFF2-40B4-BE49-F238E27FC236}">
                    <a16:creationId xmlns:a16="http://schemas.microsoft.com/office/drawing/2014/main" id="{CC05B629-4CBC-AB4B-A776-336292E6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76" name="Rectangle 775">
                <a:extLst>
                  <a:ext uri="{FF2B5EF4-FFF2-40B4-BE49-F238E27FC236}">
                    <a16:creationId xmlns:a16="http://schemas.microsoft.com/office/drawing/2014/main" id="{8465E481-E005-FA43-99E7-33696B70DA9B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1D8B9346-BD6F-B944-824E-256E342A4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78" name="Freeform 777">
                <a:extLst>
                  <a:ext uri="{FF2B5EF4-FFF2-40B4-BE49-F238E27FC236}">
                    <a16:creationId xmlns:a16="http://schemas.microsoft.com/office/drawing/2014/main" id="{1DAAA701-7A2B-6A47-AD54-058B5B11999E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9" name="Freeform 778">
                <a:extLst>
                  <a:ext uri="{FF2B5EF4-FFF2-40B4-BE49-F238E27FC236}">
                    <a16:creationId xmlns:a16="http://schemas.microsoft.com/office/drawing/2014/main" id="{DDD46213-352D-6544-9B08-BC338B625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6E0E89AD-D338-8345-853B-0B38A752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19FC79CA-49BC-6246-8644-8A33A62A3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82" name="Straight Connector 781">
                <a:extLst>
                  <a:ext uri="{FF2B5EF4-FFF2-40B4-BE49-F238E27FC236}">
                    <a16:creationId xmlns:a16="http://schemas.microsoft.com/office/drawing/2014/main" id="{E9ED3B4C-A9A6-9844-8D38-89271BFDDC5A}"/>
                  </a:ext>
                </a:extLst>
              </p:cNvPr>
              <p:cNvCxnSpPr>
                <a:cxnSpLocks noChangeShapeType="1"/>
                <a:endCxn id="777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83" name="Straight Connector 782">
                <a:extLst>
                  <a:ext uri="{FF2B5EF4-FFF2-40B4-BE49-F238E27FC236}">
                    <a16:creationId xmlns:a16="http://schemas.microsoft.com/office/drawing/2014/main" id="{BD3A3A74-03E9-884B-A09B-C4033997325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8" name="Group 591">
              <a:extLst>
                <a:ext uri="{FF2B5EF4-FFF2-40B4-BE49-F238E27FC236}">
                  <a16:creationId xmlns:a16="http://schemas.microsoft.com/office/drawing/2014/main" id="{DF07EF3A-9841-CD4B-10C9-79CAFC86DB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EDBEDAA0-F02C-584D-993A-62F58CFD2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B2A0EF13-4B2D-9840-9CE9-7F51A98FBDDB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22DD920F-25C7-6A49-B04A-D1D1FAE48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69" name="Freeform 768">
                <a:extLst>
                  <a:ext uri="{FF2B5EF4-FFF2-40B4-BE49-F238E27FC236}">
                    <a16:creationId xmlns:a16="http://schemas.microsoft.com/office/drawing/2014/main" id="{DADF2469-75BD-9B4D-84AE-9E7AF840D127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0" name="Freeform 769">
                <a:extLst>
                  <a:ext uri="{FF2B5EF4-FFF2-40B4-BE49-F238E27FC236}">
                    <a16:creationId xmlns:a16="http://schemas.microsoft.com/office/drawing/2014/main" id="{7CF1E305-9AB0-4448-94E0-5C979EAA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71" name="Freeform 770">
                <a:extLst>
                  <a:ext uri="{FF2B5EF4-FFF2-40B4-BE49-F238E27FC236}">
                    <a16:creationId xmlns:a16="http://schemas.microsoft.com/office/drawing/2014/main" id="{61C491C7-371E-FB41-A694-1E622EDD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74815A65-19AD-2747-B7B7-71B06709F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DA7D67E8-169F-2A40-8F87-B14C8921C20F}"/>
                  </a:ext>
                </a:extLst>
              </p:cNvPr>
              <p:cNvCxnSpPr>
                <a:cxnSpLocks noChangeShapeType="1"/>
                <a:endCxn id="768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54F5A7C5-07BC-9847-8B25-49A2D3F0D7A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9" name="Group 592">
              <a:extLst>
                <a:ext uri="{FF2B5EF4-FFF2-40B4-BE49-F238E27FC236}">
                  <a16:creationId xmlns:a16="http://schemas.microsoft.com/office/drawing/2014/main" id="{17D23309-18EE-1745-14E0-44660DC26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757" name="Oval 756">
                <a:extLst>
                  <a:ext uri="{FF2B5EF4-FFF2-40B4-BE49-F238E27FC236}">
                    <a16:creationId xmlns:a16="http://schemas.microsoft.com/office/drawing/2014/main" id="{E7E4B649-6960-9C4C-B680-1824E311A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58" name="Rectangle 757">
                <a:extLst>
                  <a:ext uri="{FF2B5EF4-FFF2-40B4-BE49-F238E27FC236}">
                    <a16:creationId xmlns:a16="http://schemas.microsoft.com/office/drawing/2014/main" id="{07BFD9EC-A7CA-8940-A1FF-B752D4C0DD4C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9" name="Oval 758">
                <a:extLst>
                  <a:ext uri="{FF2B5EF4-FFF2-40B4-BE49-F238E27FC236}">
                    <a16:creationId xmlns:a16="http://schemas.microsoft.com/office/drawing/2014/main" id="{1B900405-4D1E-C749-981E-10FDB292C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60" name="Freeform 759">
                <a:extLst>
                  <a:ext uri="{FF2B5EF4-FFF2-40B4-BE49-F238E27FC236}">
                    <a16:creationId xmlns:a16="http://schemas.microsoft.com/office/drawing/2014/main" id="{70762A61-E116-D94D-8E0C-78552A9FB92B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1" name="Freeform 760">
                <a:extLst>
                  <a:ext uri="{FF2B5EF4-FFF2-40B4-BE49-F238E27FC236}">
                    <a16:creationId xmlns:a16="http://schemas.microsoft.com/office/drawing/2014/main" id="{C2C256C9-491E-AF46-8313-521AA245E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62" name="Freeform 761">
                <a:extLst>
                  <a:ext uri="{FF2B5EF4-FFF2-40B4-BE49-F238E27FC236}">
                    <a16:creationId xmlns:a16="http://schemas.microsoft.com/office/drawing/2014/main" id="{FF682A6A-5675-FC45-B9C9-E8E4BA994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63" name="Freeform 762">
                <a:extLst>
                  <a:ext uri="{FF2B5EF4-FFF2-40B4-BE49-F238E27FC236}">
                    <a16:creationId xmlns:a16="http://schemas.microsoft.com/office/drawing/2014/main" id="{F809B95F-6969-A14B-9E8A-C66480DE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6BBAC110-51C2-4C40-AD33-D12D94B20298}"/>
                  </a:ext>
                </a:extLst>
              </p:cNvPr>
              <p:cNvCxnSpPr>
                <a:cxnSpLocks noChangeShapeType="1"/>
                <a:endCxn id="759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65" name="Straight Connector 764">
                <a:extLst>
                  <a:ext uri="{FF2B5EF4-FFF2-40B4-BE49-F238E27FC236}">
                    <a16:creationId xmlns:a16="http://schemas.microsoft.com/office/drawing/2014/main" id="{89468F56-0E0C-9345-BAD9-C275DCB5E1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50" name="Group 593">
              <a:extLst>
                <a:ext uri="{FF2B5EF4-FFF2-40B4-BE49-F238E27FC236}">
                  <a16:creationId xmlns:a16="http://schemas.microsoft.com/office/drawing/2014/main" id="{66254E35-6F91-C898-1F9E-26FB14DE9A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748" name="Oval 747">
                <a:extLst>
                  <a:ext uri="{FF2B5EF4-FFF2-40B4-BE49-F238E27FC236}">
                    <a16:creationId xmlns:a16="http://schemas.microsoft.com/office/drawing/2014/main" id="{B70294D8-EB91-124B-B5B5-F0BAE2C68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49" name="Rectangle 748">
                <a:extLst>
                  <a:ext uri="{FF2B5EF4-FFF2-40B4-BE49-F238E27FC236}">
                    <a16:creationId xmlns:a16="http://schemas.microsoft.com/office/drawing/2014/main" id="{5724180D-E013-1E40-BC6F-59040665DD26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74B98123-0B05-3240-9B1A-9E2E58953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51" name="Freeform 750">
                <a:extLst>
                  <a:ext uri="{FF2B5EF4-FFF2-40B4-BE49-F238E27FC236}">
                    <a16:creationId xmlns:a16="http://schemas.microsoft.com/office/drawing/2014/main" id="{E8166C5B-1B2A-8E40-B382-57E864B154D8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2" name="Freeform 751">
                <a:extLst>
                  <a:ext uri="{FF2B5EF4-FFF2-40B4-BE49-F238E27FC236}">
                    <a16:creationId xmlns:a16="http://schemas.microsoft.com/office/drawing/2014/main" id="{E8A9877E-CBBF-4346-B15E-A8F9D56B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53" name="Freeform 752">
                <a:extLst>
                  <a:ext uri="{FF2B5EF4-FFF2-40B4-BE49-F238E27FC236}">
                    <a16:creationId xmlns:a16="http://schemas.microsoft.com/office/drawing/2014/main" id="{A6B71A98-26A7-DE45-B322-BBB905200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54" name="Freeform 753">
                <a:extLst>
                  <a:ext uri="{FF2B5EF4-FFF2-40B4-BE49-F238E27FC236}">
                    <a16:creationId xmlns:a16="http://schemas.microsoft.com/office/drawing/2014/main" id="{3CF31AA3-4FFF-5D48-A6A0-04FE6F6D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55" name="Straight Connector 754">
                <a:extLst>
                  <a:ext uri="{FF2B5EF4-FFF2-40B4-BE49-F238E27FC236}">
                    <a16:creationId xmlns:a16="http://schemas.microsoft.com/office/drawing/2014/main" id="{1703B4D5-8DE4-354E-8296-688D269CA0FA}"/>
                  </a:ext>
                </a:extLst>
              </p:cNvPr>
              <p:cNvCxnSpPr>
                <a:cxnSpLocks noChangeShapeType="1"/>
                <a:endCxn id="750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56" name="Straight Connector 755">
                <a:extLst>
                  <a:ext uri="{FF2B5EF4-FFF2-40B4-BE49-F238E27FC236}">
                    <a16:creationId xmlns:a16="http://schemas.microsoft.com/office/drawing/2014/main" id="{ED4C09FA-184D-8A4A-9E6E-12D19CA6B31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51" name="Group 594">
              <a:extLst>
                <a:ext uri="{FF2B5EF4-FFF2-40B4-BE49-F238E27FC236}">
                  <a16:creationId xmlns:a16="http://schemas.microsoft.com/office/drawing/2014/main" id="{C2D3AFD7-CB90-5A7E-8259-A9B60F61F6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739" name="Oval 738">
                <a:extLst>
                  <a:ext uri="{FF2B5EF4-FFF2-40B4-BE49-F238E27FC236}">
                    <a16:creationId xmlns:a16="http://schemas.microsoft.com/office/drawing/2014/main" id="{C8D880AA-092C-D540-9BDB-8CD8B9F30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40" name="Rectangle 739">
                <a:extLst>
                  <a:ext uri="{FF2B5EF4-FFF2-40B4-BE49-F238E27FC236}">
                    <a16:creationId xmlns:a16="http://schemas.microsoft.com/office/drawing/2014/main" id="{BF99EE83-C257-D24A-A4D4-CE47005CD4EA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1" name="Oval 740">
                <a:extLst>
                  <a:ext uri="{FF2B5EF4-FFF2-40B4-BE49-F238E27FC236}">
                    <a16:creationId xmlns:a16="http://schemas.microsoft.com/office/drawing/2014/main" id="{3976D751-F167-FD45-9449-6E60B5DA7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CDB86025-15F6-C249-A09D-303F49A7D01C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3" name="Freeform 742">
                <a:extLst>
                  <a:ext uri="{FF2B5EF4-FFF2-40B4-BE49-F238E27FC236}">
                    <a16:creationId xmlns:a16="http://schemas.microsoft.com/office/drawing/2014/main" id="{5FF62CB8-82F7-1D4D-BECB-E97EA36DB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44" name="Freeform 743">
                <a:extLst>
                  <a:ext uri="{FF2B5EF4-FFF2-40B4-BE49-F238E27FC236}">
                    <a16:creationId xmlns:a16="http://schemas.microsoft.com/office/drawing/2014/main" id="{945C2321-F7C7-7A44-9C9C-21A9395A8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745" name="Freeform 744">
                <a:extLst>
                  <a:ext uri="{FF2B5EF4-FFF2-40B4-BE49-F238E27FC236}">
                    <a16:creationId xmlns:a16="http://schemas.microsoft.com/office/drawing/2014/main" id="{206DCB13-7190-004E-98AB-052ADBCBF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746" name="Straight Connector 745">
                <a:extLst>
                  <a:ext uri="{FF2B5EF4-FFF2-40B4-BE49-F238E27FC236}">
                    <a16:creationId xmlns:a16="http://schemas.microsoft.com/office/drawing/2014/main" id="{8EFA92CA-147F-3D4C-B34B-1042F96D8CA5}"/>
                  </a:ext>
                </a:extLst>
              </p:cNvPr>
              <p:cNvCxnSpPr>
                <a:cxnSpLocks noChangeShapeType="1"/>
                <a:endCxn id="741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47" name="Straight Connector 746">
                <a:extLst>
                  <a:ext uri="{FF2B5EF4-FFF2-40B4-BE49-F238E27FC236}">
                    <a16:creationId xmlns:a16="http://schemas.microsoft.com/office/drawing/2014/main" id="{5BD3C08E-1558-F64E-9EDF-9D4E7171D4E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1652" name="Line 421">
              <a:extLst>
                <a:ext uri="{FF2B5EF4-FFF2-40B4-BE49-F238E27FC236}">
                  <a16:creationId xmlns:a16="http://schemas.microsoft.com/office/drawing/2014/main" id="{9FB82F85-143D-AB6B-8113-62E0BA1BE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3" name="Line 422">
              <a:extLst>
                <a:ext uri="{FF2B5EF4-FFF2-40B4-BE49-F238E27FC236}">
                  <a16:creationId xmlns:a16="http://schemas.microsoft.com/office/drawing/2014/main" id="{9ABFD2E4-CB6B-E8EF-DB97-E54A0A8916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4" name="Line 423">
              <a:extLst>
                <a:ext uri="{FF2B5EF4-FFF2-40B4-BE49-F238E27FC236}">
                  <a16:creationId xmlns:a16="http://schemas.microsoft.com/office/drawing/2014/main" id="{745FC0A1-B621-0FFD-6BC8-C6090F169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5" name="Line 444">
              <a:extLst>
                <a:ext uri="{FF2B5EF4-FFF2-40B4-BE49-F238E27FC236}">
                  <a16:creationId xmlns:a16="http://schemas.microsoft.com/office/drawing/2014/main" id="{70CF156C-D23C-878A-CCF7-B585EE99F0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6" name="Line 445">
              <a:extLst>
                <a:ext uri="{FF2B5EF4-FFF2-40B4-BE49-F238E27FC236}">
                  <a16:creationId xmlns:a16="http://schemas.microsoft.com/office/drawing/2014/main" id="{04D4D864-D3C6-05DB-EBC3-1EBF14E3C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7" name="Line 446">
              <a:extLst>
                <a:ext uri="{FF2B5EF4-FFF2-40B4-BE49-F238E27FC236}">
                  <a16:creationId xmlns:a16="http://schemas.microsoft.com/office/drawing/2014/main" id="{0DF064AB-CC40-0B69-3F2C-D1DE6FD04F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8" name="Line 447">
              <a:extLst>
                <a:ext uri="{FF2B5EF4-FFF2-40B4-BE49-F238E27FC236}">
                  <a16:creationId xmlns:a16="http://schemas.microsoft.com/office/drawing/2014/main" id="{C05CB8CF-17B9-4DD9-19F6-527C3B5941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59" name="Line 448">
              <a:extLst>
                <a:ext uri="{FF2B5EF4-FFF2-40B4-BE49-F238E27FC236}">
                  <a16:creationId xmlns:a16="http://schemas.microsoft.com/office/drawing/2014/main" id="{DAD9AD97-29F8-15F6-603D-6CB2D8C3FD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60" name="Line 450">
              <a:extLst>
                <a:ext uri="{FF2B5EF4-FFF2-40B4-BE49-F238E27FC236}">
                  <a16:creationId xmlns:a16="http://schemas.microsoft.com/office/drawing/2014/main" id="{CEA7C824-4605-4C14-3A87-2CDF0A8EAF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61" name="Line 451">
              <a:extLst>
                <a:ext uri="{FF2B5EF4-FFF2-40B4-BE49-F238E27FC236}">
                  <a16:creationId xmlns:a16="http://schemas.microsoft.com/office/drawing/2014/main" id="{B88722E7-4660-4251-F6C0-12E4DEBC9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62" name="Line 452">
              <a:extLst>
                <a:ext uri="{FF2B5EF4-FFF2-40B4-BE49-F238E27FC236}">
                  <a16:creationId xmlns:a16="http://schemas.microsoft.com/office/drawing/2014/main" id="{28AE726A-3FA5-E236-3160-601649CC18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63" name="Line 541">
              <a:extLst>
                <a:ext uri="{FF2B5EF4-FFF2-40B4-BE49-F238E27FC236}">
                  <a16:creationId xmlns:a16="http://schemas.microsoft.com/office/drawing/2014/main" id="{76E79121-1DF1-B1D1-E885-CA12E15D5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64" name="Group 665">
              <a:extLst>
                <a:ext uri="{FF2B5EF4-FFF2-40B4-BE49-F238E27FC236}">
                  <a16:creationId xmlns:a16="http://schemas.microsoft.com/office/drawing/2014/main" id="{0CEEE0BC-EF9F-2FFF-C870-94EFFA465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1791" name="Oval 407">
                <a:extLst>
                  <a:ext uri="{FF2B5EF4-FFF2-40B4-BE49-F238E27FC236}">
                    <a16:creationId xmlns:a16="http://schemas.microsoft.com/office/drawing/2014/main" id="{718D91FB-14AB-42B7-4488-0FDC44F17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92" name="Rectangle 410">
                <a:extLst>
                  <a:ext uri="{FF2B5EF4-FFF2-40B4-BE49-F238E27FC236}">
                    <a16:creationId xmlns:a16="http://schemas.microsoft.com/office/drawing/2014/main" id="{125C923A-25B1-0784-140F-A3469D1FB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93" name="Oval 411">
                <a:extLst>
                  <a:ext uri="{FF2B5EF4-FFF2-40B4-BE49-F238E27FC236}">
                    <a16:creationId xmlns:a16="http://schemas.microsoft.com/office/drawing/2014/main" id="{CB4D438A-4B2E-2D39-AF3A-37F32823F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94" name="Group 659">
                <a:extLst>
                  <a:ext uri="{FF2B5EF4-FFF2-40B4-BE49-F238E27FC236}">
                    <a16:creationId xmlns:a16="http://schemas.microsoft.com/office/drawing/2014/main" id="{F34C2693-3ED0-28DB-F161-7B6D634842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97" name="Freeform 660">
                  <a:extLst>
                    <a:ext uri="{FF2B5EF4-FFF2-40B4-BE49-F238E27FC236}">
                      <a16:creationId xmlns:a16="http://schemas.microsoft.com/office/drawing/2014/main" id="{FBA06485-7D11-69ED-C453-CF4F016EC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98" name="Freeform 661">
                  <a:extLst>
                    <a:ext uri="{FF2B5EF4-FFF2-40B4-BE49-F238E27FC236}">
                      <a16:creationId xmlns:a16="http://schemas.microsoft.com/office/drawing/2014/main" id="{F64E5786-34F9-939E-367F-23CE05AC3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95" name="Line 662">
                <a:extLst>
                  <a:ext uri="{FF2B5EF4-FFF2-40B4-BE49-F238E27FC236}">
                    <a16:creationId xmlns:a16="http://schemas.microsoft.com/office/drawing/2014/main" id="{C85ECBF6-97EB-DFD9-35F4-04DDC81B83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96" name="Line 663">
                <a:extLst>
                  <a:ext uri="{FF2B5EF4-FFF2-40B4-BE49-F238E27FC236}">
                    <a16:creationId xmlns:a16="http://schemas.microsoft.com/office/drawing/2014/main" id="{214861DD-1B35-5310-09DA-2C4E7B370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65" name="Group 675">
              <a:extLst>
                <a:ext uri="{FF2B5EF4-FFF2-40B4-BE49-F238E27FC236}">
                  <a16:creationId xmlns:a16="http://schemas.microsoft.com/office/drawing/2014/main" id="{0C5F1C4A-73A8-07A6-0244-D4029A7636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1783" name="Oval 407">
                <a:extLst>
                  <a:ext uri="{FF2B5EF4-FFF2-40B4-BE49-F238E27FC236}">
                    <a16:creationId xmlns:a16="http://schemas.microsoft.com/office/drawing/2014/main" id="{E6A53780-4E34-4247-2030-DCCD956ED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84" name="Rectangle 410">
                <a:extLst>
                  <a:ext uri="{FF2B5EF4-FFF2-40B4-BE49-F238E27FC236}">
                    <a16:creationId xmlns:a16="http://schemas.microsoft.com/office/drawing/2014/main" id="{4DB1417E-9AD0-0340-CB30-48F5012E9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85" name="Oval 411">
                <a:extLst>
                  <a:ext uri="{FF2B5EF4-FFF2-40B4-BE49-F238E27FC236}">
                    <a16:creationId xmlns:a16="http://schemas.microsoft.com/office/drawing/2014/main" id="{FAA4A034-121A-30F3-9174-BE40DB47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86" name="Group 679">
                <a:extLst>
                  <a:ext uri="{FF2B5EF4-FFF2-40B4-BE49-F238E27FC236}">
                    <a16:creationId xmlns:a16="http://schemas.microsoft.com/office/drawing/2014/main" id="{376A2639-19DA-7D6B-4D92-FF49434497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9" name="Freeform 680">
                  <a:extLst>
                    <a:ext uri="{FF2B5EF4-FFF2-40B4-BE49-F238E27FC236}">
                      <a16:creationId xmlns:a16="http://schemas.microsoft.com/office/drawing/2014/main" id="{8DD5240B-3417-947F-2724-3EFB3726BB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90" name="Freeform 681">
                  <a:extLst>
                    <a:ext uri="{FF2B5EF4-FFF2-40B4-BE49-F238E27FC236}">
                      <a16:creationId xmlns:a16="http://schemas.microsoft.com/office/drawing/2014/main" id="{92853271-505E-7903-30BC-EFE31B63E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87" name="Line 682">
                <a:extLst>
                  <a:ext uri="{FF2B5EF4-FFF2-40B4-BE49-F238E27FC236}">
                    <a16:creationId xmlns:a16="http://schemas.microsoft.com/office/drawing/2014/main" id="{1600D238-B7C2-8CB3-9942-07AB9FE78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88" name="Line 683">
                <a:extLst>
                  <a:ext uri="{FF2B5EF4-FFF2-40B4-BE49-F238E27FC236}">
                    <a16:creationId xmlns:a16="http://schemas.microsoft.com/office/drawing/2014/main" id="{AB49E262-262B-B7C3-A5D6-CC9668401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66" name="Group 684">
              <a:extLst>
                <a:ext uri="{FF2B5EF4-FFF2-40B4-BE49-F238E27FC236}">
                  <a16:creationId xmlns:a16="http://schemas.microsoft.com/office/drawing/2014/main" id="{54A84FF6-9E3C-17B3-39E0-3A71DC65F9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1775" name="Oval 407">
                <a:extLst>
                  <a:ext uri="{FF2B5EF4-FFF2-40B4-BE49-F238E27FC236}">
                    <a16:creationId xmlns:a16="http://schemas.microsoft.com/office/drawing/2014/main" id="{191BE070-89BD-CDBE-CBAC-943439E6C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6" name="Rectangle 410">
                <a:extLst>
                  <a:ext uri="{FF2B5EF4-FFF2-40B4-BE49-F238E27FC236}">
                    <a16:creationId xmlns:a16="http://schemas.microsoft.com/office/drawing/2014/main" id="{B8DF9A68-2520-DDEC-1149-58114FF17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7" name="Oval 411">
                <a:extLst>
                  <a:ext uri="{FF2B5EF4-FFF2-40B4-BE49-F238E27FC236}">
                    <a16:creationId xmlns:a16="http://schemas.microsoft.com/office/drawing/2014/main" id="{2905DB47-2B6D-3264-3C7F-3CC0EF298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78" name="Group 688">
                <a:extLst>
                  <a:ext uri="{FF2B5EF4-FFF2-40B4-BE49-F238E27FC236}">
                    <a16:creationId xmlns:a16="http://schemas.microsoft.com/office/drawing/2014/main" id="{27DACA40-D8A2-981F-E532-E01CE2D5B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1" name="Freeform 689">
                  <a:extLst>
                    <a:ext uri="{FF2B5EF4-FFF2-40B4-BE49-F238E27FC236}">
                      <a16:creationId xmlns:a16="http://schemas.microsoft.com/office/drawing/2014/main" id="{6030C30B-EC84-23B8-0D61-2E2845DA0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82" name="Freeform 690">
                  <a:extLst>
                    <a:ext uri="{FF2B5EF4-FFF2-40B4-BE49-F238E27FC236}">
                      <a16:creationId xmlns:a16="http://schemas.microsoft.com/office/drawing/2014/main" id="{2C5D0289-619A-EFF0-E8DA-4E73E11D79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79" name="Line 691">
                <a:extLst>
                  <a:ext uri="{FF2B5EF4-FFF2-40B4-BE49-F238E27FC236}">
                    <a16:creationId xmlns:a16="http://schemas.microsoft.com/office/drawing/2014/main" id="{045BA20A-CC12-7680-D5D7-4C0250AE5E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80" name="Line 692">
                <a:extLst>
                  <a:ext uri="{FF2B5EF4-FFF2-40B4-BE49-F238E27FC236}">
                    <a16:creationId xmlns:a16="http://schemas.microsoft.com/office/drawing/2014/main" id="{CE34A5E9-D206-AA22-938B-2C3804A2A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667" name="Line 693">
              <a:extLst>
                <a:ext uri="{FF2B5EF4-FFF2-40B4-BE49-F238E27FC236}">
                  <a16:creationId xmlns:a16="http://schemas.microsoft.com/office/drawing/2014/main" id="{074140A9-E343-F8E0-4058-0A7FFA5ED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668" name="Group 694">
              <a:extLst>
                <a:ext uri="{FF2B5EF4-FFF2-40B4-BE49-F238E27FC236}">
                  <a16:creationId xmlns:a16="http://schemas.microsoft.com/office/drawing/2014/main" id="{D58829F7-6E07-16D7-CD24-98AF165B9B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1767" name="Oval 407">
                <a:extLst>
                  <a:ext uri="{FF2B5EF4-FFF2-40B4-BE49-F238E27FC236}">
                    <a16:creationId xmlns:a16="http://schemas.microsoft.com/office/drawing/2014/main" id="{668172E1-2389-7366-14ED-4E74BF5DD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8" name="Rectangle 410">
                <a:extLst>
                  <a:ext uri="{FF2B5EF4-FFF2-40B4-BE49-F238E27FC236}">
                    <a16:creationId xmlns:a16="http://schemas.microsoft.com/office/drawing/2014/main" id="{5CC6EB00-62C3-391C-0E76-EEFF97BCE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9" name="Oval 411">
                <a:extLst>
                  <a:ext uri="{FF2B5EF4-FFF2-40B4-BE49-F238E27FC236}">
                    <a16:creationId xmlns:a16="http://schemas.microsoft.com/office/drawing/2014/main" id="{B3721B31-A8CB-C033-3110-4C9BAD1A0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70" name="Group 698">
                <a:extLst>
                  <a:ext uri="{FF2B5EF4-FFF2-40B4-BE49-F238E27FC236}">
                    <a16:creationId xmlns:a16="http://schemas.microsoft.com/office/drawing/2014/main" id="{E141BE2D-8A40-1014-FFA3-00CB2BF0C8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73" name="Freeform 699">
                  <a:extLst>
                    <a:ext uri="{FF2B5EF4-FFF2-40B4-BE49-F238E27FC236}">
                      <a16:creationId xmlns:a16="http://schemas.microsoft.com/office/drawing/2014/main" id="{FE3AA34C-E682-9483-8F3B-033134B7B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74" name="Freeform 700">
                  <a:extLst>
                    <a:ext uri="{FF2B5EF4-FFF2-40B4-BE49-F238E27FC236}">
                      <a16:creationId xmlns:a16="http://schemas.microsoft.com/office/drawing/2014/main" id="{D7E478DC-DA5C-69EB-5E9F-C6F4EC590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71" name="Line 701">
                <a:extLst>
                  <a:ext uri="{FF2B5EF4-FFF2-40B4-BE49-F238E27FC236}">
                    <a16:creationId xmlns:a16="http://schemas.microsoft.com/office/drawing/2014/main" id="{7A1FA268-F335-BB2C-3002-216A17466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72" name="Line 702">
                <a:extLst>
                  <a:ext uri="{FF2B5EF4-FFF2-40B4-BE49-F238E27FC236}">
                    <a16:creationId xmlns:a16="http://schemas.microsoft.com/office/drawing/2014/main" id="{AD695AC3-9D0D-CB26-F522-F2DD8C707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69" name="Group 712">
              <a:extLst>
                <a:ext uri="{FF2B5EF4-FFF2-40B4-BE49-F238E27FC236}">
                  <a16:creationId xmlns:a16="http://schemas.microsoft.com/office/drawing/2014/main" id="{C8426209-858A-9F53-3B49-F8D2F1D5B5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1759" name="Oval 407">
                <a:extLst>
                  <a:ext uri="{FF2B5EF4-FFF2-40B4-BE49-F238E27FC236}">
                    <a16:creationId xmlns:a16="http://schemas.microsoft.com/office/drawing/2014/main" id="{EFA20BEA-ABFF-476A-78D5-A3BD6B448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0" name="Rectangle 410">
                <a:extLst>
                  <a:ext uri="{FF2B5EF4-FFF2-40B4-BE49-F238E27FC236}">
                    <a16:creationId xmlns:a16="http://schemas.microsoft.com/office/drawing/2014/main" id="{3EC41524-E668-7FA9-E79D-9FAD4D94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1" name="Oval 411">
                <a:extLst>
                  <a:ext uri="{FF2B5EF4-FFF2-40B4-BE49-F238E27FC236}">
                    <a16:creationId xmlns:a16="http://schemas.microsoft.com/office/drawing/2014/main" id="{352F87B7-854D-F3D5-E57D-B006E402F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62" name="Group 716">
                <a:extLst>
                  <a:ext uri="{FF2B5EF4-FFF2-40B4-BE49-F238E27FC236}">
                    <a16:creationId xmlns:a16="http://schemas.microsoft.com/office/drawing/2014/main" id="{E505E500-65B9-1A34-0E0F-1B8E0B07C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65" name="Freeform 717">
                  <a:extLst>
                    <a:ext uri="{FF2B5EF4-FFF2-40B4-BE49-F238E27FC236}">
                      <a16:creationId xmlns:a16="http://schemas.microsoft.com/office/drawing/2014/main" id="{6344C0C6-F470-B0A3-5BB1-93E389ED1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66" name="Freeform 718">
                  <a:extLst>
                    <a:ext uri="{FF2B5EF4-FFF2-40B4-BE49-F238E27FC236}">
                      <a16:creationId xmlns:a16="http://schemas.microsoft.com/office/drawing/2014/main" id="{4229B7BC-D23A-6309-C074-85DB4A9ED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63" name="Line 719">
                <a:extLst>
                  <a:ext uri="{FF2B5EF4-FFF2-40B4-BE49-F238E27FC236}">
                    <a16:creationId xmlns:a16="http://schemas.microsoft.com/office/drawing/2014/main" id="{7E1D7286-A8AC-23F8-E8DE-AA0992157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64" name="Line 720">
                <a:extLst>
                  <a:ext uri="{FF2B5EF4-FFF2-40B4-BE49-F238E27FC236}">
                    <a16:creationId xmlns:a16="http://schemas.microsoft.com/office/drawing/2014/main" id="{8F0D5BE9-7390-82AB-10C7-38193F34F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670" name="Group 721">
              <a:extLst>
                <a:ext uri="{FF2B5EF4-FFF2-40B4-BE49-F238E27FC236}">
                  <a16:creationId xmlns:a16="http://schemas.microsoft.com/office/drawing/2014/main" id="{06E64039-A30D-2E85-3B73-3E2CB6E88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1751" name="Oval 407">
                <a:extLst>
                  <a:ext uri="{FF2B5EF4-FFF2-40B4-BE49-F238E27FC236}">
                    <a16:creationId xmlns:a16="http://schemas.microsoft.com/office/drawing/2014/main" id="{80259CD8-5402-8341-7BF0-91B7F0B1E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52" name="Rectangle 410">
                <a:extLst>
                  <a:ext uri="{FF2B5EF4-FFF2-40B4-BE49-F238E27FC236}">
                    <a16:creationId xmlns:a16="http://schemas.microsoft.com/office/drawing/2014/main" id="{2A1B7561-2436-B56A-2F4C-E54E091D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53" name="Oval 411">
                <a:extLst>
                  <a:ext uri="{FF2B5EF4-FFF2-40B4-BE49-F238E27FC236}">
                    <a16:creationId xmlns:a16="http://schemas.microsoft.com/office/drawing/2014/main" id="{E9702C19-951E-69F1-2D64-6468DD51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54" name="Group 725">
                <a:extLst>
                  <a:ext uri="{FF2B5EF4-FFF2-40B4-BE49-F238E27FC236}">
                    <a16:creationId xmlns:a16="http://schemas.microsoft.com/office/drawing/2014/main" id="{FAA34AB8-FA09-F1EA-15B1-90FF6D151D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57" name="Freeform 726">
                  <a:extLst>
                    <a:ext uri="{FF2B5EF4-FFF2-40B4-BE49-F238E27FC236}">
                      <a16:creationId xmlns:a16="http://schemas.microsoft.com/office/drawing/2014/main" id="{BF472F04-2BD4-62E8-CD90-725967449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1758" name="Freeform 727">
                  <a:extLst>
                    <a:ext uri="{FF2B5EF4-FFF2-40B4-BE49-F238E27FC236}">
                      <a16:creationId xmlns:a16="http://schemas.microsoft.com/office/drawing/2014/main" id="{B475F0C2-27EF-ACA4-9673-679D9202F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1755" name="Line 728">
                <a:extLst>
                  <a:ext uri="{FF2B5EF4-FFF2-40B4-BE49-F238E27FC236}">
                    <a16:creationId xmlns:a16="http://schemas.microsoft.com/office/drawing/2014/main" id="{50E44C90-D956-DDD6-F9AF-AE490A2EE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56" name="Line 729">
                <a:extLst>
                  <a:ext uri="{FF2B5EF4-FFF2-40B4-BE49-F238E27FC236}">
                    <a16:creationId xmlns:a16="http://schemas.microsoft.com/office/drawing/2014/main" id="{51DE523A-394A-028A-302F-1C5A8708C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671" name="Text Box 580">
              <a:extLst>
                <a:ext uri="{FF2B5EF4-FFF2-40B4-BE49-F238E27FC236}">
                  <a16:creationId xmlns:a16="http://schemas.microsoft.com/office/drawing/2014/main" id="{67BD6EC7-7685-576B-2EE6-6AC056AB03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21672" name="Text Box 580">
              <a:extLst>
                <a:ext uri="{FF2B5EF4-FFF2-40B4-BE49-F238E27FC236}">
                  <a16:creationId xmlns:a16="http://schemas.microsoft.com/office/drawing/2014/main" id="{C683DB84-3B78-37CC-6943-C555D4FF3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21673" name="Text Box 580">
              <a:extLst>
                <a:ext uri="{FF2B5EF4-FFF2-40B4-BE49-F238E27FC236}">
                  <a16:creationId xmlns:a16="http://schemas.microsoft.com/office/drawing/2014/main" id="{A4683A49-F2AF-C859-2986-FA54F1C2F7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21674" name="Text Box 580">
              <a:extLst>
                <a:ext uri="{FF2B5EF4-FFF2-40B4-BE49-F238E27FC236}">
                  <a16:creationId xmlns:a16="http://schemas.microsoft.com/office/drawing/2014/main" id="{F42AF520-E120-5794-A4C5-021B2D58A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21675" name="Text Box 580">
              <a:extLst>
                <a:ext uri="{FF2B5EF4-FFF2-40B4-BE49-F238E27FC236}">
                  <a16:creationId xmlns:a16="http://schemas.microsoft.com/office/drawing/2014/main" id="{CE3688AE-62F8-5A7B-BB6D-ED4F6FC639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network</a:t>
              </a:r>
            </a:p>
          </p:txBody>
        </p:sp>
        <p:pic>
          <p:nvPicPr>
            <p:cNvPr id="21676" name="Picture 269" descr="cell_tower_radiation copy">
              <a:extLst>
                <a:ext uri="{FF2B5EF4-FFF2-40B4-BE49-F238E27FC236}">
                  <a16:creationId xmlns:a16="http://schemas.microsoft.com/office/drawing/2014/main" id="{CD2F2B55-CEB1-9967-969D-84B463FCD7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77" name="Group 347">
              <a:extLst>
                <a:ext uri="{FF2B5EF4-FFF2-40B4-BE49-F238E27FC236}">
                  <a16:creationId xmlns:a16="http://schemas.microsoft.com/office/drawing/2014/main" id="{2A52071C-B751-6596-329F-221D748F44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79EB9A17-F01B-824C-B2D9-7A1F46DAF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C4C1205E-BFAB-1B43-944B-8E9BD66DC4A3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99D9A3F4-941C-D046-9512-090F84D58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85" name="Freeform 684">
                <a:extLst>
                  <a:ext uri="{FF2B5EF4-FFF2-40B4-BE49-F238E27FC236}">
                    <a16:creationId xmlns:a16="http://schemas.microsoft.com/office/drawing/2014/main" id="{F7DA6900-8B56-A144-BB18-145260E2155B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6" name="Freeform 685">
                <a:extLst>
                  <a:ext uri="{FF2B5EF4-FFF2-40B4-BE49-F238E27FC236}">
                    <a16:creationId xmlns:a16="http://schemas.microsoft.com/office/drawing/2014/main" id="{C36594D2-D0DC-0946-B89D-DD4831D92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87" name="Freeform 686">
                <a:extLst>
                  <a:ext uri="{FF2B5EF4-FFF2-40B4-BE49-F238E27FC236}">
                    <a16:creationId xmlns:a16="http://schemas.microsoft.com/office/drawing/2014/main" id="{2D9E1294-15C4-9A47-880F-1060E8E35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88" name="Freeform 687">
                <a:extLst>
                  <a:ext uri="{FF2B5EF4-FFF2-40B4-BE49-F238E27FC236}">
                    <a16:creationId xmlns:a16="http://schemas.microsoft.com/office/drawing/2014/main" id="{5A8378F9-1499-7947-A770-FAC51BE4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796C2ABB-2AAA-F24D-9664-69824F6D7DA7}"/>
                  </a:ext>
                </a:extLst>
              </p:cNvPr>
              <p:cNvCxnSpPr>
                <a:cxnSpLocks noChangeShapeType="1"/>
                <a:endCxn id="684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F9298B48-9F18-3241-A44E-1E6D99213BC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78" name="Group 347">
              <a:extLst>
                <a:ext uri="{FF2B5EF4-FFF2-40B4-BE49-F238E27FC236}">
                  <a16:creationId xmlns:a16="http://schemas.microsoft.com/office/drawing/2014/main" id="{708A5AA6-0E07-A6B7-07FA-FC2CD8262E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21546264-5C49-9A48-AC86-9B93878C2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38D0D22E-8F83-2A47-B02C-272A034E16B9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Oval 674">
                <a:extLst>
                  <a:ext uri="{FF2B5EF4-FFF2-40B4-BE49-F238E27FC236}">
                    <a16:creationId xmlns:a16="http://schemas.microsoft.com/office/drawing/2014/main" id="{17757525-6479-5A47-9F0C-442686E93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16256D4F-D540-CB44-84A2-2337826D0963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F9F070C8-D58D-B54E-BFE6-B71BBD397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E9437750-D842-EF42-8DBF-B93E4F256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7AACEBA0-4C42-7448-98EC-F8CE4DDC2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DBFDD94D-C5A6-824C-8D6E-84EC41C2597C}"/>
                  </a:ext>
                </a:extLst>
              </p:cNvPr>
              <p:cNvCxnSpPr>
                <a:cxnSpLocks noChangeShapeType="1"/>
                <a:endCxn id="675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5C49DD1C-2C76-5947-A2CE-012DCD99AD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79" name="Group 347">
              <a:extLst>
                <a:ext uri="{FF2B5EF4-FFF2-40B4-BE49-F238E27FC236}">
                  <a16:creationId xmlns:a16="http://schemas.microsoft.com/office/drawing/2014/main" id="{DC7D7D6B-8380-1CF4-D731-1117B2DBEE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664" name="Oval 663">
                <a:extLst>
                  <a:ext uri="{FF2B5EF4-FFF2-40B4-BE49-F238E27FC236}">
                    <a16:creationId xmlns:a16="http://schemas.microsoft.com/office/drawing/2014/main" id="{28E92951-931F-E849-ADCD-B69641243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65" name="Rectangle 664">
                <a:extLst>
                  <a:ext uri="{FF2B5EF4-FFF2-40B4-BE49-F238E27FC236}">
                    <a16:creationId xmlns:a16="http://schemas.microsoft.com/office/drawing/2014/main" id="{F7F2EFAA-1458-8241-9E9E-56B066630F4D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6" name="Oval 665">
                <a:extLst>
                  <a:ext uri="{FF2B5EF4-FFF2-40B4-BE49-F238E27FC236}">
                    <a16:creationId xmlns:a16="http://schemas.microsoft.com/office/drawing/2014/main" id="{D9CEBC56-DCF8-F045-A4F2-8B9235288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E8C3A94C-F170-194C-A2AD-022290FB73A3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8" name="Freeform 667">
                <a:extLst>
                  <a:ext uri="{FF2B5EF4-FFF2-40B4-BE49-F238E27FC236}">
                    <a16:creationId xmlns:a16="http://schemas.microsoft.com/office/drawing/2014/main" id="{19BC44F5-FA7D-5A4B-8A4B-D441790F3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EFB50BB3-2705-414B-9932-D8E525A0D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9489E9D5-E580-B346-8CEA-25BB9543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4D11CFC6-EBFA-4A4D-B41A-9112DB587258}"/>
                  </a:ext>
                </a:extLst>
              </p:cNvPr>
              <p:cNvCxnSpPr>
                <a:cxnSpLocks noChangeShapeType="1"/>
                <a:endCxn id="666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309EBC7-D416-124F-8023-5EAEE638C14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0" name="Group 347">
              <a:extLst>
                <a:ext uri="{FF2B5EF4-FFF2-40B4-BE49-F238E27FC236}">
                  <a16:creationId xmlns:a16="http://schemas.microsoft.com/office/drawing/2014/main" id="{ED921D0B-513E-056F-D575-516C5595D5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A0022A02-3A6F-4F44-84CF-28BF200D0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56" name="Rectangle 655">
                <a:extLst>
                  <a:ext uri="{FF2B5EF4-FFF2-40B4-BE49-F238E27FC236}">
                    <a16:creationId xmlns:a16="http://schemas.microsoft.com/office/drawing/2014/main" id="{E16E5C91-751D-D848-BEF0-261AB0EB3DAE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80927DDB-BC33-CE47-B701-7CC52543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58" name="Freeform 657">
                <a:extLst>
                  <a:ext uri="{FF2B5EF4-FFF2-40B4-BE49-F238E27FC236}">
                    <a16:creationId xmlns:a16="http://schemas.microsoft.com/office/drawing/2014/main" id="{B30EDC42-3E27-D84F-B2C1-5216A87C3601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9" name="Freeform 658">
                <a:extLst>
                  <a:ext uri="{FF2B5EF4-FFF2-40B4-BE49-F238E27FC236}">
                    <a16:creationId xmlns:a16="http://schemas.microsoft.com/office/drawing/2014/main" id="{4D2C9E61-0B11-9542-A550-11B4E766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7EBD21FD-ECDA-1349-B208-38C2B7C6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0DC60855-DDDB-5445-B65E-0CA03401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4C426867-F3E9-BB4F-B0F6-D2CD68525206}"/>
                  </a:ext>
                </a:extLst>
              </p:cNvPr>
              <p:cNvCxnSpPr>
                <a:cxnSpLocks noChangeShapeType="1"/>
                <a:endCxn id="657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63" name="Straight Connector 662">
                <a:extLst>
                  <a:ext uri="{FF2B5EF4-FFF2-40B4-BE49-F238E27FC236}">
                    <a16:creationId xmlns:a16="http://schemas.microsoft.com/office/drawing/2014/main" id="{44F0750C-AF55-6F4E-98FE-D729B71EBAD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1" name="Group 347">
              <a:extLst>
                <a:ext uri="{FF2B5EF4-FFF2-40B4-BE49-F238E27FC236}">
                  <a16:creationId xmlns:a16="http://schemas.microsoft.com/office/drawing/2014/main" id="{D54E6D34-F438-2CA8-4784-B197D0B95F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646" name="Oval 645">
                <a:extLst>
                  <a:ext uri="{FF2B5EF4-FFF2-40B4-BE49-F238E27FC236}">
                    <a16:creationId xmlns:a16="http://schemas.microsoft.com/office/drawing/2014/main" id="{4FD01207-D25C-CA4D-85C2-A492D3419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47" name="Rectangle 646">
                <a:extLst>
                  <a:ext uri="{FF2B5EF4-FFF2-40B4-BE49-F238E27FC236}">
                    <a16:creationId xmlns:a16="http://schemas.microsoft.com/office/drawing/2014/main" id="{AE9F92AD-EB4E-4B4C-9FA9-CB3F7454C687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8" name="Oval 647">
                <a:extLst>
                  <a:ext uri="{FF2B5EF4-FFF2-40B4-BE49-F238E27FC236}">
                    <a16:creationId xmlns:a16="http://schemas.microsoft.com/office/drawing/2014/main" id="{379689C0-7F87-5F40-90E3-14873B506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35B75238-6861-6F47-83DD-3F80EA22DB2B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0" name="Freeform 649">
                <a:extLst>
                  <a:ext uri="{FF2B5EF4-FFF2-40B4-BE49-F238E27FC236}">
                    <a16:creationId xmlns:a16="http://schemas.microsoft.com/office/drawing/2014/main" id="{97654A5B-90B6-604C-9600-ECC87C53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51" name="Freeform 650">
                <a:extLst>
                  <a:ext uri="{FF2B5EF4-FFF2-40B4-BE49-F238E27FC236}">
                    <a16:creationId xmlns:a16="http://schemas.microsoft.com/office/drawing/2014/main" id="{FBC060DA-CDD3-BC40-86E7-E39D56872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52" name="Freeform 651">
                <a:extLst>
                  <a:ext uri="{FF2B5EF4-FFF2-40B4-BE49-F238E27FC236}">
                    <a16:creationId xmlns:a16="http://schemas.microsoft.com/office/drawing/2014/main" id="{539804E3-8078-0E40-B0C3-DF41DBB8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FD111AEC-2E35-434E-9199-F1BFB0F3D70E}"/>
                  </a:ext>
                </a:extLst>
              </p:cNvPr>
              <p:cNvCxnSpPr>
                <a:cxnSpLocks noChangeShapeType="1"/>
                <a:endCxn id="648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C8257E77-544D-A44E-BBA5-AD51E3CDBC6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2" name="Group 347">
              <a:extLst>
                <a:ext uri="{FF2B5EF4-FFF2-40B4-BE49-F238E27FC236}">
                  <a16:creationId xmlns:a16="http://schemas.microsoft.com/office/drawing/2014/main" id="{A69F1180-C86F-2C28-F097-9B5DAC02A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275C9974-4ADE-864F-BAB4-D3E16F9A5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38" name="Rectangle 637">
                <a:extLst>
                  <a:ext uri="{FF2B5EF4-FFF2-40B4-BE49-F238E27FC236}">
                    <a16:creationId xmlns:a16="http://schemas.microsoft.com/office/drawing/2014/main" id="{222E9714-F0FD-724A-8C97-7EC44934D1D1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2E77F9F4-59FF-8E4A-9938-A525FFF4B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CADE7482-D1AD-C641-B079-335D647F1EE6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2573766A-D3BF-C848-9E0A-872ABD7FF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78D4F361-6916-6B42-8896-3A1EA8E6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E0F1C65C-08D7-134C-88E7-1053BCABE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44" name="Straight Connector 643">
                <a:extLst>
                  <a:ext uri="{FF2B5EF4-FFF2-40B4-BE49-F238E27FC236}">
                    <a16:creationId xmlns:a16="http://schemas.microsoft.com/office/drawing/2014/main" id="{09A02FBE-A5EA-3246-9A31-FD8A6E9BD351}"/>
                  </a:ext>
                </a:extLst>
              </p:cNvPr>
              <p:cNvCxnSpPr>
                <a:cxnSpLocks noChangeShapeType="1"/>
                <a:endCxn id="639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45" name="Straight Connector 644">
                <a:extLst>
                  <a:ext uri="{FF2B5EF4-FFF2-40B4-BE49-F238E27FC236}">
                    <a16:creationId xmlns:a16="http://schemas.microsoft.com/office/drawing/2014/main" id="{8EFBE768-8C60-064D-AAC8-53CE5E07B46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3" name="Group 347">
              <a:extLst>
                <a:ext uri="{FF2B5EF4-FFF2-40B4-BE49-F238E27FC236}">
                  <a16:creationId xmlns:a16="http://schemas.microsoft.com/office/drawing/2014/main" id="{2EAB1C08-4D04-2526-881B-748B7D26A4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EFE833AD-0736-3B43-A627-E665A8BEB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29" name="Rectangle 628">
                <a:extLst>
                  <a:ext uri="{FF2B5EF4-FFF2-40B4-BE49-F238E27FC236}">
                    <a16:creationId xmlns:a16="http://schemas.microsoft.com/office/drawing/2014/main" id="{3C9E1E0B-D4B2-9044-B8E2-9AC8D61534DA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0" name="Oval 629">
                <a:extLst>
                  <a:ext uri="{FF2B5EF4-FFF2-40B4-BE49-F238E27FC236}">
                    <a16:creationId xmlns:a16="http://schemas.microsoft.com/office/drawing/2014/main" id="{92ADB17F-B965-D146-ABF8-ACDFD0003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0492B059-B8B7-7343-BE10-AB8303536B0F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959B8564-BD68-B24D-A966-BB7BEDF3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0336F7B6-02EE-264B-A4F4-98C870D2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E337C1EF-2734-484D-816C-BD3C9FFBB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80746A00-C80D-CD4A-B6C0-0E4E3B0E5400}"/>
                  </a:ext>
                </a:extLst>
              </p:cNvPr>
              <p:cNvCxnSpPr>
                <a:cxnSpLocks noChangeShapeType="1"/>
                <a:endCxn id="630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A08E52B0-C0E5-1E44-81D4-2485A68F29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1684" name="Picture 1005" descr="antenna_stylized">
              <a:extLst>
                <a:ext uri="{FF2B5EF4-FFF2-40B4-BE49-F238E27FC236}">
                  <a16:creationId xmlns:a16="http://schemas.microsoft.com/office/drawing/2014/main" id="{AE17272C-4523-9F97-B161-4BDD71737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5" name="Picture 1005" descr="antenna_stylized">
              <a:extLst>
                <a:ext uri="{FF2B5EF4-FFF2-40B4-BE49-F238E27FC236}">
                  <a16:creationId xmlns:a16="http://schemas.microsoft.com/office/drawing/2014/main" id="{6D4D122C-5721-DB1C-5257-36A2B32538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6" name="Picture 1005" descr="antenna_stylized">
              <a:extLst>
                <a:ext uri="{FF2B5EF4-FFF2-40B4-BE49-F238E27FC236}">
                  <a16:creationId xmlns:a16="http://schemas.microsoft.com/office/drawing/2014/main" id="{3F09D177-FFD7-63E7-02E8-7989EF9A69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7" name="Picture 934" descr="antenna_radiation_stylized">
              <a:extLst>
                <a:ext uri="{FF2B5EF4-FFF2-40B4-BE49-F238E27FC236}">
                  <a16:creationId xmlns:a16="http://schemas.microsoft.com/office/drawing/2014/main" id="{A894CC31-0603-4235-A244-6C5BD2BBC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13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9" grpId="0"/>
      <p:bldP spid="4766" grpId="0"/>
      <p:bldP spid="476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Footer Placeholder 2">
            <a:extLst>
              <a:ext uri="{FF2B5EF4-FFF2-40B4-BE49-F238E27FC236}">
                <a16:creationId xmlns:a16="http://schemas.microsoft.com/office/drawing/2014/main" id="{F34E77D5-64B8-8872-243D-F929C49357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5602" name="Rectangle 3">
            <a:extLst>
              <a:ext uri="{FF2B5EF4-FFF2-40B4-BE49-F238E27FC236}">
                <a16:creationId xmlns:a16="http://schemas.microsoft.com/office/drawing/2014/main" id="{0178B9E5-1717-98D3-42B9-6337A16CD68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6088" y="1516063"/>
            <a:ext cx="4768850" cy="4457700"/>
          </a:xfrm>
        </p:spPr>
        <p:txBody>
          <a:bodyPr/>
          <a:lstStyle/>
          <a:p>
            <a:pPr marL="231775" indent="-231775" eaLnBrk="1" hangingPunct="1"/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Internet: </a:t>
            </a:r>
            <a:r>
              <a:rPr lang="ja-JP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network of networks</a:t>
            </a:r>
            <a:r>
              <a:rPr lang="ja-JP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endParaRPr lang="en-US" altLang="ja-JP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marL="682625" lvl="1" indent="-225425" eaLnBrk="1" hangingPunct="1"/>
            <a:r>
              <a:rPr lang="en-US" altLang="zh-CN" sz="2000">
                <a:ea typeface="宋体" panose="02010600030101010101" pitchFamily="2" charset="-122"/>
              </a:rPr>
              <a:t>Interconnected ISPs</a:t>
            </a:r>
          </a:p>
          <a:p>
            <a:pPr marL="231775" indent="-231775" eaLnBrk="1" hangingPunct="1"/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protocols</a:t>
            </a:r>
            <a:r>
              <a:rPr lang="en-US" altLang="zh-CN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CN" sz="2400">
                <a:ea typeface="ＭＳ Ｐゴシック" panose="020B0600070205080204" pitchFamily="34" charset="-128"/>
              </a:rPr>
              <a:t>control sending, receiving of messages</a:t>
            </a:r>
          </a:p>
          <a:p>
            <a:pPr marL="682625" lvl="1" indent="-225425" eaLnBrk="1" hangingPunct="1"/>
            <a:r>
              <a:rPr lang="en-US" altLang="zh-CN" sz="2000">
                <a:ea typeface="宋体" panose="02010600030101010101" pitchFamily="2" charset="-122"/>
              </a:rPr>
              <a:t>e.g., TCP, IP, HTTP, Skype,  802.11</a:t>
            </a:r>
            <a:endParaRPr lang="en-US" altLang="zh-CN">
              <a:ea typeface="宋体" panose="02010600030101010101" pitchFamily="2" charset="-122"/>
            </a:endParaRPr>
          </a:p>
          <a:p>
            <a:pPr marL="231775" indent="-231775" eaLnBrk="1" hangingPunct="1"/>
            <a:r>
              <a:rPr lang="en-US" altLang="zh-CN" sz="2400" i="1">
                <a:solidFill>
                  <a:srgbClr val="C00000"/>
                </a:solidFill>
                <a:ea typeface="ＭＳ Ｐゴシック" panose="020B0600070205080204" pitchFamily="34" charset="-128"/>
              </a:rPr>
              <a:t>Internet  standards</a:t>
            </a:r>
          </a:p>
          <a:p>
            <a:pPr marL="682625" lvl="1" indent="-225425" eaLnBrk="1" hangingPunct="1"/>
            <a:r>
              <a:rPr lang="en-US" altLang="zh-CN" sz="2000">
                <a:ea typeface="宋体" panose="02010600030101010101" pitchFamily="2" charset="-122"/>
              </a:rPr>
              <a:t>RFC: Request for comments</a:t>
            </a:r>
          </a:p>
          <a:p>
            <a:pPr marL="682625" lvl="1" indent="-225425" eaLnBrk="1" hangingPunct="1"/>
            <a:r>
              <a:rPr lang="en-US" altLang="zh-CN" sz="2000">
                <a:ea typeface="宋体" panose="02010600030101010101" pitchFamily="2" charset="-122"/>
              </a:rPr>
              <a:t>IETF: Internet Engineering Task Force</a:t>
            </a:r>
          </a:p>
        </p:txBody>
      </p:sp>
      <p:sp>
        <p:nvSpPr>
          <p:cNvPr id="25603" name="Rectangle 2">
            <a:extLst>
              <a:ext uri="{FF2B5EF4-FFF2-40B4-BE49-F238E27FC236}">
                <a16:creationId xmlns:a16="http://schemas.microsoft.com/office/drawing/2014/main" id="{2019DEA4-53AF-C97E-262E-7655501DE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" y="190500"/>
            <a:ext cx="8382000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600">
                <a:solidFill>
                  <a:srgbClr val="000099"/>
                </a:solidFill>
              </a:rPr>
              <a:t>What</a:t>
            </a:r>
            <a:r>
              <a:rPr lang="ja-JP" altLang="en-US" sz="3600">
                <a:solidFill>
                  <a:srgbClr val="000099"/>
                </a:solidFill>
              </a:rPr>
              <a:t>’</a:t>
            </a:r>
            <a:r>
              <a:rPr lang="en-US" altLang="ja-JP" sz="3600">
                <a:solidFill>
                  <a:srgbClr val="000099"/>
                </a:solidFill>
              </a:rPr>
              <a:t>s the Internet: </a:t>
            </a:r>
            <a:r>
              <a:rPr lang="ja-JP" altLang="en-US" sz="3600">
                <a:solidFill>
                  <a:srgbClr val="000099"/>
                </a:solidFill>
              </a:rPr>
              <a:t>“</a:t>
            </a:r>
            <a:r>
              <a:rPr lang="en-US" altLang="ja-JP" sz="3600">
                <a:solidFill>
                  <a:srgbClr val="000099"/>
                </a:solidFill>
              </a:rPr>
              <a:t>nuts and bolts</a:t>
            </a:r>
            <a:r>
              <a:rPr lang="ja-JP" altLang="en-US" sz="3600">
                <a:solidFill>
                  <a:srgbClr val="000099"/>
                </a:solidFill>
              </a:rPr>
              <a:t>”</a:t>
            </a:r>
            <a:r>
              <a:rPr lang="en-US" altLang="ja-JP" sz="3600">
                <a:solidFill>
                  <a:srgbClr val="000099"/>
                </a:solidFill>
              </a:rPr>
              <a:t> view</a:t>
            </a:r>
            <a:endParaRPr lang="en-US" altLang="zh-CN" sz="4400">
              <a:solidFill>
                <a:srgbClr val="000099"/>
              </a:solidFill>
            </a:endParaRPr>
          </a:p>
        </p:txBody>
      </p:sp>
      <p:pic>
        <p:nvPicPr>
          <p:cNvPr id="25604" name="Picture 330" descr="underline_base">
            <a:extLst>
              <a:ext uri="{FF2B5EF4-FFF2-40B4-BE49-F238E27FC236}">
                <a16:creationId xmlns:a16="http://schemas.microsoft.com/office/drawing/2014/main" id="{03B7A297-A4C4-BD7F-13A5-AF3C3CAE0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68363"/>
            <a:ext cx="8228013" cy="141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5" name="Slide Number Placeholder 3">
            <a:extLst>
              <a:ext uri="{FF2B5EF4-FFF2-40B4-BE49-F238E27FC236}">
                <a16:creationId xmlns:a16="http://schemas.microsoft.com/office/drawing/2014/main" id="{65D6A40D-10BB-77BD-BB12-58A464B460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419B5B3E-F050-384C-B68C-0D43F7E06C6A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25606" name="Group 979">
            <a:extLst>
              <a:ext uri="{FF2B5EF4-FFF2-40B4-BE49-F238E27FC236}">
                <a16:creationId xmlns:a16="http://schemas.microsoft.com/office/drawing/2014/main" id="{2A8CE946-E4C0-A5C5-0E62-613D9EF33BF4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5607" name="Freeform 416">
              <a:extLst>
                <a:ext uri="{FF2B5EF4-FFF2-40B4-BE49-F238E27FC236}">
                  <a16:creationId xmlns:a16="http://schemas.microsoft.com/office/drawing/2014/main" id="{C65D000B-7491-5E82-4940-A563D85F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08" name="Freeform 415">
              <a:extLst>
                <a:ext uri="{FF2B5EF4-FFF2-40B4-BE49-F238E27FC236}">
                  <a16:creationId xmlns:a16="http://schemas.microsoft.com/office/drawing/2014/main" id="{8DE3C62C-9E83-77C8-2066-FBC5F2D8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09" name="Freeform 665">
              <a:extLst>
                <a:ext uri="{FF2B5EF4-FFF2-40B4-BE49-F238E27FC236}">
                  <a16:creationId xmlns:a16="http://schemas.microsoft.com/office/drawing/2014/main" id="{3D99DF83-9ABF-DF2E-4FEE-4CFD0863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610" name="Group 666">
              <a:extLst>
                <a:ext uri="{FF2B5EF4-FFF2-40B4-BE49-F238E27FC236}">
                  <a16:creationId xmlns:a16="http://schemas.microsoft.com/office/drawing/2014/main" id="{46F6353E-B2E0-FC1F-6E14-4BAD52F8A7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6217" name="Rectangle 667">
                <a:extLst>
                  <a:ext uri="{FF2B5EF4-FFF2-40B4-BE49-F238E27FC236}">
                    <a16:creationId xmlns:a16="http://schemas.microsoft.com/office/drawing/2014/main" id="{7624DB11-9DB7-C086-B5B9-4324B2FA7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218" name="AutoShape 668">
                <a:extLst>
                  <a:ext uri="{FF2B5EF4-FFF2-40B4-BE49-F238E27FC236}">
                    <a16:creationId xmlns:a16="http://schemas.microsoft.com/office/drawing/2014/main" id="{4C393AA8-87E3-B376-29BC-050D57C86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5611" name="Freeform 669">
              <a:extLst>
                <a:ext uri="{FF2B5EF4-FFF2-40B4-BE49-F238E27FC236}">
                  <a16:creationId xmlns:a16="http://schemas.microsoft.com/office/drawing/2014/main" id="{F9B4C3F4-9948-12BB-6242-075408AFE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6 w 2032"/>
                <a:gd name="T1" fmla="*/ 2147483646 h 1049"/>
                <a:gd name="T2" fmla="*/ 2147483646 w 2032"/>
                <a:gd name="T3" fmla="*/ 2147483646 h 1049"/>
                <a:gd name="T4" fmla="*/ 2147483646 w 2032"/>
                <a:gd name="T5" fmla="*/ 2147483646 h 1049"/>
                <a:gd name="T6" fmla="*/ 2147483646 w 2032"/>
                <a:gd name="T7" fmla="*/ 2147483646 h 1049"/>
                <a:gd name="T8" fmla="*/ 2147483646 w 2032"/>
                <a:gd name="T9" fmla="*/ 2147483646 h 1049"/>
                <a:gd name="T10" fmla="*/ 2147483646 w 2032"/>
                <a:gd name="T11" fmla="*/ 2147483646 h 1049"/>
                <a:gd name="T12" fmla="*/ 2147483646 w 2032"/>
                <a:gd name="T13" fmla="*/ 2147483646 h 1049"/>
                <a:gd name="T14" fmla="*/ 2147483646 w 2032"/>
                <a:gd name="T15" fmla="*/ 2147483646 h 1049"/>
                <a:gd name="T16" fmla="*/ 2147483646 w 2032"/>
                <a:gd name="T17" fmla="*/ 2147483646 h 1049"/>
                <a:gd name="T18" fmla="*/ 2147483646 w 2032"/>
                <a:gd name="T19" fmla="*/ 2147483646 h 1049"/>
                <a:gd name="T20" fmla="*/ 2147483646 w 2032"/>
                <a:gd name="T21" fmla="*/ 2147483646 h 1049"/>
                <a:gd name="T22" fmla="*/ 2147483646 w 2032"/>
                <a:gd name="T23" fmla="*/ 2147483646 h 1049"/>
                <a:gd name="T24" fmla="*/ 2147483646 w 2032"/>
                <a:gd name="T25" fmla="*/ 2147483646 h 1049"/>
                <a:gd name="T26" fmla="*/ 2147483646 w 2032"/>
                <a:gd name="T27" fmla="*/ 2147483646 h 1049"/>
                <a:gd name="T28" fmla="*/ 2147483646 w 2032"/>
                <a:gd name="T29" fmla="*/ 2147483646 h 1049"/>
                <a:gd name="T30" fmla="*/ 2147483646 w 2032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2" name="Line 670">
              <a:extLst>
                <a:ext uri="{FF2B5EF4-FFF2-40B4-BE49-F238E27FC236}">
                  <a16:creationId xmlns:a16="http://schemas.microsoft.com/office/drawing/2014/main" id="{95D9CC2D-4CC8-9F34-D95D-FFEF937C1EB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5613" name="Line 671">
              <a:extLst>
                <a:ext uri="{FF2B5EF4-FFF2-40B4-BE49-F238E27FC236}">
                  <a16:creationId xmlns:a16="http://schemas.microsoft.com/office/drawing/2014/main" id="{35AE4A00-028D-20AC-522E-9094D531F2D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5614" name="Line 672">
              <a:extLst>
                <a:ext uri="{FF2B5EF4-FFF2-40B4-BE49-F238E27FC236}">
                  <a16:creationId xmlns:a16="http://schemas.microsoft.com/office/drawing/2014/main" id="{9F708B20-AB44-DB39-0902-AB55989ACAD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5615" name="Line 674">
              <a:extLst>
                <a:ext uri="{FF2B5EF4-FFF2-40B4-BE49-F238E27FC236}">
                  <a16:creationId xmlns:a16="http://schemas.microsoft.com/office/drawing/2014/main" id="{E579874A-7B3F-3E24-AE3F-2A005A5E3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6" name="Line 675">
              <a:extLst>
                <a:ext uri="{FF2B5EF4-FFF2-40B4-BE49-F238E27FC236}">
                  <a16:creationId xmlns:a16="http://schemas.microsoft.com/office/drawing/2014/main" id="{453DC393-62F1-EA4C-9C32-7E9CDECD6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7" name="Line 678">
              <a:extLst>
                <a:ext uri="{FF2B5EF4-FFF2-40B4-BE49-F238E27FC236}">
                  <a16:creationId xmlns:a16="http://schemas.microsoft.com/office/drawing/2014/main" id="{260F11C8-61BD-F6A9-B807-B21C39C81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8" name="Line 679">
              <a:extLst>
                <a:ext uri="{FF2B5EF4-FFF2-40B4-BE49-F238E27FC236}">
                  <a16:creationId xmlns:a16="http://schemas.microsoft.com/office/drawing/2014/main" id="{6F6C4B1F-7494-1407-A9CF-9B4EA89CC0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9" name="Line 680">
              <a:extLst>
                <a:ext uri="{FF2B5EF4-FFF2-40B4-BE49-F238E27FC236}">
                  <a16:creationId xmlns:a16="http://schemas.microsoft.com/office/drawing/2014/main" id="{6E9DFC1B-466B-E6CD-E270-16F3ACCEA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0" name="Line 682">
              <a:extLst>
                <a:ext uri="{FF2B5EF4-FFF2-40B4-BE49-F238E27FC236}">
                  <a16:creationId xmlns:a16="http://schemas.microsoft.com/office/drawing/2014/main" id="{90B1D98F-553A-581E-D523-0D28559D4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1" name="Line 683">
              <a:extLst>
                <a:ext uri="{FF2B5EF4-FFF2-40B4-BE49-F238E27FC236}">
                  <a16:creationId xmlns:a16="http://schemas.microsoft.com/office/drawing/2014/main" id="{DE521757-6DD8-EF1C-8D81-4245FDB2E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622" name="Picture 684" descr="access_point_stylized_small">
              <a:extLst>
                <a:ext uri="{FF2B5EF4-FFF2-40B4-BE49-F238E27FC236}">
                  <a16:creationId xmlns:a16="http://schemas.microsoft.com/office/drawing/2014/main" id="{95744132-004F-65C3-0CC5-B4BB7EC366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3" name="Line 685">
              <a:extLst>
                <a:ext uri="{FF2B5EF4-FFF2-40B4-BE49-F238E27FC236}">
                  <a16:creationId xmlns:a16="http://schemas.microsoft.com/office/drawing/2014/main" id="{F117E3A0-411A-70DB-904D-56BCE0B9C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5624" name="Line 686">
              <a:extLst>
                <a:ext uri="{FF2B5EF4-FFF2-40B4-BE49-F238E27FC236}">
                  <a16:creationId xmlns:a16="http://schemas.microsoft.com/office/drawing/2014/main" id="{376DA8CF-DB51-8FF4-AAD7-816AA8048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625" name="Picture 708" descr="access_point_stylized_small">
              <a:extLst>
                <a:ext uri="{FF2B5EF4-FFF2-40B4-BE49-F238E27FC236}">
                  <a16:creationId xmlns:a16="http://schemas.microsoft.com/office/drawing/2014/main" id="{457BA713-6A58-B6F5-C18C-1CC1DF462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6" name="Line 711">
              <a:extLst>
                <a:ext uri="{FF2B5EF4-FFF2-40B4-BE49-F238E27FC236}">
                  <a16:creationId xmlns:a16="http://schemas.microsoft.com/office/drawing/2014/main" id="{03C162E8-340D-ECC5-57DA-4FA5BB954B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7" name="Line 712">
              <a:extLst>
                <a:ext uri="{FF2B5EF4-FFF2-40B4-BE49-F238E27FC236}">
                  <a16:creationId xmlns:a16="http://schemas.microsoft.com/office/drawing/2014/main" id="{62207244-296B-C830-B0B1-0364237D7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8" name="Line 713">
              <a:extLst>
                <a:ext uri="{FF2B5EF4-FFF2-40B4-BE49-F238E27FC236}">
                  <a16:creationId xmlns:a16="http://schemas.microsoft.com/office/drawing/2014/main" id="{5019A25C-E9C4-AA15-9010-DA532ACA1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9" name="Line 714">
              <a:extLst>
                <a:ext uri="{FF2B5EF4-FFF2-40B4-BE49-F238E27FC236}">
                  <a16:creationId xmlns:a16="http://schemas.microsoft.com/office/drawing/2014/main" id="{D2FC5444-8775-EB11-EB94-8AB76DD47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0" name="Line 715">
              <a:extLst>
                <a:ext uri="{FF2B5EF4-FFF2-40B4-BE49-F238E27FC236}">
                  <a16:creationId xmlns:a16="http://schemas.microsoft.com/office/drawing/2014/main" id="{3B00A7BC-108B-2204-9934-1200FEB5F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1" name="Line 716">
              <a:extLst>
                <a:ext uri="{FF2B5EF4-FFF2-40B4-BE49-F238E27FC236}">
                  <a16:creationId xmlns:a16="http://schemas.microsoft.com/office/drawing/2014/main" id="{DBE2252C-D782-753E-704C-E3E9EF7CC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2" name="Line 717">
              <a:extLst>
                <a:ext uri="{FF2B5EF4-FFF2-40B4-BE49-F238E27FC236}">
                  <a16:creationId xmlns:a16="http://schemas.microsoft.com/office/drawing/2014/main" id="{334DC6D3-9A35-6F2E-7835-837B0FDEB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3" name="Line 718">
              <a:extLst>
                <a:ext uri="{FF2B5EF4-FFF2-40B4-BE49-F238E27FC236}">
                  <a16:creationId xmlns:a16="http://schemas.microsoft.com/office/drawing/2014/main" id="{EF0BE0D5-CB43-4AF5-E7C4-798FF9263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4" name="Line 719">
              <a:extLst>
                <a:ext uri="{FF2B5EF4-FFF2-40B4-BE49-F238E27FC236}">
                  <a16:creationId xmlns:a16="http://schemas.microsoft.com/office/drawing/2014/main" id="{DA54C336-06A9-32BB-9450-C9538258C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5" name="Line 720">
              <a:extLst>
                <a:ext uri="{FF2B5EF4-FFF2-40B4-BE49-F238E27FC236}">
                  <a16:creationId xmlns:a16="http://schemas.microsoft.com/office/drawing/2014/main" id="{CA1CF8A0-ADE5-F11A-9D84-A9C40924C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6" name="Line 721">
              <a:extLst>
                <a:ext uri="{FF2B5EF4-FFF2-40B4-BE49-F238E27FC236}">
                  <a16:creationId xmlns:a16="http://schemas.microsoft.com/office/drawing/2014/main" id="{0EE6E05C-3062-08AE-D3E5-869F18C99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7" name="Line 722">
              <a:extLst>
                <a:ext uri="{FF2B5EF4-FFF2-40B4-BE49-F238E27FC236}">
                  <a16:creationId xmlns:a16="http://schemas.microsoft.com/office/drawing/2014/main" id="{5C1C0F50-3C36-AA13-8B48-06BA7C550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8" name="Line 723">
              <a:extLst>
                <a:ext uri="{FF2B5EF4-FFF2-40B4-BE49-F238E27FC236}">
                  <a16:creationId xmlns:a16="http://schemas.microsoft.com/office/drawing/2014/main" id="{0AC29D3F-0080-1CFE-F03F-A3167CD06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9" name="Line 724">
              <a:extLst>
                <a:ext uri="{FF2B5EF4-FFF2-40B4-BE49-F238E27FC236}">
                  <a16:creationId xmlns:a16="http://schemas.microsoft.com/office/drawing/2014/main" id="{D2505B8B-FC72-20BA-50AD-582383012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0" name="Line 725">
              <a:extLst>
                <a:ext uri="{FF2B5EF4-FFF2-40B4-BE49-F238E27FC236}">
                  <a16:creationId xmlns:a16="http://schemas.microsoft.com/office/drawing/2014/main" id="{815A0511-1A92-3E16-F9FF-FC08827A10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1" name="Line 726">
              <a:extLst>
                <a:ext uri="{FF2B5EF4-FFF2-40B4-BE49-F238E27FC236}">
                  <a16:creationId xmlns:a16="http://schemas.microsoft.com/office/drawing/2014/main" id="{7F2DBB28-4781-3AFC-2619-D4169E7D2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2" name="Line 727">
              <a:extLst>
                <a:ext uri="{FF2B5EF4-FFF2-40B4-BE49-F238E27FC236}">
                  <a16:creationId xmlns:a16="http://schemas.microsoft.com/office/drawing/2014/main" id="{D2DDC8AE-AD11-1D41-5EAC-54364E05D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3" name="Line 728">
              <a:extLst>
                <a:ext uri="{FF2B5EF4-FFF2-40B4-BE49-F238E27FC236}">
                  <a16:creationId xmlns:a16="http://schemas.microsoft.com/office/drawing/2014/main" id="{F076FD9B-319C-BCC3-EEB5-7D9419E63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4" name="Oval 407">
              <a:extLst>
                <a:ext uri="{FF2B5EF4-FFF2-40B4-BE49-F238E27FC236}">
                  <a16:creationId xmlns:a16="http://schemas.microsoft.com/office/drawing/2014/main" id="{DEAB569B-4707-69CE-67DD-8B3F6FB25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5645" name="Rectangle 410">
              <a:extLst>
                <a:ext uri="{FF2B5EF4-FFF2-40B4-BE49-F238E27FC236}">
                  <a16:creationId xmlns:a16="http://schemas.microsoft.com/office/drawing/2014/main" id="{B468A555-4F04-BC1F-52F4-B8B3EDBE2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5646" name="Oval 411">
              <a:extLst>
                <a:ext uri="{FF2B5EF4-FFF2-40B4-BE49-F238E27FC236}">
                  <a16:creationId xmlns:a16="http://schemas.microsoft.com/office/drawing/2014/main" id="{E07646F1-ABD1-6C19-BDC5-F9353C6D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25647" name="Group 732">
              <a:extLst>
                <a:ext uri="{FF2B5EF4-FFF2-40B4-BE49-F238E27FC236}">
                  <a16:creationId xmlns:a16="http://schemas.microsoft.com/office/drawing/2014/main" id="{0142AD48-5F8C-5C3C-892D-D3701D2887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6215" name="Freeform 733">
                <a:extLst>
                  <a:ext uri="{FF2B5EF4-FFF2-40B4-BE49-F238E27FC236}">
                    <a16:creationId xmlns:a16="http://schemas.microsoft.com/office/drawing/2014/main" id="{FB9B1295-C7D3-3CFF-9391-6E5A9854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16" name="Freeform 734">
                <a:extLst>
                  <a:ext uri="{FF2B5EF4-FFF2-40B4-BE49-F238E27FC236}">
                    <a16:creationId xmlns:a16="http://schemas.microsoft.com/office/drawing/2014/main" id="{7BA2AE67-EE45-755E-81A2-B6F7DEC6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648" name="Line 735">
              <a:extLst>
                <a:ext uri="{FF2B5EF4-FFF2-40B4-BE49-F238E27FC236}">
                  <a16:creationId xmlns:a16="http://schemas.microsoft.com/office/drawing/2014/main" id="{4247A0C8-EC43-AF22-9191-05E53D6E86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9" name="Line 736">
              <a:extLst>
                <a:ext uri="{FF2B5EF4-FFF2-40B4-BE49-F238E27FC236}">
                  <a16:creationId xmlns:a16="http://schemas.microsoft.com/office/drawing/2014/main" id="{8ACA4ED0-2A88-B584-67F1-715DF7FA9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650" name="Group 737">
              <a:extLst>
                <a:ext uri="{FF2B5EF4-FFF2-40B4-BE49-F238E27FC236}">
                  <a16:creationId xmlns:a16="http://schemas.microsoft.com/office/drawing/2014/main" id="{E2B9C48C-BE20-571A-8D73-46193D0026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6207" name="Oval 407">
                <a:extLst>
                  <a:ext uri="{FF2B5EF4-FFF2-40B4-BE49-F238E27FC236}">
                    <a16:creationId xmlns:a16="http://schemas.microsoft.com/office/drawing/2014/main" id="{632EBE5A-CA94-E073-31DF-635AA31F9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8" name="Rectangle 410">
                <a:extLst>
                  <a:ext uri="{FF2B5EF4-FFF2-40B4-BE49-F238E27FC236}">
                    <a16:creationId xmlns:a16="http://schemas.microsoft.com/office/drawing/2014/main" id="{0C06CF30-B29A-65C1-8F61-726CD2CB6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9" name="Oval 411">
                <a:extLst>
                  <a:ext uri="{FF2B5EF4-FFF2-40B4-BE49-F238E27FC236}">
                    <a16:creationId xmlns:a16="http://schemas.microsoft.com/office/drawing/2014/main" id="{0855E282-2682-5405-E696-DBCDFD0B0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210" name="Group 741">
                <a:extLst>
                  <a:ext uri="{FF2B5EF4-FFF2-40B4-BE49-F238E27FC236}">
                    <a16:creationId xmlns:a16="http://schemas.microsoft.com/office/drawing/2014/main" id="{FEAA856D-17CA-75D0-3914-2DEBDA0250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13" name="Freeform 742">
                  <a:extLst>
                    <a:ext uri="{FF2B5EF4-FFF2-40B4-BE49-F238E27FC236}">
                      <a16:creationId xmlns:a16="http://schemas.microsoft.com/office/drawing/2014/main" id="{5E5F7881-C6EC-80E0-C50E-F27DD0B98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214" name="Freeform 743">
                  <a:extLst>
                    <a:ext uri="{FF2B5EF4-FFF2-40B4-BE49-F238E27FC236}">
                      <a16:creationId xmlns:a16="http://schemas.microsoft.com/office/drawing/2014/main" id="{3AA92C59-B9E6-5BC5-C660-275ED733F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211" name="Line 744">
                <a:extLst>
                  <a:ext uri="{FF2B5EF4-FFF2-40B4-BE49-F238E27FC236}">
                    <a16:creationId xmlns:a16="http://schemas.microsoft.com/office/drawing/2014/main" id="{70B121C4-8D95-58BF-9512-C7A0DE6792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12" name="Line 745">
                <a:extLst>
                  <a:ext uri="{FF2B5EF4-FFF2-40B4-BE49-F238E27FC236}">
                    <a16:creationId xmlns:a16="http://schemas.microsoft.com/office/drawing/2014/main" id="{E0FD9D8E-D096-6B0F-9104-76A1C9ABC3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1" name="Group 746">
              <a:extLst>
                <a:ext uri="{FF2B5EF4-FFF2-40B4-BE49-F238E27FC236}">
                  <a16:creationId xmlns:a16="http://schemas.microsoft.com/office/drawing/2014/main" id="{4E082A5A-D306-FAA1-59E5-C5197A6F8B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6199" name="Oval 407">
                <a:extLst>
                  <a:ext uri="{FF2B5EF4-FFF2-40B4-BE49-F238E27FC236}">
                    <a16:creationId xmlns:a16="http://schemas.microsoft.com/office/drawing/2014/main" id="{E375687E-AA31-BDBC-D771-C2A775316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0" name="Rectangle 410">
                <a:extLst>
                  <a:ext uri="{FF2B5EF4-FFF2-40B4-BE49-F238E27FC236}">
                    <a16:creationId xmlns:a16="http://schemas.microsoft.com/office/drawing/2014/main" id="{B5DAB495-99A6-297B-6268-A4024BC0B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1" name="Oval 411">
                <a:extLst>
                  <a:ext uri="{FF2B5EF4-FFF2-40B4-BE49-F238E27FC236}">
                    <a16:creationId xmlns:a16="http://schemas.microsoft.com/office/drawing/2014/main" id="{417CC230-2CA4-682F-DDCE-504BA4EE6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202" name="Group 750">
                <a:extLst>
                  <a:ext uri="{FF2B5EF4-FFF2-40B4-BE49-F238E27FC236}">
                    <a16:creationId xmlns:a16="http://schemas.microsoft.com/office/drawing/2014/main" id="{57A900FE-1C30-C16B-8279-6C19017CF4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05" name="Freeform 751">
                  <a:extLst>
                    <a:ext uri="{FF2B5EF4-FFF2-40B4-BE49-F238E27FC236}">
                      <a16:creationId xmlns:a16="http://schemas.microsoft.com/office/drawing/2014/main" id="{DDCC74E6-4CA6-C739-0470-70BADF765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206" name="Freeform 752">
                  <a:extLst>
                    <a:ext uri="{FF2B5EF4-FFF2-40B4-BE49-F238E27FC236}">
                      <a16:creationId xmlns:a16="http://schemas.microsoft.com/office/drawing/2014/main" id="{175BF105-8C66-A820-DDA2-F3F0E2D8B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203" name="Line 753">
                <a:extLst>
                  <a:ext uri="{FF2B5EF4-FFF2-40B4-BE49-F238E27FC236}">
                    <a16:creationId xmlns:a16="http://schemas.microsoft.com/office/drawing/2014/main" id="{85167698-507B-B8BC-142C-C43FE77FF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04" name="Line 754">
                <a:extLst>
                  <a:ext uri="{FF2B5EF4-FFF2-40B4-BE49-F238E27FC236}">
                    <a16:creationId xmlns:a16="http://schemas.microsoft.com/office/drawing/2014/main" id="{3AFD4172-AAAA-F45F-DE4C-68BDC32A4B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2" name="Group 764">
              <a:extLst>
                <a:ext uri="{FF2B5EF4-FFF2-40B4-BE49-F238E27FC236}">
                  <a16:creationId xmlns:a16="http://schemas.microsoft.com/office/drawing/2014/main" id="{C7688A58-59E8-D5E0-C12A-DE8139BBA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6191" name="Oval 407">
                <a:extLst>
                  <a:ext uri="{FF2B5EF4-FFF2-40B4-BE49-F238E27FC236}">
                    <a16:creationId xmlns:a16="http://schemas.microsoft.com/office/drawing/2014/main" id="{D135AB6A-3767-7037-014D-02A78CFD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92" name="Rectangle 410">
                <a:extLst>
                  <a:ext uri="{FF2B5EF4-FFF2-40B4-BE49-F238E27FC236}">
                    <a16:creationId xmlns:a16="http://schemas.microsoft.com/office/drawing/2014/main" id="{DCAA153B-5E37-C742-0B80-54ACF6E75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93" name="Oval 411">
                <a:extLst>
                  <a:ext uri="{FF2B5EF4-FFF2-40B4-BE49-F238E27FC236}">
                    <a16:creationId xmlns:a16="http://schemas.microsoft.com/office/drawing/2014/main" id="{2D217AD2-B8F0-AC60-A96A-56E8A5A8D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94" name="Group 768">
                <a:extLst>
                  <a:ext uri="{FF2B5EF4-FFF2-40B4-BE49-F238E27FC236}">
                    <a16:creationId xmlns:a16="http://schemas.microsoft.com/office/drawing/2014/main" id="{666744EE-1337-3C93-4EE3-FA168CFA87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97" name="Freeform 769">
                  <a:extLst>
                    <a:ext uri="{FF2B5EF4-FFF2-40B4-BE49-F238E27FC236}">
                      <a16:creationId xmlns:a16="http://schemas.microsoft.com/office/drawing/2014/main" id="{598C073E-7B6F-5841-4B61-B37A8081A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98" name="Freeform 770">
                  <a:extLst>
                    <a:ext uri="{FF2B5EF4-FFF2-40B4-BE49-F238E27FC236}">
                      <a16:creationId xmlns:a16="http://schemas.microsoft.com/office/drawing/2014/main" id="{6E6F0B81-5AC8-7901-B513-05FF1B751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95" name="Line 771">
                <a:extLst>
                  <a:ext uri="{FF2B5EF4-FFF2-40B4-BE49-F238E27FC236}">
                    <a16:creationId xmlns:a16="http://schemas.microsoft.com/office/drawing/2014/main" id="{159774F4-5CE0-CA41-6A62-0429AEB85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96" name="Line 772">
                <a:extLst>
                  <a:ext uri="{FF2B5EF4-FFF2-40B4-BE49-F238E27FC236}">
                    <a16:creationId xmlns:a16="http://schemas.microsoft.com/office/drawing/2014/main" id="{2921311C-7B42-89F4-5B0D-E782957D6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653" name="Line 782">
              <a:extLst>
                <a:ext uri="{FF2B5EF4-FFF2-40B4-BE49-F238E27FC236}">
                  <a16:creationId xmlns:a16="http://schemas.microsoft.com/office/drawing/2014/main" id="{C3790BC8-E73B-01B0-B5E7-C9C672401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654" name="Group 801">
              <a:extLst>
                <a:ext uri="{FF2B5EF4-FFF2-40B4-BE49-F238E27FC236}">
                  <a16:creationId xmlns:a16="http://schemas.microsoft.com/office/drawing/2014/main" id="{86404EF5-46C5-6D4C-3524-BCB507156E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6183" name="Oval 407">
                <a:extLst>
                  <a:ext uri="{FF2B5EF4-FFF2-40B4-BE49-F238E27FC236}">
                    <a16:creationId xmlns:a16="http://schemas.microsoft.com/office/drawing/2014/main" id="{64E0B034-A8F0-F8A0-C682-C2942A2D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84" name="Rectangle 410">
                <a:extLst>
                  <a:ext uri="{FF2B5EF4-FFF2-40B4-BE49-F238E27FC236}">
                    <a16:creationId xmlns:a16="http://schemas.microsoft.com/office/drawing/2014/main" id="{A2152CDC-394A-3871-F9D7-AF1536CE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85" name="Oval 411">
                <a:extLst>
                  <a:ext uri="{FF2B5EF4-FFF2-40B4-BE49-F238E27FC236}">
                    <a16:creationId xmlns:a16="http://schemas.microsoft.com/office/drawing/2014/main" id="{ADAE7403-CF5B-3FD9-8502-5ABCFB991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86" name="Group 805">
                <a:extLst>
                  <a:ext uri="{FF2B5EF4-FFF2-40B4-BE49-F238E27FC236}">
                    <a16:creationId xmlns:a16="http://schemas.microsoft.com/office/drawing/2014/main" id="{86190427-5C21-1334-C462-CED4796A65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9" name="Freeform 806">
                  <a:extLst>
                    <a:ext uri="{FF2B5EF4-FFF2-40B4-BE49-F238E27FC236}">
                      <a16:creationId xmlns:a16="http://schemas.microsoft.com/office/drawing/2014/main" id="{5F618042-23BF-B67B-120C-4FD1AAD36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90" name="Freeform 807">
                  <a:extLst>
                    <a:ext uri="{FF2B5EF4-FFF2-40B4-BE49-F238E27FC236}">
                      <a16:creationId xmlns:a16="http://schemas.microsoft.com/office/drawing/2014/main" id="{6634CD66-C3D0-3A01-8D45-27946338C6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87" name="Line 808">
                <a:extLst>
                  <a:ext uri="{FF2B5EF4-FFF2-40B4-BE49-F238E27FC236}">
                    <a16:creationId xmlns:a16="http://schemas.microsoft.com/office/drawing/2014/main" id="{A54769A5-41C7-C820-F9A9-9D0306DB6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88" name="Line 809">
                <a:extLst>
                  <a:ext uri="{FF2B5EF4-FFF2-40B4-BE49-F238E27FC236}">
                    <a16:creationId xmlns:a16="http://schemas.microsoft.com/office/drawing/2014/main" id="{256F74D7-2049-DC00-88EA-B29201FC10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5" name="Group 810">
              <a:extLst>
                <a:ext uri="{FF2B5EF4-FFF2-40B4-BE49-F238E27FC236}">
                  <a16:creationId xmlns:a16="http://schemas.microsoft.com/office/drawing/2014/main" id="{4AB9E490-B3CE-9A3C-C309-9462830DA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6175" name="Oval 407">
                <a:extLst>
                  <a:ext uri="{FF2B5EF4-FFF2-40B4-BE49-F238E27FC236}">
                    <a16:creationId xmlns:a16="http://schemas.microsoft.com/office/drawing/2014/main" id="{8A582695-D8DE-533E-A530-9BC83EFE3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76" name="Rectangle 410">
                <a:extLst>
                  <a:ext uri="{FF2B5EF4-FFF2-40B4-BE49-F238E27FC236}">
                    <a16:creationId xmlns:a16="http://schemas.microsoft.com/office/drawing/2014/main" id="{83974A91-897F-CBA4-0344-5B2FD85D2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77" name="Oval 411">
                <a:extLst>
                  <a:ext uri="{FF2B5EF4-FFF2-40B4-BE49-F238E27FC236}">
                    <a16:creationId xmlns:a16="http://schemas.microsoft.com/office/drawing/2014/main" id="{C618FC82-0AA8-5143-F57A-744DA5136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78" name="Group 814">
                <a:extLst>
                  <a:ext uri="{FF2B5EF4-FFF2-40B4-BE49-F238E27FC236}">
                    <a16:creationId xmlns:a16="http://schemas.microsoft.com/office/drawing/2014/main" id="{A8A22039-BB9B-CDA0-1991-C577B25C4D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1" name="Freeform 815">
                  <a:extLst>
                    <a:ext uri="{FF2B5EF4-FFF2-40B4-BE49-F238E27FC236}">
                      <a16:creationId xmlns:a16="http://schemas.microsoft.com/office/drawing/2014/main" id="{6D50ECBC-43AB-9606-139D-30BBFC201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82" name="Freeform 816">
                  <a:extLst>
                    <a:ext uri="{FF2B5EF4-FFF2-40B4-BE49-F238E27FC236}">
                      <a16:creationId xmlns:a16="http://schemas.microsoft.com/office/drawing/2014/main" id="{ACAD6126-A58A-5930-E0E5-C8D45D733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79" name="Line 817">
                <a:extLst>
                  <a:ext uri="{FF2B5EF4-FFF2-40B4-BE49-F238E27FC236}">
                    <a16:creationId xmlns:a16="http://schemas.microsoft.com/office/drawing/2014/main" id="{C2F81294-898F-7602-28BC-6828B9D924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80" name="Line 818">
                <a:extLst>
                  <a:ext uri="{FF2B5EF4-FFF2-40B4-BE49-F238E27FC236}">
                    <a16:creationId xmlns:a16="http://schemas.microsoft.com/office/drawing/2014/main" id="{05FE7271-9828-5CC6-CB37-B8C6EC3EAB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6" name="Group 819">
              <a:extLst>
                <a:ext uri="{FF2B5EF4-FFF2-40B4-BE49-F238E27FC236}">
                  <a16:creationId xmlns:a16="http://schemas.microsoft.com/office/drawing/2014/main" id="{416F3168-9BE6-35E8-345B-AB82226F46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6167" name="Oval 407">
                <a:extLst>
                  <a:ext uri="{FF2B5EF4-FFF2-40B4-BE49-F238E27FC236}">
                    <a16:creationId xmlns:a16="http://schemas.microsoft.com/office/drawing/2014/main" id="{523667CB-AA52-4CD2-A3FF-686E2F887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8" name="Rectangle 410">
                <a:extLst>
                  <a:ext uri="{FF2B5EF4-FFF2-40B4-BE49-F238E27FC236}">
                    <a16:creationId xmlns:a16="http://schemas.microsoft.com/office/drawing/2014/main" id="{271C027B-5582-EE44-5F7D-EEDC64B49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9" name="Oval 411">
                <a:extLst>
                  <a:ext uri="{FF2B5EF4-FFF2-40B4-BE49-F238E27FC236}">
                    <a16:creationId xmlns:a16="http://schemas.microsoft.com/office/drawing/2014/main" id="{5CB24613-3E80-021A-A89E-E18BAF81D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70" name="Group 823">
                <a:extLst>
                  <a:ext uri="{FF2B5EF4-FFF2-40B4-BE49-F238E27FC236}">
                    <a16:creationId xmlns:a16="http://schemas.microsoft.com/office/drawing/2014/main" id="{B126F70D-4A9C-7640-4707-F0DAD17ABB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73" name="Freeform 824">
                  <a:extLst>
                    <a:ext uri="{FF2B5EF4-FFF2-40B4-BE49-F238E27FC236}">
                      <a16:creationId xmlns:a16="http://schemas.microsoft.com/office/drawing/2014/main" id="{286E7FB2-AEAA-4C13-5DAA-9D329C7AAC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74" name="Freeform 825">
                  <a:extLst>
                    <a:ext uri="{FF2B5EF4-FFF2-40B4-BE49-F238E27FC236}">
                      <a16:creationId xmlns:a16="http://schemas.microsoft.com/office/drawing/2014/main" id="{5025F169-DBAC-DEAF-F1DB-A48B8925E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71" name="Line 826">
                <a:extLst>
                  <a:ext uri="{FF2B5EF4-FFF2-40B4-BE49-F238E27FC236}">
                    <a16:creationId xmlns:a16="http://schemas.microsoft.com/office/drawing/2014/main" id="{04A6F36D-7097-61BC-8556-06D703591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72" name="Line 827">
                <a:extLst>
                  <a:ext uri="{FF2B5EF4-FFF2-40B4-BE49-F238E27FC236}">
                    <a16:creationId xmlns:a16="http://schemas.microsoft.com/office/drawing/2014/main" id="{D0919176-F7C3-F417-F972-41F857C717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7" name="Group 828">
              <a:extLst>
                <a:ext uri="{FF2B5EF4-FFF2-40B4-BE49-F238E27FC236}">
                  <a16:creationId xmlns:a16="http://schemas.microsoft.com/office/drawing/2014/main" id="{9F7CB54F-CDE9-C316-1AEE-74528C782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6159" name="Oval 407">
                <a:extLst>
                  <a:ext uri="{FF2B5EF4-FFF2-40B4-BE49-F238E27FC236}">
                    <a16:creationId xmlns:a16="http://schemas.microsoft.com/office/drawing/2014/main" id="{831B5338-8348-13F6-C286-4E2BC27B1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0" name="Rectangle 410">
                <a:extLst>
                  <a:ext uri="{FF2B5EF4-FFF2-40B4-BE49-F238E27FC236}">
                    <a16:creationId xmlns:a16="http://schemas.microsoft.com/office/drawing/2014/main" id="{33A7DC48-7A86-01B2-5DFC-0AEAD94E1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1" name="Oval 411">
                <a:extLst>
                  <a:ext uri="{FF2B5EF4-FFF2-40B4-BE49-F238E27FC236}">
                    <a16:creationId xmlns:a16="http://schemas.microsoft.com/office/drawing/2014/main" id="{2C8B97E5-60A7-ACC5-4CE6-7DAF8188C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62" name="Group 832">
                <a:extLst>
                  <a:ext uri="{FF2B5EF4-FFF2-40B4-BE49-F238E27FC236}">
                    <a16:creationId xmlns:a16="http://schemas.microsoft.com/office/drawing/2014/main" id="{B829CB85-5ADE-0074-8C5C-E585291477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65" name="Freeform 833">
                  <a:extLst>
                    <a:ext uri="{FF2B5EF4-FFF2-40B4-BE49-F238E27FC236}">
                      <a16:creationId xmlns:a16="http://schemas.microsoft.com/office/drawing/2014/main" id="{FFF033DB-41ED-2C87-D06F-216ACE401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66" name="Freeform 834">
                  <a:extLst>
                    <a:ext uri="{FF2B5EF4-FFF2-40B4-BE49-F238E27FC236}">
                      <a16:creationId xmlns:a16="http://schemas.microsoft.com/office/drawing/2014/main" id="{A23E47A3-17B9-1246-D3C7-7EA02BC48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63" name="Line 835">
                <a:extLst>
                  <a:ext uri="{FF2B5EF4-FFF2-40B4-BE49-F238E27FC236}">
                    <a16:creationId xmlns:a16="http://schemas.microsoft.com/office/drawing/2014/main" id="{EB0EB9F6-9618-46EE-461A-F1EF665812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64" name="Line 836">
                <a:extLst>
                  <a:ext uri="{FF2B5EF4-FFF2-40B4-BE49-F238E27FC236}">
                    <a16:creationId xmlns:a16="http://schemas.microsoft.com/office/drawing/2014/main" id="{9A03A8CF-4BD2-90FF-9A5A-03F21813B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8" name="Group 846">
              <a:extLst>
                <a:ext uri="{FF2B5EF4-FFF2-40B4-BE49-F238E27FC236}">
                  <a16:creationId xmlns:a16="http://schemas.microsoft.com/office/drawing/2014/main" id="{EAE9F37E-1D1A-F258-3855-58248C1ACB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6143" name="Line 270">
                <a:extLst>
                  <a:ext uri="{FF2B5EF4-FFF2-40B4-BE49-F238E27FC236}">
                    <a16:creationId xmlns:a16="http://schemas.microsoft.com/office/drawing/2014/main" id="{2EA29080-C08C-57C0-632B-193DD8253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4" name="Line 271">
                <a:extLst>
                  <a:ext uri="{FF2B5EF4-FFF2-40B4-BE49-F238E27FC236}">
                    <a16:creationId xmlns:a16="http://schemas.microsoft.com/office/drawing/2014/main" id="{C6D55FF9-882C-0925-19F1-BCA25F1F6B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5" name="Line 272">
                <a:extLst>
                  <a:ext uri="{FF2B5EF4-FFF2-40B4-BE49-F238E27FC236}">
                    <a16:creationId xmlns:a16="http://schemas.microsoft.com/office/drawing/2014/main" id="{A5273E35-54F5-E910-428C-04FC4745E9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6" name="Line 273">
                <a:extLst>
                  <a:ext uri="{FF2B5EF4-FFF2-40B4-BE49-F238E27FC236}">
                    <a16:creationId xmlns:a16="http://schemas.microsoft.com/office/drawing/2014/main" id="{69816097-0AB1-3F1B-54E8-39B943E07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7" name="Line 274">
                <a:extLst>
                  <a:ext uri="{FF2B5EF4-FFF2-40B4-BE49-F238E27FC236}">
                    <a16:creationId xmlns:a16="http://schemas.microsoft.com/office/drawing/2014/main" id="{3848D70E-2110-516C-F778-8FC221B39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8" name="Line 275">
                <a:extLst>
                  <a:ext uri="{FF2B5EF4-FFF2-40B4-BE49-F238E27FC236}">
                    <a16:creationId xmlns:a16="http://schemas.microsoft.com/office/drawing/2014/main" id="{4D88ED9C-9A55-090B-83B0-015A054E55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49" name="Line 276">
                <a:extLst>
                  <a:ext uri="{FF2B5EF4-FFF2-40B4-BE49-F238E27FC236}">
                    <a16:creationId xmlns:a16="http://schemas.microsoft.com/office/drawing/2014/main" id="{E4B1B17A-3DC3-1E1E-090C-39C9FAD1A5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0" name="Line 277">
                <a:extLst>
                  <a:ext uri="{FF2B5EF4-FFF2-40B4-BE49-F238E27FC236}">
                    <a16:creationId xmlns:a16="http://schemas.microsoft.com/office/drawing/2014/main" id="{795F0AE3-544C-45B3-2EC5-3B4BF8A95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1" name="Line 278">
                <a:extLst>
                  <a:ext uri="{FF2B5EF4-FFF2-40B4-BE49-F238E27FC236}">
                    <a16:creationId xmlns:a16="http://schemas.microsoft.com/office/drawing/2014/main" id="{996404CE-1BBA-DF81-B96E-D80847487D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2" name="Line 279">
                <a:extLst>
                  <a:ext uri="{FF2B5EF4-FFF2-40B4-BE49-F238E27FC236}">
                    <a16:creationId xmlns:a16="http://schemas.microsoft.com/office/drawing/2014/main" id="{A31DE675-5122-DCA8-2ABB-C2F8022C9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3" name="Line 280">
                <a:extLst>
                  <a:ext uri="{FF2B5EF4-FFF2-40B4-BE49-F238E27FC236}">
                    <a16:creationId xmlns:a16="http://schemas.microsoft.com/office/drawing/2014/main" id="{27CA2E6F-C196-44EC-6397-536F694C5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4" name="Line 281">
                <a:extLst>
                  <a:ext uri="{FF2B5EF4-FFF2-40B4-BE49-F238E27FC236}">
                    <a16:creationId xmlns:a16="http://schemas.microsoft.com/office/drawing/2014/main" id="{C6C3CC63-605D-EDAE-3B74-D2BD08004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5" name="Line 282">
                <a:extLst>
                  <a:ext uri="{FF2B5EF4-FFF2-40B4-BE49-F238E27FC236}">
                    <a16:creationId xmlns:a16="http://schemas.microsoft.com/office/drawing/2014/main" id="{EEBFADAA-D624-9216-48E2-79F261B8B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6" name="Line 283">
                <a:extLst>
                  <a:ext uri="{FF2B5EF4-FFF2-40B4-BE49-F238E27FC236}">
                    <a16:creationId xmlns:a16="http://schemas.microsoft.com/office/drawing/2014/main" id="{2711526E-9DA2-2B08-A8AB-78C8DE9C4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7" name="Line 284">
                <a:extLst>
                  <a:ext uri="{FF2B5EF4-FFF2-40B4-BE49-F238E27FC236}">
                    <a16:creationId xmlns:a16="http://schemas.microsoft.com/office/drawing/2014/main" id="{48B5F359-DE73-7DE2-BC4B-F3484809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6158" name="Oval 862">
                <a:extLst>
                  <a:ext uri="{FF2B5EF4-FFF2-40B4-BE49-F238E27FC236}">
                    <a16:creationId xmlns:a16="http://schemas.microsoft.com/office/drawing/2014/main" id="{5F68E66B-9705-DE96-AEA1-E553628C0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5659" name="Picture 915" descr="access_point_stylized_small">
              <a:extLst>
                <a:ext uri="{FF2B5EF4-FFF2-40B4-BE49-F238E27FC236}">
                  <a16:creationId xmlns:a16="http://schemas.microsoft.com/office/drawing/2014/main" id="{0177E2D2-C66F-82BA-DCA5-ABFB256E40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60" name="Line 918">
              <a:extLst>
                <a:ext uri="{FF2B5EF4-FFF2-40B4-BE49-F238E27FC236}">
                  <a16:creationId xmlns:a16="http://schemas.microsoft.com/office/drawing/2014/main" id="{393F9C6F-76C8-61D1-BD2E-C842241F1AA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25661" name="Group 919">
              <a:extLst>
                <a:ext uri="{FF2B5EF4-FFF2-40B4-BE49-F238E27FC236}">
                  <a16:creationId xmlns:a16="http://schemas.microsoft.com/office/drawing/2014/main" id="{940A76B3-7BCF-9904-E327-5052C7C1B43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6141" name="Picture 920" descr="desktop_computer_stylized_medium">
                <a:extLst>
                  <a:ext uri="{FF2B5EF4-FFF2-40B4-BE49-F238E27FC236}">
                    <a16:creationId xmlns:a16="http://schemas.microsoft.com/office/drawing/2014/main" id="{15781F35-2A57-D3FE-2897-E5CCBDAEF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2" name="Freeform 921">
                <a:extLst>
                  <a:ext uri="{FF2B5EF4-FFF2-40B4-BE49-F238E27FC236}">
                    <a16:creationId xmlns:a16="http://schemas.microsoft.com/office/drawing/2014/main" id="{932520E0-7FA7-BE34-5079-EC5FB32C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5662" name="Group 922">
              <a:extLst>
                <a:ext uri="{FF2B5EF4-FFF2-40B4-BE49-F238E27FC236}">
                  <a16:creationId xmlns:a16="http://schemas.microsoft.com/office/drawing/2014/main" id="{CC1DB602-2E83-A93B-C6A8-E0CD3783BBF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6139" name="Picture 923" descr="desktop_computer_stylized_medium">
                <a:extLst>
                  <a:ext uri="{FF2B5EF4-FFF2-40B4-BE49-F238E27FC236}">
                    <a16:creationId xmlns:a16="http://schemas.microsoft.com/office/drawing/2014/main" id="{FB6281E2-E26E-C533-1B3E-99EE30041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0" name="Freeform 924">
                <a:extLst>
                  <a:ext uri="{FF2B5EF4-FFF2-40B4-BE49-F238E27FC236}">
                    <a16:creationId xmlns:a16="http://schemas.microsoft.com/office/drawing/2014/main" id="{20F7CA08-4C86-FB11-0AAA-40E346E2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5663" name="Group 925">
              <a:extLst>
                <a:ext uri="{FF2B5EF4-FFF2-40B4-BE49-F238E27FC236}">
                  <a16:creationId xmlns:a16="http://schemas.microsoft.com/office/drawing/2014/main" id="{67A9DEBF-904F-4631-4D7D-222BC29DC54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6137" name="Picture 926" descr="desktop_computer_stylized_medium">
                <a:extLst>
                  <a:ext uri="{FF2B5EF4-FFF2-40B4-BE49-F238E27FC236}">
                    <a16:creationId xmlns:a16="http://schemas.microsoft.com/office/drawing/2014/main" id="{AB60A492-D6E7-1AA4-6261-D58958DA8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8" name="Freeform 927">
                <a:extLst>
                  <a:ext uri="{FF2B5EF4-FFF2-40B4-BE49-F238E27FC236}">
                    <a16:creationId xmlns:a16="http://schemas.microsoft.com/office/drawing/2014/main" id="{E840B355-62E0-A25C-A8B5-972C0DB9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5664" name="Group 928">
              <a:extLst>
                <a:ext uri="{FF2B5EF4-FFF2-40B4-BE49-F238E27FC236}">
                  <a16:creationId xmlns:a16="http://schemas.microsoft.com/office/drawing/2014/main" id="{4386F9F0-88FD-E52F-6546-2FD5C81C6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6135" name="Picture 929" descr="desktop_computer_stylized_medium">
                <a:extLst>
                  <a:ext uri="{FF2B5EF4-FFF2-40B4-BE49-F238E27FC236}">
                    <a16:creationId xmlns:a16="http://schemas.microsoft.com/office/drawing/2014/main" id="{74FEBB14-7F5A-7259-E10E-6B34EBF94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6" name="Freeform 930">
                <a:extLst>
                  <a:ext uri="{FF2B5EF4-FFF2-40B4-BE49-F238E27FC236}">
                    <a16:creationId xmlns:a16="http://schemas.microsoft.com/office/drawing/2014/main" id="{487F001D-4625-0454-E29F-9D7B4DE9F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pic>
          <p:nvPicPr>
            <p:cNvPr id="25665" name="Picture 933" descr="iphone_stylized_small">
              <a:extLst>
                <a:ext uri="{FF2B5EF4-FFF2-40B4-BE49-F238E27FC236}">
                  <a16:creationId xmlns:a16="http://schemas.microsoft.com/office/drawing/2014/main" id="{9A719B38-0D9E-B475-1133-20A9D31C04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6" name="Picture 934" descr="antenna_radiation_stylized">
              <a:extLst>
                <a:ext uri="{FF2B5EF4-FFF2-40B4-BE49-F238E27FC236}">
                  <a16:creationId xmlns:a16="http://schemas.microsoft.com/office/drawing/2014/main" id="{98F6FD8C-4D71-8DAF-E854-DDEBD36C5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7" name="Picture 936" descr="access_point_stylized_small">
              <a:extLst>
                <a:ext uri="{FF2B5EF4-FFF2-40B4-BE49-F238E27FC236}">
                  <a16:creationId xmlns:a16="http://schemas.microsoft.com/office/drawing/2014/main" id="{00D3F171-BCE4-8DDC-F650-238C39210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668" name="Group 938">
              <a:extLst>
                <a:ext uri="{FF2B5EF4-FFF2-40B4-BE49-F238E27FC236}">
                  <a16:creationId xmlns:a16="http://schemas.microsoft.com/office/drawing/2014/main" id="{02B9A5DB-4CA7-AD11-AF7E-2F792827D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6103" name="Freeform 939">
                <a:extLst>
                  <a:ext uri="{FF2B5EF4-FFF2-40B4-BE49-F238E27FC236}">
                    <a16:creationId xmlns:a16="http://schemas.microsoft.com/office/drawing/2014/main" id="{1AEF7BF6-23C7-E6AF-C1F3-6ECB20AF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04" name="Rectangle 940">
                <a:extLst>
                  <a:ext uri="{FF2B5EF4-FFF2-40B4-BE49-F238E27FC236}">
                    <a16:creationId xmlns:a16="http://schemas.microsoft.com/office/drawing/2014/main" id="{82B6354F-27F1-FBFA-A266-82282CF7B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05" name="Freeform 941">
                <a:extLst>
                  <a:ext uri="{FF2B5EF4-FFF2-40B4-BE49-F238E27FC236}">
                    <a16:creationId xmlns:a16="http://schemas.microsoft.com/office/drawing/2014/main" id="{EB371CE8-B7BC-5B6D-138B-5D1329EA8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06" name="Freeform 942">
                <a:extLst>
                  <a:ext uri="{FF2B5EF4-FFF2-40B4-BE49-F238E27FC236}">
                    <a16:creationId xmlns:a16="http://schemas.microsoft.com/office/drawing/2014/main" id="{F5C3829C-5CB1-0A33-4580-26B12CDF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07" name="Rectangle 943">
                <a:extLst>
                  <a:ext uri="{FF2B5EF4-FFF2-40B4-BE49-F238E27FC236}">
                    <a16:creationId xmlns:a16="http://schemas.microsoft.com/office/drawing/2014/main" id="{2908540B-1625-7600-24BC-22CCE46CB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108" name="Group 944">
                <a:extLst>
                  <a:ext uri="{FF2B5EF4-FFF2-40B4-BE49-F238E27FC236}">
                    <a16:creationId xmlns:a16="http://schemas.microsoft.com/office/drawing/2014/main" id="{FE0AE63E-8048-1C3F-B2C2-FCF6A594C3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33" name="AutoShape 945">
                  <a:extLst>
                    <a:ext uri="{FF2B5EF4-FFF2-40B4-BE49-F238E27FC236}">
                      <a16:creationId xmlns:a16="http://schemas.microsoft.com/office/drawing/2014/main" id="{37273270-7AC4-3C02-EA81-0EBD34501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34" name="AutoShape 946">
                  <a:extLst>
                    <a:ext uri="{FF2B5EF4-FFF2-40B4-BE49-F238E27FC236}">
                      <a16:creationId xmlns:a16="http://schemas.microsoft.com/office/drawing/2014/main" id="{0854A0AF-B1CB-9D99-9F85-436C39A97E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109" name="Rectangle 947">
                <a:extLst>
                  <a:ext uri="{FF2B5EF4-FFF2-40B4-BE49-F238E27FC236}">
                    <a16:creationId xmlns:a16="http://schemas.microsoft.com/office/drawing/2014/main" id="{48F9DBEF-D158-3664-D41B-F832AEEB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110" name="Group 948">
                <a:extLst>
                  <a:ext uri="{FF2B5EF4-FFF2-40B4-BE49-F238E27FC236}">
                    <a16:creationId xmlns:a16="http://schemas.microsoft.com/office/drawing/2014/main" id="{2990BD90-CC4E-4CC6-A4C5-A7A1580536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131" name="AutoShape 949">
                  <a:extLst>
                    <a:ext uri="{FF2B5EF4-FFF2-40B4-BE49-F238E27FC236}">
                      <a16:creationId xmlns:a16="http://schemas.microsoft.com/office/drawing/2014/main" id="{70BE3E8A-8CFD-C0E5-96FC-55268D937F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32" name="AutoShape 950">
                  <a:extLst>
                    <a:ext uri="{FF2B5EF4-FFF2-40B4-BE49-F238E27FC236}">
                      <a16:creationId xmlns:a16="http://schemas.microsoft.com/office/drawing/2014/main" id="{FBD554B6-251C-8FAD-E8A1-88D0BCA83C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111" name="Rectangle 951">
                <a:extLst>
                  <a:ext uri="{FF2B5EF4-FFF2-40B4-BE49-F238E27FC236}">
                    <a16:creationId xmlns:a16="http://schemas.microsoft.com/office/drawing/2014/main" id="{B73298F3-F6E5-CD51-3E76-9FC42489B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12" name="Rectangle 952">
                <a:extLst>
                  <a:ext uri="{FF2B5EF4-FFF2-40B4-BE49-F238E27FC236}">
                    <a16:creationId xmlns:a16="http://schemas.microsoft.com/office/drawing/2014/main" id="{5A804447-68B9-0423-D472-B50ADA00A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113" name="Group 953">
                <a:extLst>
                  <a:ext uri="{FF2B5EF4-FFF2-40B4-BE49-F238E27FC236}">
                    <a16:creationId xmlns:a16="http://schemas.microsoft.com/office/drawing/2014/main" id="{207B686A-3F61-9D67-1428-7444AF33FC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129" name="AutoShape 954">
                  <a:extLst>
                    <a:ext uri="{FF2B5EF4-FFF2-40B4-BE49-F238E27FC236}">
                      <a16:creationId xmlns:a16="http://schemas.microsoft.com/office/drawing/2014/main" id="{1F130C0B-D420-31B9-2D7F-B8F6669762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30" name="AutoShape 955">
                  <a:extLst>
                    <a:ext uri="{FF2B5EF4-FFF2-40B4-BE49-F238E27FC236}">
                      <a16:creationId xmlns:a16="http://schemas.microsoft.com/office/drawing/2014/main" id="{DE80D954-6BF0-956B-92B2-C373A82A73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114" name="Freeform 956">
                <a:extLst>
                  <a:ext uri="{FF2B5EF4-FFF2-40B4-BE49-F238E27FC236}">
                    <a16:creationId xmlns:a16="http://schemas.microsoft.com/office/drawing/2014/main" id="{3D6D7EE8-976A-A19C-704D-35D31BF0A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115" name="Group 957">
                <a:extLst>
                  <a:ext uri="{FF2B5EF4-FFF2-40B4-BE49-F238E27FC236}">
                    <a16:creationId xmlns:a16="http://schemas.microsoft.com/office/drawing/2014/main" id="{C69A9B7C-EEBF-E17B-89DB-6C8E96B74A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127" name="AutoShape 958">
                  <a:extLst>
                    <a:ext uri="{FF2B5EF4-FFF2-40B4-BE49-F238E27FC236}">
                      <a16:creationId xmlns:a16="http://schemas.microsoft.com/office/drawing/2014/main" id="{900668D9-FEA5-3081-9BF1-D91637992A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28" name="AutoShape 959">
                  <a:extLst>
                    <a:ext uri="{FF2B5EF4-FFF2-40B4-BE49-F238E27FC236}">
                      <a16:creationId xmlns:a16="http://schemas.microsoft.com/office/drawing/2014/main" id="{71C6B7A7-2AA1-C4FB-5114-220A2A39C4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116" name="Rectangle 960">
                <a:extLst>
                  <a:ext uri="{FF2B5EF4-FFF2-40B4-BE49-F238E27FC236}">
                    <a16:creationId xmlns:a16="http://schemas.microsoft.com/office/drawing/2014/main" id="{AA052BC6-41B0-4AA6-3BD4-EC7B09BC2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17" name="Freeform 961">
                <a:extLst>
                  <a:ext uri="{FF2B5EF4-FFF2-40B4-BE49-F238E27FC236}">
                    <a16:creationId xmlns:a16="http://schemas.microsoft.com/office/drawing/2014/main" id="{1A6E305B-B9B5-7FAC-9621-A5F931B8C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" name="Freeform 962">
                <a:extLst>
                  <a:ext uri="{FF2B5EF4-FFF2-40B4-BE49-F238E27FC236}">
                    <a16:creationId xmlns:a16="http://schemas.microsoft.com/office/drawing/2014/main" id="{7A8853E4-6C78-B5B7-B081-4542D1B5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" name="Oval 963">
                <a:extLst>
                  <a:ext uri="{FF2B5EF4-FFF2-40B4-BE49-F238E27FC236}">
                    <a16:creationId xmlns:a16="http://schemas.microsoft.com/office/drawing/2014/main" id="{95B96C85-C7F1-AB7A-A7AD-BA961201C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20" name="Freeform 964">
                <a:extLst>
                  <a:ext uri="{FF2B5EF4-FFF2-40B4-BE49-F238E27FC236}">
                    <a16:creationId xmlns:a16="http://schemas.microsoft.com/office/drawing/2014/main" id="{75BA73B0-8E19-EBDC-FAC2-86054FAA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1" name="AutoShape 965">
                <a:extLst>
                  <a:ext uri="{FF2B5EF4-FFF2-40B4-BE49-F238E27FC236}">
                    <a16:creationId xmlns:a16="http://schemas.microsoft.com/office/drawing/2014/main" id="{A1B9AA6A-2D09-CA3E-42C7-C6AB62213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22" name="AutoShape 966">
                <a:extLst>
                  <a:ext uri="{FF2B5EF4-FFF2-40B4-BE49-F238E27FC236}">
                    <a16:creationId xmlns:a16="http://schemas.microsoft.com/office/drawing/2014/main" id="{C566094A-FEB1-8FA7-E12E-F57A3BED1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23" name="Oval 967">
                <a:extLst>
                  <a:ext uri="{FF2B5EF4-FFF2-40B4-BE49-F238E27FC236}">
                    <a16:creationId xmlns:a16="http://schemas.microsoft.com/office/drawing/2014/main" id="{DAB2F1E5-8274-0214-78CE-C6FC055DD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24" name="Oval 968">
                <a:extLst>
                  <a:ext uri="{FF2B5EF4-FFF2-40B4-BE49-F238E27FC236}">
                    <a16:creationId xmlns:a16="http://schemas.microsoft.com/office/drawing/2014/main" id="{308011A9-BEFA-768B-0C82-AB3E4CDC3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6125" name="Oval 969">
                <a:extLst>
                  <a:ext uri="{FF2B5EF4-FFF2-40B4-BE49-F238E27FC236}">
                    <a16:creationId xmlns:a16="http://schemas.microsoft.com/office/drawing/2014/main" id="{B37CFDBD-14EB-5B01-D86A-E77559C58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126" name="Rectangle 970">
                <a:extLst>
                  <a:ext uri="{FF2B5EF4-FFF2-40B4-BE49-F238E27FC236}">
                    <a16:creationId xmlns:a16="http://schemas.microsoft.com/office/drawing/2014/main" id="{FCA4C17A-54FC-E813-2419-CE88B04FC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5669" name="Group 971">
              <a:extLst>
                <a:ext uri="{FF2B5EF4-FFF2-40B4-BE49-F238E27FC236}">
                  <a16:creationId xmlns:a16="http://schemas.microsoft.com/office/drawing/2014/main" id="{C72E2979-7CA9-BD77-A10D-DDBD0871C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6071" name="Freeform 972">
                <a:extLst>
                  <a:ext uri="{FF2B5EF4-FFF2-40B4-BE49-F238E27FC236}">
                    <a16:creationId xmlns:a16="http://schemas.microsoft.com/office/drawing/2014/main" id="{69449987-AB44-D2B2-D628-467A3C14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72" name="Rectangle 973">
                <a:extLst>
                  <a:ext uri="{FF2B5EF4-FFF2-40B4-BE49-F238E27FC236}">
                    <a16:creationId xmlns:a16="http://schemas.microsoft.com/office/drawing/2014/main" id="{0F6C0040-E4A9-38D7-0EB2-2299623BD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73" name="Freeform 974">
                <a:extLst>
                  <a:ext uri="{FF2B5EF4-FFF2-40B4-BE49-F238E27FC236}">
                    <a16:creationId xmlns:a16="http://schemas.microsoft.com/office/drawing/2014/main" id="{494B0573-A75A-1CE9-0515-2E75CD6B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74" name="Freeform 975">
                <a:extLst>
                  <a:ext uri="{FF2B5EF4-FFF2-40B4-BE49-F238E27FC236}">
                    <a16:creationId xmlns:a16="http://schemas.microsoft.com/office/drawing/2014/main" id="{D80FF0AB-86DB-7D87-E370-880E251F2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75" name="Rectangle 976">
                <a:extLst>
                  <a:ext uri="{FF2B5EF4-FFF2-40B4-BE49-F238E27FC236}">
                    <a16:creationId xmlns:a16="http://schemas.microsoft.com/office/drawing/2014/main" id="{5209D884-A454-DC11-628A-D1CAB7670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076" name="Group 977">
                <a:extLst>
                  <a:ext uri="{FF2B5EF4-FFF2-40B4-BE49-F238E27FC236}">
                    <a16:creationId xmlns:a16="http://schemas.microsoft.com/office/drawing/2014/main" id="{56DAD4BA-A9E9-AE26-8611-DBB803F0FF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01" name="AutoShape 978">
                  <a:extLst>
                    <a:ext uri="{FF2B5EF4-FFF2-40B4-BE49-F238E27FC236}">
                      <a16:creationId xmlns:a16="http://schemas.microsoft.com/office/drawing/2014/main" id="{D388F5D0-0DB5-53BC-D593-8B108725B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02" name="AutoShape 979">
                  <a:extLst>
                    <a:ext uri="{FF2B5EF4-FFF2-40B4-BE49-F238E27FC236}">
                      <a16:creationId xmlns:a16="http://schemas.microsoft.com/office/drawing/2014/main" id="{92D70712-B67A-E3B7-3D93-9815E5A24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077" name="Rectangle 980">
                <a:extLst>
                  <a:ext uri="{FF2B5EF4-FFF2-40B4-BE49-F238E27FC236}">
                    <a16:creationId xmlns:a16="http://schemas.microsoft.com/office/drawing/2014/main" id="{D1F6776B-8341-BD6F-108B-3B820FD5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078" name="Group 981">
                <a:extLst>
                  <a:ext uri="{FF2B5EF4-FFF2-40B4-BE49-F238E27FC236}">
                    <a16:creationId xmlns:a16="http://schemas.microsoft.com/office/drawing/2014/main" id="{59A30887-4040-E73D-CD9B-58AE3AEACE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099" name="AutoShape 982">
                  <a:extLst>
                    <a:ext uri="{FF2B5EF4-FFF2-40B4-BE49-F238E27FC236}">
                      <a16:creationId xmlns:a16="http://schemas.microsoft.com/office/drawing/2014/main" id="{7F5E6D28-5AE7-259F-2535-90E019E79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100" name="AutoShape 983">
                  <a:extLst>
                    <a:ext uri="{FF2B5EF4-FFF2-40B4-BE49-F238E27FC236}">
                      <a16:creationId xmlns:a16="http://schemas.microsoft.com/office/drawing/2014/main" id="{8EB2888D-A48E-26DF-CDD3-646D22AC0F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079" name="Rectangle 984">
                <a:extLst>
                  <a:ext uri="{FF2B5EF4-FFF2-40B4-BE49-F238E27FC236}">
                    <a16:creationId xmlns:a16="http://schemas.microsoft.com/office/drawing/2014/main" id="{015661A3-2A16-9E17-16AC-A02AB177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80" name="Rectangle 985">
                <a:extLst>
                  <a:ext uri="{FF2B5EF4-FFF2-40B4-BE49-F238E27FC236}">
                    <a16:creationId xmlns:a16="http://schemas.microsoft.com/office/drawing/2014/main" id="{6A5B23E1-2ACE-653F-6DB2-36D54498E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6081" name="Group 986">
                <a:extLst>
                  <a:ext uri="{FF2B5EF4-FFF2-40B4-BE49-F238E27FC236}">
                    <a16:creationId xmlns:a16="http://schemas.microsoft.com/office/drawing/2014/main" id="{8F40A03D-87CC-E67A-E7C1-92F54C88D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097" name="AutoShape 987">
                  <a:extLst>
                    <a:ext uri="{FF2B5EF4-FFF2-40B4-BE49-F238E27FC236}">
                      <a16:creationId xmlns:a16="http://schemas.microsoft.com/office/drawing/2014/main" id="{582BE946-EEC5-2A57-F3DC-F937D1269F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098" name="AutoShape 988">
                  <a:extLst>
                    <a:ext uri="{FF2B5EF4-FFF2-40B4-BE49-F238E27FC236}">
                      <a16:creationId xmlns:a16="http://schemas.microsoft.com/office/drawing/2014/main" id="{CC9471F4-9020-6555-19DB-E8B2C85BE9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082" name="Freeform 989">
                <a:extLst>
                  <a:ext uri="{FF2B5EF4-FFF2-40B4-BE49-F238E27FC236}">
                    <a16:creationId xmlns:a16="http://schemas.microsoft.com/office/drawing/2014/main" id="{570ACD7D-6C2D-96C0-4EDF-84D38A7B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083" name="Group 990">
                <a:extLst>
                  <a:ext uri="{FF2B5EF4-FFF2-40B4-BE49-F238E27FC236}">
                    <a16:creationId xmlns:a16="http://schemas.microsoft.com/office/drawing/2014/main" id="{E69145FF-42A4-0AC5-4001-5115B3220A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095" name="AutoShape 991">
                  <a:extLst>
                    <a:ext uri="{FF2B5EF4-FFF2-40B4-BE49-F238E27FC236}">
                      <a16:creationId xmlns:a16="http://schemas.microsoft.com/office/drawing/2014/main" id="{76988E12-2F45-E85B-34CD-F37B15597E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6096" name="AutoShape 992">
                  <a:extLst>
                    <a:ext uri="{FF2B5EF4-FFF2-40B4-BE49-F238E27FC236}">
                      <a16:creationId xmlns:a16="http://schemas.microsoft.com/office/drawing/2014/main" id="{A8D37413-D2C4-B4DC-A45D-32A7FE1C63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6084" name="Rectangle 993">
                <a:extLst>
                  <a:ext uri="{FF2B5EF4-FFF2-40B4-BE49-F238E27FC236}">
                    <a16:creationId xmlns:a16="http://schemas.microsoft.com/office/drawing/2014/main" id="{72182325-18E7-1B53-5D6D-C7AFEBF07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85" name="Freeform 994">
                <a:extLst>
                  <a:ext uri="{FF2B5EF4-FFF2-40B4-BE49-F238E27FC236}">
                    <a16:creationId xmlns:a16="http://schemas.microsoft.com/office/drawing/2014/main" id="{57218487-C157-A1F9-931C-2374DF27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86" name="Freeform 995">
                <a:extLst>
                  <a:ext uri="{FF2B5EF4-FFF2-40B4-BE49-F238E27FC236}">
                    <a16:creationId xmlns:a16="http://schemas.microsoft.com/office/drawing/2014/main" id="{AD379137-5741-9DA6-FA64-FDA15E4A0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87" name="Oval 996">
                <a:extLst>
                  <a:ext uri="{FF2B5EF4-FFF2-40B4-BE49-F238E27FC236}">
                    <a16:creationId xmlns:a16="http://schemas.microsoft.com/office/drawing/2014/main" id="{302589CE-C11B-43AA-CCD4-C63BA8AD9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88" name="Freeform 997">
                <a:extLst>
                  <a:ext uri="{FF2B5EF4-FFF2-40B4-BE49-F238E27FC236}">
                    <a16:creationId xmlns:a16="http://schemas.microsoft.com/office/drawing/2014/main" id="{E175A8D2-F16B-D35B-95F5-9EF1318DE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89" name="AutoShape 998">
                <a:extLst>
                  <a:ext uri="{FF2B5EF4-FFF2-40B4-BE49-F238E27FC236}">
                    <a16:creationId xmlns:a16="http://schemas.microsoft.com/office/drawing/2014/main" id="{4712B163-9B96-3146-24BD-28D3A1AB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90" name="AutoShape 999">
                <a:extLst>
                  <a:ext uri="{FF2B5EF4-FFF2-40B4-BE49-F238E27FC236}">
                    <a16:creationId xmlns:a16="http://schemas.microsoft.com/office/drawing/2014/main" id="{99742294-6558-B31A-0F29-147A54A4B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91" name="Oval 1000">
                <a:extLst>
                  <a:ext uri="{FF2B5EF4-FFF2-40B4-BE49-F238E27FC236}">
                    <a16:creationId xmlns:a16="http://schemas.microsoft.com/office/drawing/2014/main" id="{F86E8A97-8252-98C2-A0E1-2777CF609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92" name="Oval 1001">
                <a:extLst>
                  <a:ext uri="{FF2B5EF4-FFF2-40B4-BE49-F238E27FC236}">
                    <a16:creationId xmlns:a16="http://schemas.microsoft.com/office/drawing/2014/main" id="{2F5DCA14-44FC-5EB3-1A79-B8885FAFE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6093" name="Oval 1002">
                <a:extLst>
                  <a:ext uri="{FF2B5EF4-FFF2-40B4-BE49-F238E27FC236}">
                    <a16:creationId xmlns:a16="http://schemas.microsoft.com/office/drawing/2014/main" id="{D2D22AF9-142B-17F2-5EE9-0A384C1D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6094" name="Rectangle 1003">
                <a:extLst>
                  <a:ext uri="{FF2B5EF4-FFF2-40B4-BE49-F238E27FC236}">
                    <a16:creationId xmlns:a16="http://schemas.microsoft.com/office/drawing/2014/main" id="{C95FA2F8-A21D-79F8-0F1E-193AFF566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5670" name="Picture 1005" descr="antenna_stylized">
              <a:extLst>
                <a:ext uri="{FF2B5EF4-FFF2-40B4-BE49-F238E27FC236}">
                  <a16:creationId xmlns:a16="http://schemas.microsoft.com/office/drawing/2014/main" id="{41BF94C2-54AE-707C-D647-A6D101870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71" name="Picture 1006" descr="laptop_keyboard">
              <a:extLst>
                <a:ext uri="{FF2B5EF4-FFF2-40B4-BE49-F238E27FC236}">
                  <a16:creationId xmlns:a16="http://schemas.microsoft.com/office/drawing/2014/main" id="{E2AF07E0-846F-DA6A-9880-78741E4C8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2" name="Freeform 1007">
              <a:extLst>
                <a:ext uri="{FF2B5EF4-FFF2-40B4-BE49-F238E27FC236}">
                  <a16:creationId xmlns:a16="http://schemas.microsoft.com/office/drawing/2014/main" id="{202B92B9-8F5E-36A8-E30E-BC24EBE2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3926 w 2982"/>
                <a:gd name="T1" fmla="*/ 0 h 2442"/>
                <a:gd name="T2" fmla="*/ 0 w 2982"/>
                <a:gd name="T3" fmla="*/ 7246 h 2442"/>
                <a:gd name="T4" fmla="*/ 55703 w 2982"/>
                <a:gd name="T5" fmla="*/ 7246 h 2442"/>
                <a:gd name="T6" fmla="*/ 55703 w 2982"/>
                <a:gd name="T7" fmla="*/ 7246 h 2442"/>
                <a:gd name="T8" fmla="*/ 1392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673" name="Picture 1008" descr="screen">
              <a:extLst>
                <a:ext uri="{FF2B5EF4-FFF2-40B4-BE49-F238E27FC236}">
                  <a16:creationId xmlns:a16="http://schemas.microsoft.com/office/drawing/2014/main" id="{4AB5A8FF-7341-D60C-105B-EE6AF14F0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4" name="Freeform 1009">
              <a:extLst>
                <a:ext uri="{FF2B5EF4-FFF2-40B4-BE49-F238E27FC236}">
                  <a16:creationId xmlns:a16="http://schemas.microsoft.com/office/drawing/2014/main" id="{248D71DA-40FD-8F59-47D1-D975310CC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3918 w 2528"/>
                <a:gd name="T1" fmla="*/ 0 h 455"/>
                <a:gd name="T2" fmla="*/ 55671 w 2528"/>
                <a:gd name="T3" fmla="*/ 7236 h 455"/>
                <a:gd name="T4" fmla="*/ 55671 w 2528"/>
                <a:gd name="T5" fmla="*/ 7236 h 455"/>
                <a:gd name="T6" fmla="*/ 0 w 2528"/>
                <a:gd name="T7" fmla="*/ 7236 h 455"/>
                <a:gd name="T8" fmla="*/ 139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5" name="Freeform 1010">
              <a:extLst>
                <a:ext uri="{FF2B5EF4-FFF2-40B4-BE49-F238E27FC236}">
                  <a16:creationId xmlns:a16="http://schemas.microsoft.com/office/drawing/2014/main" id="{90DB1E18-E069-B9C5-32E5-446CC0D4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3913 w 702"/>
                <a:gd name="T1" fmla="*/ 0 h 1893"/>
                <a:gd name="T2" fmla="*/ 0 w 702"/>
                <a:gd name="T3" fmla="*/ 7240 h 1893"/>
                <a:gd name="T4" fmla="*/ 13913 w 702"/>
                <a:gd name="T5" fmla="*/ 7240 h 1893"/>
                <a:gd name="T6" fmla="*/ 13913 w 702"/>
                <a:gd name="T7" fmla="*/ 7240 h 1893"/>
                <a:gd name="T8" fmla="*/ 13913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6" name="Freeform 1011">
              <a:extLst>
                <a:ext uri="{FF2B5EF4-FFF2-40B4-BE49-F238E27FC236}">
                  <a16:creationId xmlns:a16="http://schemas.microsoft.com/office/drawing/2014/main" id="{FDCF371F-63BF-7E35-2455-CCEFA6A5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3922 w 756"/>
                <a:gd name="T1" fmla="*/ 0 h 2184"/>
                <a:gd name="T2" fmla="*/ 13922 w 756"/>
                <a:gd name="T3" fmla="*/ 7244 h 2184"/>
                <a:gd name="T4" fmla="*/ 0 w 756"/>
                <a:gd name="T5" fmla="*/ 7244 h 2184"/>
                <a:gd name="T6" fmla="*/ 13922 w 756"/>
                <a:gd name="T7" fmla="*/ 7244 h 2184"/>
                <a:gd name="T8" fmla="*/ 13922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7" name="Freeform 1012">
              <a:extLst>
                <a:ext uri="{FF2B5EF4-FFF2-40B4-BE49-F238E27FC236}">
                  <a16:creationId xmlns:a16="http://schemas.microsoft.com/office/drawing/2014/main" id="{5A9551AF-29B7-E7DE-726B-701DA5FD7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3923 w 2773"/>
                <a:gd name="T1" fmla="*/ 0 h 738"/>
                <a:gd name="T2" fmla="*/ 0 w 2773"/>
                <a:gd name="T3" fmla="*/ 7236 h 738"/>
                <a:gd name="T4" fmla="*/ 55691 w 2773"/>
                <a:gd name="T5" fmla="*/ 7236 h 738"/>
                <a:gd name="T6" fmla="*/ 55691 w 2773"/>
                <a:gd name="T7" fmla="*/ 7236 h 738"/>
                <a:gd name="T8" fmla="*/ 13923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8" name="Freeform 1013">
              <a:extLst>
                <a:ext uri="{FF2B5EF4-FFF2-40B4-BE49-F238E27FC236}">
                  <a16:creationId xmlns:a16="http://schemas.microsoft.com/office/drawing/2014/main" id="{32AFED53-9064-26A5-A222-86E08809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51546 w 637"/>
                <a:gd name="T1" fmla="*/ 0 h 1659"/>
                <a:gd name="T2" fmla="*/ 51546 w 637"/>
                <a:gd name="T3" fmla="*/ 0 h 1659"/>
                <a:gd name="T4" fmla="*/ 17182 w 637"/>
                <a:gd name="T5" fmla="*/ 266562 h 1659"/>
                <a:gd name="T6" fmla="*/ 0 w 637"/>
                <a:gd name="T7" fmla="*/ 266562 h 1659"/>
                <a:gd name="T8" fmla="*/ 515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9" name="Freeform 1014">
              <a:extLst>
                <a:ext uri="{FF2B5EF4-FFF2-40B4-BE49-F238E27FC236}">
                  <a16:creationId xmlns:a16="http://schemas.microsoft.com/office/drawing/2014/main" id="{07EDBFE1-2238-6FDF-64E3-D6A447345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7200 w 2216"/>
                <a:gd name="T3" fmla="*/ 12746 h 550"/>
                <a:gd name="T4" fmla="*/ 224130 w 2216"/>
                <a:gd name="T5" fmla="*/ 89112 h 550"/>
                <a:gd name="T6" fmla="*/ 224130 w 2216"/>
                <a:gd name="T7" fmla="*/ 7636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680" name="Group 1015">
              <a:extLst>
                <a:ext uri="{FF2B5EF4-FFF2-40B4-BE49-F238E27FC236}">
                  <a16:creationId xmlns:a16="http://schemas.microsoft.com/office/drawing/2014/main" id="{F907268D-99AD-5EB4-EB31-7E8D9665C9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6065" name="Freeform 1016">
                <a:extLst>
                  <a:ext uri="{FF2B5EF4-FFF2-40B4-BE49-F238E27FC236}">
                    <a16:creationId xmlns:a16="http://schemas.microsoft.com/office/drawing/2014/main" id="{130BA21C-77CF-D313-1BEC-C1FF84B3D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6" name="Freeform 1017">
                <a:extLst>
                  <a:ext uri="{FF2B5EF4-FFF2-40B4-BE49-F238E27FC236}">
                    <a16:creationId xmlns:a16="http://schemas.microsoft.com/office/drawing/2014/main" id="{CB8F9E42-302A-B0DD-D88A-A1A1607B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7" name="Freeform 1018">
                <a:extLst>
                  <a:ext uri="{FF2B5EF4-FFF2-40B4-BE49-F238E27FC236}">
                    <a16:creationId xmlns:a16="http://schemas.microsoft.com/office/drawing/2014/main" id="{19D78B03-F3B3-07BD-6826-CDDEF79F5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8" name="Freeform 1019">
                <a:extLst>
                  <a:ext uri="{FF2B5EF4-FFF2-40B4-BE49-F238E27FC236}">
                    <a16:creationId xmlns:a16="http://schemas.microsoft.com/office/drawing/2014/main" id="{64BE13E0-C9B3-9AFF-DA8A-1E2328AD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9" name="Freeform 1020">
                <a:extLst>
                  <a:ext uri="{FF2B5EF4-FFF2-40B4-BE49-F238E27FC236}">
                    <a16:creationId xmlns:a16="http://schemas.microsoft.com/office/drawing/2014/main" id="{B901B83E-9DF2-EE94-FDFD-05556E917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70" name="Freeform 1021">
                <a:extLst>
                  <a:ext uri="{FF2B5EF4-FFF2-40B4-BE49-F238E27FC236}">
                    <a16:creationId xmlns:a16="http://schemas.microsoft.com/office/drawing/2014/main" id="{62F9F1A7-7127-E791-4B0A-DB2CBC506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681" name="Freeform 1022">
              <a:extLst>
                <a:ext uri="{FF2B5EF4-FFF2-40B4-BE49-F238E27FC236}">
                  <a16:creationId xmlns:a16="http://schemas.microsoft.com/office/drawing/2014/main" id="{E11C2EE0-667A-F771-4D8F-CF489C95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4615 w 990"/>
                <a:gd name="T1" fmla="*/ 31373 h 792"/>
                <a:gd name="T2" fmla="*/ 29230 w 990"/>
                <a:gd name="T3" fmla="*/ 0 h 792"/>
                <a:gd name="T4" fmla="*/ 29230 w 990"/>
                <a:gd name="T5" fmla="*/ 10424 h 792"/>
                <a:gd name="T6" fmla="*/ 0 w 990"/>
                <a:gd name="T7" fmla="*/ 31373 h 792"/>
                <a:gd name="T8" fmla="*/ 14615 w 990"/>
                <a:gd name="T9" fmla="*/ 31373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2" name="Freeform 1023">
              <a:extLst>
                <a:ext uri="{FF2B5EF4-FFF2-40B4-BE49-F238E27FC236}">
                  <a16:creationId xmlns:a16="http://schemas.microsoft.com/office/drawing/2014/main" id="{884C2C41-A268-0FE3-CA26-D2DEEFC9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4621 w 2532"/>
                <a:gd name="T1" fmla="*/ 0 h 723"/>
                <a:gd name="T2" fmla="*/ 14621 w 2532"/>
                <a:gd name="T3" fmla="*/ 0 h 723"/>
                <a:gd name="T4" fmla="*/ 87606 w 2532"/>
                <a:gd name="T5" fmla="*/ 31256 h 723"/>
                <a:gd name="T6" fmla="*/ 87606 w 2532"/>
                <a:gd name="T7" fmla="*/ 31256 h 723"/>
                <a:gd name="T8" fmla="*/ 0 w 2532"/>
                <a:gd name="T9" fmla="*/ 10419 h 723"/>
                <a:gd name="T10" fmla="*/ 146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3" name="Freeform 1024">
              <a:extLst>
                <a:ext uri="{FF2B5EF4-FFF2-40B4-BE49-F238E27FC236}">
                  <a16:creationId xmlns:a16="http://schemas.microsoft.com/office/drawing/2014/main" id="{1D81B5C3-277C-383A-5FF4-BDE6AC4B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6173 w 26"/>
                <a:gd name="T1" fmla="*/ 10380 h 147"/>
                <a:gd name="T2" fmla="*/ 16173 w 26"/>
                <a:gd name="T3" fmla="*/ 10380 h 147"/>
                <a:gd name="T4" fmla="*/ 0 w 26"/>
                <a:gd name="T5" fmla="*/ 10380 h 147"/>
                <a:gd name="T6" fmla="*/ 16173 w 26"/>
                <a:gd name="T7" fmla="*/ 0 h 147"/>
                <a:gd name="T8" fmla="*/ 16173 w 26"/>
                <a:gd name="T9" fmla="*/ 1038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4" name="Freeform 1025">
              <a:extLst>
                <a:ext uri="{FF2B5EF4-FFF2-40B4-BE49-F238E27FC236}">
                  <a16:creationId xmlns:a16="http://schemas.microsoft.com/office/drawing/2014/main" id="{F67DFB5D-6FAB-5233-EB29-B7D7712C7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9256 w 1176"/>
                <a:gd name="T1" fmla="*/ 0 h 606"/>
                <a:gd name="T2" fmla="*/ 0 w 1176"/>
                <a:gd name="T3" fmla="*/ 20832 h 606"/>
                <a:gd name="T4" fmla="*/ 14628 w 1176"/>
                <a:gd name="T5" fmla="*/ 20832 h 606"/>
                <a:gd name="T6" fmla="*/ 29256 w 1176"/>
                <a:gd name="T7" fmla="*/ 10416 h 606"/>
                <a:gd name="T8" fmla="*/ 2925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5" name="Freeform 1026">
              <a:extLst>
                <a:ext uri="{FF2B5EF4-FFF2-40B4-BE49-F238E27FC236}">
                  <a16:creationId xmlns:a16="http://schemas.microsoft.com/office/drawing/2014/main" id="{64E44039-49ED-09B3-6732-AF005F73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3180 w 2532"/>
                <a:gd name="T1" fmla="*/ 0 h 723"/>
                <a:gd name="T2" fmla="*/ 13180 w 2532"/>
                <a:gd name="T3" fmla="*/ 0 h 723"/>
                <a:gd name="T4" fmla="*/ 26245 w 2532"/>
                <a:gd name="T5" fmla="*/ 9626 h 723"/>
                <a:gd name="T6" fmla="*/ 26245 w 2532"/>
                <a:gd name="T7" fmla="*/ 9626 h 723"/>
                <a:gd name="T8" fmla="*/ 0 w 2532"/>
                <a:gd name="T9" fmla="*/ 9626 h 723"/>
                <a:gd name="T10" fmla="*/ 1318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6" name="Freeform 1027">
              <a:extLst>
                <a:ext uri="{FF2B5EF4-FFF2-40B4-BE49-F238E27FC236}">
                  <a16:creationId xmlns:a16="http://schemas.microsoft.com/office/drawing/2014/main" id="{37FC6CC1-9368-826D-3DCB-9820A39B32B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1021 h 723"/>
                <a:gd name="T6" fmla="*/ 0 w 2532"/>
                <a:gd name="T7" fmla="*/ 31021 h 723"/>
                <a:gd name="T8" fmla="*/ 0 w 2532"/>
                <a:gd name="T9" fmla="*/ 1037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687" name="Picture 1030" descr="laptop_keyboard">
              <a:extLst>
                <a:ext uri="{FF2B5EF4-FFF2-40B4-BE49-F238E27FC236}">
                  <a16:creationId xmlns:a16="http://schemas.microsoft.com/office/drawing/2014/main" id="{6E2D6646-2C38-5475-459C-7726A611C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88" name="Freeform 1031">
              <a:extLst>
                <a:ext uri="{FF2B5EF4-FFF2-40B4-BE49-F238E27FC236}">
                  <a16:creationId xmlns:a16="http://schemas.microsoft.com/office/drawing/2014/main" id="{14AA978B-DE1A-0547-7FAB-E6C0B833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689" name="Picture 1032" descr="screen">
              <a:extLst>
                <a:ext uri="{FF2B5EF4-FFF2-40B4-BE49-F238E27FC236}">
                  <a16:creationId xmlns:a16="http://schemas.microsoft.com/office/drawing/2014/main" id="{79F41238-67FE-E298-62B3-E1DC12CB5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90" name="Freeform 1033">
              <a:extLst>
                <a:ext uri="{FF2B5EF4-FFF2-40B4-BE49-F238E27FC236}">
                  <a16:creationId xmlns:a16="http://schemas.microsoft.com/office/drawing/2014/main" id="{ED09F286-A5F1-ECD8-8E77-EE44F083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1" name="Freeform 1034">
              <a:extLst>
                <a:ext uri="{FF2B5EF4-FFF2-40B4-BE49-F238E27FC236}">
                  <a16:creationId xmlns:a16="http://schemas.microsoft.com/office/drawing/2014/main" id="{3149FEC1-79CF-19B6-3976-21A5590E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2" name="Freeform 1035">
              <a:extLst>
                <a:ext uri="{FF2B5EF4-FFF2-40B4-BE49-F238E27FC236}">
                  <a16:creationId xmlns:a16="http://schemas.microsoft.com/office/drawing/2014/main" id="{96B1CDF3-7CAE-E6E7-5795-8D449358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3" name="Freeform 1036">
              <a:extLst>
                <a:ext uri="{FF2B5EF4-FFF2-40B4-BE49-F238E27FC236}">
                  <a16:creationId xmlns:a16="http://schemas.microsoft.com/office/drawing/2014/main" id="{96B456F0-919B-19DB-80C5-EB028FB43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4" name="Freeform 1037">
              <a:extLst>
                <a:ext uri="{FF2B5EF4-FFF2-40B4-BE49-F238E27FC236}">
                  <a16:creationId xmlns:a16="http://schemas.microsoft.com/office/drawing/2014/main" id="{90AE519E-BCD3-F4F8-D462-724CA7AF6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5" name="Freeform 1038">
              <a:extLst>
                <a:ext uri="{FF2B5EF4-FFF2-40B4-BE49-F238E27FC236}">
                  <a16:creationId xmlns:a16="http://schemas.microsoft.com/office/drawing/2014/main" id="{58BA76EF-BBDB-923A-EB21-BA5547B3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696" name="Group 1039">
              <a:extLst>
                <a:ext uri="{FF2B5EF4-FFF2-40B4-BE49-F238E27FC236}">
                  <a16:creationId xmlns:a16="http://schemas.microsoft.com/office/drawing/2014/main" id="{2DAE4633-4CAD-34F2-CC5F-7EF72D174B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6059" name="Freeform 1040">
                <a:extLst>
                  <a:ext uri="{FF2B5EF4-FFF2-40B4-BE49-F238E27FC236}">
                    <a16:creationId xmlns:a16="http://schemas.microsoft.com/office/drawing/2014/main" id="{94F3E9E5-97CA-B840-FE38-7307C34B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0" name="Freeform 1041">
                <a:extLst>
                  <a:ext uri="{FF2B5EF4-FFF2-40B4-BE49-F238E27FC236}">
                    <a16:creationId xmlns:a16="http://schemas.microsoft.com/office/drawing/2014/main" id="{5F5ADB68-CD68-14E0-53F0-C3F11B807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1" name="Freeform 1042">
                <a:extLst>
                  <a:ext uri="{FF2B5EF4-FFF2-40B4-BE49-F238E27FC236}">
                    <a16:creationId xmlns:a16="http://schemas.microsoft.com/office/drawing/2014/main" id="{6B6E74C0-3BB8-DAEC-7E6A-05AD23871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2" name="Freeform 1043">
                <a:extLst>
                  <a:ext uri="{FF2B5EF4-FFF2-40B4-BE49-F238E27FC236}">
                    <a16:creationId xmlns:a16="http://schemas.microsoft.com/office/drawing/2014/main" id="{B42CF20F-977F-560F-8274-8CE0CA17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3" name="Freeform 1044">
                <a:extLst>
                  <a:ext uri="{FF2B5EF4-FFF2-40B4-BE49-F238E27FC236}">
                    <a16:creationId xmlns:a16="http://schemas.microsoft.com/office/drawing/2014/main" id="{D1F7E383-D873-2131-E733-E356EBC9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64" name="Freeform 1045">
                <a:extLst>
                  <a:ext uri="{FF2B5EF4-FFF2-40B4-BE49-F238E27FC236}">
                    <a16:creationId xmlns:a16="http://schemas.microsoft.com/office/drawing/2014/main" id="{A4398C68-5305-4FC3-C84C-6CEAA5F01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697" name="Freeform 1046">
              <a:extLst>
                <a:ext uri="{FF2B5EF4-FFF2-40B4-BE49-F238E27FC236}">
                  <a16:creationId xmlns:a16="http://schemas.microsoft.com/office/drawing/2014/main" id="{B040EE86-C738-2E0E-4927-9F416DCD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8" name="Freeform 1047">
              <a:extLst>
                <a:ext uri="{FF2B5EF4-FFF2-40B4-BE49-F238E27FC236}">
                  <a16:creationId xmlns:a16="http://schemas.microsoft.com/office/drawing/2014/main" id="{8CE00B25-6474-1248-C5A0-486D8E92C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9" name="Freeform 1048">
              <a:extLst>
                <a:ext uri="{FF2B5EF4-FFF2-40B4-BE49-F238E27FC236}">
                  <a16:creationId xmlns:a16="http://schemas.microsoft.com/office/drawing/2014/main" id="{9AAE08C6-66DC-A752-33AC-5346BE04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00" name="Freeform 1049">
              <a:extLst>
                <a:ext uri="{FF2B5EF4-FFF2-40B4-BE49-F238E27FC236}">
                  <a16:creationId xmlns:a16="http://schemas.microsoft.com/office/drawing/2014/main" id="{2232DBB1-4328-8241-FD87-5BFE6676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01" name="Freeform 1050">
              <a:extLst>
                <a:ext uri="{FF2B5EF4-FFF2-40B4-BE49-F238E27FC236}">
                  <a16:creationId xmlns:a16="http://schemas.microsoft.com/office/drawing/2014/main" id="{B055C48F-7B06-CFDF-DD5A-CE4595EA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02" name="Freeform 1051">
              <a:extLst>
                <a:ext uri="{FF2B5EF4-FFF2-40B4-BE49-F238E27FC236}">
                  <a16:creationId xmlns:a16="http://schemas.microsoft.com/office/drawing/2014/main" id="{E02CA837-8669-0DDD-C0C7-CDDC74C4025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703" name="Group 2">
              <a:extLst>
                <a:ext uri="{FF2B5EF4-FFF2-40B4-BE49-F238E27FC236}">
                  <a16:creationId xmlns:a16="http://schemas.microsoft.com/office/drawing/2014/main" id="{6E561ACB-DC97-9430-BE34-B3DCF864D8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6037" name="Picture 1054" descr="laptop_keyboard">
                <a:extLst>
                  <a:ext uri="{FF2B5EF4-FFF2-40B4-BE49-F238E27FC236}">
                    <a16:creationId xmlns:a16="http://schemas.microsoft.com/office/drawing/2014/main" id="{887367B7-81CF-9327-5A2A-2405E2265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38" name="Freeform 1055">
                <a:extLst>
                  <a:ext uri="{FF2B5EF4-FFF2-40B4-BE49-F238E27FC236}">
                    <a16:creationId xmlns:a16="http://schemas.microsoft.com/office/drawing/2014/main" id="{97E7E074-9A9C-F951-C89F-C2B247D60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6 w 2982"/>
                  <a:gd name="T1" fmla="*/ 0 h 2442"/>
                  <a:gd name="T2" fmla="*/ 0 w 2982"/>
                  <a:gd name="T3" fmla="*/ 2147483646 h 2442"/>
                  <a:gd name="T4" fmla="*/ 2147483646 w 2982"/>
                  <a:gd name="T5" fmla="*/ 2147483646 h 2442"/>
                  <a:gd name="T6" fmla="*/ 2147483646 w 2982"/>
                  <a:gd name="T7" fmla="*/ 2147483646 h 2442"/>
                  <a:gd name="T8" fmla="*/ 2147483646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26039" name="Picture 1056" descr="screen">
                <a:extLst>
                  <a:ext uri="{FF2B5EF4-FFF2-40B4-BE49-F238E27FC236}">
                    <a16:creationId xmlns:a16="http://schemas.microsoft.com/office/drawing/2014/main" id="{A459D916-1229-2386-2498-E221D080C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40" name="Freeform 1057">
                <a:extLst>
                  <a:ext uri="{FF2B5EF4-FFF2-40B4-BE49-F238E27FC236}">
                    <a16:creationId xmlns:a16="http://schemas.microsoft.com/office/drawing/2014/main" id="{072947B5-D2B2-278E-A365-5DF503CF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6 w 2528"/>
                  <a:gd name="T1" fmla="*/ 0 h 455"/>
                  <a:gd name="T2" fmla="*/ 2147483646 w 2528"/>
                  <a:gd name="T3" fmla="*/ 2147483646 h 455"/>
                  <a:gd name="T4" fmla="*/ 2147483646 w 2528"/>
                  <a:gd name="T5" fmla="*/ 2147483646 h 455"/>
                  <a:gd name="T6" fmla="*/ 0 w 2528"/>
                  <a:gd name="T7" fmla="*/ 2147483646 h 455"/>
                  <a:gd name="T8" fmla="*/ 2147483646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1" name="Freeform 1058">
                <a:extLst>
                  <a:ext uri="{FF2B5EF4-FFF2-40B4-BE49-F238E27FC236}">
                    <a16:creationId xmlns:a16="http://schemas.microsoft.com/office/drawing/2014/main" id="{B5AD4703-6511-BDF7-F0BC-91C1126E6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6 w 702"/>
                  <a:gd name="T1" fmla="*/ 0 h 1893"/>
                  <a:gd name="T2" fmla="*/ 0 w 702"/>
                  <a:gd name="T3" fmla="*/ 2147483646 h 1893"/>
                  <a:gd name="T4" fmla="*/ 2147483646 w 702"/>
                  <a:gd name="T5" fmla="*/ 2147483646 h 1893"/>
                  <a:gd name="T6" fmla="*/ 2147483646 w 702"/>
                  <a:gd name="T7" fmla="*/ 2147483646 h 1893"/>
                  <a:gd name="T8" fmla="*/ 214748364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2" name="Freeform 1059">
                <a:extLst>
                  <a:ext uri="{FF2B5EF4-FFF2-40B4-BE49-F238E27FC236}">
                    <a16:creationId xmlns:a16="http://schemas.microsoft.com/office/drawing/2014/main" id="{51F62133-543D-A527-E48D-590C956F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6 w 756"/>
                  <a:gd name="T1" fmla="*/ 0 h 2184"/>
                  <a:gd name="T2" fmla="*/ 2147483646 w 756"/>
                  <a:gd name="T3" fmla="*/ 2147483646 h 2184"/>
                  <a:gd name="T4" fmla="*/ 0 w 756"/>
                  <a:gd name="T5" fmla="*/ 2147483646 h 2184"/>
                  <a:gd name="T6" fmla="*/ 2147483646 w 756"/>
                  <a:gd name="T7" fmla="*/ 2147483646 h 2184"/>
                  <a:gd name="T8" fmla="*/ 2147483646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3" name="Freeform 1060">
                <a:extLst>
                  <a:ext uri="{FF2B5EF4-FFF2-40B4-BE49-F238E27FC236}">
                    <a16:creationId xmlns:a16="http://schemas.microsoft.com/office/drawing/2014/main" id="{DDB09404-6FB8-E42B-835D-2A4491E6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6 w 2773"/>
                  <a:gd name="T1" fmla="*/ 0 h 738"/>
                  <a:gd name="T2" fmla="*/ 0 w 2773"/>
                  <a:gd name="T3" fmla="*/ 2147483646 h 738"/>
                  <a:gd name="T4" fmla="*/ 2147483646 w 2773"/>
                  <a:gd name="T5" fmla="*/ 2147483646 h 738"/>
                  <a:gd name="T6" fmla="*/ 2147483646 w 2773"/>
                  <a:gd name="T7" fmla="*/ 2147483646 h 738"/>
                  <a:gd name="T8" fmla="*/ 2147483646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4" name="Freeform 1061">
                <a:extLst>
                  <a:ext uri="{FF2B5EF4-FFF2-40B4-BE49-F238E27FC236}">
                    <a16:creationId xmlns:a16="http://schemas.microsoft.com/office/drawing/2014/main" id="{D359ECEA-3E63-B03F-12A8-117831AB2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147483646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5" name="Freeform 1062">
                <a:extLst>
                  <a:ext uri="{FF2B5EF4-FFF2-40B4-BE49-F238E27FC236}">
                    <a16:creationId xmlns:a16="http://schemas.microsoft.com/office/drawing/2014/main" id="{D3562209-A41B-9207-31D2-D5D32652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6 w 2216"/>
                  <a:gd name="T3" fmla="*/ 2147483646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046" name="Group 1063">
                <a:extLst>
                  <a:ext uri="{FF2B5EF4-FFF2-40B4-BE49-F238E27FC236}">
                    <a16:creationId xmlns:a16="http://schemas.microsoft.com/office/drawing/2014/main" id="{83A51AED-32F4-89A1-CEDF-F8598F427C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6053" name="Freeform 1064">
                  <a:extLst>
                    <a:ext uri="{FF2B5EF4-FFF2-40B4-BE49-F238E27FC236}">
                      <a16:creationId xmlns:a16="http://schemas.microsoft.com/office/drawing/2014/main" id="{BA6F5976-BD19-6DE4-6D60-478CB0FAC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54" name="Freeform 1065">
                  <a:extLst>
                    <a:ext uri="{FF2B5EF4-FFF2-40B4-BE49-F238E27FC236}">
                      <a16:creationId xmlns:a16="http://schemas.microsoft.com/office/drawing/2014/main" id="{99D99C36-36A8-F35F-6B0F-DC33E3647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55" name="Freeform 1066">
                  <a:extLst>
                    <a:ext uri="{FF2B5EF4-FFF2-40B4-BE49-F238E27FC236}">
                      <a16:creationId xmlns:a16="http://schemas.microsoft.com/office/drawing/2014/main" id="{7FB9DF56-EF3B-5B82-1E05-2DDE43C47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56" name="Freeform 1067">
                  <a:extLst>
                    <a:ext uri="{FF2B5EF4-FFF2-40B4-BE49-F238E27FC236}">
                      <a16:creationId xmlns:a16="http://schemas.microsoft.com/office/drawing/2014/main" id="{A1BBD8FB-D537-2337-A100-CF44030FD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57" name="Freeform 1068">
                  <a:extLst>
                    <a:ext uri="{FF2B5EF4-FFF2-40B4-BE49-F238E27FC236}">
                      <a16:creationId xmlns:a16="http://schemas.microsoft.com/office/drawing/2014/main" id="{CC5DA940-CABA-590A-59CB-04CE8D390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58" name="Freeform 1069">
                  <a:extLst>
                    <a:ext uri="{FF2B5EF4-FFF2-40B4-BE49-F238E27FC236}">
                      <a16:creationId xmlns:a16="http://schemas.microsoft.com/office/drawing/2014/main" id="{C49367C7-1C89-3D55-AFED-0963E40F2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47" name="Freeform 1070">
                <a:extLst>
                  <a:ext uri="{FF2B5EF4-FFF2-40B4-BE49-F238E27FC236}">
                    <a16:creationId xmlns:a16="http://schemas.microsoft.com/office/drawing/2014/main" id="{D0FB873D-F740-92D6-B731-4756CDD62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6 w 990"/>
                  <a:gd name="T1" fmla="*/ 2147483646 h 792"/>
                  <a:gd name="T2" fmla="*/ 2147483646 w 990"/>
                  <a:gd name="T3" fmla="*/ 0 h 792"/>
                  <a:gd name="T4" fmla="*/ 2147483646 w 990"/>
                  <a:gd name="T5" fmla="*/ 2147483646 h 792"/>
                  <a:gd name="T6" fmla="*/ 0 w 990"/>
                  <a:gd name="T7" fmla="*/ 2147483646 h 792"/>
                  <a:gd name="T8" fmla="*/ 2147483646 w 990"/>
                  <a:gd name="T9" fmla="*/ 214748364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8" name="Freeform 1071">
                <a:extLst>
                  <a:ext uri="{FF2B5EF4-FFF2-40B4-BE49-F238E27FC236}">
                    <a16:creationId xmlns:a16="http://schemas.microsoft.com/office/drawing/2014/main" id="{99C93BE5-0B9F-9373-BD2E-666AB61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49" name="Freeform 1072">
                <a:extLst>
                  <a:ext uri="{FF2B5EF4-FFF2-40B4-BE49-F238E27FC236}">
                    <a16:creationId xmlns:a16="http://schemas.microsoft.com/office/drawing/2014/main" id="{1950A37C-2A0B-202F-3567-4BEAC5AD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6 w 26"/>
                  <a:gd name="T1" fmla="*/ 2147483646 h 147"/>
                  <a:gd name="T2" fmla="*/ 2147483646 w 26"/>
                  <a:gd name="T3" fmla="*/ 2147483646 h 147"/>
                  <a:gd name="T4" fmla="*/ 0 w 26"/>
                  <a:gd name="T5" fmla="*/ 2147483646 h 147"/>
                  <a:gd name="T6" fmla="*/ 2147483646 w 26"/>
                  <a:gd name="T7" fmla="*/ 0 h 147"/>
                  <a:gd name="T8" fmla="*/ 2147483646 w 26"/>
                  <a:gd name="T9" fmla="*/ 214748364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50" name="Freeform 1073">
                <a:extLst>
                  <a:ext uri="{FF2B5EF4-FFF2-40B4-BE49-F238E27FC236}">
                    <a16:creationId xmlns:a16="http://schemas.microsoft.com/office/drawing/2014/main" id="{F706D90F-F6D8-C626-4F38-B812CF3E2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6 w 1176"/>
                  <a:gd name="T1" fmla="*/ 0 h 606"/>
                  <a:gd name="T2" fmla="*/ 0 w 1176"/>
                  <a:gd name="T3" fmla="*/ 2147483646 h 606"/>
                  <a:gd name="T4" fmla="*/ 2147483646 w 1176"/>
                  <a:gd name="T5" fmla="*/ 2147483646 h 606"/>
                  <a:gd name="T6" fmla="*/ 2147483646 w 1176"/>
                  <a:gd name="T7" fmla="*/ 2147483646 h 606"/>
                  <a:gd name="T8" fmla="*/ 214748364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51" name="Freeform 1074">
                <a:extLst>
                  <a:ext uri="{FF2B5EF4-FFF2-40B4-BE49-F238E27FC236}">
                    <a16:creationId xmlns:a16="http://schemas.microsoft.com/office/drawing/2014/main" id="{EF47D5A8-663F-D3FD-285C-FC892F2C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52" name="Freeform 1075">
                <a:extLst>
                  <a:ext uri="{FF2B5EF4-FFF2-40B4-BE49-F238E27FC236}">
                    <a16:creationId xmlns:a16="http://schemas.microsoft.com/office/drawing/2014/main" id="{3A955816-4CEF-3036-DA1E-05493BC2BBC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25704" name="Picture 1077" descr="desktop_computer_stylized_medium">
              <a:extLst>
                <a:ext uri="{FF2B5EF4-FFF2-40B4-BE49-F238E27FC236}">
                  <a16:creationId xmlns:a16="http://schemas.microsoft.com/office/drawing/2014/main" id="{D44CA3D8-2887-AAF4-3688-DC1FD9C15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5" name="Freeform 1078">
              <a:extLst>
                <a:ext uri="{FF2B5EF4-FFF2-40B4-BE49-F238E27FC236}">
                  <a16:creationId xmlns:a16="http://schemas.microsoft.com/office/drawing/2014/main" id="{A7265A6C-F999-8098-0D60-F08E02FEC4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61881300 w 356"/>
                <a:gd name="T3" fmla="*/ 2436089 h 368"/>
                <a:gd name="T4" fmla="*/ 73432694 w 356"/>
                <a:gd name="T5" fmla="*/ 51157459 h 368"/>
                <a:gd name="T6" fmla="*/ 16089020 w 356"/>
                <a:gd name="T7" fmla="*/ 64033693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pic>
          <p:nvPicPr>
            <p:cNvPr id="25706" name="Picture 1081" descr="laptop_keyboard">
              <a:extLst>
                <a:ext uri="{FF2B5EF4-FFF2-40B4-BE49-F238E27FC236}">
                  <a16:creationId xmlns:a16="http://schemas.microsoft.com/office/drawing/2014/main" id="{04D1DCF6-A3A4-3DBB-58B6-F24957E28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7" name="Freeform 1082">
              <a:extLst>
                <a:ext uri="{FF2B5EF4-FFF2-40B4-BE49-F238E27FC236}">
                  <a16:creationId xmlns:a16="http://schemas.microsoft.com/office/drawing/2014/main" id="{1C004818-FECD-BE55-BF53-4930003F2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5708" name="Picture 1083" descr="screen">
              <a:extLst>
                <a:ext uri="{FF2B5EF4-FFF2-40B4-BE49-F238E27FC236}">
                  <a16:creationId xmlns:a16="http://schemas.microsoft.com/office/drawing/2014/main" id="{71D5B421-1D30-3455-5ED3-DA0FDD9E10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9" name="Freeform 1084">
              <a:extLst>
                <a:ext uri="{FF2B5EF4-FFF2-40B4-BE49-F238E27FC236}">
                  <a16:creationId xmlns:a16="http://schemas.microsoft.com/office/drawing/2014/main" id="{01BB64A0-A9CE-DB70-B717-B80E792F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0" name="Freeform 1085">
              <a:extLst>
                <a:ext uri="{FF2B5EF4-FFF2-40B4-BE49-F238E27FC236}">
                  <a16:creationId xmlns:a16="http://schemas.microsoft.com/office/drawing/2014/main" id="{5FA47DD4-6EE8-50E1-1CF8-713A9C2D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1" name="Freeform 1086">
              <a:extLst>
                <a:ext uri="{FF2B5EF4-FFF2-40B4-BE49-F238E27FC236}">
                  <a16:creationId xmlns:a16="http://schemas.microsoft.com/office/drawing/2014/main" id="{17302A0A-DEA4-F94A-BE6C-6DAAB3DCA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2" name="Freeform 1087">
              <a:extLst>
                <a:ext uri="{FF2B5EF4-FFF2-40B4-BE49-F238E27FC236}">
                  <a16:creationId xmlns:a16="http://schemas.microsoft.com/office/drawing/2014/main" id="{36480854-F109-9782-DC91-EDDA03E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3" name="Freeform 1088">
              <a:extLst>
                <a:ext uri="{FF2B5EF4-FFF2-40B4-BE49-F238E27FC236}">
                  <a16:creationId xmlns:a16="http://schemas.microsoft.com/office/drawing/2014/main" id="{2BE10ABB-FD16-8E2D-A8C5-80055640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4" name="Freeform 1089">
              <a:extLst>
                <a:ext uri="{FF2B5EF4-FFF2-40B4-BE49-F238E27FC236}">
                  <a16:creationId xmlns:a16="http://schemas.microsoft.com/office/drawing/2014/main" id="{A0599553-B848-E816-465B-F0BF65D5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715" name="Group 1090">
              <a:extLst>
                <a:ext uri="{FF2B5EF4-FFF2-40B4-BE49-F238E27FC236}">
                  <a16:creationId xmlns:a16="http://schemas.microsoft.com/office/drawing/2014/main" id="{71D02FEC-E707-3739-4D60-856D3047A8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6031" name="Freeform 1091">
                <a:extLst>
                  <a:ext uri="{FF2B5EF4-FFF2-40B4-BE49-F238E27FC236}">
                    <a16:creationId xmlns:a16="http://schemas.microsoft.com/office/drawing/2014/main" id="{B602BF01-25A5-7C1A-009F-006C4DE44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2" name="Freeform 1092">
                <a:extLst>
                  <a:ext uri="{FF2B5EF4-FFF2-40B4-BE49-F238E27FC236}">
                    <a16:creationId xmlns:a16="http://schemas.microsoft.com/office/drawing/2014/main" id="{C1C308B3-CC1F-317B-CD75-B16E0831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3" name="Freeform 1093">
                <a:extLst>
                  <a:ext uri="{FF2B5EF4-FFF2-40B4-BE49-F238E27FC236}">
                    <a16:creationId xmlns:a16="http://schemas.microsoft.com/office/drawing/2014/main" id="{D4625EAE-EC2E-86AA-4178-44603E8D4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4" name="Freeform 1094">
                <a:extLst>
                  <a:ext uri="{FF2B5EF4-FFF2-40B4-BE49-F238E27FC236}">
                    <a16:creationId xmlns:a16="http://schemas.microsoft.com/office/drawing/2014/main" id="{31E89278-7E8F-4CE7-4F2F-18D8694B4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5" name="Freeform 1095">
                <a:extLst>
                  <a:ext uri="{FF2B5EF4-FFF2-40B4-BE49-F238E27FC236}">
                    <a16:creationId xmlns:a16="http://schemas.microsoft.com/office/drawing/2014/main" id="{A9BBEC48-6286-6076-E2EA-B47397FD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6" name="Freeform 1096">
                <a:extLst>
                  <a:ext uri="{FF2B5EF4-FFF2-40B4-BE49-F238E27FC236}">
                    <a16:creationId xmlns:a16="http://schemas.microsoft.com/office/drawing/2014/main" id="{51F7E9F1-7B83-F4A3-3E68-528C9407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716" name="Freeform 1097">
              <a:extLst>
                <a:ext uri="{FF2B5EF4-FFF2-40B4-BE49-F238E27FC236}">
                  <a16:creationId xmlns:a16="http://schemas.microsoft.com/office/drawing/2014/main" id="{BB8F6E03-0CDC-4843-2245-AD265FB82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7" name="Freeform 1098">
              <a:extLst>
                <a:ext uri="{FF2B5EF4-FFF2-40B4-BE49-F238E27FC236}">
                  <a16:creationId xmlns:a16="http://schemas.microsoft.com/office/drawing/2014/main" id="{CF3D2277-62BE-FF84-1F62-501B95F1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8" name="Freeform 1099">
              <a:extLst>
                <a:ext uri="{FF2B5EF4-FFF2-40B4-BE49-F238E27FC236}">
                  <a16:creationId xmlns:a16="http://schemas.microsoft.com/office/drawing/2014/main" id="{064F7BFE-8DA4-F0E0-2295-6B73881E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19" name="Freeform 1100">
              <a:extLst>
                <a:ext uri="{FF2B5EF4-FFF2-40B4-BE49-F238E27FC236}">
                  <a16:creationId xmlns:a16="http://schemas.microsoft.com/office/drawing/2014/main" id="{379AB31E-7DBF-6193-3A61-90ABDCEF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20" name="Freeform 1101">
              <a:extLst>
                <a:ext uri="{FF2B5EF4-FFF2-40B4-BE49-F238E27FC236}">
                  <a16:creationId xmlns:a16="http://schemas.microsoft.com/office/drawing/2014/main" id="{21AB3889-E189-4F8F-1508-DB3DD8D4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21" name="Freeform 1102">
              <a:extLst>
                <a:ext uri="{FF2B5EF4-FFF2-40B4-BE49-F238E27FC236}">
                  <a16:creationId xmlns:a16="http://schemas.microsoft.com/office/drawing/2014/main" id="{B98619F3-97D7-2DA9-7E15-ECDA164536F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722" name="Group 1103">
              <a:extLst>
                <a:ext uri="{FF2B5EF4-FFF2-40B4-BE49-F238E27FC236}">
                  <a16:creationId xmlns:a16="http://schemas.microsoft.com/office/drawing/2014/main" id="{15C24942-0765-2978-9280-1796B863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6023" name="Oval 407">
                <a:extLst>
                  <a:ext uri="{FF2B5EF4-FFF2-40B4-BE49-F238E27FC236}">
                    <a16:creationId xmlns:a16="http://schemas.microsoft.com/office/drawing/2014/main" id="{D841D0BA-9C1E-FC40-871D-704DD962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24" name="Rectangle 410">
                <a:extLst>
                  <a:ext uri="{FF2B5EF4-FFF2-40B4-BE49-F238E27FC236}">
                    <a16:creationId xmlns:a16="http://schemas.microsoft.com/office/drawing/2014/main" id="{4072EBC0-857A-4628-1923-34C6E8703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25" name="Oval 411">
                <a:extLst>
                  <a:ext uri="{FF2B5EF4-FFF2-40B4-BE49-F238E27FC236}">
                    <a16:creationId xmlns:a16="http://schemas.microsoft.com/office/drawing/2014/main" id="{3BA9233E-0C83-E1D9-EE77-36722DFDC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26" name="Group 1107">
                <a:extLst>
                  <a:ext uri="{FF2B5EF4-FFF2-40B4-BE49-F238E27FC236}">
                    <a16:creationId xmlns:a16="http://schemas.microsoft.com/office/drawing/2014/main" id="{67E6B3DE-5074-1C34-E47E-5FFAA50979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9" name="Freeform 1108">
                  <a:extLst>
                    <a:ext uri="{FF2B5EF4-FFF2-40B4-BE49-F238E27FC236}">
                      <a16:creationId xmlns:a16="http://schemas.microsoft.com/office/drawing/2014/main" id="{47A1C687-384D-F84E-528F-0DF5B095A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0" name="Freeform 1109">
                  <a:extLst>
                    <a:ext uri="{FF2B5EF4-FFF2-40B4-BE49-F238E27FC236}">
                      <a16:creationId xmlns:a16="http://schemas.microsoft.com/office/drawing/2014/main" id="{E1581FB7-0271-7CC0-7431-55C53AE4C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27" name="Line 1110">
                <a:extLst>
                  <a:ext uri="{FF2B5EF4-FFF2-40B4-BE49-F238E27FC236}">
                    <a16:creationId xmlns:a16="http://schemas.microsoft.com/office/drawing/2014/main" id="{5EEF996D-FB1C-87CE-9121-B6D8DF4EA7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8" name="Line 1111">
                <a:extLst>
                  <a:ext uri="{FF2B5EF4-FFF2-40B4-BE49-F238E27FC236}">
                    <a16:creationId xmlns:a16="http://schemas.microsoft.com/office/drawing/2014/main" id="{3A9B71C8-7972-0CFA-5443-46B7A3998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23" name="Group 1112">
              <a:extLst>
                <a:ext uri="{FF2B5EF4-FFF2-40B4-BE49-F238E27FC236}">
                  <a16:creationId xmlns:a16="http://schemas.microsoft.com/office/drawing/2014/main" id="{E2CAEB49-B6FE-94C2-2874-F41F735568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6015" name="Oval 407">
                <a:extLst>
                  <a:ext uri="{FF2B5EF4-FFF2-40B4-BE49-F238E27FC236}">
                    <a16:creationId xmlns:a16="http://schemas.microsoft.com/office/drawing/2014/main" id="{E2B38126-90F2-4938-35CD-174AFF91E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6" name="Rectangle 410">
                <a:extLst>
                  <a:ext uri="{FF2B5EF4-FFF2-40B4-BE49-F238E27FC236}">
                    <a16:creationId xmlns:a16="http://schemas.microsoft.com/office/drawing/2014/main" id="{2983ED61-2D6F-1C86-4A99-6C7D9E88A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7" name="Oval 411">
                <a:extLst>
                  <a:ext uri="{FF2B5EF4-FFF2-40B4-BE49-F238E27FC236}">
                    <a16:creationId xmlns:a16="http://schemas.microsoft.com/office/drawing/2014/main" id="{CC141C64-1849-78F4-3BEB-BCA24BE7E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18" name="Group 1116">
                <a:extLst>
                  <a:ext uri="{FF2B5EF4-FFF2-40B4-BE49-F238E27FC236}">
                    <a16:creationId xmlns:a16="http://schemas.microsoft.com/office/drawing/2014/main" id="{29287F84-0F8C-8665-0404-8C9A483D4C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1" name="Freeform 1117">
                  <a:extLst>
                    <a:ext uri="{FF2B5EF4-FFF2-40B4-BE49-F238E27FC236}">
                      <a16:creationId xmlns:a16="http://schemas.microsoft.com/office/drawing/2014/main" id="{4880435E-6371-1A21-4C78-E06C05254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2" name="Freeform 1118">
                  <a:extLst>
                    <a:ext uri="{FF2B5EF4-FFF2-40B4-BE49-F238E27FC236}">
                      <a16:creationId xmlns:a16="http://schemas.microsoft.com/office/drawing/2014/main" id="{2A5CACD8-9516-162F-C2FB-0069160D4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19" name="Line 1119">
                <a:extLst>
                  <a:ext uri="{FF2B5EF4-FFF2-40B4-BE49-F238E27FC236}">
                    <a16:creationId xmlns:a16="http://schemas.microsoft.com/office/drawing/2014/main" id="{CD7AEE33-85FF-7243-96DB-5CE8FD1DD3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0" name="Line 1120">
                <a:extLst>
                  <a:ext uri="{FF2B5EF4-FFF2-40B4-BE49-F238E27FC236}">
                    <a16:creationId xmlns:a16="http://schemas.microsoft.com/office/drawing/2014/main" id="{D3E85EAE-1CFC-3C09-7288-8D2E3702E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24" name="Group 1121">
              <a:extLst>
                <a:ext uri="{FF2B5EF4-FFF2-40B4-BE49-F238E27FC236}">
                  <a16:creationId xmlns:a16="http://schemas.microsoft.com/office/drawing/2014/main" id="{DE919003-6F0A-3719-8297-6CD96FE4BE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6007" name="Oval 407">
                <a:extLst>
                  <a:ext uri="{FF2B5EF4-FFF2-40B4-BE49-F238E27FC236}">
                    <a16:creationId xmlns:a16="http://schemas.microsoft.com/office/drawing/2014/main" id="{D5408618-47F1-7C50-D591-5D3EBF4D9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8" name="Rectangle 410">
                <a:extLst>
                  <a:ext uri="{FF2B5EF4-FFF2-40B4-BE49-F238E27FC236}">
                    <a16:creationId xmlns:a16="http://schemas.microsoft.com/office/drawing/2014/main" id="{F898F418-36D2-2155-1FA6-E8744CE60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9" name="Oval 411">
                <a:extLst>
                  <a:ext uri="{FF2B5EF4-FFF2-40B4-BE49-F238E27FC236}">
                    <a16:creationId xmlns:a16="http://schemas.microsoft.com/office/drawing/2014/main" id="{6BB80F94-32E0-3822-A2CC-47FDE898B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10" name="Group 1125">
                <a:extLst>
                  <a:ext uri="{FF2B5EF4-FFF2-40B4-BE49-F238E27FC236}">
                    <a16:creationId xmlns:a16="http://schemas.microsoft.com/office/drawing/2014/main" id="{616B48CE-DE80-87A4-F2FD-86420FC8D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13" name="Freeform 1126">
                  <a:extLst>
                    <a:ext uri="{FF2B5EF4-FFF2-40B4-BE49-F238E27FC236}">
                      <a16:creationId xmlns:a16="http://schemas.microsoft.com/office/drawing/2014/main" id="{C7D99DD4-4FD9-F494-569A-36C3C5DC04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" name="Freeform 1127">
                  <a:extLst>
                    <a:ext uri="{FF2B5EF4-FFF2-40B4-BE49-F238E27FC236}">
                      <a16:creationId xmlns:a16="http://schemas.microsoft.com/office/drawing/2014/main" id="{3F89FE6D-1D7F-33B1-71ED-27561EA85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11" name="Line 1128">
                <a:extLst>
                  <a:ext uri="{FF2B5EF4-FFF2-40B4-BE49-F238E27FC236}">
                    <a16:creationId xmlns:a16="http://schemas.microsoft.com/office/drawing/2014/main" id="{E8BB678F-680F-CCA1-A2F0-1792726EE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" name="Line 1129">
                <a:extLst>
                  <a:ext uri="{FF2B5EF4-FFF2-40B4-BE49-F238E27FC236}">
                    <a16:creationId xmlns:a16="http://schemas.microsoft.com/office/drawing/2014/main" id="{74ECCB18-8BC6-F908-9829-0380CD09C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25" name="Group 1130">
              <a:extLst>
                <a:ext uri="{FF2B5EF4-FFF2-40B4-BE49-F238E27FC236}">
                  <a16:creationId xmlns:a16="http://schemas.microsoft.com/office/drawing/2014/main" id="{BE257BE7-701B-B219-E747-56E0DF25CB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5999" name="Oval 407">
                <a:extLst>
                  <a:ext uri="{FF2B5EF4-FFF2-40B4-BE49-F238E27FC236}">
                    <a16:creationId xmlns:a16="http://schemas.microsoft.com/office/drawing/2014/main" id="{C8CCB8A8-93A1-3D60-AFC3-45CECA6D1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0" name="Rectangle 410">
                <a:extLst>
                  <a:ext uri="{FF2B5EF4-FFF2-40B4-BE49-F238E27FC236}">
                    <a16:creationId xmlns:a16="http://schemas.microsoft.com/office/drawing/2014/main" id="{42E3E85C-AC27-F463-8CB7-59E4D6871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1" name="Oval 411">
                <a:extLst>
                  <a:ext uri="{FF2B5EF4-FFF2-40B4-BE49-F238E27FC236}">
                    <a16:creationId xmlns:a16="http://schemas.microsoft.com/office/drawing/2014/main" id="{92C9CC86-7118-65AD-117A-6BA092BE3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02" name="Group 1134">
                <a:extLst>
                  <a:ext uri="{FF2B5EF4-FFF2-40B4-BE49-F238E27FC236}">
                    <a16:creationId xmlns:a16="http://schemas.microsoft.com/office/drawing/2014/main" id="{9D2408EC-8130-E8F0-B7A1-A079CA13A0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05" name="Freeform 1135">
                  <a:extLst>
                    <a:ext uri="{FF2B5EF4-FFF2-40B4-BE49-F238E27FC236}">
                      <a16:creationId xmlns:a16="http://schemas.microsoft.com/office/drawing/2014/main" id="{E5F6B88F-5AEA-313B-44DF-06A33BACDC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06" name="Freeform 1136">
                  <a:extLst>
                    <a:ext uri="{FF2B5EF4-FFF2-40B4-BE49-F238E27FC236}">
                      <a16:creationId xmlns:a16="http://schemas.microsoft.com/office/drawing/2014/main" id="{11EBE6AA-2BB8-D66A-CBD6-93D8414F61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03" name="Line 1137">
                <a:extLst>
                  <a:ext uri="{FF2B5EF4-FFF2-40B4-BE49-F238E27FC236}">
                    <a16:creationId xmlns:a16="http://schemas.microsoft.com/office/drawing/2014/main" id="{A3AC37FF-F076-2597-2BDA-C81720941C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04" name="Line 1138">
                <a:extLst>
                  <a:ext uri="{FF2B5EF4-FFF2-40B4-BE49-F238E27FC236}">
                    <a16:creationId xmlns:a16="http://schemas.microsoft.com/office/drawing/2014/main" id="{E5F3F244-91F9-423F-E26F-EE27E583D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26" name="Group 1139">
              <a:extLst>
                <a:ext uri="{FF2B5EF4-FFF2-40B4-BE49-F238E27FC236}">
                  <a16:creationId xmlns:a16="http://schemas.microsoft.com/office/drawing/2014/main" id="{4B51A64A-AB0F-64A6-DD30-3F46093EE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5991" name="Oval 407">
                <a:extLst>
                  <a:ext uri="{FF2B5EF4-FFF2-40B4-BE49-F238E27FC236}">
                    <a16:creationId xmlns:a16="http://schemas.microsoft.com/office/drawing/2014/main" id="{199EDB04-3B90-FD40-6AE3-64A6A6139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992" name="Rectangle 410">
                <a:extLst>
                  <a:ext uri="{FF2B5EF4-FFF2-40B4-BE49-F238E27FC236}">
                    <a16:creationId xmlns:a16="http://schemas.microsoft.com/office/drawing/2014/main" id="{86CC3A3C-1E54-7648-4B6A-1BC314F88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993" name="Oval 411">
                <a:extLst>
                  <a:ext uri="{FF2B5EF4-FFF2-40B4-BE49-F238E27FC236}">
                    <a16:creationId xmlns:a16="http://schemas.microsoft.com/office/drawing/2014/main" id="{0CBBF109-368B-0A2A-4CFB-682C428C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994" name="Group 1143">
                <a:extLst>
                  <a:ext uri="{FF2B5EF4-FFF2-40B4-BE49-F238E27FC236}">
                    <a16:creationId xmlns:a16="http://schemas.microsoft.com/office/drawing/2014/main" id="{816D6874-ECC8-F380-78B3-B6B316F7D2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5997" name="Freeform 1144">
                  <a:extLst>
                    <a:ext uri="{FF2B5EF4-FFF2-40B4-BE49-F238E27FC236}">
                      <a16:creationId xmlns:a16="http://schemas.microsoft.com/office/drawing/2014/main" id="{DE5A0BDE-969E-A503-FE9A-55C4CBC59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98" name="Freeform 1145">
                  <a:extLst>
                    <a:ext uri="{FF2B5EF4-FFF2-40B4-BE49-F238E27FC236}">
                      <a16:creationId xmlns:a16="http://schemas.microsoft.com/office/drawing/2014/main" id="{1641A9EA-49DF-2F29-61F8-D248AA381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995" name="Line 1146">
                <a:extLst>
                  <a:ext uri="{FF2B5EF4-FFF2-40B4-BE49-F238E27FC236}">
                    <a16:creationId xmlns:a16="http://schemas.microsoft.com/office/drawing/2014/main" id="{E25DFAA4-AD08-6C9D-235B-5830CD04A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96" name="Line 1147">
                <a:extLst>
                  <a:ext uri="{FF2B5EF4-FFF2-40B4-BE49-F238E27FC236}">
                    <a16:creationId xmlns:a16="http://schemas.microsoft.com/office/drawing/2014/main" id="{38BF9C39-9E17-A553-B6B6-5904FE9FC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27" name="Group 3">
              <a:extLst>
                <a:ext uri="{FF2B5EF4-FFF2-40B4-BE49-F238E27FC236}">
                  <a16:creationId xmlns:a16="http://schemas.microsoft.com/office/drawing/2014/main" id="{0B1AA4AE-E59A-7068-713A-232263DE46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5989" name="Picture 555" descr="fridge2.png">
                <a:extLst>
                  <a:ext uri="{FF2B5EF4-FFF2-40B4-BE49-F238E27FC236}">
                    <a16:creationId xmlns:a16="http://schemas.microsoft.com/office/drawing/2014/main" id="{CF011361-DF89-ACDF-A296-AF6585634E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90" name="Picture 1115" descr="antenna_stylized">
                <a:extLst>
                  <a:ext uri="{FF2B5EF4-FFF2-40B4-BE49-F238E27FC236}">
                    <a16:creationId xmlns:a16="http://schemas.microsoft.com/office/drawing/2014/main" id="{7B986DDD-1FE7-0C16-31D1-648B5BDE1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5728" name="Picture 603" descr="car_icon_small">
              <a:extLst>
                <a:ext uri="{FF2B5EF4-FFF2-40B4-BE49-F238E27FC236}">
                  <a16:creationId xmlns:a16="http://schemas.microsoft.com/office/drawing/2014/main" id="{E3C3DDD7-05AD-13FD-9E2A-0B39557AEC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29" name="Picture 814" descr="light2.png">
              <a:extLst>
                <a:ext uri="{FF2B5EF4-FFF2-40B4-BE49-F238E27FC236}">
                  <a16:creationId xmlns:a16="http://schemas.microsoft.com/office/drawing/2014/main" id="{F8F99D32-4AA0-C8A2-3472-DE384167389D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0" name="Picture 1017" descr="antenna_stylized">
              <a:extLst>
                <a:ext uri="{FF2B5EF4-FFF2-40B4-BE49-F238E27FC236}">
                  <a16:creationId xmlns:a16="http://schemas.microsoft.com/office/drawing/2014/main" id="{B40C658A-3327-2DF8-F6B1-22E4BCD0FC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1" name="Picture 1017" descr="antenna_stylized">
              <a:extLst>
                <a:ext uri="{FF2B5EF4-FFF2-40B4-BE49-F238E27FC236}">
                  <a16:creationId xmlns:a16="http://schemas.microsoft.com/office/drawing/2014/main" id="{ED11FFEA-6C9B-BFD9-140A-91DD3DDA6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32" name="Group 347">
              <a:extLst>
                <a:ext uri="{FF2B5EF4-FFF2-40B4-BE49-F238E27FC236}">
                  <a16:creationId xmlns:a16="http://schemas.microsoft.com/office/drawing/2014/main" id="{525E6248-AAE7-9364-39EE-9D63881A8C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0DE9220D-4969-D140-B9FE-C8A078E81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E43FE8DE-08ED-194B-A8BA-1510FA465D82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54783310-DF51-CE41-AD09-9D35E6ABC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8489A7AD-9E10-3A41-8DA5-A43EBA54072E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08035832-2F06-D447-A6FB-61E9BD3A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A1C70857-9DDF-A44F-B423-F3D81E0F7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C156E3D2-0129-224C-B226-1BBCBC94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95B9643E-836F-C34F-9773-B0024033F91F}"/>
                  </a:ext>
                </a:extLst>
              </p:cNvPr>
              <p:cNvCxnSpPr>
                <a:cxnSpLocks noChangeShapeType="1"/>
                <a:endCxn id="1356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913D7FE5-3BD2-EE4A-A486-83E5D9B341E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3" name="Group 347">
              <a:extLst>
                <a:ext uri="{FF2B5EF4-FFF2-40B4-BE49-F238E27FC236}">
                  <a16:creationId xmlns:a16="http://schemas.microsoft.com/office/drawing/2014/main" id="{E0821EAA-80FD-2E04-7058-32B4C17FB1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6AA1B934-4787-3442-AA86-C637837CD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46" name="Rectangle 1345">
                <a:extLst>
                  <a:ext uri="{FF2B5EF4-FFF2-40B4-BE49-F238E27FC236}">
                    <a16:creationId xmlns:a16="http://schemas.microsoft.com/office/drawing/2014/main" id="{6352A4CB-C691-3C42-AE9C-FD811F402A91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C0357A8-CF85-D246-9520-0A2E4E6D7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3926049-4E7A-3143-995D-5A900B30F261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1B92F1AE-C90A-C241-B6E6-EBF58F66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B31ADB74-81CE-F744-96E2-776BE9C5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D120A8BA-4018-6347-B3D0-7C1996BC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DBFAEA7F-303E-F14B-B18B-FD02A8EEA272}"/>
                  </a:ext>
                </a:extLst>
              </p:cNvPr>
              <p:cNvCxnSpPr>
                <a:cxnSpLocks noChangeShapeType="1"/>
                <a:endCxn id="1347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1DBF3372-A0C1-DF43-8927-7EA8A60041F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4" name="Group 347">
              <a:extLst>
                <a:ext uri="{FF2B5EF4-FFF2-40B4-BE49-F238E27FC236}">
                  <a16:creationId xmlns:a16="http://schemas.microsoft.com/office/drawing/2014/main" id="{197C355E-B7B2-AC0C-2323-AEFF3BD596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2E44D853-F678-6541-9CD1-58E4C8A50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6CF75179-07E6-6740-881D-0F1FAE55F490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FE264D36-5139-F440-8AF1-4F9235DC7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F784B25A-3EAC-C94F-8C23-47968F28B357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5ACFCF2B-9C47-B24E-A63A-C244BB66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3CB1241F-F026-1A41-AB04-AB7058CC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688BF462-5071-9D42-BFAF-81F3904F1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C45DB14F-2715-EA4E-8172-AD879F3F3935}"/>
                  </a:ext>
                </a:extLst>
              </p:cNvPr>
              <p:cNvCxnSpPr>
                <a:cxnSpLocks noChangeShapeType="1"/>
                <a:endCxn id="1338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93718CD9-40AF-194F-89B7-44390BB46E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5" name="Group 347">
              <a:extLst>
                <a:ext uri="{FF2B5EF4-FFF2-40B4-BE49-F238E27FC236}">
                  <a16:creationId xmlns:a16="http://schemas.microsoft.com/office/drawing/2014/main" id="{DAA83E02-3B25-51FA-6B5D-91A3CA6FDD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>
                <a:extLst>
                  <a:ext uri="{FF2B5EF4-FFF2-40B4-BE49-F238E27FC236}">
                    <a16:creationId xmlns:a16="http://schemas.microsoft.com/office/drawing/2014/main" id="{843E3509-63FD-1541-8842-1BB41E3CF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D23DD3B6-5E7D-494B-BBCC-EF97CBE9FB4A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443B9878-6535-E742-B9E6-26C7B1FA9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47EF94B8-C481-574A-BEF1-2714039C258B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1DCB8F1D-8B92-944B-B17F-E618B145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A12B6E3B-255A-8B46-9F44-165C1B85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4A646B98-7A02-D048-B9CF-38DCCDB00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1E6CF144-33BF-7B43-A4D3-FF672350D288}"/>
                  </a:ext>
                </a:extLst>
              </p:cNvPr>
              <p:cNvCxnSpPr>
                <a:cxnSpLocks noChangeShapeType="1"/>
                <a:endCxn id="1329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78265DE6-B0F9-4349-B857-864D892DCA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6" name="Group 347">
              <a:extLst>
                <a:ext uri="{FF2B5EF4-FFF2-40B4-BE49-F238E27FC236}">
                  <a16:creationId xmlns:a16="http://schemas.microsoft.com/office/drawing/2014/main" id="{0D63D920-1D21-721F-D58E-2569A3F6F7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>
                <a:extLst>
                  <a:ext uri="{FF2B5EF4-FFF2-40B4-BE49-F238E27FC236}">
                    <a16:creationId xmlns:a16="http://schemas.microsoft.com/office/drawing/2014/main" id="{C1D36A0B-955A-4C41-83A0-8915F546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9" name="Rectangle 1318">
                <a:extLst>
                  <a:ext uri="{FF2B5EF4-FFF2-40B4-BE49-F238E27FC236}">
                    <a16:creationId xmlns:a16="http://schemas.microsoft.com/office/drawing/2014/main" id="{78620589-4C4B-4C43-8146-6D0DF6BB241A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>
                <a:extLst>
                  <a:ext uri="{FF2B5EF4-FFF2-40B4-BE49-F238E27FC236}">
                    <a16:creationId xmlns:a16="http://schemas.microsoft.com/office/drawing/2014/main" id="{66423B66-D6F7-7D44-9385-B54237471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CF364CF9-9245-5544-B06B-BAC6F5987DDC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9DCE8831-EC86-F242-979A-FC271739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0FD0D2AB-F961-A341-B817-CDC7EC591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151A9D41-6051-9643-A445-C1747BD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29B6D9A1-6E8C-0442-AFA1-59537C370982}"/>
                  </a:ext>
                </a:extLst>
              </p:cNvPr>
              <p:cNvCxnSpPr>
                <a:cxnSpLocks noChangeShapeType="1"/>
                <a:endCxn id="1320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D9EFD644-B0E0-504E-AEE4-0A262B0B8BC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7" name="Group 1110">
              <a:extLst>
                <a:ext uri="{FF2B5EF4-FFF2-40B4-BE49-F238E27FC236}">
                  <a16:creationId xmlns:a16="http://schemas.microsoft.com/office/drawing/2014/main" id="{9E467B5E-9058-DE74-D712-B1E62AE36C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76DC1507-5FA3-C941-80DC-06A6360D4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0" name="Rectangle 1309">
                <a:extLst>
                  <a:ext uri="{FF2B5EF4-FFF2-40B4-BE49-F238E27FC236}">
                    <a16:creationId xmlns:a16="http://schemas.microsoft.com/office/drawing/2014/main" id="{1B28FAC3-A5A8-6F40-8D3C-8C813091D8CE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>
                <a:extLst>
                  <a:ext uri="{FF2B5EF4-FFF2-40B4-BE49-F238E27FC236}">
                    <a16:creationId xmlns:a16="http://schemas.microsoft.com/office/drawing/2014/main" id="{30335C1F-538D-4D46-BA8C-6F17D057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1B04847D-D3EA-1648-8DDF-A80742BD324B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1F6B9959-9813-1741-902F-F948CF3B5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1CB75DF3-E52F-F94E-B877-0CF35BC7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7A0870A0-01BA-404D-BF1A-08746499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16" name="Straight Connector 1315">
                <a:extLst>
                  <a:ext uri="{FF2B5EF4-FFF2-40B4-BE49-F238E27FC236}">
                    <a16:creationId xmlns:a16="http://schemas.microsoft.com/office/drawing/2014/main" id="{7DF2D63F-D316-BE44-95F9-A9DA84917C78}"/>
                  </a:ext>
                </a:extLst>
              </p:cNvPr>
              <p:cNvCxnSpPr>
                <a:cxnSpLocks noChangeShapeType="1"/>
                <a:endCxn id="1311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17" name="Straight Connector 1316">
                <a:extLst>
                  <a:ext uri="{FF2B5EF4-FFF2-40B4-BE49-F238E27FC236}">
                    <a16:creationId xmlns:a16="http://schemas.microsoft.com/office/drawing/2014/main" id="{82FFF2F4-15B6-CE47-9A60-4803E7D1CC1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8" name="Group 1111">
              <a:extLst>
                <a:ext uri="{FF2B5EF4-FFF2-40B4-BE49-F238E27FC236}">
                  <a16:creationId xmlns:a16="http://schemas.microsoft.com/office/drawing/2014/main" id="{29E88855-4521-8145-D05B-A0693429C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F3A4F8C3-F75D-A74F-AA66-653636EA0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01" name="Rectangle 1300">
                <a:extLst>
                  <a:ext uri="{FF2B5EF4-FFF2-40B4-BE49-F238E27FC236}">
                    <a16:creationId xmlns:a16="http://schemas.microsoft.com/office/drawing/2014/main" id="{B9CD6A29-D30C-B348-BA67-AA4D9BEED4B1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2ACB8B0E-6ECF-3848-9539-8D372AB2D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9A487094-CB2D-9A4D-A5EE-0621E93CB978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3C788A7B-C3B0-F74E-8F95-84CFB658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13F7BB33-E1C0-9A40-9A30-C4C63A0B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1FFBBF38-510E-1449-83AD-331CA6FC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07" name="Straight Connector 1306">
                <a:extLst>
                  <a:ext uri="{FF2B5EF4-FFF2-40B4-BE49-F238E27FC236}">
                    <a16:creationId xmlns:a16="http://schemas.microsoft.com/office/drawing/2014/main" id="{3F565B37-B55C-664B-9F1C-6D5F753D018F}"/>
                  </a:ext>
                </a:extLst>
              </p:cNvPr>
              <p:cNvCxnSpPr>
                <a:cxnSpLocks noChangeShapeType="1"/>
                <a:endCxn id="1302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08" name="Straight Connector 1307">
                <a:extLst>
                  <a:ext uri="{FF2B5EF4-FFF2-40B4-BE49-F238E27FC236}">
                    <a16:creationId xmlns:a16="http://schemas.microsoft.com/office/drawing/2014/main" id="{7D9DB1B3-A145-2C44-AE86-CCFB821EA9E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9" name="Group 1112">
              <a:extLst>
                <a:ext uri="{FF2B5EF4-FFF2-40B4-BE49-F238E27FC236}">
                  <a16:creationId xmlns:a16="http://schemas.microsoft.com/office/drawing/2014/main" id="{0C6DC830-6709-2102-68D0-6CB581FF4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>
                <a:extLst>
                  <a:ext uri="{FF2B5EF4-FFF2-40B4-BE49-F238E27FC236}">
                    <a16:creationId xmlns:a16="http://schemas.microsoft.com/office/drawing/2014/main" id="{4C63CD71-19CB-3040-917C-0A749CF1B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2" name="Rectangle 1291">
                <a:extLst>
                  <a:ext uri="{FF2B5EF4-FFF2-40B4-BE49-F238E27FC236}">
                    <a16:creationId xmlns:a16="http://schemas.microsoft.com/office/drawing/2014/main" id="{71418C2A-7E6F-4A4F-88B3-CAA7E3347D52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03C5D11A-84E7-664B-B995-ED71FED9C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14DBCACF-662B-7C49-A4CA-FB26018166A4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5A5370D8-8E3A-E04A-8601-A43630F2F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AF847AD0-298F-244D-A2B5-E80612A4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CE7DD3B7-69F6-7A4D-9EA4-B39E6F73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6DD99251-D388-2A4E-A4BA-A6082F8801E4}"/>
                  </a:ext>
                </a:extLst>
              </p:cNvPr>
              <p:cNvCxnSpPr>
                <a:cxnSpLocks noChangeShapeType="1"/>
                <a:endCxn id="1293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E6396633-A84E-6543-B93E-1F0CDF4FFD5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0" name="Group 1113">
              <a:extLst>
                <a:ext uri="{FF2B5EF4-FFF2-40B4-BE49-F238E27FC236}">
                  <a16:creationId xmlns:a16="http://schemas.microsoft.com/office/drawing/2014/main" id="{4802A9DD-FC77-B816-7F25-AA2DE8B811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4D7B4BDC-688A-3E41-BE35-94F0E8ED9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83" name="Rectangle 1282">
                <a:extLst>
                  <a:ext uri="{FF2B5EF4-FFF2-40B4-BE49-F238E27FC236}">
                    <a16:creationId xmlns:a16="http://schemas.microsoft.com/office/drawing/2014/main" id="{BDC3D84A-812B-9046-BBDE-E669A6EC4C21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A457704B-FF6B-9F4C-B98F-1B779F832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30F0985F-0C66-9748-93F3-A1B2297BA9A9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625673CD-1A2F-BE4E-9137-2B0E194C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32A2B8FB-F130-214B-9721-78DCD077F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4F3ED3BE-2E30-BA43-8A61-E4CF096DF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89" name="Straight Connector 1288">
                <a:extLst>
                  <a:ext uri="{FF2B5EF4-FFF2-40B4-BE49-F238E27FC236}">
                    <a16:creationId xmlns:a16="http://schemas.microsoft.com/office/drawing/2014/main" id="{16156ECA-5883-8248-85D3-CED195187EE5}"/>
                  </a:ext>
                </a:extLst>
              </p:cNvPr>
              <p:cNvCxnSpPr>
                <a:cxnSpLocks noChangeShapeType="1"/>
                <a:endCxn id="1284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0" name="Straight Connector 1289">
                <a:extLst>
                  <a:ext uri="{FF2B5EF4-FFF2-40B4-BE49-F238E27FC236}">
                    <a16:creationId xmlns:a16="http://schemas.microsoft.com/office/drawing/2014/main" id="{C70F05C2-45DF-114F-823D-A4C94189DD0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1" name="Group 1114">
              <a:extLst>
                <a:ext uri="{FF2B5EF4-FFF2-40B4-BE49-F238E27FC236}">
                  <a16:creationId xmlns:a16="http://schemas.microsoft.com/office/drawing/2014/main" id="{550AA3A2-A7C8-4FA4-40F1-E19104DC3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482E89BB-4D17-FD4F-8DB7-7ECC04905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1646C6BE-A0CE-4E40-8DB6-79F9DB45061D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A3C5A63C-467A-E840-955F-1D416E925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D1710E62-C38A-1241-B5A7-EFC8D3E08605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DBFF5250-32A6-3042-B3B2-B7C12CCE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43A1AC65-292E-454E-891D-6D7C650F5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553D0C68-4BED-C544-A221-FCF94106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80" name="Straight Connector 1279">
                <a:extLst>
                  <a:ext uri="{FF2B5EF4-FFF2-40B4-BE49-F238E27FC236}">
                    <a16:creationId xmlns:a16="http://schemas.microsoft.com/office/drawing/2014/main" id="{1974C31C-3243-764B-A932-174337BA266D}"/>
                  </a:ext>
                </a:extLst>
              </p:cNvPr>
              <p:cNvCxnSpPr>
                <a:cxnSpLocks noChangeShapeType="1"/>
                <a:endCxn id="1275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81" name="Straight Connector 1280">
                <a:extLst>
                  <a:ext uri="{FF2B5EF4-FFF2-40B4-BE49-F238E27FC236}">
                    <a16:creationId xmlns:a16="http://schemas.microsoft.com/office/drawing/2014/main" id="{9DEFDBC0-F8F0-DA40-BB47-255E0227748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2" name="Group 1115">
              <a:extLst>
                <a:ext uri="{FF2B5EF4-FFF2-40B4-BE49-F238E27FC236}">
                  <a16:creationId xmlns:a16="http://schemas.microsoft.com/office/drawing/2014/main" id="{6A84DE03-8F0C-E47F-B4E4-45FF8CD5A8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DA2B962A-672E-CA45-8A83-BEB84A085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AAE1B778-10F7-DF44-B5A9-540AA35185AA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32AD7EFA-C30A-DF4C-ADA1-B1979518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136C62D9-0620-5644-8129-034DE75CB253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3BBC66C8-9EE2-2041-BC89-ACA4C9FD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C265CC13-3D0F-324B-9834-D16F06B5F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8B3043E9-F955-2746-B923-96997461B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3132451C-009B-224C-947C-DA92E6834A25}"/>
                  </a:ext>
                </a:extLst>
              </p:cNvPr>
              <p:cNvCxnSpPr>
                <a:cxnSpLocks noChangeShapeType="1"/>
                <a:endCxn id="1266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DF073DD3-949A-1A49-A6B5-582D17654DD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5743" name="Line 421">
              <a:extLst>
                <a:ext uri="{FF2B5EF4-FFF2-40B4-BE49-F238E27FC236}">
                  <a16:creationId xmlns:a16="http://schemas.microsoft.com/office/drawing/2014/main" id="{93C3AF7C-49DF-2A94-71E2-C57005C33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4" name="Line 422">
              <a:extLst>
                <a:ext uri="{FF2B5EF4-FFF2-40B4-BE49-F238E27FC236}">
                  <a16:creationId xmlns:a16="http://schemas.microsoft.com/office/drawing/2014/main" id="{DAE2F6E0-CAFA-5594-C183-D09FAE0BB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5" name="Line 423">
              <a:extLst>
                <a:ext uri="{FF2B5EF4-FFF2-40B4-BE49-F238E27FC236}">
                  <a16:creationId xmlns:a16="http://schemas.microsoft.com/office/drawing/2014/main" id="{01173E48-FC5F-35BE-64D5-79F7FE9DA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6" name="Line 444">
              <a:extLst>
                <a:ext uri="{FF2B5EF4-FFF2-40B4-BE49-F238E27FC236}">
                  <a16:creationId xmlns:a16="http://schemas.microsoft.com/office/drawing/2014/main" id="{31F92DC2-4EBE-CEFC-4377-F2FF62332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7" name="Line 445">
              <a:extLst>
                <a:ext uri="{FF2B5EF4-FFF2-40B4-BE49-F238E27FC236}">
                  <a16:creationId xmlns:a16="http://schemas.microsoft.com/office/drawing/2014/main" id="{3D549723-44D4-2413-89D8-BD15023F8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8" name="Line 446">
              <a:extLst>
                <a:ext uri="{FF2B5EF4-FFF2-40B4-BE49-F238E27FC236}">
                  <a16:creationId xmlns:a16="http://schemas.microsoft.com/office/drawing/2014/main" id="{86761E25-68EF-75A3-3E17-FE7ECA25CC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49" name="Line 447">
              <a:extLst>
                <a:ext uri="{FF2B5EF4-FFF2-40B4-BE49-F238E27FC236}">
                  <a16:creationId xmlns:a16="http://schemas.microsoft.com/office/drawing/2014/main" id="{65CB4377-89F5-7D91-7A3B-164491E67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50" name="Line 448">
              <a:extLst>
                <a:ext uri="{FF2B5EF4-FFF2-40B4-BE49-F238E27FC236}">
                  <a16:creationId xmlns:a16="http://schemas.microsoft.com/office/drawing/2014/main" id="{39237849-A59D-3ABA-63BB-FA70307C4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51" name="Line 450">
              <a:extLst>
                <a:ext uri="{FF2B5EF4-FFF2-40B4-BE49-F238E27FC236}">
                  <a16:creationId xmlns:a16="http://schemas.microsoft.com/office/drawing/2014/main" id="{1B1346E2-6270-EA20-5ECE-1F35606F0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52" name="Line 451">
              <a:extLst>
                <a:ext uri="{FF2B5EF4-FFF2-40B4-BE49-F238E27FC236}">
                  <a16:creationId xmlns:a16="http://schemas.microsoft.com/office/drawing/2014/main" id="{D230D9AD-822E-A684-5918-C8BDC7851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53" name="Line 452">
              <a:extLst>
                <a:ext uri="{FF2B5EF4-FFF2-40B4-BE49-F238E27FC236}">
                  <a16:creationId xmlns:a16="http://schemas.microsoft.com/office/drawing/2014/main" id="{7528E0E0-AA3A-98BF-4F27-6D60965CC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54" name="Line 541">
              <a:extLst>
                <a:ext uri="{FF2B5EF4-FFF2-40B4-BE49-F238E27FC236}">
                  <a16:creationId xmlns:a16="http://schemas.microsoft.com/office/drawing/2014/main" id="{8482A9A7-0D3A-0FF2-6560-DDE268A74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755" name="Group 665">
              <a:extLst>
                <a:ext uri="{FF2B5EF4-FFF2-40B4-BE49-F238E27FC236}">
                  <a16:creationId xmlns:a16="http://schemas.microsoft.com/office/drawing/2014/main" id="{F6ECC76B-F3CF-E813-2118-1DB3B4DF27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5882" name="Oval 407">
                <a:extLst>
                  <a:ext uri="{FF2B5EF4-FFF2-40B4-BE49-F238E27FC236}">
                    <a16:creationId xmlns:a16="http://schemas.microsoft.com/office/drawing/2014/main" id="{42A28E6F-7F93-E5DB-93A8-03E34CEFB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83" name="Rectangle 410">
                <a:extLst>
                  <a:ext uri="{FF2B5EF4-FFF2-40B4-BE49-F238E27FC236}">
                    <a16:creationId xmlns:a16="http://schemas.microsoft.com/office/drawing/2014/main" id="{2572B8BA-F80A-87C3-E00B-26686D58C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84" name="Oval 411">
                <a:extLst>
                  <a:ext uri="{FF2B5EF4-FFF2-40B4-BE49-F238E27FC236}">
                    <a16:creationId xmlns:a16="http://schemas.microsoft.com/office/drawing/2014/main" id="{13EC9397-AD8A-C2E8-11E7-343B05FF8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85" name="Group 659">
                <a:extLst>
                  <a:ext uri="{FF2B5EF4-FFF2-40B4-BE49-F238E27FC236}">
                    <a16:creationId xmlns:a16="http://schemas.microsoft.com/office/drawing/2014/main" id="{E099852E-5F93-D217-74D2-666CDBFD1D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8" name="Freeform 660">
                  <a:extLst>
                    <a:ext uri="{FF2B5EF4-FFF2-40B4-BE49-F238E27FC236}">
                      <a16:creationId xmlns:a16="http://schemas.microsoft.com/office/drawing/2014/main" id="{3CC06B74-8FBD-E724-B855-FD4C3A2F0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89" name="Freeform 661">
                  <a:extLst>
                    <a:ext uri="{FF2B5EF4-FFF2-40B4-BE49-F238E27FC236}">
                      <a16:creationId xmlns:a16="http://schemas.microsoft.com/office/drawing/2014/main" id="{A973C6DF-686E-7D30-610F-95D13F651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86" name="Line 662">
                <a:extLst>
                  <a:ext uri="{FF2B5EF4-FFF2-40B4-BE49-F238E27FC236}">
                    <a16:creationId xmlns:a16="http://schemas.microsoft.com/office/drawing/2014/main" id="{08D458EB-4156-EF26-777C-7BA260167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87" name="Line 663">
                <a:extLst>
                  <a:ext uri="{FF2B5EF4-FFF2-40B4-BE49-F238E27FC236}">
                    <a16:creationId xmlns:a16="http://schemas.microsoft.com/office/drawing/2014/main" id="{C17C212B-3D5A-D534-3619-055FF7C04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56" name="Group 675">
              <a:extLst>
                <a:ext uri="{FF2B5EF4-FFF2-40B4-BE49-F238E27FC236}">
                  <a16:creationId xmlns:a16="http://schemas.microsoft.com/office/drawing/2014/main" id="{07452C0E-8C37-6D94-C3C8-8D6CD24E6C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5874" name="Oval 407">
                <a:extLst>
                  <a:ext uri="{FF2B5EF4-FFF2-40B4-BE49-F238E27FC236}">
                    <a16:creationId xmlns:a16="http://schemas.microsoft.com/office/drawing/2014/main" id="{843E2301-619C-3F0A-FB36-9D442A936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75" name="Rectangle 410">
                <a:extLst>
                  <a:ext uri="{FF2B5EF4-FFF2-40B4-BE49-F238E27FC236}">
                    <a16:creationId xmlns:a16="http://schemas.microsoft.com/office/drawing/2014/main" id="{72187DD8-95FB-6F05-9A2E-29173C91C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76" name="Oval 411">
                <a:extLst>
                  <a:ext uri="{FF2B5EF4-FFF2-40B4-BE49-F238E27FC236}">
                    <a16:creationId xmlns:a16="http://schemas.microsoft.com/office/drawing/2014/main" id="{22FF3AA9-D30C-59C7-2419-C606F1F03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77" name="Group 679">
                <a:extLst>
                  <a:ext uri="{FF2B5EF4-FFF2-40B4-BE49-F238E27FC236}">
                    <a16:creationId xmlns:a16="http://schemas.microsoft.com/office/drawing/2014/main" id="{6CCB0212-2D5C-0A9D-217C-1532A964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0" name="Freeform 680">
                  <a:extLst>
                    <a:ext uri="{FF2B5EF4-FFF2-40B4-BE49-F238E27FC236}">
                      <a16:creationId xmlns:a16="http://schemas.microsoft.com/office/drawing/2014/main" id="{FB4BF941-DF8A-66D0-A575-C3E3D885C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81" name="Freeform 681">
                  <a:extLst>
                    <a:ext uri="{FF2B5EF4-FFF2-40B4-BE49-F238E27FC236}">
                      <a16:creationId xmlns:a16="http://schemas.microsoft.com/office/drawing/2014/main" id="{20E68CC2-DAD2-831A-F907-64EB9B12C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78" name="Line 682">
                <a:extLst>
                  <a:ext uri="{FF2B5EF4-FFF2-40B4-BE49-F238E27FC236}">
                    <a16:creationId xmlns:a16="http://schemas.microsoft.com/office/drawing/2014/main" id="{1FA6CCF7-C211-2F99-E557-10C018885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79" name="Line 683">
                <a:extLst>
                  <a:ext uri="{FF2B5EF4-FFF2-40B4-BE49-F238E27FC236}">
                    <a16:creationId xmlns:a16="http://schemas.microsoft.com/office/drawing/2014/main" id="{94318917-1725-0CE9-D7A7-1B4D2FF417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57" name="Group 684">
              <a:extLst>
                <a:ext uri="{FF2B5EF4-FFF2-40B4-BE49-F238E27FC236}">
                  <a16:creationId xmlns:a16="http://schemas.microsoft.com/office/drawing/2014/main" id="{DEDD3BCE-B5F3-BC60-FC0E-01A59EA716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5866" name="Oval 407">
                <a:extLst>
                  <a:ext uri="{FF2B5EF4-FFF2-40B4-BE49-F238E27FC236}">
                    <a16:creationId xmlns:a16="http://schemas.microsoft.com/office/drawing/2014/main" id="{7E76490C-4991-CB5B-1786-3CF033AA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7" name="Rectangle 410">
                <a:extLst>
                  <a:ext uri="{FF2B5EF4-FFF2-40B4-BE49-F238E27FC236}">
                    <a16:creationId xmlns:a16="http://schemas.microsoft.com/office/drawing/2014/main" id="{D3A7D738-B95D-804E-6257-A0255BDC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8" name="Oval 411">
                <a:extLst>
                  <a:ext uri="{FF2B5EF4-FFF2-40B4-BE49-F238E27FC236}">
                    <a16:creationId xmlns:a16="http://schemas.microsoft.com/office/drawing/2014/main" id="{9C94CB2D-3EC8-A462-1C3C-64D3EE9CD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69" name="Group 688">
                <a:extLst>
                  <a:ext uri="{FF2B5EF4-FFF2-40B4-BE49-F238E27FC236}">
                    <a16:creationId xmlns:a16="http://schemas.microsoft.com/office/drawing/2014/main" id="{7E59C20E-8D99-07ED-31C2-7AD9DBE84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72" name="Freeform 689">
                  <a:extLst>
                    <a:ext uri="{FF2B5EF4-FFF2-40B4-BE49-F238E27FC236}">
                      <a16:creationId xmlns:a16="http://schemas.microsoft.com/office/drawing/2014/main" id="{41D8C1A6-9F62-449F-A718-D5FC28AA6E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73" name="Freeform 690">
                  <a:extLst>
                    <a:ext uri="{FF2B5EF4-FFF2-40B4-BE49-F238E27FC236}">
                      <a16:creationId xmlns:a16="http://schemas.microsoft.com/office/drawing/2014/main" id="{2D13071C-89F2-4970-F84F-357B6DCA5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70" name="Line 691">
                <a:extLst>
                  <a:ext uri="{FF2B5EF4-FFF2-40B4-BE49-F238E27FC236}">
                    <a16:creationId xmlns:a16="http://schemas.microsoft.com/office/drawing/2014/main" id="{C630D7FF-2889-EB8D-412A-34F4EDFD7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71" name="Line 692">
                <a:extLst>
                  <a:ext uri="{FF2B5EF4-FFF2-40B4-BE49-F238E27FC236}">
                    <a16:creationId xmlns:a16="http://schemas.microsoft.com/office/drawing/2014/main" id="{59A8850C-A5F5-9F2B-6C52-A23A737E00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758" name="Line 693">
              <a:extLst>
                <a:ext uri="{FF2B5EF4-FFF2-40B4-BE49-F238E27FC236}">
                  <a16:creationId xmlns:a16="http://schemas.microsoft.com/office/drawing/2014/main" id="{08236B86-EF4F-A59E-0583-36641A0388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759" name="Group 694">
              <a:extLst>
                <a:ext uri="{FF2B5EF4-FFF2-40B4-BE49-F238E27FC236}">
                  <a16:creationId xmlns:a16="http://schemas.microsoft.com/office/drawing/2014/main" id="{FDE4C269-6583-0545-67FE-B007BC661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5858" name="Oval 407">
                <a:extLst>
                  <a:ext uri="{FF2B5EF4-FFF2-40B4-BE49-F238E27FC236}">
                    <a16:creationId xmlns:a16="http://schemas.microsoft.com/office/drawing/2014/main" id="{782159BC-3A9C-7EAA-4EFD-ACE49311F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9" name="Rectangle 410">
                <a:extLst>
                  <a:ext uri="{FF2B5EF4-FFF2-40B4-BE49-F238E27FC236}">
                    <a16:creationId xmlns:a16="http://schemas.microsoft.com/office/drawing/2014/main" id="{24A5100E-2C21-E7D0-9F73-4F9AB00BC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0" name="Oval 411">
                <a:extLst>
                  <a:ext uri="{FF2B5EF4-FFF2-40B4-BE49-F238E27FC236}">
                    <a16:creationId xmlns:a16="http://schemas.microsoft.com/office/drawing/2014/main" id="{9267D33D-A725-8689-E3AA-7B14D99B5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61" name="Group 698">
                <a:extLst>
                  <a:ext uri="{FF2B5EF4-FFF2-40B4-BE49-F238E27FC236}">
                    <a16:creationId xmlns:a16="http://schemas.microsoft.com/office/drawing/2014/main" id="{90836E47-9825-CEB9-C1FA-476DB5936A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64" name="Freeform 699">
                  <a:extLst>
                    <a:ext uri="{FF2B5EF4-FFF2-40B4-BE49-F238E27FC236}">
                      <a16:creationId xmlns:a16="http://schemas.microsoft.com/office/drawing/2014/main" id="{CD14879C-CFED-4F97-67EA-B6DD16D11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65" name="Freeform 700">
                  <a:extLst>
                    <a:ext uri="{FF2B5EF4-FFF2-40B4-BE49-F238E27FC236}">
                      <a16:creationId xmlns:a16="http://schemas.microsoft.com/office/drawing/2014/main" id="{42BFF368-CF1D-9BD3-C3A3-A9AEA0DBD3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62" name="Line 701">
                <a:extLst>
                  <a:ext uri="{FF2B5EF4-FFF2-40B4-BE49-F238E27FC236}">
                    <a16:creationId xmlns:a16="http://schemas.microsoft.com/office/drawing/2014/main" id="{72128306-E5E3-BE8D-E3C0-F0AE2DCD5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63" name="Line 702">
                <a:extLst>
                  <a:ext uri="{FF2B5EF4-FFF2-40B4-BE49-F238E27FC236}">
                    <a16:creationId xmlns:a16="http://schemas.microsoft.com/office/drawing/2014/main" id="{30B44D82-11EB-7316-7C45-92E8AD550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60" name="Group 712">
              <a:extLst>
                <a:ext uri="{FF2B5EF4-FFF2-40B4-BE49-F238E27FC236}">
                  <a16:creationId xmlns:a16="http://schemas.microsoft.com/office/drawing/2014/main" id="{66BCDE47-872E-997B-0689-446E3E75D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5850" name="Oval 407">
                <a:extLst>
                  <a:ext uri="{FF2B5EF4-FFF2-40B4-BE49-F238E27FC236}">
                    <a16:creationId xmlns:a16="http://schemas.microsoft.com/office/drawing/2014/main" id="{2AD9F730-93FE-0F25-C2E5-07FC91FAC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1" name="Rectangle 410">
                <a:extLst>
                  <a:ext uri="{FF2B5EF4-FFF2-40B4-BE49-F238E27FC236}">
                    <a16:creationId xmlns:a16="http://schemas.microsoft.com/office/drawing/2014/main" id="{7062367F-49E2-C46E-4E89-E7D97191E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2" name="Oval 411">
                <a:extLst>
                  <a:ext uri="{FF2B5EF4-FFF2-40B4-BE49-F238E27FC236}">
                    <a16:creationId xmlns:a16="http://schemas.microsoft.com/office/drawing/2014/main" id="{E2CA1754-F902-E22D-70F2-0E5B26365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53" name="Group 716">
                <a:extLst>
                  <a:ext uri="{FF2B5EF4-FFF2-40B4-BE49-F238E27FC236}">
                    <a16:creationId xmlns:a16="http://schemas.microsoft.com/office/drawing/2014/main" id="{1553939F-3EDD-4DF0-3A20-617F9C924D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56" name="Freeform 717">
                  <a:extLst>
                    <a:ext uri="{FF2B5EF4-FFF2-40B4-BE49-F238E27FC236}">
                      <a16:creationId xmlns:a16="http://schemas.microsoft.com/office/drawing/2014/main" id="{73126C06-1BD8-DA09-F173-10393A864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57" name="Freeform 718">
                  <a:extLst>
                    <a:ext uri="{FF2B5EF4-FFF2-40B4-BE49-F238E27FC236}">
                      <a16:creationId xmlns:a16="http://schemas.microsoft.com/office/drawing/2014/main" id="{69B5A7AC-50CA-FD04-4B8C-79CF52EBB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54" name="Line 719">
                <a:extLst>
                  <a:ext uri="{FF2B5EF4-FFF2-40B4-BE49-F238E27FC236}">
                    <a16:creationId xmlns:a16="http://schemas.microsoft.com/office/drawing/2014/main" id="{97243A40-8478-6173-640A-BC603401F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55" name="Line 720">
                <a:extLst>
                  <a:ext uri="{FF2B5EF4-FFF2-40B4-BE49-F238E27FC236}">
                    <a16:creationId xmlns:a16="http://schemas.microsoft.com/office/drawing/2014/main" id="{FE3A3651-39CD-5B75-6915-80DC66783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761" name="Group 721">
              <a:extLst>
                <a:ext uri="{FF2B5EF4-FFF2-40B4-BE49-F238E27FC236}">
                  <a16:creationId xmlns:a16="http://schemas.microsoft.com/office/drawing/2014/main" id="{30B7DED3-8DE3-44F3-DBA9-DB94D94088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5842" name="Oval 407">
                <a:extLst>
                  <a:ext uri="{FF2B5EF4-FFF2-40B4-BE49-F238E27FC236}">
                    <a16:creationId xmlns:a16="http://schemas.microsoft.com/office/drawing/2014/main" id="{CEAB12DB-7E66-C80E-EE53-DA017DE36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43" name="Rectangle 410">
                <a:extLst>
                  <a:ext uri="{FF2B5EF4-FFF2-40B4-BE49-F238E27FC236}">
                    <a16:creationId xmlns:a16="http://schemas.microsoft.com/office/drawing/2014/main" id="{DBCE5CCC-4163-834B-F616-4B1B522FB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44" name="Oval 411">
                <a:extLst>
                  <a:ext uri="{FF2B5EF4-FFF2-40B4-BE49-F238E27FC236}">
                    <a16:creationId xmlns:a16="http://schemas.microsoft.com/office/drawing/2014/main" id="{0A53F557-9D85-A15B-6AC2-D08F9059E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45" name="Group 725">
                <a:extLst>
                  <a:ext uri="{FF2B5EF4-FFF2-40B4-BE49-F238E27FC236}">
                    <a16:creationId xmlns:a16="http://schemas.microsoft.com/office/drawing/2014/main" id="{490E704D-B503-2398-BAD2-6ACF0C656F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48" name="Freeform 726">
                  <a:extLst>
                    <a:ext uri="{FF2B5EF4-FFF2-40B4-BE49-F238E27FC236}">
                      <a16:creationId xmlns:a16="http://schemas.microsoft.com/office/drawing/2014/main" id="{5BEF8AAA-D133-CF35-8CC4-7FED58394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849" name="Freeform 727">
                  <a:extLst>
                    <a:ext uri="{FF2B5EF4-FFF2-40B4-BE49-F238E27FC236}">
                      <a16:creationId xmlns:a16="http://schemas.microsoft.com/office/drawing/2014/main" id="{9A630FC7-972B-2432-3375-BE87F72FC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846" name="Line 728">
                <a:extLst>
                  <a:ext uri="{FF2B5EF4-FFF2-40B4-BE49-F238E27FC236}">
                    <a16:creationId xmlns:a16="http://schemas.microsoft.com/office/drawing/2014/main" id="{08C4BE57-D0AA-4716-F2DE-54F80C7DF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847" name="Line 729">
                <a:extLst>
                  <a:ext uri="{FF2B5EF4-FFF2-40B4-BE49-F238E27FC236}">
                    <a16:creationId xmlns:a16="http://schemas.microsoft.com/office/drawing/2014/main" id="{1F272114-26B1-A2E6-A9DB-C5E11DEB17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762" name="Text Box 580">
              <a:extLst>
                <a:ext uri="{FF2B5EF4-FFF2-40B4-BE49-F238E27FC236}">
                  <a16:creationId xmlns:a16="http://schemas.microsoft.com/office/drawing/2014/main" id="{A3253869-AB41-ECBB-FEC0-E203F35C3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25763" name="Text Box 580">
              <a:extLst>
                <a:ext uri="{FF2B5EF4-FFF2-40B4-BE49-F238E27FC236}">
                  <a16:creationId xmlns:a16="http://schemas.microsoft.com/office/drawing/2014/main" id="{5F68021F-137A-6B9D-2898-B45FB85D9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25764" name="Text Box 580">
              <a:extLst>
                <a:ext uri="{FF2B5EF4-FFF2-40B4-BE49-F238E27FC236}">
                  <a16:creationId xmlns:a16="http://schemas.microsoft.com/office/drawing/2014/main" id="{3B874BB9-593D-F0BC-722D-D9668C7EA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25765" name="Text Box 580">
              <a:extLst>
                <a:ext uri="{FF2B5EF4-FFF2-40B4-BE49-F238E27FC236}">
                  <a16:creationId xmlns:a16="http://schemas.microsoft.com/office/drawing/2014/main" id="{7F92CB7A-DA10-5F51-F145-D45185085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25766" name="Text Box 580">
              <a:extLst>
                <a:ext uri="{FF2B5EF4-FFF2-40B4-BE49-F238E27FC236}">
                  <a16:creationId xmlns:a16="http://schemas.microsoft.com/office/drawing/2014/main" id="{5054D78C-BE08-1FA9-1D69-F425A6CF40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network</a:t>
              </a:r>
            </a:p>
          </p:txBody>
        </p:sp>
        <p:pic>
          <p:nvPicPr>
            <p:cNvPr id="25767" name="Picture 269" descr="cell_tower_radiation copy">
              <a:extLst>
                <a:ext uri="{FF2B5EF4-FFF2-40B4-BE49-F238E27FC236}">
                  <a16:creationId xmlns:a16="http://schemas.microsoft.com/office/drawing/2014/main" id="{46A18BFC-0DC5-FB5A-7007-93F0EA431D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68" name="Group 347">
              <a:extLst>
                <a:ext uri="{FF2B5EF4-FFF2-40B4-BE49-F238E27FC236}">
                  <a16:creationId xmlns:a16="http://schemas.microsoft.com/office/drawing/2014/main" id="{66703B11-A747-2709-CBE5-CD99637EC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14DC9BAF-E526-0442-A3E5-B9955BAA5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08" name="Rectangle 1207">
                <a:extLst>
                  <a:ext uri="{FF2B5EF4-FFF2-40B4-BE49-F238E27FC236}">
                    <a16:creationId xmlns:a16="http://schemas.microsoft.com/office/drawing/2014/main" id="{63F9CE7E-4082-7048-972B-E2D6D7ABB493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7214B256-DF8A-6741-8A58-8EE70855E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6F9DD73C-8F4D-F84B-B3AA-B7F0B3CB40B3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9F1014E1-DBDD-874F-8B21-3A27461D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736B97D3-1D65-1A40-8C6E-A8ECD5C9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3DDEF164-6F8A-8449-92D4-8A4E7575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A3B3B81A-37EB-CB46-A505-807A2438EB41}"/>
                  </a:ext>
                </a:extLst>
              </p:cNvPr>
              <p:cNvCxnSpPr>
                <a:cxnSpLocks noChangeShapeType="1"/>
                <a:endCxn id="1209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8F903ACC-3456-C14F-A4B3-5A25EC4FFA3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69" name="Group 347">
              <a:extLst>
                <a:ext uri="{FF2B5EF4-FFF2-40B4-BE49-F238E27FC236}">
                  <a16:creationId xmlns:a16="http://schemas.microsoft.com/office/drawing/2014/main" id="{CA23C336-7A69-CF6F-CC0E-DBDC8F84B7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E1FDEF2D-2FF4-B54E-8518-2DECF7F87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9" name="Rectangle 1198">
                <a:extLst>
                  <a:ext uri="{FF2B5EF4-FFF2-40B4-BE49-F238E27FC236}">
                    <a16:creationId xmlns:a16="http://schemas.microsoft.com/office/drawing/2014/main" id="{F441CC75-1074-1948-996B-582B1F904EB8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CA55E0CC-DD5A-D94C-BF0D-AF7123BF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FA299339-AA9E-874D-A35A-B1AAD66AEB00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DD9A335A-DDBA-9A47-8670-99F0D8422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891709B0-503D-694E-AC2A-F60242970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C1C7B2DE-3022-2844-9E0A-63E7F7BF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05" name="Straight Connector 1204">
                <a:extLst>
                  <a:ext uri="{FF2B5EF4-FFF2-40B4-BE49-F238E27FC236}">
                    <a16:creationId xmlns:a16="http://schemas.microsoft.com/office/drawing/2014/main" id="{D2856C83-42BC-604B-AB58-EB4A55461B46}"/>
                  </a:ext>
                </a:extLst>
              </p:cNvPr>
              <p:cNvCxnSpPr>
                <a:cxnSpLocks noChangeShapeType="1"/>
                <a:endCxn id="1200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06" name="Straight Connector 1205">
                <a:extLst>
                  <a:ext uri="{FF2B5EF4-FFF2-40B4-BE49-F238E27FC236}">
                    <a16:creationId xmlns:a16="http://schemas.microsoft.com/office/drawing/2014/main" id="{8B634900-F7D3-114A-933F-C412C2C2DB4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0" name="Group 347">
              <a:extLst>
                <a:ext uri="{FF2B5EF4-FFF2-40B4-BE49-F238E27FC236}">
                  <a16:creationId xmlns:a16="http://schemas.microsoft.com/office/drawing/2014/main" id="{9B3384DD-AF35-4DDA-5471-92A1681F14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DACDB9C0-1A32-204B-85CF-CF2D2C255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0" name="Rectangle 1189">
                <a:extLst>
                  <a:ext uri="{FF2B5EF4-FFF2-40B4-BE49-F238E27FC236}">
                    <a16:creationId xmlns:a16="http://schemas.microsoft.com/office/drawing/2014/main" id="{5F7BB558-9F38-CC41-B78B-2CBDCFA19B58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>
                <a:extLst>
                  <a:ext uri="{FF2B5EF4-FFF2-40B4-BE49-F238E27FC236}">
                    <a16:creationId xmlns:a16="http://schemas.microsoft.com/office/drawing/2014/main" id="{B48A8563-3163-784F-9F8B-2F051FA78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11AD942-8AB7-AC4E-B772-B9C629525671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EF6BC33F-AA7C-1A4D-B42F-51AB6B4C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74985DBE-53AE-2C43-9143-5E6234E9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1B9CC9CC-0290-2B44-96BE-2B70D912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96" name="Straight Connector 1195">
                <a:extLst>
                  <a:ext uri="{FF2B5EF4-FFF2-40B4-BE49-F238E27FC236}">
                    <a16:creationId xmlns:a16="http://schemas.microsoft.com/office/drawing/2014/main" id="{BE60AF6A-D242-F341-94CB-5E3F5BED2EA4}"/>
                  </a:ext>
                </a:extLst>
              </p:cNvPr>
              <p:cNvCxnSpPr>
                <a:cxnSpLocks noChangeShapeType="1"/>
                <a:endCxn id="1191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7" name="Straight Connector 1196">
                <a:extLst>
                  <a:ext uri="{FF2B5EF4-FFF2-40B4-BE49-F238E27FC236}">
                    <a16:creationId xmlns:a16="http://schemas.microsoft.com/office/drawing/2014/main" id="{6148974E-2E70-A249-9AF2-4A6000D7D57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1" name="Group 347">
              <a:extLst>
                <a:ext uri="{FF2B5EF4-FFF2-40B4-BE49-F238E27FC236}">
                  <a16:creationId xmlns:a16="http://schemas.microsoft.com/office/drawing/2014/main" id="{86249767-1A2E-8780-C53F-A4B00FFD8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A864D60F-2537-6448-A9EE-39BC18C12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1" name="Rectangle 1180">
                <a:extLst>
                  <a:ext uri="{FF2B5EF4-FFF2-40B4-BE49-F238E27FC236}">
                    <a16:creationId xmlns:a16="http://schemas.microsoft.com/office/drawing/2014/main" id="{F5C7F57D-B952-9445-905B-8160FB7BF9E6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C1AF858D-A77B-9741-B012-4AE81375C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A9EC0C8A-2F2B-B14B-9E53-197DC9BD2532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7C3CC936-D5F5-3D4D-AA7E-4338EB62A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60E98690-50CA-F441-AF50-B477C0C8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53CCEBF3-F844-4F4C-8338-1E71F6A82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87" name="Straight Connector 1186">
                <a:extLst>
                  <a:ext uri="{FF2B5EF4-FFF2-40B4-BE49-F238E27FC236}">
                    <a16:creationId xmlns:a16="http://schemas.microsoft.com/office/drawing/2014/main" id="{DDD08193-45CF-B641-BCCF-140D011E6F74}"/>
                  </a:ext>
                </a:extLst>
              </p:cNvPr>
              <p:cNvCxnSpPr>
                <a:cxnSpLocks noChangeShapeType="1"/>
                <a:endCxn id="1182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8" name="Straight Connector 1187">
                <a:extLst>
                  <a:ext uri="{FF2B5EF4-FFF2-40B4-BE49-F238E27FC236}">
                    <a16:creationId xmlns:a16="http://schemas.microsoft.com/office/drawing/2014/main" id="{6F26F78D-D50D-A84B-A39E-65F31BDF6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2" name="Group 347">
              <a:extLst>
                <a:ext uri="{FF2B5EF4-FFF2-40B4-BE49-F238E27FC236}">
                  <a16:creationId xmlns:a16="http://schemas.microsoft.com/office/drawing/2014/main" id="{62382353-CC75-D5AB-BB3B-4896AEFE3B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>
                <a:extLst>
                  <a:ext uri="{FF2B5EF4-FFF2-40B4-BE49-F238E27FC236}">
                    <a16:creationId xmlns:a16="http://schemas.microsoft.com/office/drawing/2014/main" id="{9C31531C-BE04-5F46-A51B-73617597C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72" name="Rectangle 1171">
                <a:extLst>
                  <a:ext uri="{FF2B5EF4-FFF2-40B4-BE49-F238E27FC236}">
                    <a16:creationId xmlns:a16="http://schemas.microsoft.com/office/drawing/2014/main" id="{609DC877-7820-4B4D-95E2-AEC9CAF04901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25ABCB68-6F90-3441-8B72-1E2C4A59A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880CC06B-84B1-7945-969F-34662380B657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34E282EB-E8E1-EC47-AFDC-46B426861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DB544A55-1B67-AC4E-87F0-07B299406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7B93BD9D-FD03-F34E-8926-92FCAE9F6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78" name="Straight Connector 1177">
                <a:extLst>
                  <a:ext uri="{FF2B5EF4-FFF2-40B4-BE49-F238E27FC236}">
                    <a16:creationId xmlns:a16="http://schemas.microsoft.com/office/drawing/2014/main" id="{559AB779-F5A6-A641-AA0A-CC5BCCAA172A}"/>
                  </a:ext>
                </a:extLst>
              </p:cNvPr>
              <p:cNvCxnSpPr>
                <a:cxnSpLocks noChangeShapeType="1"/>
                <a:endCxn id="1173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E72248F7-34CE-4545-A71F-350FC1EDE5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3" name="Group 347">
              <a:extLst>
                <a:ext uri="{FF2B5EF4-FFF2-40B4-BE49-F238E27FC236}">
                  <a16:creationId xmlns:a16="http://schemas.microsoft.com/office/drawing/2014/main" id="{CCAAB5F4-1CA2-B200-F163-9D143028B0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B4937162-FF6C-C34E-AFB8-65779097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63" name="Rectangle 1162">
                <a:extLst>
                  <a:ext uri="{FF2B5EF4-FFF2-40B4-BE49-F238E27FC236}">
                    <a16:creationId xmlns:a16="http://schemas.microsoft.com/office/drawing/2014/main" id="{F0D2D354-60E2-C64C-9AD4-D9D0F653BEC4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E718C6EE-21DE-3D43-9D85-B807D6871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B125242D-3CF0-5344-ACF9-65E36F4E7745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26CD3D4B-B822-5740-9195-5451687E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B7724965-3C26-9048-AF53-BAE394120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2CA0577F-CB1E-9E41-A1E8-A350B42E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69" name="Straight Connector 1168">
                <a:extLst>
                  <a:ext uri="{FF2B5EF4-FFF2-40B4-BE49-F238E27FC236}">
                    <a16:creationId xmlns:a16="http://schemas.microsoft.com/office/drawing/2014/main" id="{169D1055-FBB3-8542-9617-F1537CE934CB}"/>
                  </a:ext>
                </a:extLst>
              </p:cNvPr>
              <p:cNvCxnSpPr>
                <a:cxnSpLocks noChangeShapeType="1"/>
                <a:endCxn id="1164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0" name="Straight Connector 1169">
                <a:extLst>
                  <a:ext uri="{FF2B5EF4-FFF2-40B4-BE49-F238E27FC236}">
                    <a16:creationId xmlns:a16="http://schemas.microsoft.com/office/drawing/2014/main" id="{E619413E-0715-6247-A6DE-F64DFB72348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4" name="Group 347">
              <a:extLst>
                <a:ext uri="{FF2B5EF4-FFF2-40B4-BE49-F238E27FC236}">
                  <a16:creationId xmlns:a16="http://schemas.microsoft.com/office/drawing/2014/main" id="{ABBB3463-CC26-B72B-4817-7D404101D4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767B07B0-18BA-FF42-84A7-8921F087F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72B0F985-B256-0642-BD06-B2EA947F694A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5B487A49-EA38-F34A-BDFC-FB669BACF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ECA7CE06-49B3-1649-A407-15A6FE8A1137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C71BE866-C2F8-3345-B0A2-3549B112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C351A51A-2ECD-8F41-B73B-51711AF8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B8E64015-3476-604B-90A8-52421D44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60" name="Straight Connector 1159">
                <a:extLst>
                  <a:ext uri="{FF2B5EF4-FFF2-40B4-BE49-F238E27FC236}">
                    <a16:creationId xmlns:a16="http://schemas.microsoft.com/office/drawing/2014/main" id="{26130B9D-689F-BA41-85EC-38AD71B4681B}"/>
                  </a:ext>
                </a:extLst>
              </p:cNvPr>
              <p:cNvCxnSpPr>
                <a:cxnSpLocks noChangeShapeType="1"/>
                <a:endCxn id="1155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1" name="Straight Connector 1160">
                <a:extLst>
                  <a:ext uri="{FF2B5EF4-FFF2-40B4-BE49-F238E27FC236}">
                    <a16:creationId xmlns:a16="http://schemas.microsoft.com/office/drawing/2014/main" id="{E433ACC2-D14F-1043-B779-1D1A16E06E0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5775" name="Picture 1005" descr="antenna_stylized">
              <a:extLst>
                <a:ext uri="{FF2B5EF4-FFF2-40B4-BE49-F238E27FC236}">
                  <a16:creationId xmlns:a16="http://schemas.microsoft.com/office/drawing/2014/main" id="{8A9A79CF-2D81-281B-B0E9-3DC8DC6237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6" name="Picture 1005" descr="antenna_stylized">
              <a:extLst>
                <a:ext uri="{FF2B5EF4-FFF2-40B4-BE49-F238E27FC236}">
                  <a16:creationId xmlns:a16="http://schemas.microsoft.com/office/drawing/2014/main" id="{D5FC8890-6E7A-064F-5298-29F09D1CE4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7" name="Picture 1005" descr="antenna_stylized">
              <a:extLst>
                <a:ext uri="{FF2B5EF4-FFF2-40B4-BE49-F238E27FC236}">
                  <a16:creationId xmlns:a16="http://schemas.microsoft.com/office/drawing/2014/main" id="{84FE9288-EC53-9D5F-5FF4-7A9A43D25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8" name="Picture 934" descr="antenna_radiation_stylized">
              <a:extLst>
                <a:ext uri="{FF2B5EF4-FFF2-40B4-BE49-F238E27FC236}">
                  <a16:creationId xmlns:a16="http://schemas.microsoft.com/office/drawing/2014/main" id="{73B22BFD-D2B0-00AB-D7E8-713435A3F1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2">
            <a:extLst>
              <a:ext uri="{FF2B5EF4-FFF2-40B4-BE49-F238E27FC236}">
                <a16:creationId xmlns:a16="http://schemas.microsoft.com/office/drawing/2014/main" id="{66D86958-B610-DD06-A841-7EFBBE082C9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169863"/>
            <a:ext cx="8382000" cy="846137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What</a:t>
            </a:r>
            <a:r>
              <a:rPr lang="ja-JP" altLang="en-US" sz="3600">
                <a:ea typeface="ＭＳ Ｐゴシック" panose="020B0600070205080204" pitchFamily="34" charset="-128"/>
              </a:rPr>
              <a:t>’</a:t>
            </a:r>
            <a:r>
              <a:rPr lang="en-US" altLang="ja-JP" sz="3600">
                <a:ea typeface="ＭＳ Ｐゴシック" panose="020B0600070205080204" pitchFamily="34" charset="-128"/>
              </a:rPr>
              <a:t>s the Internet: a service view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27650" name="Rectangle 3">
            <a:extLst>
              <a:ext uri="{FF2B5EF4-FFF2-40B4-BE49-F238E27FC236}">
                <a16:creationId xmlns:a16="http://schemas.microsoft.com/office/drawing/2014/main" id="{9F8D79D5-EF98-D2DF-CEFF-93029F0AEF3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74650" y="1655763"/>
            <a:ext cx="4435475" cy="4105275"/>
          </a:xfrm>
        </p:spPr>
        <p:txBody>
          <a:bodyPr/>
          <a:lstStyle/>
          <a:p>
            <a:pPr marL="287338" indent="-287338" eaLnBrk="1" hangingPunct="1"/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that provides services to applications:</a:t>
            </a:r>
            <a:endParaRPr lang="en-US" altLang="zh-CN" sz="2400">
              <a:ea typeface="ＭＳ Ｐゴシック" panose="020B0600070205080204" pitchFamily="34" charset="-128"/>
            </a:endParaRP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Web, VoIP, email, games, e-commerce, social nets, …</a:t>
            </a:r>
          </a:p>
          <a:p>
            <a:pPr marL="287338" indent="-287338" eaLnBrk="1" hangingPunct="1"/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provides programming interface to apps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hooks that allow sending and receiving  app programs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to Internet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provides service options, analogous to postal service</a:t>
            </a:r>
          </a:p>
        </p:txBody>
      </p:sp>
      <p:pic>
        <p:nvPicPr>
          <p:cNvPr id="27651" name="Picture 645" descr="underline_base">
            <a:extLst>
              <a:ext uri="{FF2B5EF4-FFF2-40B4-BE49-F238E27FC236}">
                <a16:creationId xmlns:a16="http://schemas.microsoft.com/office/drawing/2014/main" id="{1996B35B-EA43-9C38-2AFB-04513A65318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04863"/>
            <a:ext cx="6548437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2" name="Footer Placeholder 2">
            <a:extLst>
              <a:ext uri="{FF2B5EF4-FFF2-40B4-BE49-F238E27FC236}">
                <a16:creationId xmlns:a16="http://schemas.microsoft.com/office/drawing/2014/main" id="{51CAD6C3-DB6E-E961-D876-D90314211E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7653" name="Slide Number Placeholder 3">
            <a:extLst>
              <a:ext uri="{FF2B5EF4-FFF2-40B4-BE49-F238E27FC236}">
                <a16:creationId xmlns:a16="http://schemas.microsoft.com/office/drawing/2014/main" id="{F202932E-656D-BF6A-DBA6-211A52ACF3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FD4098CC-68C2-574E-8ECF-AF4B92822A23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27654" name="Group 979">
            <a:extLst>
              <a:ext uri="{FF2B5EF4-FFF2-40B4-BE49-F238E27FC236}">
                <a16:creationId xmlns:a16="http://schemas.microsoft.com/office/drawing/2014/main" id="{972445AB-3AAF-BE24-7B18-C1625343667D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7655" name="Freeform 416">
              <a:extLst>
                <a:ext uri="{FF2B5EF4-FFF2-40B4-BE49-F238E27FC236}">
                  <a16:creationId xmlns:a16="http://schemas.microsoft.com/office/drawing/2014/main" id="{ABFA0A32-EE4E-9110-02B2-C7D8B06E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6" name="Freeform 415">
              <a:extLst>
                <a:ext uri="{FF2B5EF4-FFF2-40B4-BE49-F238E27FC236}">
                  <a16:creationId xmlns:a16="http://schemas.microsoft.com/office/drawing/2014/main" id="{9BE7F779-D433-2C2B-FDF7-633A61E6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7" name="Freeform 665">
              <a:extLst>
                <a:ext uri="{FF2B5EF4-FFF2-40B4-BE49-F238E27FC236}">
                  <a16:creationId xmlns:a16="http://schemas.microsoft.com/office/drawing/2014/main" id="{2690A11F-1FE9-B3BF-BFCE-BB61C9E42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658" name="Group 666">
              <a:extLst>
                <a:ext uri="{FF2B5EF4-FFF2-40B4-BE49-F238E27FC236}">
                  <a16:creationId xmlns:a16="http://schemas.microsoft.com/office/drawing/2014/main" id="{307FAB0D-B531-B064-468F-5B3663892E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8265" name="Rectangle 667">
                <a:extLst>
                  <a:ext uri="{FF2B5EF4-FFF2-40B4-BE49-F238E27FC236}">
                    <a16:creationId xmlns:a16="http://schemas.microsoft.com/office/drawing/2014/main" id="{62EF8B4C-4F36-15C1-91A3-C1D28DF6D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266" name="AutoShape 668">
                <a:extLst>
                  <a:ext uri="{FF2B5EF4-FFF2-40B4-BE49-F238E27FC236}">
                    <a16:creationId xmlns:a16="http://schemas.microsoft.com/office/drawing/2014/main" id="{7C1C39E2-C57F-AAEA-142A-0EB470750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7659" name="Freeform 669">
              <a:extLst>
                <a:ext uri="{FF2B5EF4-FFF2-40B4-BE49-F238E27FC236}">
                  <a16:creationId xmlns:a16="http://schemas.microsoft.com/office/drawing/2014/main" id="{D736D298-AB70-2167-C3A3-967BC2BF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6 w 2032"/>
                <a:gd name="T1" fmla="*/ 2147483646 h 1049"/>
                <a:gd name="T2" fmla="*/ 2147483646 w 2032"/>
                <a:gd name="T3" fmla="*/ 2147483646 h 1049"/>
                <a:gd name="T4" fmla="*/ 2147483646 w 2032"/>
                <a:gd name="T5" fmla="*/ 2147483646 h 1049"/>
                <a:gd name="T6" fmla="*/ 2147483646 w 2032"/>
                <a:gd name="T7" fmla="*/ 2147483646 h 1049"/>
                <a:gd name="T8" fmla="*/ 2147483646 w 2032"/>
                <a:gd name="T9" fmla="*/ 2147483646 h 1049"/>
                <a:gd name="T10" fmla="*/ 2147483646 w 2032"/>
                <a:gd name="T11" fmla="*/ 2147483646 h 1049"/>
                <a:gd name="T12" fmla="*/ 2147483646 w 2032"/>
                <a:gd name="T13" fmla="*/ 2147483646 h 1049"/>
                <a:gd name="T14" fmla="*/ 2147483646 w 2032"/>
                <a:gd name="T15" fmla="*/ 2147483646 h 1049"/>
                <a:gd name="T16" fmla="*/ 2147483646 w 2032"/>
                <a:gd name="T17" fmla="*/ 2147483646 h 1049"/>
                <a:gd name="T18" fmla="*/ 2147483646 w 2032"/>
                <a:gd name="T19" fmla="*/ 2147483646 h 1049"/>
                <a:gd name="T20" fmla="*/ 2147483646 w 2032"/>
                <a:gd name="T21" fmla="*/ 2147483646 h 1049"/>
                <a:gd name="T22" fmla="*/ 2147483646 w 2032"/>
                <a:gd name="T23" fmla="*/ 2147483646 h 1049"/>
                <a:gd name="T24" fmla="*/ 2147483646 w 2032"/>
                <a:gd name="T25" fmla="*/ 2147483646 h 1049"/>
                <a:gd name="T26" fmla="*/ 2147483646 w 2032"/>
                <a:gd name="T27" fmla="*/ 2147483646 h 1049"/>
                <a:gd name="T28" fmla="*/ 2147483646 w 2032"/>
                <a:gd name="T29" fmla="*/ 2147483646 h 1049"/>
                <a:gd name="T30" fmla="*/ 2147483646 w 2032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0" name="Line 670">
              <a:extLst>
                <a:ext uri="{FF2B5EF4-FFF2-40B4-BE49-F238E27FC236}">
                  <a16:creationId xmlns:a16="http://schemas.microsoft.com/office/drawing/2014/main" id="{E54E99BE-EB95-A81C-3545-EBCF8D85CF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7661" name="Line 671">
              <a:extLst>
                <a:ext uri="{FF2B5EF4-FFF2-40B4-BE49-F238E27FC236}">
                  <a16:creationId xmlns:a16="http://schemas.microsoft.com/office/drawing/2014/main" id="{5E982672-43CC-F129-0AA2-57EE00948DF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7662" name="Line 672">
              <a:extLst>
                <a:ext uri="{FF2B5EF4-FFF2-40B4-BE49-F238E27FC236}">
                  <a16:creationId xmlns:a16="http://schemas.microsoft.com/office/drawing/2014/main" id="{53CA34AD-7B59-A2C4-1309-43D6A64BD1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7663" name="Line 674">
              <a:extLst>
                <a:ext uri="{FF2B5EF4-FFF2-40B4-BE49-F238E27FC236}">
                  <a16:creationId xmlns:a16="http://schemas.microsoft.com/office/drawing/2014/main" id="{C65672EA-7EF5-7A45-3A4F-DFD482ABE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4" name="Line 675">
              <a:extLst>
                <a:ext uri="{FF2B5EF4-FFF2-40B4-BE49-F238E27FC236}">
                  <a16:creationId xmlns:a16="http://schemas.microsoft.com/office/drawing/2014/main" id="{F8599FA7-71A9-13AB-4FA4-7BC2DE56B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5" name="Line 678">
              <a:extLst>
                <a:ext uri="{FF2B5EF4-FFF2-40B4-BE49-F238E27FC236}">
                  <a16:creationId xmlns:a16="http://schemas.microsoft.com/office/drawing/2014/main" id="{17B42EAE-C03C-80E7-5C5C-A2EC4137D2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6" name="Line 679">
              <a:extLst>
                <a:ext uri="{FF2B5EF4-FFF2-40B4-BE49-F238E27FC236}">
                  <a16:creationId xmlns:a16="http://schemas.microsoft.com/office/drawing/2014/main" id="{C10EA998-9BA6-80E5-883B-21535CF55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7" name="Line 680">
              <a:extLst>
                <a:ext uri="{FF2B5EF4-FFF2-40B4-BE49-F238E27FC236}">
                  <a16:creationId xmlns:a16="http://schemas.microsoft.com/office/drawing/2014/main" id="{BD6A63BD-01A1-DFCA-FF79-065655D66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8" name="Line 682">
              <a:extLst>
                <a:ext uri="{FF2B5EF4-FFF2-40B4-BE49-F238E27FC236}">
                  <a16:creationId xmlns:a16="http://schemas.microsoft.com/office/drawing/2014/main" id="{CE3A05B4-039E-A277-2F9B-23AF6D4B1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9" name="Line 683">
              <a:extLst>
                <a:ext uri="{FF2B5EF4-FFF2-40B4-BE49-F238E27FC236}">
                  <a16:creationId xmlns:a16="http://schemas.microsoft.com/office/drawing/2014/main" id="{563D35A4-154D-4373-45CD-78FA9FC18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670" name="Picture 684" descr="access_point_stylized_small">
              <a:extLst>
                <a:ext uri="{FF2B5EF4-FFF2-40B4-BE49-F238E27FC236}">
                  <a16:creationId xmlns:a16="http://schemas.microsoft.com/office/drawing/2014/main" id="{4D83E1BB-9A37-1109-AAF0-135E0BB46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1" name="Line 685">
              <a:extLst>
                <a:ext uri="{FF2B5EF4-FFF2-40B4-BE49-F238E27FC236}">
                  <a16:creationId xmlns:a16="http://schemas.microsoft.com/office/drawing/2014/main" id="{99300EC5-5BAD-C9CA-A1AB-5B75AD94FE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7672" name="Line 686">
              <a:extLst>
                <a:ext uri="{FF2B5EF4-FFF2-40B4-BE49-F238E27FC236}">
                  <a16:creationId xmlns:a16="http://schemas.microsoft.com/office/drawing/2014/main" id="{840C17EF-B83D-0339-0F37-649F8039D0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673" name="Picture 708" descr="access_point_stylized_small">
              <a:extLst>
                <a:ext uri="{FF2B5EF4-FFF2-40B4-BE49-F238E27FC236}">
                  <a16:creationId xmlns:a16="http://schemas.microsoft.com/office/drawing/2014/main" id="{5739E2B3-1880-465E-902A-5DA5FC8C63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4" name="Line 711">
              <a:extLst>
                <a:ext uri="{FF2B5EF4-FFF2-40B4-BE49-F238E27FC236}">
                  <a16:creationId xmlns:a16="http://schemas.microsoft.com/office/drawing/2014/main" id="{05FF202A-980E-DC41-9074-C5508CF5F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5" name="Line 712">
              <a:extLst>
                <a:ext uri="{FF2B5EF4-FFF2-40B4-BE49-F238E27FC236}">
                  <a16:creationId xmlns:a16="http://schemas.microsoft.com/office/drawing/2014/main" id="{9654C487-0A81-4D1F-85E2-05F14769C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6" name="Line 713">
              <a:extLst>
                <a:ext uri="{FF2B5EF4-FFF2-40B4-BE49-F238E27FC236}">
                  <a16:creationId xmlns:a16="http://schemas.microsoft.com/office/drawing/2014/main" id="{9B5420CC-6DBF-BCA3-2A12-F063DAB7E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7" name="Line 714">
              <a:extLst>
                <a:ext uri="{FF2B5EF4-FFF2-40B4-BE49-F238E27FC236}">
                  <a16:creationId xmlns:a16="http://schemas.microsoft.com/office/drawing/2014/main" id="{8B06F64C-8BA1-7174-480F-A63BA27BB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8" name="Line 715">
              <a:extLst>
                <a:ext uri="{FF2B5EF4-FFF2-40B4-BE49-F238E27FC236}">
                  <a16:creationId xmlns:a16="http://schemas.microsoft.com/office/drawing/2014/main" id="{7FBD337A-D989-2DCB-7C2B-80DB407FF4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9" name="Line 716">
              <a:extLst>
                <a:ext uri="{FF2B5EF4-FFF2-40B4-BE49-F238E27FC236}">
                  <a16:creationId xmlns:a16="http://schemas.microsoft.com/office/drawing/2014/main" id="{9B640F2A-486C-04A1-E215-2142E9933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0" name="Line 717">
              <a:extLst>
                <a:ext uri="{FF2B5EF4-FFF2-40B4-BE49-F238E27FC236}">
                  <a16:creationId xmlns:a16="http://schemas.microsoft.com/office/drawing/2014/main" id="{99120795-2227-9746-D7F3-314059CDEA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1" name="Line 718">
              <a:extLst>
                <a:ext uri="{FF2B5EF4-FFF2-40B4-BE49-F238E27FC236}">
                  <a16:creationId xmlns:a16="http://schemas.microsoft.com/office/drawing/2014/main" id="{AADB0C07-A57D-8561-4BC2-327782EA0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2" name="Line 719">
              <a:extLst>
                <a:ext uri="{FF2B5EF4-FFF2-40B4-BE49-F238E27FC236}">
                  <a16:creationId xmlns:a16="http://schemas.microsoft.com/office/drawing/2014/main" id="{85CC0A2E-22F0-CB36-CC39-99A827870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3" name="Line 720">
              <a:extLst>
                <a:ext uri="{FF2B5EF4-FFF2-40B4-BE49-F238E27FC236}">
                  <a16:creationId xmlns:a16="http://schemas.microsoft.com/office/drawing/2014/main" id="{58BC1CCE-AD33-7F34-1E84-AA63CCF9B6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4" name="Line 721">
              <a:extLst>
                <a:ext uri="{FF2B5EF4-FFF2-40B4-BE49-F238E27FC236}">
                  <a16:creationId xmlns:a16="http://schemas.microsoft.com/office/drawing/2014/main" id="{5184B823-10BD-CD96-95A3-B288D013F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5" name="Line 722">
              <a:extLst>
                <a:ext uri="{FF2B5EF4-FFF2-40B4-BE49-F238E27FC236}">
                  <a16:creationId xmlns:a16="http://schemas.microsoft.com/office/drawing/2014/main" id="{96CA12A7-2311-42F9-94AD-9E7855FF6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6" name="Line 723">
              <a:extLst>
                <a:ext uri="{FF2B5EF4-FFF2-40B4-BE49-F238E27FC236}">
                  <a16:creationId xmlns:a16="http://schemas.microsoft.com/office/drawing/2014/main" id="{0198FFCE-6B36-9ABD-4ABF-A0E0CF60DC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7" name="Line 724">
              <a:extLst>
                <a:ext uri="{FF2B5EF4-FFF2-40B4-BE49-F238E27FC236}">
                  <a16:creationId xmlns:a16="http://schemas.microsoft.com/office/drawing/2014/main" id="{F0F219C1-A7EE-2583-ABAE-49E22CDD6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8" name="Line 725">
              <a:extLst>
                <a:ext uri="{FF2B5EF4-FFF2-40B4-BE49-F238E27FC236}">
                  <a16:creationId xmlns:a16="http://schemas.microsoft.com/office/drawing/2014/main" id="{64CEFD93-E230-E203-8A0D-25DB08397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9" name="Line 726">
              <a:extLst>
                <a:ext uri="{FF2B5EF4-FFF2-40B4-BE49-F238E27FC236}">
                  <a16:creationId xmlns:a16="http://schemas.microsoft.com/office/drawing/2014/main" id="{103F452A-91DC-5586-3765-9F22B64EC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0" name="Line 727">
              <a:extLst>
                <a:ext uri="{FF2B5EF4-FFF2-40B4-BE49-F238E27FC236}">
                  <a16:creationId xmlns:a16="http://schemas.microsoft.com/office/drawing/2014/main" id="{F891B4C1-DD90-3CAE-E8CF-F64BBE550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1" name="Line 728">
              <a:extLst>
                <a:ext uri="{FF2B5EF4-FFF2-40B4-BE49-F238E27FC236}">
                  <a16:creationId xmlns:a16="http://schemas.microsoft.com/office/drawing/2014/main" id="{693759A4-3DC1-D0D3-7F92-7D41E3223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2" name="Oval 407">
              <a:extLst>
                <a:ext uri="{FF2B5EF4-FFF2-40B4-BE49-F238E27FC236}">
                  <a16:creationId xmlns:a16="http://schemas.microsoft.com/office/drawing/2014/main" id="{9B7E5CFE-3479-8908-FAF0-7B0E12F6E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7693" name="Rectangle 410">
              <a:extLst>
                <a:ext uri="{FF2B5EF4-FFF2-40B4-BE49-F238E27FC236}">
                  <a16:creationId xmlns:a16="http://schemas.microsoft.com/office/drawing/2014/main" id="{B7A9FA0F-7A2A-95EF-EA8E-701B3F870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7694" name="Oval 411">
              <a:extLst>
                <a:ext uri="{FF2B5EF4-FFF2-40B4-BE49-F238E27FC236}">
                  <a16:creationId xmlns:a16="http://schemas.microsoft.com/office/drawing/2014/main" id="{0A21FB63-A650-0BE5-8608-4015CFEB3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27695" name="Group 732">
              <a:extLst>
                <a:ext uri="{FF2B5EF4-FFF2-40B4-BE49-F238E27FC236}">
                  <a16:creationId xmlns:a16="http://schemas.microsoft.com/office/drawing/2014/main" id="{16EFEE50-E9B5-7C5E-19B4-0B7F62E127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8263" name="Freeform 733">
                <a:extLst>
                  <a:ext uri="{FF2B5EF4-FFF2-40B4-BE49-F238E27FC236}">
                    <a16:creationId xmlns:a16="http://schemas.microsoft.com/office/drawing/2014/main" id="{0634A5E0-1BD9-B1F8-1C44-0EE32558B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64" name="Freeform 734">
                <a:extLst>
                  <a:ext uri="{FF2B5EF4-FFF2-40B4-BE49-F238E27FC236}">
                    <a16:creationId xmlns:a16="http://schemas.microsoft.com/office/drawing/2014/main" id="{ABC3DF0A-F224-E86B-3700-D1F0B8FE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696" name="Line 735">
              <a:extLst>
                <a:ext uri="{FF2B5EF4-FFF2-40B4-BE49-F238E27FC236}">
                  <a16:creationId xmlns:a16="http://schemas.microsoft.com/office/drawing/2014/main" id="{D73152F8-CFA1-6509-2F68-5D06429BF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7" name="Line 736">
              <a:extLst>
                <a:ext uri="{FF2B5EF4-FFF2-40B4-BE49-F238E27FC236}">
                  <a16:creationId xmlns:a16="http://schemas.microsoft.com/office/drawing/2014/main" id="{F41A2B8C-8119-EFC3-FCE8-E2FD8D4DC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698" name="Group 737">
              <a:extLst>
                <a:ext uri="{FF2B5EF4-FFF2-40B4-BE49-F238E27FC236}">
                  <a16:creationId xmlns:a16="http://schemas.microsoft.com/office/drawing/2014/main" id="{3FB9C4D3-CE4F-3B16-8F4B-CAF461291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8255" name="Oval 407">
                <a:extLst>
                  <a:ext uri="{FF2B5EF4-FFF2-40B4-BE49-F238E27FC236}">
                    <a16:creationId xmlns:a16="http://schemas.microsoft.com/office/drawing/2014/main" id="{285D97D8-F7AA-DE81-7DE0-D84780FB9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56" name="Rectangle 410">
                <a:extLst>
                  <a:ext uri="{FF2B5EF4-FFF2-40B4-BE49-F238E27FC236}">
                    <a16:creationId xmlns:a16="http://schemas.microsoft.com/office/drawing/2014/main" id="{D51D4D14-EA09-F151-8450-58382FA86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57" name="Oval 411">
                <a:extLst>
                  <a:ext uri="{FF2B5EF4-FFF2-40B4-BE49-F238E27FC236}">
                    <a16:creationId xmlns:a16="http://schemas.microsoft.com/office/drawing/2014/main" id="{CF69D0D9-1582-253D-CBD6-B465DC544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58" name="Group 741">
                <a:extLst>
                  <a:ext uri="{FF2B5EF4-FFF2-40B4-BE49-F238E27FC236}">
                    <a16:creationId xmlns:a16="http://schemas.microsoft.com/office/drawing/2014/main" id="{52BEA127-42AD-5BFE-E63E-35966CABC4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61" name="Freeform 742">
                  <a:extLst>
                    <a:ext uri="{FF2B5EF4-FFF2-40B4-BE49-F238E27FC236}">
                      <a16:creationId xmlns:a16="http://schemas.microsoft.com/office/drawing/2014/main" id="{4797E576-72E5-F363-0B88-57F735FA90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62" name="Freeform 743">
                  <a:extLst>
                    <a:ext uri="{FF2B5EF4-FFF2-40B4-BE49-F238E27FC236}">
                      <a16:creationId xmlns:a16="http://schemas.microsoft.com/office/drawing/2014/main" id="{EBF33F92-5EAB-F5D0-2D45-41FCF6D7A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59" name="Line 744">
                <a:extLst>
                  <a:ext uri="{FF2B5EF4-FFF2-40B4-BE49-F238E27FC236}">
                    <a16:creationId xmlns:a16="http://schemas.microsoft.com/office/drawing/2014/main" id="{E2167C1C-EA8B-B3DA-5355-029E09C5D8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60" name="Line 745">
                <a:extLst>
                  <a:ext uri="{FF2B5EF4-FFF2-40B4-BE49-F238E27FC236}">
                    <a16:creationId xmlns:a16="http://schemas.microsoft.com/office/drawing/2014/main" id="{1763D55E-FC38-B3BD-894A-36176FCD1C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699" name="Group 746">
              <a:extLst>
                <a:ext uri="{FF2B5EF4-FFF2-40B4-BE49-F238E27FC236}">
                  <a16:creationId xmlns:a16="http://schemas.microsoft.com/office/drawing/2014/main" id="{637C99E1-A6A0-C266-92D1-C49F0112E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8247" name="Oval 407">
                <a:extLst>
                  <a:ext uri="{FF2B5EF4-FFF2-40B4-BE49-F238E27FC236}">
                    <a16:creationId xmlns:a16="http://schemas.microsoft.com/office/drawing/2014/main" id="{39ED96D9-6EFB-E2FB-73C3-5A3A597F8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8" name="Rectangle 410">
                <a:extLst>
                  <a:ext uri="{FF2B5EF4-FFF2-40B4-BE49-F238E27FC236}">
                    <a16:creationId xmlns:a16="http://schemas.microsoft.com/office/drawing/2014/main" id="{D58FF54B-DF32-E801-E9A7-FC6196D1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9" name="Oval 411">
                <a:extLst>
                  <a:ext uri="{FF2B5EF4-FFF2-40B4-BE49-F238E27FC236}">
                    <a16:creationId xmlns:a16="http://schemas.microsoft.com/office/drawing/2014/main" id="{71139CF2-ED3E-EC50-A1DD-D3D988E98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50" name="Group 750">
                <a:extLst>
                  <a:ext uri="{FF2B5EF4-FFF2-40B4-BE49-F238E27FC236}">
                    <a16:creationId xmlns:a16="http://schemas.microsoft.com/office/drawing/2014/main" id="{E3F090B9-4C6D-3FF9-31F0-AEE1B1A46A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53" name="Freeform 751">
                  <a:extLst>
                    <a:ext uri="{FF2B5EF4-FFF2-40B4-BE49-F238E27FC236}">
                      <a16:creationId xmlns:a16="http://schemas.microsoft.com/office/drawing/2014/main" id="{C7EB1F5E-E5F5-6070-442B-72309A77A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54" name="Freeform 752">
                  <a:extLst>
                    <a:ext uri="{FF2B5EF4-FFF2-40B4-BE49-F238E27FC236}">
                      <a16:creationId xmlns:a16="http://schemas.microsoft.com/office/drawing/2014/main" id="{47FA851A-8F33-1FA5-35B6-3D4C57628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51" name="Line 753">
                <a:extLst>
                  <a:ext uri="{FF2B5EF4-FFF2-40B4-BE49-F238E27FC236}">
                    <a16:creationId xmlns:a16="http://schemas.microsoft.com/office/drawing/2014/main" id="{44622998-0798-E63B-3825-5BF89EADBA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52" name="Line 754">
                <a:extLst>
                  <a:ext uri="{FF2B5EF4-FFF2-40B4-BE49-F238E27FC236}">
                    <a16:creationId xmlns:a16="http://schemas.microsoft.com/office/drawing/2014/main" id="{1867E718-8880-10B0-5F2A-8AD2EB984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00" name="Group 764">
              <a:extLst>
                <a:ext uri="{FF2B5EF4-FFF2-40B4-BE49-F238E27FC236}">
                  <a16:creationId xmlns:a16="http://schemas.microsoft.com/office/drawing/2014/main" id="{9AFB39FF-89D9-B409-C540-BF139152D4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8239" name="Oval 407">
                <a:extLst>
                  <a:ext uri="{FF2B5EF4-FFF2-40B4-BE49-F238E27FC236}">
                    <a16:creationId xmlns:a16="http://schemas.microsoft.com/office/drawing/2014/main" id="{2D032841-3285-6125-1843-0CB73C0AA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0" name="Rectangle 410">
                <a:extLst>
                  <a:ext uri="{FF2B5EF4-FFF2-40B4-BE49-F238E27FC236}">
                    <a16:creationId xmlns:a16="http://schemas.microsoft.com/office/drawing/2014/main" id="{B4421183-0E43-B948-E162-440580879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1" name="Oval 411">
                <a:extLst>
                  <a:ext uri="{FF2B5EF4-FFF2-40B4-BE49-F238E27FC236}">
                    <a16:creationId xmlns:a16="http://schemas.microsoft.com/office/drawing/2014/main" id="{43D00C64-67F5-8F02-FBAC-210DB132B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42" name="Group 768">
                <a:extLst>
                  <a:ext uri="{FF2B5EF4-FFF2-40B4-BE49-F238E27FC236}">
                    <a16:creationId xmlns:a16="http://schemas.microsoft.com/office/drawing/2014/main" id="{AE4C9EE0-738D-A671-DB7B-929E1AA71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45" name="Freeform 769">
                  <a:extLst>
                    <a:ext uri="{FF2B5EF4-FFF2-40B4-BE49-F238E27FC236}">
                      <a16:creationId xmlns:a16="http://schemas.microsoft.com/office/drawing/2014/main" id="{8B8D7FBB-E292-821E-19A9-C4F2184C2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46" name="Freeform 770">
                  <a:extLst>
                    <a:ext uri="{FF2B5EF4-FFF2-40B4-BE49-F238E27FC236}">
                      <a16:creationId xmlns:a16="http://schemas.microsoft.com/office/drawing/2014/main" id="{EDBF7BB8-0749-23CF-8595-9BDE0BE0E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43" name="Line 771">
                <a:extLst>
                  <a:ext uri="{FF2B5EF4-FFF2-40B4-BE49-F238E27FC236}">
                    <a16:creationId xmlns:a16="http://schemas.microsoft.com/office/drawing/2014/main" id="{2D970165-861C-9D33-4B8D-51A0DB9E9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44" name="Line 772">
                <a:extLst>
                  <a:ext uri="{FF2B5EF4-FFF2-40B4-BE49-F238E27FC236}">
                    <a16:creationId xmlns:a16="http://schemas.microsoft.com/office/drawing/2014/main" id="{418D5B4F-49A9-43F7-0221-4F88B74EE3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701" name="Line 782">
              <a:extLst>
                <a:ext uri="{FF2B5EF4-FFF2-40B4-BE49-F238E27FC236}">
                  <a16:creationId xmlns:a16="http://schemas.microsoft.com/office/drawing/2014/main" id="{E5D4176C-76F4-BADA-A069-EDB41BC1BC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02" name="Group 801">
              <a:extLst>
                <a:ext uri="{FF2B5EF4-FFF2-40B4-BE49-F238E27FC236}">
                  <a16:creationId xmlns:a16="http://schemas.microsoft.com/office/drawing/2014/main" id="{7A7A3A76-C549-0167-8C94-60F345511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8231" name="Oval 407">
                <a:extLst>
                  <a:ext uri="{FF2B5EF4-FFF2-40B4-BE49-F238E27FC236}">
                    <a16:creationId xmlns:a16="http://schemas.microsoft.com/office/drawing/2014/main" id="{468B56CA-E89E-686B-6757-430CD2D9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32" name="Rectangle 410">
                <a:extLst>
                  <a:ext uri="{FF2B5EF4-FFF2-40B4-BE49-F238E27FC236}">
                    <a16:creationId xmlns:a16="http://schemas.microsoft.com/office/drawing/2014/main" id="{B5FDF72C-D31D-EF72-1479-74B8E3AA1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33" name="Oval 411">
                <a:extLst>
                  <a:ext uri="{FF2B5EF4-FFF2-40B4-BE49-F238E27FC236}">
                    <a16:creationId xmlns:a16="http://schemas.microsoft.com/office/drawing/2014/main" id="{70FDDBB4-5122-71E5-7CF8-6911CF1A4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34" name="Group 805">
                <a:extLst>
                  <a:ext uri="{FF2B5EF4-FFF2-40B4-BE49-F238E27FC236}">
                    <a16:creationId xmlns:a16="http://schemas.microsoft.com/office/drawing/2014/main" id="{4D9AEF96-51FB-6B67-D91B-ABCD37C44D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37" name="Freeform 806">
                  <a:extLst>
                    <a:ext uri="{FF2B5EF4-FFF2-40B4-BE49-F238E27FC236}">
                      <a16:creationId xmlns:a16="http://schemas.microsoft.com/office/drawing/2014/main" id="{906F005E-C02A-4D58-6DE7-A52C6EB57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38" name="Freeform 807">
                  <a:extLst>
                    <a:ext uri="{FF2B5EF4-FFF2-40B4-BE49-F238E27FC236}">
                      <a16:creationId xmlns:a16="http://schemas.microsoft.com/office/drawing/2014/main" id="{B7168A79-1284-4307-767E-F3EAFA66C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35" name="Line 808">
                <a:extLst>
                  <a:ext uri="{FF2B5EF4-FFF2-40B4-BE49-F238E27FC236}">
                    <a16:creationId xmlns:a16="http://schemas.microsoft.com/office/drawing/2014/main" id="{FDB86A62-2A59-046C-65E4-DF4DDD108A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36" name="Line 809">
                <a:extLst>
                  <a:ext uri="{FF2B5EF4-FFF2-40B4-BE49-F238E27FC236}">
                    <a16:creationId xmlns:a16="http://schemas.microsoft.com/office/drawing/2014/main" id="{1C56845A-E4CF-A16B-6443-F6A3C47FE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03" name="Group 810">
              <a:extLst>
                <a:ext uri="{FF2B5EF4-FFF2-40B4-BE49-F238E27FC236}">
                  <a16:creationId xmlns:a16="http://schemas.microsoft.com/office/drawing/2014/main" id="{EFCBF911-7269-0C45-0E5C-9222C36A8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8223" name="Oval 407">
                <a:extLst>
                  <a:ext uri="{FF2B5EF4-FFF2-40B4-BE49-F238E27FC236}">
                    <a16:creationId xmlns:a16="http://schemas.microsoft.com/office/drawing/2014/main" id="{8526CAF1-148C-4635-6AE5-4244A5B6B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24" name="Rectangle 410">
                <a:extLst>
                  <a:ext uri="{FF2B5EF4-FFF2-40B4-BE49-F238E27FC236}">
                    <a16:creationId xmlns:a16="http://schemas.microsoft.com/office/drawing/2014/main" id="{5E33C61F-6E0C-F5B6-FEDD-A56E12372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25" name="Oval 411">
                <a:extLst>
                  <a:ext uri="{FF2B5EF4-FFF2-40B4-BE49-F238E27FC236}">
                    <a16:creationId xmlns:a16="http://schemas.microsoft.com/office/drawing/2014/main" id="{93317A87-CC9D-1740-40C1-B81A44CB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26" name="Group 814">
                <a:extLst>
                  <a:ext uri="{FF2B5EF4-FFF2-40B4-BE49-F238E27FC236}">
                    <a16:creationId xmlns:a16="http://schemas.microsoft.com/office/drawing/2014/main" id="{D397036C-4CB7-B225-7521-94682339EC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9" name="Freeform 815">
                  <a:extLst>
                    <a:ext uri="{FF2B5EF4-FFF2-40B4-BE49-F238E27FC236}">
                      <a16:creationId xmlns:a16="http://schemas.microsoft.com/office/drawing/2014/main" id="{316BF0C4-76E5-06F3-E8D5-3C2CA431D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30" name="Freeform 816">
                  <a:extLst>
                    <a:ext uri="{FF2B5EF4-FFF2-40B4-BE49-F238E27FC236}">
                      <a16:creationId xmlns:a16="http://schemas.microsoft.com/office/drawing/2014/main" id="{3B73C887-0CEC-2AF0-B131-6C4B23BFD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27" name="Line 817">
                <a:extLst>
                  <a:ext uri="{FF2B5EF4-FFF2-40B4-BE49-F238E27FC236}">
                    <a16:creationId xmlns:a16="http://schemas.microsoft.com/office/drawing/2014/main" id="{AFDF69A8-E551-5F56-9194-808A9495C6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28" name="Line 818">
                <a:extLst>
                  <a:ext uri="{FF2B5EF4-FFF2-40B4-BE49-F238E27FC236}">
                    <a16:creationId xmlns:a16="http://schemas.microsoft.com/office/drawing/2014/main" id="{06D8444A-F214-DABB-ABC4-F4B9D39CD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04" name="Group 819">
              <a:extLst>
                <a:ext uri="{FF2B5EF4-FFF2-40B4-BE49-F238E27FC236}">
                  <a16:creationId xmlns:a16="http://schemas.microsoft.com/office/drawing/2014/main" id="{F986E823-B3F4-6472-44A7-AE9F97DF7C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8215" name="Oval 407">
                <a:extLst>
                  <a:ext uri="{FF2B5EF4-FFF2-40B4-BE49-F238E27FC236}">
                    <a16:creationId xmlns:a16="http://schemas.microsoft.com/office/drawing/2014/main" id="{01C20718-636C-26F6-66C4-F85FF1C49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16" name="Rectangle 410">
                <a:extLst>
                  <a:ext uri="{FF2B5EF4-FFF2-40B4-BE49-F238E27FC236}">
                    <a16:creationId xmlns:a16="http://schemas.microsoft.com/office/drawing/2014/main" id="{E760E3C9-2781-5811-DDB5-6A2A4530B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17" name="Oval 411">
                <a:extLst>
                  <a:ext uri="{FF2B5EF4-FFF2-40B4-BE49-F238E27FC236}">
                    <a16:creationId xmlns:a16="http://schemas.microsoft.com/office/drawing/2014/main" id="{1CB0F197-A52E-1854-9765-EE72A75F5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18" name="Group 823">
                <a:extLst>
                  <a:ext uri="{FF2B5EF4-FFF2-40B4-BE49-F238E27FC236}">
                    <a16:creationId xmlns:a16="http://schemas.microsoft.com/office/drawing/2014/main" id="{B08FBF74-2340-CC47-56BD-5FAA41B892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1" name="Freeform 824">
                  <a:extLst>
                    <a:ext uri="{FF2B5EF4-FFF2-40B4-BE49-F238E27FC236}">
                      <a16:creationId xmlns:a16="http://schemas.microsoft.com/office/drawing/2014/main" id="{F8FE8958-A253-B62F-84BF-0759B72681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22" name="Freeform 825">
                  <a:extLst>
                    <a:ext uri="{FF2B5EF4-FFF2-40B4-BE49-F238E27FC236}">
                      <a16:creationId xmlns:a16="http://schemas.microsoft.com/office/drawing/2014/main" id="{A7A3F34E-7BBD-3178-AF59-15D3FF707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19" name="Line 826">
                <a:extLst>
                  <a:ext uri="{FF2B5EF4-FFF2-40B4-BE49-F238E27FC236}">
                    <a16:creationId xmlns:a16="http://schemas.microsoft.com/office/drawing/2014/main" id="{F89FCCCB-0556-AFBB-92CD-A2210575C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20" name="Line 827">
                <a:extLst>
                  <a:ext uri="{FF2B5EF4-FFF2-40B4-BE49-F238E27FC236}">
                    <a16:creationId xmlns:a16="http://schemas.microsoft.com/office/drawing/2014/main" id="{C80E71E2-B37B-6F13-F697-FC6336C041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05" name="Group 828">
              <a:extLst>
                <a:ext uri="{FF2B5EF4-FFF2-40B4-BE49-F238E27FC236}">
                  <a16:creationId xmlns:a16="http://schemas.microsoft.com/office/drawing/2014/main" id="{325F2E13-D850-9FB4-05D0-DD94E15D7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8207" name="Oval 407">
                <a:extLst>
                  <a:ext uri="{FF2B5EF4-FFF2-40B4-BE49-F238E27FC236}">
                    <a16:creationId xmlns:a16="http://schemas.microsoft.com/office/drawing/2014/main" id="{43D92954-7C04-A677-1C52-2BA888AC2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08" name="Rectangle 410">
                <a:extLst>
                  <a:ext uri="{FF2B5EF4-FFF2-40B4-BE49-F238E27FC236}">
                    <a16:creationId xmlns:a16="http://schemas.microsoft.com/office/drawing/2014/main" id="{23A45AB9-F77B-3D27-4F0C-48FEA812B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09" name="Oval 411">
                <a:extLst>
                  <a:ext uri="{FF2B5EF4-FFF2-40B4-BE49-F238E27FC236}">
                    <a16:creationId xmlns:a16="http://schemas.microsoft.com/office/drawing/2014/main" id="{ED3F7C08-A6E3-978C-BAA2-33D8228E6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10" name="Group 832">
                <a:extLst>
                  <a:ext uri="{FF2B5EF4-FFF2-40B4-BE49-F238E27FC236}">
                    <a16:creationId xmlns:a16="http://schemas.microsoft.com/office/drawing/2014/main" id="{2A7024D0-74FF-3267-3F65-FEDDE27A3E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13" name="Freeform 833">
                  <a:extLst>
                    <a:ext uri="{FF2B5EF4-FFF2-40B4-BE49-F238E27FC236}">
                      <a16:creationId xmlns:a16="http://schemas.microsoft.com/office/drawing/2014/main" id="{D8BD43C1-00DF-A1B1-A999-DA5C4167E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214" name="Freeform 834">
                  <a:extLst>
                    <a:ext uri="{FF2B5EF4-FFF2-40B4-BE49-F238E27FC236}">
                      <a16:creationId xmlns:a16="http://schemas.microsoft.com/office/drawing/2014/main" id="{EC5817CA-07C9-2C61-F0AD-0C109843DA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211" name="Line 835">
                <a:extLst>
                  <a:ext uri="{FF2B5EF4-FFF2-40B4-BE49-F238E27FC236}">
                    <a16:creationId xmlns:a16="http://schemas.microsoft.com/office/drawing/2014/main" id="{FB1036AF-A446-7825-5D15-57461414D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12" name="Line 836">
                <a:extLst>
                  <a:ext uri="{FF2B5EF4-FFF2-40B4-BE49-F238E27FC236}">
                    <a16:creationId xmlns:a16="http://schemas.microsoft.com/office/drawing/2014/main" id="{E69339C6-2C3E-0C45-F297-1BE4AA213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06" name="Group 846">
              <a:extLst>
                <a:ext uri="{FF2B5EF4-FFF2-40B4-BE49-F238E27FC236}">
                  <a16:creationId xmlns:a16="http://schemas.microsoft.com/office/drawing/2014/main" id="{46134280-D792-E4E8-CE45-2A98158195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8191" name="Line 270">
                <a:extLst>
                  <a:ext uri="{FF2B5EF4-FFF2-40B4-BE49-F238E27FC236}">
                    <a16:creationId xmlns:a16="http://schemas.microsoft.com/office/drawing/2014/main" id="{00892544-E311-FFFA-63C9-C8F5EB58A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2" name="Line 271">
                <a:extLst>
                  <a:ext uri="{FF2B5EF4-FFF2-40B4-BE49-F238E27FC236}">
                    <a16:creationId xmlns:a16="http://schemas.microsoft.com/office/drawing/2014/main" id="{FCD25F42-9D87-B8DF-B4F8-61635880B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3" name="Line 272">
                <a:extLst>
                  <a:ext uri="{FF2B5EF4-FFF2-40B4-BE49-F238E27FC236}">
                    <a16:creationId xmlns:a16="http://schemas.microsoft.com/office/drawing/2014/main" id="{11845B38-4FCD-B3DC-8FEC-0D8077C988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4" name="Line 273">
                <a:extLst>
                  <a:ext uri="{FF2B5EF4-FFF2-40B4-BE49-F238E27FC236}">
                    <a16:creationId xmlns:a16="http://schemas.microsoft.com/office/drawing/2014/main" id="{E43FB1C9-9C39-192E-4316-C63C1FA893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5" name="Line 274">
                <a:extLst>
                  <a:ext uri="{FF2B5EF4-FFF2-40B4-BE49-F238E27FC236}">
                    <a16:creationId xmlns:a16="http://schemas.microsoft.com/office/drawing/2014/main" id="{F756CDF7-0D14-AB28-DE73-017FEC03AD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6" name="Line 275">
                <a:extLst>
                  <a:ext uri="{FF2B5EF4-FFF2-40B4-BE49-F238E27FC236}">
                    <a16:creationId xmlns:a16="http://schemas.microsoft.com/office/drawing/2014/main" id="{1419AC51-13B3-13E4-DF92-BAF6ED2D5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7" name="Line 276">
                <a:extLst>
                  <a:ext uri="{FF2B5EF4-FFF2-40B4-BE49-F238E27FC236}">
                    <a16:creationId xmlns:a16="http://schemas.microsoft.com/office/drawing/2014/main" id="{8F58BFE1-209E-879C-5DBA-253326EE7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8" name="Line 277">
                <a:extLst>
                  <a:ext uri="{FF2B5EF4-FFF2-40B4-BE49-F238E27FC236}">
                    <a16:creationId xmlns:a16="http://schemas.microsoft.com/office/drawing/2014/main" id="{723BAB20-F2D5-6827-A6AC-051AA4D1C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199" name="Line 278">
                <a:extLst>
                  <a:ext uri="{FF2B5EF4-FFF2-40B4-BE49-F238E27FC236}">
                    <a16:creationId xmlns:a16="http://schemas.microsoft.com/office/drawing/2014/main" id="{1981BA1C-59CD-F7C1-E7F9-87EB728999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0" name="Line 279">
                <a:extLst>
                  <a:ext uri="{FF2B5EF4-FFF2-40B4-BE49-F238E27FC236}">
                    <a16:creationId xmlns:a16="http://schemas.microsoft.com/office/drawing/2014/main" id="{E6F366F2-E7BF-8CA7-BEE0-63A4C62B40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1" name="Line 280">
                <a:extLst>
                  <a:ext uri="{FF2B5EF4-FFF2-40B4-BE49-F238E27FC236}">
                    <a16:creationId xmlns:a16="http://schemas.microsoft.com/office/drawing/2014/main" id="{A777FED1-958F-4E43-33DD-D75D3C238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2" name="Line 281">
                <a:extLst>
                  <a:ext uri="{FF2B5EF4-FFF2-40B4-BE49-F238E27FC236}">
                    <a16:creationId xmlns:a16="http://schemas.microsoft.com/office/drawing/2014/main" id="{896A793A-5968-0940-5F6C-636C41E1CA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3" name="Line 282">
                <a:extLst>
                  <a:ext uri="{FF2B5EF4-FFF2-40B4-BE49-F238E27FC236}">
                    <a16:creationId xmlns:a16="http://schemas.microsoft.com/office/drawing/2014/main" id="{FCBDF5DD-941B-D72B-5B2D-DD696795AB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4" name="Line 283">
                <a:extLst>
                  <a:ext uri="{FF2B5EF4-FFF2-40B4-BE49-F238E27FC236}">
                    <a16:creationId xmlns:a16="http://schemas.microsoft.com/office/drawing/2014/main" id="{0B0AB538-9FFE-2CB6-D687-D136E856C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5" name="Line 284">
                <a:extLst>
                  <a:ext uri="{FF2B5EF4-FFF2-40B4-BE49-F238E27FC236}">
                    <a16:creationId xmlns:a16="http://schemas.microsoft.com/office/drawing/2014/main" id="{B1F01E21-1B33-B61F-6642-791BD5A07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8206" name="Oval 862">
                <a:extLst>
                  <a:ext uri="{FF2B5EF4-FFF2-40B4-BE49-F238E27FC236}">
                    <a16:creationId xmlns:a16="http://schemas.microsoft.com/office/drawing/2014/main" id="{87168F70-F4A4-901E-DB13-65B67B9FC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7707" name="Picture 915" descr="access_point_stylized_small">
              <a:extLst>
                <a:ext uri="{FF2B5EF4-FFF2-40B4-BE49-F238E27FC236}">
                  <a16:creationId xmlns:a16="http://schemas.microsoft.com/office/drawing/2014/main" id="{DDC3124E-3A5B-C645-5BC1-0F7DE159DB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08" name="Line 918">
              <a:extLst>
                <a:ext uri="{FF2B5EF4-FFF2-40B4-BE49-F238E27FC236}">
                  <a16:creationId xmlns:a16="http://schemas.microsoft.com/office/drawing/2014/main" id="{386E8001-A694-0755-2CA4-E111AEB4920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27709" name="Group 919">
              <a:extLst>
                <a:ext uri="{FF2B5EF4-FFF2-40B4-BE49-F238E27FC236}">
                  <a16:creationId xmlns:a16="http://schemas.microsoft.com/office/drawing/2014/main" id="{36AA771E-FC21-7114-7804-C8A67EC74A1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8189" name="Picture 920" descr="desktop_computer_stylized_medium">
                <a:extLst>
                  <a:ext uri="{FF2B5EF4-FFF2-40B4-BE49-F238E27FC236}">
                    <a16:creationId xmlns:a16="http://schemas.microsoft.com/office/drawing/2014/main" id="{8EA636E6-5E38-4BDD-3B05-C95FAADA3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90" name="Freeform 921">
                <a:extLst>
                  <a:ext uri="{FF2B5EF4-FFF2-40B4-BE49-F238E27FC236}">
                    <a16:creationId xmlns:a16="http://schemas.microsoft.com/office/drawing/2014/main" id="{EC1D690D-1920-FB64-DC4F-F598C905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7710" name="Group 922">
              <a:extLst>
                <a:ext uri="{FF2B5EF4-FFF2-40B4-BE49-F238E27FC236}">
                  <a16:creationId xmlns:a16="http://schemas.microsoft.com/office/drawing/2014/main" id="{0FCC154E-E697-42FD-D9C3-A5978FAF514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8187" name="Picture 923" descr="desktop_computer_stylized_medium">
                <a:extLst>
                  <a:ext uri="{FF2B5EF4-FFF2-40B4-BE49-F238E27FC236}">
                    <a16:creationId xmlns:a16="http://schemas.microsoft.com/office/drawing/2014/main" id="{F31AAA7C-D84F-6A65-232A-5D61EC11C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8" name="Freeform 924">
                <a:extLst>
                  <a:ext uri="{FF2B5EF4-FFF2-40B4-BE49-F238E27FC236}">
                    <a16:creationId xmlns:a16="http://schemas.microsoft.com/office/drawing/2014/main" id="{1E9A7925-A846-2748-DAA3-806E3C1CC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7711" name="Group 925">
              <a:extLst>
                <a:ext uri="{FF2B5EF4-FFF2-40B4-BE49-F238E27FC236}">
                  <a16:creationId xmlns:a16="http://schemas.microsoft.com/office/drawing/2014/main" id="{1BD9FE72-1753-7706-2864-6D4A4B59432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8185" name="Picture 926" descr="desktop_computer_stylized_medium">
                <a:extLst>
                  <a:ext uri="{FF2B5EF4-FFF2-40B4-BE49-F238E27FC236}">
                    <a16:creationId xmlns:a16="http://schemas.microsoft.com/office/drawing/2014/main" id="{C1538150-2012-9D43-050A-066FC9BB7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6" name="Freeform 927">
                <a:extLst>
                  <a:ext uri="{FF2B5EF4-FFF2-40B4-BE49-F238E27FC236}">
                    <a16:creationId xmlns:a16="http://schemas.microsoft.com/office/drawing/2014/main" id="{26B86761-D27F-0D79-B157-D41F4D229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7712" name="Group 928">
              <a:extLst>
                <a:ext uri="{FF2B5EF4-FFF2-40B4-BE49-F238E27FC236}">
                  <a16:creationId xmlns:a16="http://schemas.microsoft.com/office/drawing/2014/main" id="{4BE17AB7-839C-4E70-8DA5-65B08CEB58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8183" name="Picture 929" descr="desktop_computer_stylized_medium">
                <a:extLst>
                  <a:ext uri="{FF2B5EF4-FFF2-40B4-BE49-F238E27FC236}">
                    <a16:creationId xmlns:a16="http://schemas.microsoft.com/office/drawing/2014/main" id="{EAB1FD34-36A6-A8B9-6512-C4E718A29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4" name="Freeform 930">
                <a:extLst>
                  <a:ext uri="{FF2B5EF4-FFF2-40B4-BE49-F238E27FC236}">
                    <a16:creationId xmlns:a16="http://schemas.microsoft.com/office/drawing/2014/main" id="{77505422-024C-767B-D49F-4FC4C6B22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pic>
          <p:nvPicPr>
            <p:cNvPr id="27713" name="Picture 933" descr="iphone_stylized_small">
              <a:extLst>
                <a:ext uri="{FF2B5EF4-FFF2-40B4-BE49-F238E27FC236}">
                  <a16:creationId xmlns:a16="http://schemas.microsoft.com/office/drawing/2014/main" id="{FFD9C30E-8912-65C1-A5BB-D65B90093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4" name="Picture 934" descr="antenna_radiation_stylized">
              <a:extLst>
                <a:ext uri="{FF2B5EF4-FFF2-40B4-BE49-F238E27FC236}">
                  <a16:creationId xmlns:a16="http://schemas.microsoft.com/office/drawing/2014/main" id="{05529D6D-5443-B87E-5430-5D4F6975FA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5" name="Picture 936" descr="access_point_stylized_small">
              <a:extLst>
                <a:ext uri="{FF2B5EF4-FFF2-40B4-BE49-F238E27FC236}">
                  <a16:creationId xmlns:a16="http://schemas.microsoft.com/office/drawing/2014/main" id="{5493F3B9-43BE-E54B-AE5E-CC18103170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16" name="Group 938">
              <a:extLst>
                <a:ext uri="{FF2B5EF4-FFF2-40B4-BE49-F238E27FC236}">
                  <a16:creationId xmlns:a16="http://schemas.microsoft.com/office/drawing/2014/main" id="{16E901F0-57C0-E9A5-3AA8-D120653DBD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8151" name="Freeform 939">
                <a:extLst>
                  <a:ext uri="{FF2B5EF4-FFF2-40B4-BE49-F238E27FC236}">
                    <a16:creationId xmlns:a16="http://schemas.microsoft.com/office/drawing/2014/main" id="{91E9C135-E90F-5427-EBE1-D67A9C69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52" name="Rectangle 940">
                <a:extLst>
                  <a:ext uri="{FF2B5EF4-FFF2-40B4-BE49-F238E27FC236}">
                    <a16:creationId xmlns:a16="http://schemas.microsoft.com/office/drawing/2014/main" id="{6D4FF95F-63A7-2FEC-BDD8-5408B4456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53" name="Freeform 941">
                <a:extLst>
                  <a:ext uri="{FF2B5EF4-FFF2-40B4-BE49-F238E27FC236}">
                    <a16:creationId xmlns:a16="http://schemas.microsoft.com/office/drawing/2014/main" id="{0A09B675-8BB0-DB74-7CA3-F0705A5C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54" name="Freeform 942">
                <a:extLst>
                  <a:ext uri="{FF2B5EF4-FFF2-40B4-BE49-F238E27FC236}">
                    <a16:creationId xmlns:a16="http://schemas.microsoft.com/office/drawing/2014/main" id="{AB100834-1326-D41C-A19A-FAE68E58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55" name="Rectangle 943">
                <a:extLst>
                  <a:ext uri="{FF2B5EF4-FFF2-40B4-BE49-F238E27FC236}">
                    <a16:creationId xmlns:a16="http://schemas.microsoft.com/office/drawing/2014/main" id="{DD88AF97-F40F-A7CF-5AD7-5AF89E595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56" name="Group 944">
                <a:extLst>
                  <a:ext uri="{FF2B5EF4-FFF2-40B4-BE49-F238E27FC236}">
                    <a16:creationId xmlns:a16="http://schemas.microsoft.com/office/drawing/2014/main" id="{B6782776-3493-F8C1-B832-9055E285E5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81" name="AutoShape 945">
                  <a:extLst>
                    <a:ext uri="{FF2B5EF4-FFF2-40B4-BE49-F238E27FC236}">
                      <a16:creationId xmlns:a16="http://schemas.microsoft.com/office/drawing/2014/main" id="{5336DAC0-8E79-E662-BD8E-52D953D5F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82" name="AutoShape 946">
                  <a:extLst>
                    <a:ext uri="{FF2B5EF4-FFF2-40B4-BE49-F238E27FC236}">
                      <a16:creationId xmlns:a16="http://schemas.microsoft.com/office/drawing/2014/main" id="{809CAD42-6332-57B9-EF4F-EDABD94862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57" name="Rectangle 947">
                <a:extLst>
                  <a:ext uri="{FF2B5EF4-FFF2-40B4-BE49-F238E27FC236}">
                    <a16:creationId xmlns:a16="http://schemas.microsoft.com/office/drawing/2014/main" id="{885DA101-73B9-D31B-F50A-01FA80E5D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58" name="Group 948">
                <a:extLst>
                  <a:ext uri="{FF2B5EF4-FFF2-40B4-BE49-F238E27FC236}">
                    <a16:creationId xmlns:a16="http://schemas.microsoft.com/office/drawing/2014/main" id="{2A6C2778-1173-A8DB-C87F-04BFF4A393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79" name="AutoShape 949">
                  <a:extLst>
                    <a:ext uri="{FF2B5EF4-FFF2-40B4-BE49-F238E27FC236}">
                      <a16:creationId xmlns:a16="http://schemas.microsoft.com/office/drawing/2014/main" id="{11521FF8-482E-0838-104A-59A076353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80" name="AutoShape 950">
                  <a:extLst>
                    <a:ext uri="{FF2B5EF4-FFF2-40B4-BE49-F238E27FC236}">
                      <a16:creationId xmlns:a16="http://schemas.microsoft.com/office/drawing/2014/main" id="{AE217B53-709C-DEE5-E012-693BAE094C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59" name="Rectangle 951">
                <a:extLst>
                  <a:ext uri="{FF2B5EF4-FFF2-40B4-BE49-F238E27FC236}">
                    <a16:creationId xmlns:a16="http://schemas.microsoft.com/office/drawing/2014/main" id="{984B24FC-0AFF-21C2-7426-A01A717FD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60" name="Rectangle 952">
                <a:extLst>
                  <a:ext uri="{FF2B5EF4-FFF2-40B4-BE49-F238E27FC236}">
                    <a16:creationId xmlns:a16="http://schemas.microsoft.com/office/drawing/2014/main" id="{0CF4C54B-2E60-0543-614F-9B8C9A91E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61" name="Group 953">
                <a:extLst>
                  <a:ext uri="{FF2B5EF4-FFF2-40B4-BE49-F238E27FC236}">
                    <a16:creationId xmlns:a16="http://schemas.microsoft.com/office/drawing/2014/main" id="{702AC0BA-FFB6-FDF6-ED7C-78A3211572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77" name="AutoShape 954">
                  <a:extLst>
                    <a:ext uri="{FF2B5EF4-FFF2-40B4-BE49-F238E27FC236}">
                      <a16:creationId xmlns:a16="http://schemas.microsoft.com/office/drawing/2014/main" id="{EE14BB3C-C1DC-D4E8-565F-A1DB2C439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78" name="AutoShape 955">
                  <a:extLst>
                    <a:ext uri="{FF2B5EF4-FFF2-40B4-BE49-F238E27FC236}">
                      <a16:creationId xmlns:a16="http://schemas.microsoft.com/office/drawing/2014/main" id="{F14A5F71-61F3-D74F-BEAA-F4F1D7341C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62" name="Freeform 956">
                <a:extLst>
                  <a:ext uri="{FF2B5EF4-FFF2-40B4-BE49-F238E27FC236}">
                    <a16:creationId xmlns:a16="http://schemas.microsoft.com/office/drawing/2014/main" id="{5A7185A0-B5CD-21CC-D656-E63FCE32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8163" name="Group 957">
                <a:extLst>
                  <a:ext uri="{FF2B5EF4-FFF2-40B4-BE49-F238E27FC236}">
                    <a16:creationId xmlns:a16="http://schemas.microsoft.com/office/drawing/2014/main" id="{93961F25-8E14-023B-F5E6-673F8171B9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75" name="AutoShape 958">
                  <a:extLst>
                    <a:ext uri="{FF2B5EF4-FFF2-40B4-BE49-F238E27FC236}">
                      <a16:creationId xmlns:a16="http://schemas.microsoft.com/office/drawing/2014/main" id="{AF0F038B-A534-463E-14E9-F9747317C6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76" name="AutoShape 959">
                  <a:extLst>
                    <a:ext uri="{FF2B5EF4-FFF2-40B4-BE49-F238E27FC236}">
                      <a16:creationId xmlns:a16="http://schemas.microsoft.com/office/drawing/2014/main" id="{1CE2750B-4AB6-CB87-6CC5-29DC9986DE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64" name="Rectangle 960">
                <a:extLst>
                  <a:ext uri="{FF2B5EF4-FFF2-40B4-BE49-F238E27FC236}">
                    <a16:creationId xmlns:a16="http://schemas.microsoft.com/office/drawing/2014/main" id="{C6A563DA-215A-F13D-9357-D5B6864C2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65" name="Freeform 961">
                <a:extLst>
                  <a:ext uri="{FF2B5EF4-FFF2-40B4-BE49-F238E27FC236}">
                    <a16:creationId xmlns:a16="http://schemas.microsoft.com/office/drawing/2014/main" id="{56D1CC1D-F553-E1E1-FD9B-077EA4B58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66" name="Freeform 962">
                <a:extLst>
                  <a:ext uri="{FF2B5EF4-FFF2-40B4-BE49-F238E27FC236}">
                    <a16:creationId xmlns:a16="http://schemas.microsoft.com/office/drawing/2014/main" id="{6EA62397-EAF9-5316-D462-72F9B3C0D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67" name="Oval 963">
                <a:extLst>
                  <a:ext uri="{FF2B5EF4-FFF2-40B4-BE49-F238E27FC236}">
                    <a16:creationId xmlns:a16="http://schemas.microsoft.com/office/drawing/2014/main" id="{603745D6-4B78-F391-CF03-0C0670B6A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68" name="Freeform 964">
                <a:extLst>
                  <a:ext uri="{FF2B5EF4-FFF2-40B4-BE49-F238E27FC236}">
                    <a16:creationId xmlns:a16="http://schemas.microsoft.com/office/drawing/2014/main" id="{D160AF3D-58E1-90F3-2A7D-AAE522E8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69" name="AutoShape 965">
                <a:extLst>
                  <a:ext uri="{FF2B5EF4-FFF2-40B4-BE49-F238E27FC236}">
                    <a16:creationId xmlns:a16="http://schemas.microsoft.com/office/drawing/2014/main" id="{650EDD9C-A5F9-7C94-FF5D-2294EC40A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70" name="AutoShape 966">
                <a:extLst>
                  <a:ext uri="{FF2B5EF4-FFF2-40B4-BE49-F238E27FC236}">
                    <a16:creationId xmlns:a16="http://schemas.microsoft.com/office/drawing/2014/main" id="{66E0B961-F23E-4C0F-D1D2-35C868198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71" name="Oval 967">
                <a:extLst>
                  <a:ext uri="{FF2B5EF4-FFF2-40B4-BE49-F238E27FC236}">
                    <a16:creationId xmlns:a16="http://schemas.microsoft.com/office/drawing/2014/main" id="{62DA09B1-792B-3387-EF46-52DC999E9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72" name="Oval 968">
                <a:extLst>
                  <a:ext uri="{FF2B5EF4-FFF2-40B4-BE49-F238E27FC236}">
                    <a16:creationId xmlns:a16="http://schemas.microsoft.com/office/drawing/2014/main" id="{3AC22EE7-480E-47BB-DC5D-DB0033C5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8173" name="Oval 969">
                <a:extLst>
                  <a:ext uri="{FF2B5EF4-FFF2-40B4-BE49-F238E27FC236}">
                    <a16:creationId xmlns:a16="http://schemas.microsoft.com/office/drawing/2014/main" id="{D5EBC4F8-23C4-710D-B269-26AA879C5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74" name="Rectangle 970">
                <a:extLst>
                  <a:ext uri="{FF2B5EF4-FFF2-40B4-BE49-F238E27FC236}">
                    <a16:creationId xmlns:a16="http://schemas.microsoft.com/office/drawing/2014/main" id="{8461DFCF-AF9E-EF89-7D05-590D8FB28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7717" name="Group 971">
              <a:extLst>
                <a:ext uri="{FF2B5EF4-FFF2-40B4-BE49-F238E27FC236}">
                  <a16:creationId xmlns:a16="http://schemas.microsoft.com/office/drawing/2014/main" id="{1488C108-7B1F-56FD-FFEE-983C024D92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8119" name="Freeform 972">
                <a:extLst>
                  <a:ext uri="{FF2B5EF4-FFF2-40B4-BE49-F238E27FC236}">
                    <a16:creationId xmlns:a16="http://schemas.microsoft.com/office/drawing/2014/main" id="{5F89177F-25DA-C54D-94F1-B53C21F0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20" name="Rectangle 973">
                <a:extLst>
                  <a:ext uri="{FF2B5EF4-FFF2-40B4-BE49-F238E27FC236}">
                    <a16:creationId xmlns:a16="http://schemas.microsoft.com/office/drawing/2014/main" id="{3A599B15-6CBA-BA1B-B8A2-0ED1E0B9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21" name="Freeform 974">
                <a:extLst>
                  <a:ext uri="{FF2B5EF4-FFF2-40B4-BE49-F238E27FC236}">
                    <a16:creationId xmlns:a16="http://schemas.microsoft.com/office/drawing/2014/main" id="{58F0E3E7-EADF-156C-AE4F-1005FB8B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22" name="Freeform 975">
                <a:extLst>
                  <a:ext uri="{FF2B5EF4-FFF2-40B4-BE49-F238E27FC236}">
                    <a16:creationId xmlns:a16="http://schemas.microsoft.com/office/drawing/2014/main" id="{45C2DC67-E269-AABE-62E0-21C47D3A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23" name="Rectangle 976">
                <a:extLst>
                  <a:ext uri="{FF2B5EF4-FFF2-40B4-BE49-F238E27FC236}">
                    <a16:creationId xmlns:a16="http://schemas.microsoft.com/office/drawing/2014/main" id="{4CCF2BB7-AEE6-31C5-0758-EA6B2A6DC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24" name="Group 977">
                <a:extLst>
                  <a:ext uri="{FF2B5EF4-FFF2-40B4-BE49-F238E27FC236}">
                    <a16:creationId xmlns:a16="http://schemas.microsoft.com/office/drawing/2014/main" id="{F05D90BB-D47D-64BF-0CE4-E24261C114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49" name="AutoShape 978">
                  <a:extLst>
                    <a:ext uri="{FF2B5EF4-FFF2-40B4-BE49-F238E27FC236}">
                      <a16:creationId xmlns:a16="http://schemas.microsoft.com/office/drawing/2014/main" id="{0BA39805-EEF0-B6B9-A997-2E5071365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50" name="AutoShape 979">
                  <a:extLst>
                    <a:ext uri="{FF2B5EF4-FFF2-40B4-BE49-F238E27FC236}">
                      <a16:creationId xmlns:a16="http://schemas.microsoft.com/office/drawing/2014/main" id="{66FB184A-2AC8-ED4B-B929-917107C6C7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25" name="Rectangle 980">
                <a:extLst>
                  <a:ext uri="{FF2B5EF4-FFF2-40B4-BE49-F238E27FC236}">
                    <a16:creationId xmlns:a16="http://schemas.microsoft.com/office/drawing/2014/main" id="{A132E2D0-F426-A569-9374-434D59E00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26" name="Group 981">
                <a:extLst>
                  <a:ext uri="{FF2B5EF4-FFF2-40B4-BE49-F238E27FC236}">
                    <a16:creationId xmlns:a16="http://schemas.microsoft.com/office/drawing/2014/main" id="{D8678A04-EB5B-7DB3-872B-56368249B5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47" name="AutoShape 982">
                  <a:extLst>
                    <a:ext uri="{FF2B5EF4-FFF2-40B4-BE49-F238E27FC236}">
                      <a16:creationId xmlns:a16="http://schemas.microsoft.com/office/drawing/2014/main" id="{627C4BDC-232A-3A29-DEFE-359B2B928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48" name="AutoShape 983">
                  <a:extLst>
                    <a:ext uri="{FF2B5EF4-FFF2-40B4-BE49-F238E27FC236}">
                      <a16:creationId xmlns:a16="http://schemas.microsoft.com/office/drawing/2014/main" id="{47D0CB04-1B31-F51D-B775-17656833A7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27" name="Rectangle 984">
                <a:extLst>
                  <a:ext uri="{FF2B5EF4-FFF2-40B4-BE49-F238E27FC236}">
                    <a16:creationId xmlns:a16="http://schemas.microsoft.com/office/drawing/2014/main" id="{197068BC-2A58-8DF2-7B8E-2AB853323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28" name="Rectangle 985">
                <a:extLst>
                  <a:ext uri="{FF2B5EF4-FFF2-40B4-BE49-F238E27FC236}">
                    <a16:creationId xmlns:a16="http://schemas.microsoft.com/office/drawing/2014/main" id="{5587BE2C-D278-7073-387A-7E0E84957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129" name="Group 986">
                <a:extLst>
                  <a:ext uri="{FF2B5EF4-FFF2-40B4-BE49-F238E27FC236}">
                    <a16:creationId xmlns:a16="http://schemas.microsoft.com/office/drawing/2014/main" id="{AE3AEF69-0829-A709-0D07-CEA3161BCD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45" name="AutoShape 987">
                  <a:extLst>
                    <a:ext uri="{FF2B5EF4-FFF2-40B4-BE49-F238E27FC236}">
                      <a16:creationId xmlns:a16="http://schemas.microsoft.com/office/drawing/2014/main" id="{E1237C00-2766-18F6-D3A4-F404FE7F0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46" name="AutoShape 988">
                  <a:extLst>
                    <a:ext uri="{FF2B5EF4-FFF2-40B4-BE49-F238E27FC236}">
                      <a16:creationId xmlns:a16="http://schemas.microsoft.com/office/drawing/2014/main" id="{74588D60-CA4B-0E4D-F778-4BF6F89770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30" name="Freeform 989">
                <a:extLst>
                  <a:ext uri="{FF2B5EF4-FFF2-40B4-BE49-F238E27FC236}">
                    <a16:creationId xmlns:a16="http://schemas.microsoft.com/office/drawing/2014/main" id="{4A9DD020-7CB0-9960-0F8A-2901C4C1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8131" name="Group 990">
                <a:extLst>
                  <a:ext uri="{FF2B5EF4-FFF2-40B4-BE49-F238E27FC236}">
                    <a16:creationId xmlns:a16="http://schemas.microsoft.com/office/drawing/2014/main" id="{F1BA4987-EE32-8B5C-A6A6-DF4F443B88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43" name="AutoShape 991">
                  <a:extLst>
                    <a:ext uri="{FF2B5EF4-FFF2-40B4-BE49-F238E27FC236}">
                      <a16:creationId xmlns:a16="http://schemas.microsoft.com/office/drawing/2014/main" id="{129F70E9-C062-88A6-00AA-685401580B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144" name="AutoShape 992">
                  <a:extLst>
                    <a:ext uri="{FF2B5EF4-FFF2-40B4-BE49-F238E27FC236}">
                      <a16:creationId xmlns:a16="http://schemas.microsoft.com/office/drawing/2014/main" id="{22D9979A-B802-74E3-15C4-2D9CEDEF1E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132" name="Rectangle 993">
                <a:extLst>
                  <a:ext uri="{FF2B5EF4-FFF2-40B4-BE49-F238E27FC236}">
                    <a16:creationId xmlns:a16="http://schemas.microsoft.com/office/drawing/2014/main" id="{3F32580B-629E-316C-60A3-6BBB7E14C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33" name="Freeform 994">
                <a:extLst>
                  <a:ext uri="{FF2B5EF4-FFF2-40B4-BE49-F238E27FC236}">
                    <a16:creationId xmlns:a16="http://schemas.microsoft.com/office/drawing/2014/main" id="{287B26CB-5667-876C-EBD2-0C628D1A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34" name="Freeform 995">
                <a:extLst>
                  <a:ext uri="{FF2B5EF4-FFF2-40B4-BE49-F238E27FC236}">
                    <a16:creationId xmlns:a16="http://schemas.microsoft.com/office/drawing/2014/main" id="{1CBA3ACA-624D-5B5A-5C78-71DC1360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35" name="Oval 996">
                <a:extLst>
                  <a:ext uri="{FF2B5EF4-FFF2-40B4-BE49-F238E27FC236}">
                    <a16:creationId xmlns:a16="http://schemas.microsoft.com/office/drawing/2014/main" id="{3DA88CD2-6A42-EE9A-3FA5-D083CC831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36" name="Freeform 997">
                <a:extLst>
                  <a:ext uri="{FF2B5EF4-FFF2-40B4-BE49-F238E27FC236}">
                    <a16:creationId xmlns:a16="http://schemas.microsoft.com/office/drawing/2014/main" id="{D28F97AC-78F4-955E-A888-7921EBA36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37" name="AutoShape 998">
                <a:extLst>
                  <a:ext uri="{FF2B5EF4-FFF2-40B4-BE49-F238E27FC236}">
                    <a16:creationId xmlns:a16="http://schemas.microsoft.com/office/drawing/2014/main" id="{A8DB9D9F-0168-2D48-2230-387E2B24A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38" name="AutoShape 999">
                <a:extLst>
                  <a:ext uri="{FF2B5EF4-FFF2-40B4-BE49-F238E27FC236}">
                    <a16:creationId xmlns:a16="http://schemas.microsoft.com/office/drawing/2014/main" id="{CBC331AE-8356-6FA6-0653-2A183AD22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39" name="Oval 1000">
                <a:extLst>
                  <a:ext uri="{FF2B5EF4-FFF2-40B4-BE49-F238E27FC236}">
                    <a16:creationId xmlns:a16="http://schemas.microsoft.com/office/drawing/2014/main" id="{5E66827A-F6C3-5196-6B87-B725619B3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40" name="Oval 1001">
                <a:extLst>
                  <a:ext uri="{FF2B5EF4-FFF2-40B4-BE49-F238E27FC236}">
                    <a16:creationId xmlns:a16="http://schemas.microsoft.com/office/drawing/2014/main" id="{2501874E-820B-5303-E4C9-8EF5DFEB0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8141" name="Oval 1002">
                <a:extLst>
                  <a:ext uri="{FF2B5EF4-FFF2-40B4-BE49-F238E27FC236}">
                    <a16:creationId xmlns:a16="http://schemas.microsoft.com/office/drawing/2014/main" id="{2876DD8A-8B9E-F9DC-343F-DEBB944FC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142" name="Rectangle 1003">
                <a:extLst>
                  <a:ext uri="{FF2B5EF4-FFF2-40B4-BE49-F238E27FC236}">
                    <a16:creationId xmlns:a16="http://schemas.microsoft.com/office/drawing/2014/main" id="{92D7E336-3EC3-6D57-3665-78F59B9FA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27718" name="Picture 1005" descr="antenna_stylized">
              <a:extLst>
                <a:ext uri="{FF2B5EF4-FFF2-40B4-BE49-F238E27FC236}">
                  <a16:creationId xmlns:a16="http://schemas.microsoft.com/office/drawing/2014/main" id="{D5F5CEE6-8664-28EE-CFD5-9BF913C8FC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9" name="Picture 1006" descr="laptop_keyboard">
              <a:extLst>
                <a:ext uri="{FF2B5EF4-FFF2-40B4-BE49-F238E27FC236}">
                  <a16:creationId xmlns:a16="http://schemas.microsoft.com/office/drawing/2014/main" id="{331144F5-B637-DF55-DA20-E5B1DC60E7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0" name="Freeform 1007">
              <a:extLst>
                <a:ext uri="{FF2B5EF4-FFF2-40B4-BE49-F238E27FC236}">
                  <a16:creationId xmlns:a16="http://schemas.microsoft.com/office/drawing/2014/main" id="{B53803BB-880C-FBF1-21F8-84BC1219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3926 w 2982"/>
                <a:gd name="T1" fmla="*/ 0 h 2442"/>
                <a:gd name="T2" fmla="*/ 0 w 2982"/>
                <a:gd name="T3" fmla="*/ 7246 h 2442"/>
                <a:gd name="T4" fmla="*/ 55703 w 2982"/>
                <a:gd name="T5" fmla="*/ 7246 h 2442"/>
                <a:gd name="T6" fmla="*/ 55703 w 2982"/>
                <a:gd name="T7" fmla="*/ 7246 h 2442"/>
                <a:gd name="T8" fmla="*/ 1392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721" name="Picture 1008" descr="screen">
              <a:extLst>
                <a:ext uri="{FF2B5EF4-FFF2-40B4-BE49-F238E27FC236}">
                  <a16:creationId xmlns:a16="http://schemas.microsoft.com/office/drawing/2014/main" id="{6C814241-111A-02E2-F935-0AB8C7068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2" name="Freeform 1009">
              <a:extLst>
                <a:ext uri="{FF2B5EF4-FFF2-40B4-BE49-F238E27FC236}">
                  <a16:creationId xmlns:a16="http://schemas.microsoft.com/office/drawing/2014/main" id="{4146C702-098D-A5DA-BF27-10CE532AD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3918 w 2528"/>
                <a:gd name="T1" fmla="*/ 0 h 455"/>
                <a:gd name="T2" fmla="*/ 55671 w 2528"/>
                <a:gd name="T3" fmla="*/ 7236 h 455"/>
                <a:gd name="T4" fmla="*/ 55671 w 2528"/>
                <a:gd name="T5" fmla="*/ 7236 h 455"/>
                <a:gd name="T6" fmla="*/ 0 w 2528"/>
                <a:gd name="T7" fmla="*/ 7236 h 455"/>
                <a:gd name="T8" fmla="*/ 139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3" name="Freeform 1010">
              <a:extLst>
                <a:ext uri="{FF2B5EF4-FFF2-40B4-BE49-F238E27FC236}">
                  <a16:creationId xmlns:a16="http://schemas.microsoft.com/office/drawing/2014/main" id="{953945BD-3467-045E-2828-D91874C3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3913 w 702"/>
                <a:gd name="T1" fmla="*/ 0 h 1893"/>
                <a:gd name="T2" fmla="*/ 0 w 702"/>
                <a:gd name="T3" fmla="*/ 7240 h 1893"/>
                <a:gd name="T4" fmla="*/ 13913 w 702"/>
                <a:gd name="T5" fmla="*/ 7240 h 1893"/>
                <a:gd name="T6" fmla="*/ 13913 w 702"/>
                <a:gd name="T7" fmla="*/ 7240 h 1893"/>
                <a:gd name="T8" fmla="*/ 13913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4" name="Freeform 1011">
              <a:extLst>
                <a:ext uri="{FF2B5EF4-FFF2-40B4-BE49-F238E27FC236}">
                  <a16:creationId xmlns:a16="http://schemas.microsoft.com/office/drawing/2014/main" id="{1058D49A-2099-AFBB-3AA6-0B5BCCB7F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3922 w 756"/>
                <a:gd name="T1" fmla="*/ 0 h 2184"/>
                <a:gd name="T2" fmla="*/ 13922 w 756"/>
                <a:gd name="T3" fmla="*/ 7244 h 2184"/>
                <a:gd name="T4" fmla="*/ 0 w 756"/>
                <a:gd name="T5" fmla="*/ 7244 h 2184"/>
                <a:gd name="T6" fmla="*/ 13922 w 756"/>
                <a:gd name="T7" fmla="*/ 7244 h 2184"/>
                <a:gd name="T8" fmla="*/ 13922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5" name="Freeform 1012">
              <a:extLst>
                <a:ext uri="{FF2B5EF4-FFF2-40B4-BE49-F238E27FC236}">
                  <a16:creationId xmlns:a16="http://schemas.microsoft.com/office/drawing/2014/main" id="{335FDAEC-8E2B-F1CF-F6E3-8AC4B369E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3923 w 2773"/>
                <a:gd name="T1" fmla="*/ 0 h 738"/>
                <a:gd name="T2" fmla="*/ 0 w 2773"/>
                <a:gd name="T3" fmla="*/ 7236 h 738"/>
                <a:gd name="T4" fmla="*/ 55691 w 2773"/>
                <a:gd name="T5" fmla="*/ 7236 h 738"/>
                <a:gd name="T6" fmla="*/ 55691 w 2773"/>
                <a:gd name="T7" fmla="*/ 7236 h 738"/>
                <a:gd name="T8" fmla="*/ 13923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6" name="Freeform 1013">
              <a:extLst>
                <a:ext uri="{FF2B5EF4-FFF2-40B4-BE49-F238E27FC236}">
                  <a16:creationId xmlns:a16="http://schemas.microsoft.com/office/drawing/2014/main" id="{8551C843-E070-15FA-4103-AC0549D8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51546 w 637"/>
                <a:gd name="T1" fmla="*/ 0 h 1659"/>
                <a:gd name="T2" fmla="*/ 51546 w 637"/>
                <a:gd name="T3" fmla="*/ 0 h 1659"/>
                <a:gd name="T4" fmla="*/ 17182 w 637"/>
                <a:gd name="T5" fmla="*/ 266562 h 1659"/>
                <a:gd name="T6" fmla="*/ 0 w 637"/>
                <a:gd name="T7" fmla="*/ 266562 h 1659"/>
                <a:gd name="T8" fmla="*/ 515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7" name="Freeform 1014">
              <a:extLst>
                <a:ext uri="{FF2B5EF4-FFF2-40B4-BE49-F238E27FC236}">
                  <a16:creationId xmlns:a16="http://schemas.microsoft.com/office/drawing/2014/main" id="{D8BAEEAD-34B0-5D5D-7DDC-F7275C5E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7200 w 2216"/>
                <a:gd name="T3" fmla="*/ 12746 h 550"/>
                <a:gd name="T4" fmla="*/ 224130 w 2216"/>
                <a:gd name="T5" fmla="*/ 89112 h 550"/>
                <a:gd name="T6" fmla="*/ 224130 w 2216"/>
                <a:gd name="T7" fmla="*/ 7636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28" name="Group 1015">
              <a:extLst>
                <a:ext uri="{FF2B5EF4-FFF2-40B4-BE49-F238E27FC236}">
                  <a16:creationId xmlns:a16="http://schemas.microsoft.com/office/drawing/2014/main" id="{1D697E4A-8B50-D8BD-0A6A-AEE71FA64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8113" name="Freeform 1016">
                <a:extLst>
                  <a:ext uri="{FF2B5EF4-FFF2-40B4-BE49-F238E27FC236}">
                    <a16:creationId xmlns:a16="http://schemas.microsoft.com/office/drawing/2014/main" id="{DC9E8439-03CD-FDC7-F039-00E33500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4" name="Freeform 1017">
                <a:extLst>
                  <a:ext uri="{FF2B5EF4-FFF2-40B4-BE49-F238E27FC236}">
                    <a16:creationId xmlns:a16="http://schemas.microsoft.com/office/drawing/2014/main" id="{DA34355E-4CB2-11D0-BDCE-5CABAB4F5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5" name="Freeform 1018">
                <a:extLst>
                  <a:ext uri="{FF2B5EF4-FFF2-40B4-BE49-F238E27FC236}">
                    <a16:creationId xmlns:a16="http://schemas.microsoft.com/office/drawing/2014/main" id="{341A0AA8-EA16-5D72-189A-84371234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6" name="Freeform 1019">
                <a:extLst>
                  <a:ext uri="{FF2B5EF4-FFF2-40B4-BE49-F238E27FC236}">
                    <a16:creationId xmlns:a16="http://schemas.microsoft.com/office/drawing/2014/main" id="{4FC16701-A812-FA4F-7B9E-A732D83FC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7" name="Freeform 1020">
                <a:extLst>
                  <a:ext uri="{FF2B5EF4-FFF2-40B4-BE49-F238E27FC236}">
                    <a16:creationId xmlns:a16="http://schemas.microsoft.com/office/drawing/2014/main" id="{8B652111-C4B6-0664-2BAD-AD794DD8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8" name="Freeform 1021">
                <a:extLst>
                  <a:ext uri="{FF2B5EF4-FFF2-40B4-BE49-F238E27FC236}">
                    <a16:creationId xmlns:a16="http://schemas.microsoft.com/office/drawing/2014/main" id="{4B2C466D-25D3-43A4-7D98-ABD00BDBB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729" name="Freeform 1022">
              <a:extLst>
                <a:ext uri="{FF2B5EF4-FFF2-40B4-BE49-F238E27FC236}">
                  <a16:creationId xmlns:a16="http://schemas.microsoft.com/office/drawing/2014/main" id="{8792B51A-0E30-8DA3-18F8-D6313008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4615 w 990"/>
                <a:gd name="T1" fmla="*/ 31373 h 792"/>
                <a:gd name="T2" fmla="*/ 29230 w 990"/>
                <a:gd name="T3" fmla="*/ 0 h 792"/>
                <a:gd name="T4" fmla="*/ 29230 w 990"/>
                <a:gd name="T5" fmla="*/ 10424 h 792"/>
                <a:gd name="T6" fmla="*/ 0 w 990"/>
                <a:gd name="T7" fmla="*/ 31373 h 792"/>
                <a:gd name="T8" fmla="*/ 14615 w 990"/>
                <a:gd name="T9" fmla="*/ 31373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0" name="Freeform 1023">
              <a:extLst>
                <a:ext uri="{FF2B5EF4-FFF2-40B4-BE49-F238E27FC236}">
                  <a16:creationId xmlns:a16="http://schemas.microsoft.com/office/drawing/2014/main" id="{7F00C216-1BC9-9F6E-7A18-244408F95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4621 w 2532"/>
                <a:gd name="T1" fmla="*/ 0 h 723"/>
                <a:gd name="T2" fmla="*/ 14621 w 2532"/>
                <a:gd name="T3" fmla="*/ 0 h 723"/>
                <a:gd name="T4" fmla="*/ 87606 w 2532"/>
                <a:gd name="T5" fmla="*/ 31256 h 723"/>
                <a:gd name="T6" fmla="*/ 87606 w 2532"/>
                <a:gd name="T7" fmla="*/ 31256 h 723"/>
                <a:gd name="T8" fmla="*/ 0 w 2532"/>
                <a:gd name="T9" fmla="*/ 10419 h 723"/>
                <a:gd name="T10" fmla="*/ 146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1" name="Freeform 1024">
              <a:extLst>
                <a:ext uri="{FF2B5EF4-FFF2-40B4-BE49-F238E27FC236}">
                  <a16:creationId xmlns:a16="http://schemas.microsoft.com/office/drawing/2014/main" id="{BD96950C-8A28-3FB2-EB3A-2B77D78D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6173 w 26"/>
                <a:gd name="T1" fmla="*/ 10380 h 147"/>
                <a:gd name="T2" fmla="*/ 16173 w 26"/>
                <a:gd name="T3" fmla="*/ 10380 h 147"/>
                <a:gd name="T4" fmla="*/ 0 w 26"/>
                <a:gd name="T5" fmla="*/ 10380 h 147"/>
                <a:gd name="T6" fmla="*/ 16173 w 26"/>
                <a:gd name="T7" fmla="*/ 0 h 147"/>
                <a:gd name="T8" fmla="*/ 16173 w 26"/>
                <a:gd name="T9" fmla="*/ 1038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2" name="Freeform 1025">
              <a:extLst>
                <a:ext uri="{FF2B5EF4-FFF2-40B4-BE49-F238E27FC236}">
                  <a16:creationId xmlns:a16="http://schemas.microsoft.com/office/drawing/2014/main" id="{E6EDE865-397C-EA6A-741F-C8C1D8AA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9256 w 1176"/>
                <a:gd name="T1" fmla="*/ 0 h 606"/>
                <a:gd name="T2" fmla="*/ 0 w 1176"/>
                <a:gd name="T3" fmla="*/ 20832 h 606"/>
                <a:gd name="T4" fmla="*/ 14628 w 1176"/>
                <a:gd name="T5" fmla="*/ 20832 h 606"/>
                <a:gd name="T6" fmla="*/ 29256 w 1176"/>
                <a:gd name="T7" fmla="*/ 10416 h 606"/>
                <a:gd name="T8" fmla="*/ 2925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3" name="Freeform 1026">
              <a:extLst>
                <a:ext uri="{FF2B5EF4-FFF2-40B4-BE49-F238E27FC236}">
                  <a16:creationId xmlns:a16="http://schemas.microsoft.com/office/drawing/2014/main" id="{7BE39D5C-8B78-68DD-F4CC-13799EB2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3180 w 2532"/>
                <a:gd name="T1" fmla="*/ 0 h 723"/>
                <a:gd name="T2" fmla="*/ 13180 w 2532"/>
                <a:gd name="T3" fmla="*/ 0 h 723"/>
                <a:gd name="T4" fmla="*/ 26245 w 2532"/>
                <a:gd name="T5" fmla="*/ 9626 h 723"/>
                <a:gd name="T6" fmla="*/ 26245 w 2532"/>
                <a:gd name="T7" fmla="*/ 9626 h 723"/>
                <a:gd name="T8" fmla="*/ 0 w 2532"/>
                <a:gd name="T9" fmla="*/ 9626 h 723"/>
                <a:gd name="T10" fmla="*/ 1318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4" name="Freeform 1027">
              <a:extLst>
                <a:ext uri="{FF2B5EF4-FFF2-40B4-BE49-F238E27FC236}">
                  <a16:creationId xmlns:a16="http://schemas.microsoft.com/office/drawing/2014/main" id="{19EB126E-1993-B8B7-7753-E1AC05B6B9C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1021 h 723"/>
                <a:gd name="T6" fmla="*/ 0 w 2532"/>
                <a:gd name="T7" fmla="*/ 31021 h 723"/>
                <a:gd name="T8" fmla="*/ 0 w 2532"/>
                <a:gd name="T9" fmla="*/ 1037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735" name="Picture 1030" descr="laptop_keyboard">
              <a:extLst>
                <a:ext uri="{FF2B5EF4-FFF2-40B4-BE49-F238E27FC236}">
                  <a16:creationId xmlns:a16="http://schemas.microsoft.com/office/drawing/2014/main" id="{A0F70FD1-E86B-CBA1-47E0-18E8E0233E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6" name="Freeform 1031">
              <a:extLst>
                <a:ext uri="{FF2B5EF4-FFF2-40B4-BE49-F238E27FC236}">
                  <a16:creationId xmlns:a16="http://schemas.microsoft.com/office/drawing/2014/main" id="{B4352EAE-5628-C125-598A-C90672DA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737" name="Picture 1032" descr="screen">
              <a:extLst>
                <a:ext uri="{FF2B5EF4-FFF2-40B4-BE49-F238E27FC236}">
                  <a16:creationId xmlns:a16="http://schemas.microsoft.com/office/drawing/2014/main" id="{A0A1A9F2-915F-8138-D6F8-EB4AB7C62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8" name="Freeform 1033">
              <a:extLst>
                <a:ext uri="{FF2B5EF4-FFF2-40B4-BE49-F238E27FC236}">
                  <a16:creationId xmlns:a16="http://schemas.microsoft.com/office/drawing/2014/main" id="{3CEB53C5-9915-156B-0C71-4AF077E5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9" name="Freeform 1034">
              <a:extLst>
                <a:ext uri="{FF2B5EF4-FFF2-40B4-BE49-F238E27FC236}">
                  <a16:creationId xmlns:a16="http://schemas.microsoft.com/office/drawing/2014/main" id="{64F53153-F625-CC57-B8D1-BECB362C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0" name="Freeform 1035">
              <a:extLst>
                <a:ext uri="{FF2B5EF4-FFF2-40B4-BE49-F238E27FC236}">
                  <a16:creationId xmlns:a16="http://schemas.microsoft.com/office/drawing/2014/main" id="{EF39D28E-379F-203D-FAF8-07D64CDB0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1" name="Freeform 1036">
              <a:extLst>
                <a:ext uri="{FF2B5EF4-FFF2-40B4-BE49-F238E27FC236}">
                  <a16:creationId xmlns:a16="http://schemas.microsoft.com/office/drawing/2014/main" id="{2CFC01EA-13D1-5499-0585-095B70CA0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2" name="Freeform 1037">
              <a:extLst>
                <a:ext uri="{FF2B5EF4-FFF2-40B4-BE49-F238E27FC236}">
                  <a16:creationId xmlns:a16="http://schemas.microsoft.com/office/drawing/2014/main" id="{57A726AA-9756-6787-AD84-648B1C078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3" name="Freeform 1038">
              <a:extLst>
                <a:ext uri="{FF2B5EF4-FFF2-40B4-BE49-F238E27FC236}">
                  <a16:creationId xmlns:a16="http://schemas.microsoft.com/office/drawing/2014/main" id="{F5B63B66-ED01-C5C6-D2E3-FB4B408F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44" name="Group 1039">
              <a:extLst>
                <a:ext uri="{FF2B5EF4-FFF2-40B4-BE49-F238E27FC236}">
                  <a16:creationId xmlns:a16="http://schemas.microsoft.com/office/drawing/2014/main" id="{9BB5F251-880C-07E4-A1AA-7EC011166C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8107" name="Freeform 1040">
                <a:extLst>
                  <a:ext uri="{FF2B5EF4-FFF2-40B4-BE49-F238E27FC236}">
                    <a16:creationId xmlns:a16="http://schemas.microsoft.com/office/drawing/2014/main" id="{24C6D4CF-1E5A-95FE-F845-CFC7E7E5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08" name="Freeform 1041">
                <a:extLst>
                  <a:ext uri="{FF2B5EF4-FFF2-40B4-BE49-F238E27FC236}">
                    <a16:creationId xmlns:a16="http://schemas.microsoft.com/office/drawing/2014/main" id="{2303578D-7B64-D80C-AFAD-01DCE3DF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09" name="Freeform 1042">
                <a:extLst>
                  <a:ext uri="{FF2B5EF4-FFF2-40B4-BE49-F238E27FC236}">
                    <a16:creationId xmlns:a16="http://schemas.microsoft.com/office/drawing/2014/main" id="{16903B72-47AA-2287-6C95-69743C93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0" name="Freeform 1043">
                <a:extLst>
                  <a:ext uri="{FF2B5EF4-FFF2-40B4-BE49-F238E27FC236}">
                    <a16:creationId xmlns:a16="http://schemas.microsoft.com/office/drawing/2014/main" id="{C86BB7B6-21B7-DE46-6FBC-B301ADA6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1" name="Freeform 1044">
                <a:extLst>
                  <a:ext uri="{FF2B5EF4-FFF2-40B4-BE49-F238E27FC236}">
                    <a16:creationId xmlns:a16="http://schemas.microsoft.com/office/drawing/2014/main" id="{6FD9078C-01B5-21BD-D4FD-269BB7B8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12" name="Freeform 1045">
                <a:extLst>
                  <a:ext uri="{FF2B5EF4-FFF2-40B4-BE49-F238E27FC236}">
                    <a16:creationId xmlns:a16="http://schemas.microsoft.com/office/drawing/2014/main" id="{3D8098AE-B15F-E5A5-EF97-E081836FF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745" name="Freeform 1046">
              <a:extLst>
                <a:ext uri="{FF2B5EF4-FFF2-40B4-BE49-F238E27FC236}">
                  <a16:creationId xmlns:a16="http://schemas.microsoft.com/office/drawing/2014/main" id="{BDD90D93-21DA-B613-E82C-DAF93609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6" name="Freeform 1047">
              <a:extLst>
                <a:ext uri="{FF2B5EF4-FFF2-40B4-BE49-F238E27FC236}">
                  <a16:creationId xmlns:a16="http://schemas.microsoft.com/office/drawing/2014/main" id="{7B549118-3E7A-F07A-D7C4-BBF6CEB2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7" name="Freeform 1048">
              <a:extLst>
                <a:ext uri="{FF2B5EF4-FFF2-40B4-BE49-F238E27FC236}">
                  <a16:creationId xmlns:a16="http://schemas.microsoft.com/office/drawing/2014/main" id="{9334E523-ED05-C345-116B-15DC9DE72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8" name="Freeform 1049">
              <a:extLst>
                <a:ext uri="{FF2B5EF4-FFF2-40B4-BE49-F238E27FC236}">
                  <a16:creationId xmlns:a16="http://schemas.microsoft.com/office/drawing/2014/main" id="{10D7608E-A646-9E93-7FD6-F12A4723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9" name="Freeform 1050">
              <a:extLst>
                <a:ext uri="{FF2B5EF4-FFF2-40B4-BE49-F238E27FC236}">
                  <a16:creationId xmlns:a16="http://schemas.microsoft.com/office/drawing/2014/main" id="{6B71AC9C-A113-4651-ED4A-27A20E019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0" name="Freeform 1051">
              <a:extLst>
                <a:ext uri="{FF2B5EF4-FFF2-40B4-BE49-F238E27FC236}">
                  <a16:creationId xmlns:a16="http://schemas.microsoft.com/office/drawing/2014/main" id="{53647543-5714-4E6E-F115-2825EF25CA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51" name="Group 2">
              <a:extLst>
                <a:ext uri="{FF2B5EF4-FFF2-40B4-BE49-F238E27FC236}">
                  <a16:creationId xmlns:a16="http://schemas.microsoft.com/office/drawing/2014/main" id="{899EB534-9ED9-7C1D-7251-1316F0066C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8085" name="Picture 1054" descr="laptop_keyboard">
                <a:extLst>
                  <a:ext uri="{FF2B5EF4-FFF2-40B4-BE49-F238E27FC236}">
                    <a16:creationId xmlns:a16="http://schemas.microsoft.com/office/drawing/2014/main" id="{FCA2B6F9-EEAF-6E62-B2FA-C3C520C9F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6" name="Freeform 1055">
                <a:extLst>
                  <a:ext uri="{FF2B5EF4-FFF2-40B4-BE49-F238E27FC236}">
                    <a16:creationId xmlns:a16="http://schemas.microsoft.com/office/drawing/2014/main" id="{AF3F4F7B-DFC0-D159-ED6C-37DB257F4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6 w 2982"/>
                  <a:gd name="T1" fmla="*/ 0 h 2442"/>
                  <a:gd name="T2" fmla="*/ 0 w 2982"/>
                  <a:gd name="T3" fmla="*/ 2147483646 h 2442"/>
                  <a:gd name="T4" fmla="*/ 2147483646 w 2982"/>
                  <a:gd name="T5" fmla="*/ 2147483646 h 2442"/>
                  <a:gd name="T6" fmla="*/ 2147483646 w 2982"/>
                  <a:gd name="T7" fmla="*/ 2147483646 h 2442"/>
                  <a:gd name="T8" fmla="*/ 2147483646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28087" name="Picture 1056" descr="screen">
                <a:extLst>
                  <a:ext uri="{FF2B5EF4-FFF2-40B4-BE49-F238E27FC236}">
                    <a16:creationId xmlns:a16="http://schemas.microsoft.com/office/drawing/2014/main" id="{3C16CAB3-F27F-DE8D-ED3E-5D1274084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8" name="Freeform 1057">
                <a:extLst>
                  <a:ext uri="{FF2B5EF4-FFF2-40B4-BE49-F238E27FC236}">
                    <a16:creationId xmlns:a16="http://schemas.microsoft.com/office/drawing/2014/main" id="{C8DD9F9A-5CBB-5627-0F3F-E09C1420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6 w 2528"/>
                  <a:gd name="T1" fmla="*/ 0 h 455"/>
                  <a:gd name="T2" fmla="*/ 2147483646 w 2528"/>
                  <a:gd name="T3" fmla="*/ 2147483646 h 455"/>
                  <a:gd name="T4" fmla="*/ 2147483646 w 2528"/>
                  <a:gd name="T5" fmla="*/ 2147483646 h 455"/>
                  <a:gd name="T6" fmla="*/ 0 w 2528"/>
                  <a:gd name="T7" fmla="*/ 2147483646 h 455"/>
                  <a:gd name="T8" fmla="*/ 2147483646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9" name="Freeform 1058">
                <a:extLst>
                  <a:ext uri="{FF2B5EF4-FFF2-40B4-BE49-F238E27FC236}">
                    <a16:creationId xmlns:a16="http://schemas.microsoft.com/office/drawing/2014/main" id="{9DC711F6-89C1-021E-9B14-9A42F89FB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6 w 702"/>
                  <a:gd name="T1" fmla="*/ 0 h 1893"/>
                  <a:gd name="T2" fmla="*/ 0 w 702"/>
                  <a:gd name="T3" fmla="*/ 2147483646 h 1893"/>
                  <a:gd name="T4" fmla="*/ 2147483646 w 702"/>
                  <a:gd name="T5" fmla="*/ 2147483646 h 1893"/>
                  <a:gd name="T6" fmla="*/ 2147483646 w 702"/>
                  <a:gd name="T7" fmla="*/ 2147483646 h 1893"/>
                  <a:gd name="T8" fmla="*/ 214748364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0" name="Freeform 1059">
                <a:extLst>
                  <a:ext uri="{FF2B5EF4-FFF2-40B4-BE49-F238E27FC236}">
                    <a16:creationId xmlns:a16="http://schemas.microsoft.com/office/drawing/2014/main" id="{F52BB9ED-0D5A-F4B6-26FC-3611A004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6 w 756"/>
                  <a:gd name="T1" fmla="*/ 0 h 2184"/>
                  <a:gd name="T2" fmla="*/ 2147483646 w 756"/>
                  <a:gd name="T3" fmla="*/ 2147483646 h 2184"/>
                  <a:gd name="T4" fmla="*/ 0 w 756"/>
                  <a:gd name="T5" fmla="*/ 2147483646 h 2184"/>
                  <a:gd name="T6" fmla="*/ 2147483646 w 756"/>
                  <a:gd name="T7" fmla="*/ 2147483646 h 2184"/>
                  <a:gd name="T8" fmla="*/ 2147483646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1" name="Freeform 1060">
                <a:extLst>
                  <a:ext uri="{FF2B5EF4-FFF2-40B4-BE49-F238E27FC236}">
                    <a16:creationId xmlns:a16="http://schemas.microsoft.com/office/drawing/2014/main" id="{9DE1A25B-575A-19F9-E4A6-11A8DD512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6 w 2773"/>
                  <a:gd name="T1" fmla="*/ 0 h 738"/>
                  <a:gd name="T2" fmla="*/ 0 w 2773"/>
                  <a:gd name="T3" fmla="*/ 2147483646 h 738"/>
                  <a:gd name="T4" fmla="*/ 2147483646 w 2773"/>
                  <a:gd name="T5" fmla="*/ 2147483646 h 738"/>
                  <a:gd name="T6" fmla="*/ 2147483646 w 2773"/>
                  <a:gd name="T7" fmla="*/ 2147483646 h 738"/>
                  <a:gd name="T8" fmla="*/ 2147483646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2" name="Freeform 1061">
                <a:extLst>
                  <a:ext uri="{FF2B5EF4-FFF2-40B4-BE49-F238E27FC236}">
                    <a16:creationId xmlns:a16="http://schemas.microsoft.com/office/drawing/2014/main" id="{50169550-ADA0-6ACF-3B65-EB5B4EE9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147483646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3" name="Freeform 1062">
                <a:extLst>
                  <a:ext uri="{FF2B5EF4-FFF2-40B4-BE49-F238E27FC236}">
                    <a16:creationId xmlns:a16="http://schemas.microsoft.com/office/drawing/2014/main" id="{017CCD1D-AD4B-D042-E018-7969276D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6 w 2216"/>
                  <a:gd name="T3" fmla="*/ 2147483646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8094" name="Group 1063">
                <a:extLst>
                  <a:ext uri="{FF2B5EF4-FFF2-40B4-BE49-F238E27FC236}">
                    <a16:creationId xmlns:a16="http://schemas.microsoft.com/office/drawing/2014/main" id="{BB7718D5-D6D6-1D04-40A7-A6C43F52CA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8101" name="Freeform 1064">
                  <a:extLst>
                    <a:ext uri="{FF2B5EF4-FFF2-40B4-BE49-F238E27FC236}">
                      <a16:creationId xmlns:a16="http://schemas.microsoft.com/office/drawing/2014/main" id="{EB73D153-7E85-0F85-FF40-3CA9CA82B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102" name="Freeform 1065">
                  <a:extLst>
                    <a:ext uri="{FF2B5EF4-FFF2-40B4-BE49-F238E27FC236}">
                      <a16:creationId xmlns:a16="http://schemas.microsoft.com/office/drawing/2014/main" id="{29A41A5C-FEF7-19A3-1F2F-4E5B9DC37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103" name="Freeform 1066">
                  <a:extLst>
                    <a:ext uri="{FF2B5EF4-FFF2-40B4-BE49-F238E27FC236}">
                      <a16:creationId xmlns:a16="http://schemas.microsoft.com/office/drawing/2014/main" id="{3BFFD8F7-28A4-0B3B-C22D-04C6845CB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104" name="Freeform 1067">
                  <a:extLst>
                    <a:ext uri="{FF2B5EF4-FFF2-40B4-BE49-F238E27FC236}">
                      <a16:creationId xmlns:a16="http://schemas.microsoft.com/office/drawing/2014/main" id="{DA93805F-921E-5E25-8D7B-4F3D6FEF1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105" name="Freeform 1068">
                  <a:extLst>
                    <a:ext uri="{FF2B5EF4-FFF2-40B4-BE49-F238E27FC236}">
                      <a16:creationId xmlns:a16="http://schemas.microsoft.com/office/drawing/2014/main" id="{B402F2DD-6275-542E-62F7-08C2440B8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106" name="Freeform 1069">
                  <a:extLst>
                    <a:ext uri="{FF2B5EF4-FFF2-40B4-BE49-F238E27FC236}">
                      <a16:creationId xmlns:a16="http://schemas.microsoft.com/office/drawing/2014/main" id="{E349FA38-80D6-702E-D80D-4CE1D3891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95" name="Freeform 1070">
                <a:extLst>
                  <a:ext uri="{FF2B5EF4-FFF2-40B4-BE49-F238E27FC236}">
                    <a16:creationId xmlns:a16="http://schemas.microsoft.com/office/drawing/2014/main" id="{7DFE4E6E-D8D3-BF2D-2184-4358D4F2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6 w 990"/>
                  <a:gd name="T1" fmla="*/ 2147483646 h 792"/>
                  <a:gd name="T2" fmla="*/ 2147483646 w 990"/>
                  <a:gd name="T3" fmla="*/ 0 h 792"/>
                  <a:gd name="T4" fmla="*/ 2147483646 w 990"/>
                  <a:gd name="T5" fmla="*/ 2147483646 h 792"/>
                  <a:gd name="T6" fmla="*/ 0 w 990"/>
                  <a:gd name="T7" fmla="*/ 2147483646 h 792"/>
                  <a:gd name="T8" fmla="*/ 2147483646 w 990"/>
                  <a:gd name="T9" fmla="*/ 214748364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6" name="Freeform 1071">
                <a:extLst>
                  <a:ext uri="{FF2B5EF4-FFF2-40B4-BE49-F238E27FC236}">
                    <a16:creationId xmlns:a16="http://schemas.microsoft.com/office/drawing/2014/main" id="{5E99838E-5D92-1CEA-F949-B5C19DDE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7" name="Freeform 1072">
                <a:extLst>
                  <a:ext uri="{FF2B5EF4-FFF2-40B4-BE49-F238E27FC236}">
                    <a16:creationId xmlns:a16="http://schemas.microsoft.com/office/drawing/2014/main" id="{5E3849E8-8AA6-5DD2-0E59-D527A185B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6 w 26"/>
                  <a:gd name="T1" fmla="*/ 2147483646 h 147"/>
                  <a:gd name="T2" fmla="*/ 2147483646 w 26"/>
                  <a:gd name="T3" fmla="*/ 2147483646 h 147"/>
                  <a:gd name="T4" fmla="*/ 0 w 26"/>
                  <a:gd name="T5" fmla="*/ 2147483646 h 147"/>
                  <a:gd name="T6" fmla="*/ 2147483646 w 26"/>
                  <a:gd name="T7" fmla="*/ 0 h 147"/>
                  <a:gd name="T8" fmla="*/ 2147483646 w 26"/>
                  <a:gd name="T9" fmla="*/ 214748364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8" name="Freeform 1073">
                <a:extLst>
                  <a:ext uri="{FF2B5EF4-FFF2-40B4-BE49-F238E27FC236}">
                    <a16:creationId xmlns:a16="http://schemas.microsoft.com/office/drawing/2014/main" id="{14B8D52E-A4A8-7417-3BE8-D86E3C93C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6 w 1176"/>
                  <a:gd name="T1" fmla="*/ 0 h 606"/>
                  <a:gd name="T2" fmla="*/ 0 w 1176"/>
                  <a:gd name="T3" fmla="*/ 2147483646 h 606"/>
                  <a:gd name="T4" fmla="*/ 2147483646 w 1176"/>
                  <a:gd name="T5" fmla="*/ 2147483646 h 606"/>
                  <a:gd name="T6" fmla="*/ 2147483646 w 1176"/>
                  <a:gd name="T7" fmla="*/ 2147483646 h 606"/>
                  <a:gd name="T8" fmla="*/ 214748364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99" name="Freeform 1074">
                <a:extLst>
                  <a:ext uri="{FF2B5EF4-FFF2-40B4-BE49-F238E27FC236}">
                    <a16:creationId xmlns:a16="http://schemas.microsoft.com/office/drawing/2014/main" id="{511E3DD7-9AAC-340F-C5B0-CB1B4FC90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00" name="Freeform 1075">
                <a:extLst>
                  <a:ext uri="{FF2B5EF4-FFF2-40B4-BE49-F238E27FC236}">
                    <a16:creationId xmlns:a16="http://schemas.microsoft.com/office/drawing/2014/main" id="{DD3F18FA-3913-BFBA-8002-6AAF6735DAF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27752" name="Picture 1077" descr="desktop_computer_stylized_medium">
              <a:extLst>
                <a:ext uri="{FF2B5EF4-FFF2-40B4-BE49-F238E27FC236}">
                  <a16:creationId xmlns:a16="http://schemas.microsoft.com/office/drawing/2014/main" id="{7272B367-A312-77DE-B08C-C4CB2E222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3" name="Freeform 1078">
              <a:extLst>
                <a:ext uri="{FF2B5EF4-FFF2-40B4-BE49-F238E27FC236}">
                  <a16:creationId xmlns:a16="http://schemas.microsoft.com/office/drawing/2014/main" id="{67CA60F0-FC12-68CB-1E4B-D2DD3B7B46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61881300 w 356"/>
                <a:gd name="T3" fmla="*/ 2436089 h 368"/>
                <a:gd name="T4" fmla="*/ 73432694 w 356"/>
                <a:gd name="T5" fmla="*/ 51157459 h 368"/>
                <a:gd name="T6" fmla="*/ 16089020 w 356"/>
                <a:gd name="T7" fmla="*/ 64033693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pic>
          <p:nvPicPr>
            <p:cNvPr id="27754" name="Picture 1081" descr="laptop_keyboard">
              <a:extLst>
                <a:ext uri="{FF2B5EF4-FFF2-40B4-BE49-F238E27FC236}">
                  <a16:creationId xmlns:a16="http://schemas.microsoft.com/office/drawing/2014/main" id="{A9651CFD-0FFE-A2B7-5172-BAE33CBB2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5" name="Freeform 1082">
              <a:extLst>
                <a:ext uri="{FF2B5EF4-FFF2-40B4-BE49-F238E27FC236}">
                  <a16:creationId xmlns:a16="http://schemas.microsoft.com/office/drawing/2014/main" id="{6DBFD34C-B5B7-F1C0-6BC4-2706FFB4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27756" name="Picture 1083" descr="screen">
              <a:extLst>
                <a:ext uri="{FF2B5EF4-FFF2-40B4-BE49-F238E27FC236}">
                  <a16:creationId xmlns:a16="http://schemas.microsoft.com/office/drawing/2014/main" id="{912A19C0-1F80-9621-28AD-BAE05F7FCB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7" name="Freeform 1084">
              <a:extLst>
                <a:ext uri="{FF2B5EF4-FFF2-40B4-BE49-F238E27FC236}">
                  <a16:creationId xmlns:a16="http://schemas.microsoft.com/office/drawing/2014/main" id="{316025F0-75B1-A271-1F52-FFE0DC96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8" name="Freeform 1085">
              <a:extLst>
                <a:ext uri="{FF2B5EF4-FFF2-40B4-BE49-F238E27FC236}">
                  <a16:creationId xmlns:a16="http://schemas.microsoft.com/office/drawing/2014/main" id="{D93B3B9A-DEE6-B550-17F0-2C85C0C1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9" name="Freeform 1086">
              <a:extLst>
                <a:ext uri="{FF2B5EF4-FFF2-40B4-BE49-F238E27FC236}">
                  <a16:creationId xmlns:a16="http://schemas.microsoft.com/office/drawing/2014/main" id="{58617979-6691-F66D-9B9F-882DEF2D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0" name="Freeform 1087">
              <a:extLst>
                <a:ext uri="{FF2B5EF4-FFF2-40B4-BE49-F238E27FC236}">
                  <a16:creationId xmlns:a16="http://schemas.microsoft.com/office/drawing/2014/main" id="{EE7253AF-07E8-0CE6-D74F-ACDCECCE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1" name="Freeform 1088">
              <a:extLst>
                <a:ext uri="{FF2B5EF4-FFF2-40B4-BE49-F238E27FC236}">
                  <a16:creationId xmlns:a16="http://schemas.microsoft.com/office/drawing/2014/main" id="{C1DF55E0-9B79-3A02-69A9-CC7B4F28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2" name="Freeform 1089">
              <a:extLst>
                <a:ext uri="{FF2B5EF4-FFF2-40B4-BE49-F238E27FC236}">
                  <a16:creationId xmlns:a16="http://schemas.microsoft.com/office/drawing/2014/main" id="{DEDD1043-7A3C-4DC3-5ADA-ED7D1B15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63" name="Group 1090">
              <a:extLst>
                <a:ext uri="{FF2B5EF4-FFF2-40B4-BE49-F238E27FC236}">
                  <a16:creationId xmlns:a16="http://schemas.microsoft.com/office/drawing/2014/main" id="{7A7747B3-DAC9-5CF7-A974-73B81D58EE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8079" name="Freeform 1091">
                <a:extLst>
                  <a:ext uri="{FF2B5EF4-FFF2-40B4-BE49-F238E27FC236}">
                    <a16:creationId xmlns:a16="http://schemas.microsoft.com/office/drawing/2014/main" id="{63D313AE-CCBF-AAEF-F243-AC6EFE3D2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0" name="Freeform 1092">
                <a:extLst>
                  <a:ext uri="{FF2B5EF4-FFF2-40B4-BE49-F238E27FC236}">
                    <a16:creationId xmlns:a16="http://schemas.microsoft.com/office/drawing/2014/main" id="{9849F1E3-C345-0B4E-BEED-E1F82CF8A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1" name="Freeform 1093">
                <a:extLst>
                  <a:ext uri="{FF2B5EF4-FFF2-40B4-BE49-F238E27FC236}">
                    <a16:creationId xmlns:a16="http://schemas.microsoft.com/office/drawing/2014/main" id="{A5D49404-81CF-E00D-35A3-3DBA303E7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2" name="Freeform 1094">
                <a:extLst>
                  <a:ext uri="{FF2B5EF4-FFF2-40B4-BE49-F238E27FC236}">
                    <a16:creationId xmlns:a16="http://schemas.microsoft.com/office/drawing/2014/main" id="{4E75A7EC-8592-4409-CC94-7A70A848B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3" name="Freeform 1095">
                <a:extLst>
                  <a:ext uri="{FF2B5EF4-FFF2-40B4-BE49-F238E27FC236}">
                    <a16:creationId xmlns:a16="http://schemas.microsoft.com/office/drawing/2014/main" id="{D32433FB-3D84-5016-F9F3-1D78C58B9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84" name="Freeform 1096">
                <a:extLst>
                  <a:ext uri="{FF2B5EF4-FFF2-40B4-BE49-F238E27FC236}">
                    <a16:creationId xmlns:a16="http://schemas.microsoft.com/office/drawing/2014/main" id="{DC01D225-3114-883F-26B1-1C2EE212B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764" name="Freeform 1097">
              <a:extLst>
                <a:ext uri="{FF2B5EF4-FFF2-40B4-BE49-F238E27FC236}">
                  <a16:creationId xmlns:a16="http://schemas.microsoft.com/office/drawing/2014/main" id="{C3D9EB7B-9532-2FBC-864F-D5B39A8B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5" name="Freeform 1098">
              <a:extLst>
                <a:ext uri="{FF2B5EF4-FFF2-40B4-BE49-F238E27FC236}">
                  <a16:creationId xmlns:a16="http://schemas.microsoft.com/office/drawing/2014/main" id="{713D8647-EC0B-B6A8-41A6-DDB2D81D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6" name="Freeform 1099">
              <a:extLst>
                <a:ext uri="{FF2B5EF4-FFF2-40B4-BE49-F238E27FC236}">
                  <a16:creationId xmlns:a16="http://schemas.microsoft.com/office/drawing/2014/main" id="{710F2482-2509-C94C-5CFA-E99C4F570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7" name="Freeform 1100">
              <a:extLst>
                <a:ext uri="{FF2B5EF4-FFF2-40B4-BE49-F238E27FC236}">
                  <a16:creationId xmlns:a16="http://schemas.microsoft.com/office/drawing/2014/main" id="{D697750B-3D5E-C96E-F9DF-018C42EE7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8" name="Freeform 1101">
              <a:extLst>
                <a:ext uri="{FF2B5EF4-FFF2-40B4-BE49-F238E27FC236}">
                  <a16:creationId xmlns:a16="http://schemas.microsoft.com/office/drawing/2014/main" id="{37755FE7-A28E-6FE1-1145-95ED7B871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9" name="Freeform 1102">
              <a:extLst>
                <a:ext uri="{FF2B5EF4-FFF2-40B4-BE49-F238E27FC236}">
                  <a16:creationId xmlns:a16="http://schemas.microsoft.com/office/drawing/2014/main" id="{60484455-6A69-2C55-016D-C85241EBB4D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770" name="Group 1103">
              <a:extLst>
                <a:ext uri="{FF2B5EF4-FFF2-40B4-BE49-F238E27FC236}">
                  <a16:creationId xmlns:a16="http://schemas.microsoft.com/office/drawing/2014/main" id="{0D42109C-5861-C44A-92E1-F09299B368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8071" name="Oval 407">
                <a:extLst>
                  <a:ext uri="{FF2B5EF4-FFF2-40B4-BE49-F238E27FC236}">
                    <a16:creationId xmlns:a16="http://schemas.microsoft.com/office/drawing/2014/main" id="{5CE38CFA-5B55-D250-24CE-AC034984F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72" name="Rectangle 410">
                <a:extLst>
                  <a:ext uri="{FF2B5EF4-FFF2-40B4-BE49-F238E27FC236}">
                    <a16:creationId xmlns:a16="http://schemas.microsoft.com/office/drawing/2014/main" id="{FAA20870-405F-DAA5-FD87-77F1B5E38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73" name="Oval 411">
                <a:extLst>
                  <a:ext uri="{FF2B5EF4-FFF2-40B4-BE49-F238E27FC236}">
                    <a16:creationId xmlns:a16="http://schemas.microsoft.com/office/drawing/2014/main" id="{DD1DFF16-4E0E-A73D-2690-532109A96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74" name="Group 1107">
                <a:extLst>
                  <a:ext uri="{FF2B5EF4-FFF2-40B4-BE49-F238E27FC236}">
                    <a16:creationId xmlns:a16="http://schemas.microsoft.com/office/drawing/2014/main" id="{125184F2-2642-30A1-0136-BB961ED586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77" name="Freeform 1108">
                  <a:extLst>
                    <a:ext uri="{FF2B5EF4-FFF2-40B4-BE49-F238E27FC236}">
                      <a16:creationId xmlns:a16="http://schemas.microsoft.com/office/drawing/2014/main" id="{754A4714-3AC6-D53E-F0AB-0DB6EDF4B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078" name="Freeform 1109">
                  <a:extLst>
                    <a:ext uri="{FF2B5EF4-FFF2-40B4-BE49-F238E27FC236}">
                      <a16:creationId xmlns:a16="http://schemas.microsoft.com/office/drawing/2014/main" id="{03496EC7-4642-A9FC-2724-2BA39FA48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75" name="Line 1110">
                <a:extLst>
                  <a:ext uri="{FF2B5EF4-FFF2-40B4-BE49-F238E27FC236}">
                    <a16:creationId xmlns:a16="http://schemas.microsoft.com/office/drawing/2014/main" id="{5087B0EE-FD98-D4C1-692E-A5E4C4C344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76" name="Line 1111">
                <a:extLst>
                  <a:ext uri="{FF2B5EF4-FFF2-40B4-BE49-F238E27FC236}">
                    <a16:creationId xmlns:a16="http://schemas.microsoft.com/office/drawing/2014/main" id="{F686E4E9-E66E-EE30-16A5-B13E741CD4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71" name="Group 1112">
              <a:extLst>
                <a:ext uri="{FF2B5EF4-FFF2-40B4-BE49-F238E27FC236}">
                  <a16:creationId xmlns:a16="http://schemas.microsoft.com/office/drawing/2014/main" id="{9F900C76-2EB2-12D0-6AD4-CD7C2F369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8063" name="Oval 407">
                <a:extLst>
                  <a:ext uri="{FF2B5EF4-FFF2-40B4-BE49-F238E27FC236}">
                    <a16:creationId xmlns:a16="http://schemas.microsoft.com/office/drawing/2014/main" id="{7E43F034-71DD-E2F1-7208-F6F38D4AA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64" name="Rectangle 410">
                <a:extLst>
                  <a:ext uri="{FF2B5EF4-FFF2-40B4-BE49-F238E27FC236}">
                    <a16:creationId xmlns:a16="http://schemas.microsoft.com/office/drawing/2014/main" id="{CD0C22B4-9BA0-D4DA-A549-617A0A9C2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65" name="Oval 411">
                <a:extLst>
                  <a:ext uri="{FF2B5EF4-FFF2-40B4-BE49-F238E27FC236}">
                    <a16:creationId xmlns:a16="http://schemas.microsoft.com/office/drawing/2014/main" id="{00D2049D-0ABF-A5B1-13F9-A803814C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66" name="Group 1116">
                <a:extLst>
                  <a:ext uri="{FF2B5EF4-FFF2-40B4-BE49-F238E27FC236}">
                    <a16:creationId xmlns:a16="http://schemas.microsoft.com/office/drawing/2014/main" id="{35118EA0-06C3-9EF0-EAFC-D454D8C14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69" name="Freeform 1117">
                  <a:extLst>
                    <a:ext uri="{FF2B5EF4-FFF2-40B4-BE49-F238E27FC236}">
                      <a16:creationId xmlns:a16="http://schemas.microsoft.com/office/drawing/2014/main" id="{1BC06EBD-F0DB-A062-466C-3D9AEC3C5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070" name="Freeform 1118">
                  <a:extLst>
                    <a:ext uri="{FF2B5EF4-FFF2-40B4-BE49-F238E27FC236}">
                      <a16:creationId xmlns:a16="http://schemas.microsoft.com/office/drawing/2014/main" id="{CA4AD9BE-7A2E-5DD6-DEDF-51AB2C729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67" name="Line 1119">
                <a:extLst>
                  <a:ext uri="{FF2B5EF4-FFF2-40B4-BE49-F238E27FC236}">
                    <a16:creationId xmlns:a16="http://schemas.microsoft.com/office/drawing/2014/main" id="{F3332956-A18E-AEFB-617F-17BB0E4A5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68" name="Line 1120">
                <a:extLst>
                  <a:ext uri="{FF2B5EF4-FFF2-40B4-BE49-F238E27FC236}">
                    <a16:creationId xmlns:a16="http://schemas.microsoft.com/office/drawing/2014/main" id="{470602B6-0511-D1D0-3DB8-8558382EB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72" name="Group 1121">
              <a:extLst>
                <a:ext uri="{FF2B5EF4-FFF2-40B4-BE49-F238E27FC236}">
                  <a16:creationId xmlns:a16="http://schemas.microsoft.com/office/drawing/2014/main" id="{5E5EE122-A91B-1D73-F04E-FA3A35EB10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8055" name="Oval 407">
                <a:extLst>
                  <a:ext uri="{FF2B5EF4-FFF2-40B4-BE49-F238E27FC236}">
                    <a16:creationId xmlns:a16="http://schemas.microsoft.com/office/drawing/2014/main" id="{A438A4B8-A123-3402-5B76-F708344A8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56" name="Rectangle 410">
                <a:extLst>
                  <a:ext uri="{FF2B5EF4-FFF2-40B4-BE49-F238E27FC236}">
                    <a16:creationId xmlns:a16="http://schemas.microsoft.com/office/drawing/2014/main" id="{3673F855-C043-B71A-BA59-07ECE48EF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57" name="Oval 411">
                <a:extLst>
                  <a:ext uri="{FF2B5EF4-FFF2-40B4-BE49-F238E27FC236}">
                    <a16:creationId xmlns:a16="http://schemas.microsoft.com/office/drawing/2014/main" id="{E90A6745-28EB-F8C0-8641-5203F841A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58" name="Group 1125">
                <a:extLst>
                  <a:ext uri="{FF2B5EF4-FFF2-40B4-BE49-F238E27FC236}">
                    <a16:creationId xmlns:a16="http://schemas.microsoft.com/office/drawing/2014/main" id="{687C7111-9A98-653D-BAB1-087FDFBC65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61" name="Freeform 1126">
                  <a:extLst>
                    <a:ext uri="{FF2B5EF4-FFF2-40B4-BE49-F238E27FC236}">
                      <a16:creationId xmlns:a16="http://schemas.microsoft.com/office/drawing/2014/main" id="{F46259D5-5FF4-2CAF-00F5-C937D14700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062" name="Freeform 1127">
                  <a:extLst>
                    <a:ext uri="{FF2B5EF4-FFF2-40B4-BE49-F238E27FC236}">
                      <a16:creationId xmlns:a16="http://schemas.microsoft.com/office/drawing/2014/main" id="{BEFF0EE7-66DB-011C-171D-E1560C2A8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59" name="Line 1128">
                <a:extLst>
                  <a:ext uri="{FF2B5EF4-FFF2-40B4-BE49-F238E27FC236}">
                    <a16:creationId xmlns:a16="http://schemas.microsoft.com/office/drawing/2014/main" id="{18889809-0C98-28C4-DD66-84B34C652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60" name="Line 1129">
                <a:extLst>
                  <a:ext uri="{FF2B5EF4-FFF2-40B4-BE49-F238E27FC236}">
                    <a16:creationId xmlns:a16="http://schemas.microsoft.com/office/drawing/2014/main" id="{5BDEC85F-2268-C422-4804-FE207FD46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73" name="Group 1130">
              <a:extLst>
                <a:ext uri="{FF2B5EF4-FFF2-40B4-BE49-F238E27FC236}">
                  <a16:creationId xmlns:a16="http://schemas.microsoft.com/office/drawing/2014/main" id="{9F0ECE54-3F7B-5F56-BEC0-E309AC7B69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8047" name="Oval 407">
                <a:extLst>
                  <a:ext uri="{FF2B5EF4-FFF2-40B4-BE49-F238E27FC236}">
                    <a16:creationId xmlns:a16="http://schemas.microsoft.com/office/drawing/2014/main" id="{27DB7E31-0717-3C98-7292-D9694ADFD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8" name="Rectangle 410">
                <a:extLst>
                  <a:ext uri="{FF2B5EF4-FFF2-40B4-BE49-F238E27FC236}">
                    <a16:creationId xmlns:a16="http://schemas.microsoft.com/office/drawing/2014/main" id="{2A6635AA-7100-CDE2-876D-DF63AE2B9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9" name="Oval 411">
                <a:extLst>
                  <a:ext uri="{FF2B5EF4-FFF2-40B4-BE49-F238E27FC236}">
                    <a16:creationId xmlns:a16="http://schemas.microsoft.com/office/drawing/2014/main" id="{30E42494-815A-5E62-7C74-915D3E4CD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50" name="Group 1134">
                <a:extLst>
                  <a:ext uri="{FF2B5EF4-FFF2-40B4-BE49-F238E27FC236}">
                    <a16:creationId xmlns:a16="http://schemas.microsoft.com/office/drawing/2014/main" id="{8AB16916-F2DB-CA4B-4C02-AFCC4A52FD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53" name="Freeform 1135">
                  <a:extLst>
                    <a:ext uri="{FF2B5EF4-FFF2-40B4-BE49-F238E27FC236}">
                      <a16:creationId xmlns:a16="http://schemas.microsoft.com/office/drawing/2014/main" id="{54942523-AF8F-EF0E-58E2-DB05B326CF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054" name="Freeform 1136">
                  <a:extLst>
                    <a:ext uri="{FF2B5EF4-FFF2-40B4-BE49-F238E27FC236}">
                      <a16:creationId xmlns:a16="http://schemas.microsoft.com/office/drawing/2014/main" id="{64A1D8D0-08C1-8830-CBA5-F833459C1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51" name="Line 1137">
                <a:extLst>
                  <a:ext uri="{FF2B5EF4-FFF2-40B4-BE49-F238E27FC236}">
                    <a16:creationId xmlns:a16="http://schemas.microsoft.com/office/drawing/2014/main" id="{D0E74179-DEC5-CFFA-A556-CC52CE6AF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52" name="Line 1138">
                <a:extLst>
                  <a:ext uri="{FF2B5EF4-FFF2-40B4-BE49-F238E27FC236}">
                    <a16:creationId xmlns:a16="http://schemas.microsoft.com/office/drawing/2014/main" id="{D49B6BC4-EEB6-35CB-F7DF-856231700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74" name="Group 1139">
              <a:extLst>
                <a:ext uri="{FF2B5EF4-FFF2-40B4-BE49-F238E27FC236}">
                  <a16:creationId xmlns:a16="http://schemas.microsoft.com/office/drawing/2014/main" id="{928842C6-6CB3-A3E2-7CA5-CCEA49C87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8039" name="Oval 407">
                <a:extLst>
                  <a:ext uri="{FF2B5EF4-FFF2-40B4-BE49-F238E27FC236}">
                    <a16:creationId xmlns:a16="http://schemas.microsoft.com/office/drawing/2014/main" id="{1780AD16-7187-4E5B-D6A5-CC2FE1F46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0" name="Rectangle 410">
                <a:extLst>
                  <a:ext uri="{FF2B5EF4-FFF2-40B4-BE49-F238E27FC236}">
                    <a16:creationId xmlns:a16="http://schemas.microsoft.com/office/drawing/2014/main" id="{AD7B2134-F652-4484-5B7C-1ED82A864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1" name="Oval 411">
                <a:extLst>
                  <a:ext uri="{FF2B5EF4-FFF2-40B4-BE49-F238E27FC236}">
                    <a16:creationId xmlns:a16="http://schemas.microsoft.com/office/drawing/2014/main" id="{6413CB18-F494-A2D3-DB7E-A4FCFD92A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42" name="Group 1143">
                <a:extLst>
                  <a:ext uri="{FF2B5EF4-FFF2-40B4-BE49-F238E27FC236}">
                    <a16:creationId xmlns:a16="http://schemas.microsoft.com/office/drawing/2014/main" id="{665AAADB-67BF-539C-0DBA-D40E4B9BC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45" name="Freeform 1144">
                  <a:extLst>
                    <a:ext uri="{FF2B5EF4-FFF2-40B4-BE49-F238E27FC236}">
                      <a16:creationId xmlns:a16="http://schemas.microsoft.com/office/drawing/2014/main" id="{FD2F01BF-5969-134A-ACA0-32A4EE21A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8046" name="Freeform 1145">
                  <a:extLst>
                    <a:ext uri="{FF2B5EF4-FFF2-40B4-BE49-F238E27FC236}">
                      <a16:creationId xmlns:a16="http://schemas.microsoft.com/office/drawing/2014/main" id="{059C7F8E-C4FE-F3A4-CDF3-51C8A12F0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043" name="Line 1146">
                <a:extLst>
                  <a:ext uri="{FF2B5EF4-FFF2-40B4-BE49-F238E27FC236}">
                    <a16:creationId xmlns:a16="http://schemas.microsoft.com/office/drawing/2014/main" id="{18324A23-DB3F-4FEC-CC46-C111FBE9F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44" name="Line 1147">
                <a:extLst>
                  <a:ext uri="{FF2B5EF4-FFF2-40B4-BE49-F238E27FC236}">
                    <a16:creationId xmlns:a16="http://schemas.microsoft.com/office/drawing/2014/main" id="{22D08162-1B80-EC6A-940A-AC37DF1EC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775" name="Group 3">
              <a:extLst>
                <a:ext uri="{FF2B5EF4-FFF2-40B4-BE49-F238E27FC236}">
                  <a16:creationId xmlns:a16="http://schemas.microsoft.com/office/drawing/2014/main" id="{90EA5996-C969-9BB6-3905-0BAF61BFF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8037" name="Picture 555" descr="fridge2.png">
                <a:extLst>
                  <a:ext uri="{FF2B5EF4-FFF2-40B4-BE49-F238E27FC236}">
                    <a16:creationId xmlns:a16="http://schemas.microsoft.com/office/drawing/2014/main" id="{F9733558-FC74-86C2-9EF1-FC76B9C39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038" name="Picture 1115" descr="antenna_stylized">
                <a:extLst>
                  <a:ext uri="{FF2B5EF4-FFF2-40B4-BE49-F238E27FC236}">
                    <a16:creationId xmlns:a16="http://schemas.microsoft.com/office/drawing/2014/main" id="{577BEC16-048D-0F26-12A0-A2FE2A584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7776" name="Picture 603" descr="car_icon_small">
              <a:extLst>
                <a:ext uri="{FF2B5EF4-FFF2-40B4-BE49-F238E27FC236}">
                  <a16:creationId xmlns:a16="http://schemas.microsoft.com/office/drawing/2014/main" id="{1F77C555-1F16-FBB1-D74F-1929B74E4B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7" name="Picture 814" descr="light2.png">
              <a:extLst>
                <a:ext uri="{FF2B5EF4-FFF2-40B4-BE49-F238E27FC236}">
                  <a16:creationId xmlns:a16="http://schemas.microsoft.com/office/drawing/2014/main" id="{17B0FA08-E3C6-62B6-0B3D-395AE0F93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8" name="Picture 1017" descr="antenna_stylized">
              <a:extLst>
                <a:ext uri="{FF2B5EF4-FFF2-40B4-BE49-F238E27FC236}">
                  <a16:creationId xmlns:a16="http://schemas.microsoft.com/office/drawing/2014/main" id="{D9BD306B-5543-4ED0-DA92-E0DAB286E0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9" name="Picture 1017" descr="antenna_stylized">
              <a:extLst>
                <a:ext uri="{FF2B5EF4-FFF2-40B4-BE49-F238E27FC236}">
                  <a16:creationId xmlns:a16="http://schemas.microsoft.com/office/drawing/2014/main" id="{C68E3591-3345-F0B7-D428-BCDC498590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80" name="Group 347">
              <a:extLst>
                <a:ext uri="{FF2B5EF4-FFF2-40B4-BE49-F238E27FC236}">
                  <a16:creationId xmlns:a16="http://schemas.microsoft.com/office/drawing/2014/main" id="{F32DDC02-2EF6-1052-726C-5154A6B68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09C4A2D9-5FAB-2445-8291-F07F431A4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EEA46BFC-8120-7643-95C1-B89E85B10FD2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0BE26FB8-1605-4E40-8854-31A93C806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42129561-C2AA-EE43-96DD-F32D186BD6BA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D88FB4F8-C536-CD42-827F-D16D931EA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B38798DE-D3BA-D343-9F56-6868A5BE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C53D2408-5A56-FC4C-B28C-AF928EA53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5EFFB6AE-C581-0B4F-BFA2-00A9768CBF0C}"/>
                  </a:ext>
                </a:extLst>
              </p:cNvPr>
              <p:cNvCxnSpPr>
                <a:cxnSpLocks noChangeShapeType="1"/>
                <a:endCxn id="1356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17313EC0-A2C8-574E-B134-72FC6D0F5A6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1" name="Group 347">
              <a:extLst>
                <a:ext uri="{FF2B5EF4-FFF2-40B4-BE49-F238E27FC236}">
                  <a16:creationId xmlns:a16="http://schemas.microsoft.com/office/drawing/2014/main" id="{2667DC99-10EE-3087-A4B3-0DB8FA1E04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87FA5058-9F25-7B45-B3D5-6E981A707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46" name="Rectangle 1345">
                <a:extLst>
                  <a:ext uri="{FF2B5EF4-FFF2-40B4-BE49-F238E27FC236}">
                    <a16:creationId xmlns:a16="http://schemas.microsoft.com/office/drawing/2014/main" id="{6574FB68-49A0-B44C-B360-A785CE6D640B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ECB2122A-1479-1647-9CC6-25215A651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F7A38257-953F-484B-B56D-70151E9A40CA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FEAF40E5-5930-9241-8C0A-1ED7ED96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3AAD20D7-0983-E645-9B77-6EEA1890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AFD9AEA4-1191-2A47-A713-691EDA590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46E2039F-A45A-AE4E-A0BB-12BEEAB72C29}"/>
                  </a:ext>
                </a:extLst>
              </p:cNvPr>
              <p:cNvCxnSpPr>
                <a:cxnSpLocks noChangeShapeType="1"/>
                <a:endCxn id="1347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9957376C-F6C9-3744-9026-8AD08E200C6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2" name="Group 347">
              <a:extLst>
                <a:ext uri="{FF2B5EF4-FFF2-40B4-BE49-F238E27FC236}">
                  <a16:creationId xmlns:a16="http://schemas.microsoft.com/office/drawing/2014/main" id="{74499AD5-3A3F-37E0-9473-FA626672A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3640C2E0-F282-8C47-B6BE-6F9FFDB70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BC4C6FFE-E3C5-EF46-8EB2-F7F444C6EA0C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28A103C6-4F4B-934C-9DDC-4CF145CB6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40FD7A54-C83F-0246-9220-02894150C95B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FBFF67E8-C7A1-664A-9803-4ABD99837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DE71C31F-7CCA-F843-AD2E-C774A42A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0F6B117B-2B69-8643-8EBA-DE196F19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ABF2B19A-643A-4146-BC1C-701537183109}"/>
                  </a:ext>
                </a:extLst>
              </p:cNvPr>
              <p:cNvCxnSpPr>
                <a:cxnSpLocks noChangeShapeType="1"/>
                <a:endCxn id="1338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8474F281-2991-624A-A733-CEB043F76B5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3" name="Group 347">
              <a:extLst>
                <a:ext uri="{FF2B5EF4-FFF2-40B4-BE49-F238E27FC236}">
                  <a16:creationId xmlns:a16="http://schemas.microsoft.com/office/drawing/2014/main" id="{DBB8C1B1-E8AB-32B3-F626-783DDFEF5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>
                <a:extLst>
                  <a:ext uri="{FF2B5EF4-FFF2-40B4-BE49-F238E27FC236}">
                    <a16:creationId xmlns:a16="http://schemas.microsoft.com/office/drawing/2014/main" id="{17005802-9A43-A24E-8FB9-068F6168F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1514D0FD-B03D-5641-B72B-6FCE4CBC51EF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BE3A8F73-AB3C-6C4E-A0F2-4795643D1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506A52F4-F50A-C340-B9C4-D238C8769C40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CC80BC0F-E296-0345-A205-AD8FC49A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BE7FFEF0-DCBB-9B42-BF87-5BFAFE9A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03624791-67DD-9448-A05C-692A3D9B1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839755F5-1C08-7147-92A9-A4DE024D8B59}"/>
                  </a:ext>
                </a:extLst>
              </p:cNvPr>
              <p:cNvCxnSpPr>
                <a:cxnSpLocks noChangeShapeType="1"/>
                <a:endCxn id="1329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C3719834-C2BE-6F4F-BB6A-B27CED761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4" name="Group 347">
              <a:extLst>
                <a:ext uri="{FF2B5EF4-FFF2-40B4-BE49-F238E27FC236}">
                  <a16:creationId xmlns:a16="http://schemas.microsoft.com/office/drawing/2014/main" id="{C32596A4-9231-43DD-06FD-DF99A608C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>
                <a:extLst>
                  <a:ext uri="{FF2B5EF4-FFF2-40B4-BE49-F238E27FC236}">
                    <a16:creationId xmlns:a16="http://schemas.microsoft.com/office/drawing/2014/main" id="{9BA5A68D-B9F1-1149-B510-55CC0812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9" name="Rectangle 1318">
                <a:extLst>
                  <a:ext uri="{FF2B5EF4-FFF2-40B4-BE49-F238E27FC236}">
                    <a16:creationId xmlns:a16="http://schemas.microsoft.com/office/drawing/2014/main" id="{C0B67010-F5C4-4E4F-A894-8545F986F65A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>
                <a:extLst>
                  <a:ext uri="{FF2B5EF4-FFF2-40B4-BE49-F238E27FC236}">
                    <a16:creationId xmlns:a16="http://schemas.microsoft.com/office/drawing/2014/main" id="{B2371D76-6239-1D4A-A6C1-809CC44FD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FAE182C6-D1AD-DE4C-923F-477A33DB46BB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D39CF4E6-BF01-A541-820A-43FFF8ADF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75F14807-A791-5541-A1C0-C57592A5B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2DDDF1F2-5DD5-0E46-ADED-B532415FB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6ACE329F-1B92-0C44-996B-8C91D05C710C}"/>
                  </a:ext>
                </a:extLst>
              </p:cNvPr>
              <p:cNvCxnSpPr>
                <a:cxnSpLocks noChangeShapeType="1"/>
                <a:endCxn id="1320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876592B8-AEE7-2046-B10A-A46803AA8F9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5" name="Group 1110">
              <a:extLst>
                <a:ext uri="{FF2B5EF4-FFF2-40B4-BE49-F238E27FC236}">
                  <a16:creationId xmlns:a16="http://schemas.microsoft.com/office/drawing/2014/main" id="{4C450741-C3E3-368A-21A5-5668329353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898C831B-82C7-1A48-AA21-50F72A386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0" name="Rectangle 1309">
                <a:extLst>
                  <a:ext uri="{FF2B5EF4-FFF2-40B4-BE49-F238E27FC236}">
                    <a16:creationId xmlns:a16="http://schemas.microsoft.com/office/drawing/2014/main" id="{203685B8-2B00-1E41-8987-6AF4686C5EBA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>
                <a:extLst>
                  <a:ext uri="{FF2B5EF4-FFF2-40B4-BE49-F238E27FC236}">
                    <a16:creationId xmlns:a16="http://schemas.microsoft.com/office/drawing/2014/main" id="{A5996E7D-94CF-444B-B31D-A29F790DA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4008467E-0DAD-494C-A54B-30575178795B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BBB7FB05-DA08-3C42-A875-CAC1A1EFF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2FB54128-9ACE-7B41-8439-9B5C697E1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BD0639E7-5CBC-D742-867B-5BB4D32D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16" name="Straight Connector 1315">
                <a:extLst>
                  <a:ext uri="{FF2B5EF4-FFF2-40B4-BE49-F238E27FC236}">
                    <a16:creationId xmlns:a16="http://schemas.microsoft.com/office/drawing/2014/main" id="{245A7E70-C8CC-F54E-A18E-A33F7A48C3B6}"/>
                  </a:ext>
                </a:extLst>
              </p:cNvPr>
              <p:cNvCxnSpPr>
                <a:cxnSpLocks noChangeShapeType="1"/>
                <a:endCxn id="1311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17" name="Straight Connector 1316">
                <a:extLst>
                  <a:ext uri="{FF2B5EF4-FFF2-40B4-BE49-F238E27FC236}">
                    <a16:creationId xmlns:a16="http://schemas.microsoft.com/office/drawing/2014/main" id="{9D988967-D97F-4941-B527-30FCAC0F0F7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6" name="Group 1111">
              <a:extLst>
                <a:ext uri="{FF2B5EF4-FFF2-40B4-BE49-F238E27FC236}">
                  <a16:creationId xmlns:a16="http://schemas.microsoft.com/office/drawing/2014/main" id="{B91AEB7D-30D8-3BCE-DF00-D745DE4271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82A43E8E-2EB1-AB4A-9403-8EE634463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01" name="Rectangle 1300">
                <a:extLst>
                  <a:ext uri="{FF2B5EF4-FFF2-40B4-BE49-F238E27FC236}">
                    <a16:creationId xmlns:a16="http://schemas.microsoft.com/office/drawing/2014/main" id="{58D3C65E-674A-AF43-8A2F-798929393CB1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1A8CB1CD-8DEE-DF49-B7B2-0710DF672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129A3E78-002E-C64C-9AF0-43350B17FCE2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36DBEFD1-42E5-F04F-A008-1A864DB3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8A217918-38D9-0247-9C49-5D5095D6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7EB78B58-3C55-A34A-A261-4B63D7FEF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07" name="Straight Connector 1306">
                <a:extLst>
                  <a:ext uri="{FF2B5EF4-FFF2-40B4-BE49-F238E27FC236}">
                    <a16:creationId xmlns:a16="http://schemas.microsoft.com/office/drawing/2014/main" id="{4A3F8E09-CD68-524E-BC87-4FFD13C82176}"/>
                  </a:ext>
                </a:extLst>
              </p:cNvPr>
              <p:cNvCxnSpPr>
                <a:cxnSpLocks noChangeShapeType="1"/>
                <a:endCxn id="1302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08" name="Straight Connector 1307">
                <a:extLst>
                  <a:ext uri="{FF2B5EF4-FFF2-40B4-BE49-F238E27FC236}">
                    <a16:creationId xmlns:a16="http://schemas.microsoft.com/office/drawing/2014/main" id="{4FCEB3DF-0649-6845-A0ED-9CB94F8D849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7" name="Group 1112">
              <a:extLst>
                <a:ext uri="{FF2B5EF4-FFF2-40B4-BE49-F238E27FC236}">
                  <a16:creationId xmlns:a16="http://schemas.microsoft.com/office/drawing/2014/main" id="{D230507D-C104-EDC0-C8C5-A816092E5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>
                <a:extLst>
                  <a:ext uri="{FF2B5EF4-FFF2-40B4-BE49-F238E27FC236}">
                    <a16:creationId xmlns:a16="http://schemas.microsoft.com/office/drawing/2014/main" id="{1F28979B-6DEE-A14B-86F6-D766A080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2" name="Rectangle 1291">
                <a:extLst>
                  <a:ext uri="{FF2B5EF4-FFF2-40B4-BE49-F238E27FC236}">
                    <a16:creationId xmlns:a16="http://schemas.microsoft.com/office/drawing/2014/main" id="{7146BEDF-F2D6-E242-B9DA-C1BE92AF0A31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0C1FF13F-A7AE-EA4B-A700-1E3B00ED2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AC758423-494F-BD47-99B6-B3C118797ACC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74176E42-26DC-6A47-858F-8D61D453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A449331E-27DB-1948-AA7A-3C6E96A1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14DE1B03-E2DC-EE46-8982-399FEE669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35500ADF-3988-294B-9C91-F547FE60142E}"/>
                  </a:ext>
                </a:extLst>
              </p:cNvPr>
              <p:cNvCxnSpPr>
                <a:cxnSpLocks noChangeShapeType="1"/>
                <a:endCxn id="1293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190A0DB5-DD86-7845-9B28-8B3C5FAD421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8" name="Group 1113">
              <a:extLst>
                <a:ext uri="{FF2B5EF4-FFF2-40B4-BE49-F238E27FC236}">
                  <a16:creationId xmlns:a16="http://schemas.microsoft.com/office/drawing/2014/main" id="{AD8B0704-A8EB-485B-F946-24C7CC528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A7B99528-DA85-0046-9D20-96C188C48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83" name="Rectangle 1282">
                <a:extLst>
                  <a:ext uri="{FF2B5EF4-FFF2-40B4-BE49-F238E27FC236}">
                    <a16:creationId xmlns:a16="http://schemas.microsoft.com/office/drawing/2014/main" id="{3CA0972C-BDF4-1D4E-B6A5-47CFBBA942C7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8C63C070-05C2-3940-AC6F-C892CAD0B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1CB74FA2-4354-B241-91A5-9CA7772C9258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53B1A287-4E7B-F045-A626-14076D050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041EF8C5-CF38-C841-A4BD-B3FC4783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E3597919-BEE0-9444-BCA4-33547E0A3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89" name="Straight Connector 1288">
                <a:extLst>
                  <a:ext uri="{FF2B5EF4-FFF2-40B4-BE49-F238E27FC236}">
                    <a16:creationId xmlns:a16="http://schemas.microsoft.com/office/drawing/2014/main" id="{5A930786-60F3-8041-8955-21FEB8C9EB79}"/>
                  </a:ext>
                </a:extLst>
              </p:cNvPr>
              <p:cNvCxnSpPr>
                <a:cxnSpLocks noChangeShapeType="1"/>
                <a:endCxn id="1284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0" name="Straight Connector 1289">
                <a:extLst>
                  <a:ext uri="{FF2B5EF4-FFF2-40B4-BE49-F238E27FC236}">
                    <a16:creationId xmlns:a16="http://schemas.microsoft.com/office/drawing/2014/main" id="{05F57A0A-F1F6-3242-9B8D-9FCE2F028D3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9" name="Group 1114">
              <a:extLst>
                <a:ext uri="{FF2B5EF4-FFF2-40B4-BE49-F238E27FC236}">
                  <a16:creationId xmlns:a16="http://schemas.microsoft.com/office/drawing/2014/main" id="{CE247B49-099F-DF6A-6860-1002F8B7D0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0B22E320-DC22-A34D-BFCD-83800A3A4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96B77B7C-C0BD-6946-B658-DE5CCE37BE3A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362EEE75-F1E3-3D42-8DF4-3B1F789D3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2FC9975E-37F1-3643-8333-A034CE67AF08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3309A1C8-5FFD-0F40-A287-93A39F37E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4BA4E0FB-E698-6047-89E7-2B58E5D8B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128C6681-50E3-4144-A0A5-ADFCDD16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80" name="Straight Connector 1279">
                <a:extLst>
                  <a:ext uri="{FF2B5EF4-FFF2-40B4-BE49-F238E27FC236}">
                    <a16:creationId xmlns:a16="http://schemas.microsoft.com/office/drawing/2014/main" id="{8FCE5A59-5DBE-AC44-8963-832C040D73F4}"/>
                  </a:ext>
                </a:extLst>
              </p:cNvPr>
              <p:cNvCxnSpPr>
                <a:cxnSpLocks noChangeShapeType="1"/>
                <a:endCxn id="1275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81" name="Straight Connector 1280">
                <a:extLst>
                  <a:ext uri="{FF2B5EF4-FFF2-40B4-BE49-F238E27FC236}">
                    <a16:creationId xmlns:a16="http://schemas.microsoft.com/office/drawing/2014/main" id="{D7B78F0C-4B1F-1A42-AD5F-6B31F61FB89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90" name="Group 1115">
              <a:extLst>
                <a:ext uri="{FF2B5EF4-FFF2-40B4-BE49-F238E27FC236}">
                  <a16:creationId xmlns:a16="http://schemas.microsoft.com/office/drawing/2014/main" id="{8CBDF810-2A94-8F19-F26B-E5108B045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954BBEFC-F034-3E4F-A62A-29194F48A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C7E8FA03-0FDA-B34C-9A27-24E28BC8C96F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7E8E868F-9BAE-CD41-B479-AD463B6A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4AFEA118-D5E9-2742-8BB1-2D1272B5CE7C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A9261846-6B1E-5D46-ADBF-71375D851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9F691DD7-4C0C-614D-84A2-CD64D7A39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D1E3E840-14A1-1B4F-90C9-5E5C0CF98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335DC9BC-610B-3F49-B36D-FCB588BAA434}"/>
                  </a:ext>
                </a:extLst>
              </p:cNvPr>
              <p:cNvCxnSpPr>
                <a:cxnSpLocks noChangeShapeType="1"/>
                <a:endCxn id="1266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0CAC77C0-33E2-1943-BBA4-2083A365AE0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7791" name="Line 421">
              <a:extLst>
                <a:ext uri="{FF2B5EF4-FFF2-40B4-BE49-F238E27FC236}">
                  <a16:creationId xmlns:a16="http://schemas.microsoft.com/office/drawing/2014/main" id="{7F8DB114-D718-C7C8-E7E9-510F70FCA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2" name="Line 422">
              <a:extLst>
                <a:ext uri="{FF2B5EF4-FFF2-40B4-BE49-F238E27FC236}">
                  <a16:creationId xmlns:a16="http://schemas.microsoft.com/office/drawing/2014/main" id="{2AC10B4B-23BC-87B2-713E-0E524F955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3" name="Line 423">
              <a:extLst>
                <a:ext uri="{FF2B5EF4-FFF2-40B4-BE49-F238E27FC236}">
                  <a16:creationId xmlns:a16="http://schemas.microsoft.com/office/drawing/2014/main" id="{CB06DE1E-72EF-3A14-33BC-76587EA8B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4" name="Line 444">
              <a:extLst>
                <a:ext uri="{FF2B5EF4-FFF2-40B4-BE49-F238E27FC236}">
                  <a16:creationId xmlns:a16="http://schemas.microsoft.com/office/drawing/2014/main" id="{51548AD5-2E58-3571-883C-3081343A4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5" name="Line 445">
              <a:extLst>
                <a:ext uri="{FF2B5EF4-FFF2-40B4-BE49-F238E27FC236}">
                  <a16:creationId xmlns:a16="http://schemas.microsoft.com/office/drawing/2014/main" id="{D1683F9A-F46E-5093-E8C9-519BA21DE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6" name="Line 446">
              <a:extLst>
                <a:ext uri="{FF2B5EF4-FFF2-40B4-BE49-F238E27FC236}">
                  <a16:creationId xmlns:a16="http://schemas.microsoft.com/office/drawing/2014/main" id="{2AC815FC-70FF-3245-654B-8D82BF228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7" name="Line 447">
              <a:extLst>
                <a:ext uri="{FF2B5EF4-FFF2-40B4-BE49-F238E27FC236}">
                  <a16:creationId xmlns:a16="http://schemas.microsoft.com/office/drawing/2014/main" id="{7B4B80A1-6D51-8847-E45B-220D5A37C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8" name="Line 448">
              <a:extLst>
                <a:ext uri="{FF2B5EF4-FFF2-40B4-BE49-F238E27FC236}">
                  <a16:creationId xmlns:a16="http://schemas.microsoft.com/office/drawing/2014/main" id="{23FFDC30-8311-FC36-7767-B083B5E3D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9" name="Line 450">
              <a:extLst>
                <a:ext uri="{FF2B5EF4-FFF2-40B4-BE49-F238E27FC236}">
                  <a16:creationId xmlns:a16="http://schemas.microsoft.com/office/drawing/2014/main" id="{F30BD91C-198D-FA33-4402-40D258DD4D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0" name="Line 451">
              <a:extLst>
                <a:ext uri="{FF2B5EF4-FFF2-40B4-BE49-F238E27FC236}">
                  <a16:creationId xmlns:a16="http://schemas.microsoft.com/office/drawing/2014/main" id="{3E78FAC7-8412-47C2-1424-411FDB72D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1" name="Line 452">
              <a:extLst>
                <a:ext uri="{FF2B5EF4-FFF2-40B4-BE49-F238E27FC236}">
                  <a16:creationId xmlns:a16="http://schemas.microsoft.com/office/drawing/2014/main" id="{04782106-C3A9-3091-DB1E-06060B188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2" name="Line 541">
              <a:extLst>
                <a:ext uri="{FF2B5EF4-FFF2-40B4-BE49-F238E27FC236}">
                  <a16:creationId xmlns:a16="http://schemas.microsoft.com/office/drawing/2014/main" id="{30C9500C-355D-8B70-27EB-98ADDD706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803" name="Group 665">
              <a:extLst>
                <a:ext uri="{FF2B5EF4-FFF2-40B4-BE49-F238E27FC236}">
                  <a16:creationId xmlns:a16="http://schemas.microsoft.com/office/drawing/2014/main" id="{CA6555A2-059D-770B-9FDB-D932E19DB9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7930" name="Oval 407">
                <a:extLst>
                  <a:ext uri="{FF2B5EF4-FFF2-40B4-BE49-F238E27FC236}">
                    <a16:creationId xmlns:a16="http://schemas.microsoft.com/office/drawing/2014/main" id="{E9BF6A74-B3DB-0CBC-7ABE-A18B31EB4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31" name="Rectangle 410">
                <a:extLst>
                  <a:ext uri="{FF2B5EF4-FFF2-40B4-BE49-F238E27FC236}">
                    <a16:creationId xmlns:a16="http://schemas.microsoft.com/office/drawing/2014/main" id="{90961CE9-33F6-2159-CC23-258DD8CF6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32" name="Oval 411">
                <a:extLst>
                  <a:ext uri="{FF2B5EF4-FFF2-40B4-BE49-F238E27FC236}">
                    <a16:creationId xmlns:a16="http://schemas.microsoft.com/office/drawing/2014/main" id="{2D54A548-D66D-F161-F041-05B3C1777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33" name="Group 659">
                <a:extLst>
                  <a:ext uri="{FF2B5EF4-FFF2-40B4-BE49-F238E27FC236}">
                    <a16:creationId xmlns:a16="http://schemas.microsoft.com/office/drawing/2014/main" id="{550D8892-E3E4-0D3B-1C42-FB40E42BB5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36" name="Freeform 660">
                  <a:extLst>
                    <a:ext uri="{FF2B5EF4-FFF2-40B4-BE49-F238E27FC236}">
                      <a16:creationId xmlns:a16="http://schemas.microsoft.com/office/drawing/2014/main" id="{2038A93E-E9BF-2494-546A-D01336AC7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37" name="Freeform 661">
                  <a:extLst>
                    <a:ext uri="{FF2B5EF4-FFF2-40B4-BE49-F238E27FC236}">
                      <a16:creationId xmlns:a16="http://schemas.microsoft.com/office/drawing/2014/main" id="{C41AAA16-C020-27CD-CFBF-06F98F89F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34" name="Line 662">
                <a:extLst>
                  <a:ext uri="{FF2B5EF4-FFF2-40B4-BE49-F238E27FC236}">
                    <a16:creationId xmlns:a16="http://schemas.microsoft.com/office/drawing/2014/main" id="{195AE1A9-3285-0C52-7A71-12ADDDF947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35" name="Line 663">
                <a:extLst>
                  <a:ext uri="{FF2B5EF4-FFF2-40B4-BE49-F238E27FC236}">
                    <a16:creationId xmlns:a16="http://schemas.microsoft.com/office/drawing/2014/main" id="{8364E229-647E-E01C-06A6-9229D77EFF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804" name="Group 675">
              <a:extLst>
                <a:ext uri="{FF2B5EF4-FFF2-40B4-BE49-F238E27FC236}">
                  <a16:creationId xmlns:a16="http://schemas.microsoft.com/office/drawing/2014/main" id="{013D31B2-41A4-E87B-CA66-0A68EB4E33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7922" name="Oval 407">
                <a:extLst>
                  <a:ext uri="{FF2B5EF4-FFF2-40B4-BE49-F238E27FC236}">
                    <a16:creationId xmlns:a16="http://schemas.microsoft.com/office/drawing/2014/main" id="{6C1F0184-34C1-5F46-9B99-E38623B84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23" name="Rectangle 410">
                <a:extLst>
                  <a:ext uri="{FF2B5EF4-FFF2-40B4-BE49-F238E27FC236}">
                    <a16:creationId xmlns:a16="http://schemas.microsoft.com/office/drawing/2014/main" id="{A851DB73-28D2-0723-0684-70339D4E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24" name="Oval 411">
                <a:extLst>
                  <a:ext uri="{FF2B5EF4-FFF2-40B4-BE49-F238E27FC236}">
                    <a16:creationId xmlns:a16="http://schemas.microsoft.com/office/drawing/2014/main" id="{A303342B-293A-AAA7-6A15-9D12057F0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25" name="Group 679">
                <a:extLst>
                  <a:ext uri="{FF2B5EF4-FFF2-40B4-BE49-F238E27FC236}">
                    <a16:creationId xmlns:a16="http://schemas.microsoft.com/office/drawing/2014/main" id="{0AA6C765-B8DA-B7BC-3593-42F22AA4C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8" name="Freeform 680">
                  <a:extLst>
                    <a:ext uri="{FF2B5EF4-FFF2-40B4-BE49-F238E27FC236}">
                      <a16:creationId xmlns:a16="http://schemas.microsoft.com/office/drawing/2014/main" id="{49F09DFA-5384-6E34-028C-FDF7DCADBD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29" name="Freeform 681">
                  <a:extLst>
                    <a:ext uri="{FF2B5EF4-FFF2-40B4-BE49-F238E27FC236}">
                      <a16:creationId xmlns:a16="http://schemas.microsoft.com/office/drawing/2014/main" id="{6EE836DB-912A-B53D-FCCD-8D61F6F79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26" name="Line 682">
                <a:extLst>
                  <a:ext uri="{FF2B5EF4-FFF2-40B4-BE49-F238E27FC236}">
                    <a16:creationId xmlns:a16="http://schemas.microsoft.com/office/drawing/2014/main" id="{ED2005AF-A0AE-2167-3D40-E961E84EB8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27" name="Line 683">
                <a:extLst>
                  <a:ext uri="{FF2B5EF4-FFF2-40B4-BE49-F238E27FC236}">
                    <a16:creationId xmlns:a16="http://schemas.microsoft.com/office/drawing/2014/main" id="{DC7C0365-FE47-92B8-B6F0-95E919AEB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805" name="Group 684">
              <a:extLst>
                <a:ext uri="{FF2B5EF4-FFF2-40B4-BE49-F238E27FC236}">
                  <a16:creationId xmlns:a16="http://schemas.microsoft.com/office/drawing/2014/main" id="{6A903F83-65FD-FC58-558B-05A9C3BC91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7914" name="Oval 407">
                <a:extLst>
                  <a:ext uri="{FF2B5EF4-FFF2-40B4-BE49-F238E27FC236}">
                    <a16:creationId xmlns:a16="http://schemas.microsoft.com/office/drawing/2014/main" id="{EB98A312-68ED-7D75-2C6A-9A04B9121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15" name="Rectangle 410">
                <a:extLst>
                  <a:ext uri="{FF2B5EF4-FFF2-40B4-BE49-F238E27FC236}">
                    <a16:creationId xmlns:a16="http://schemas.microsoft.com/office/drawing/2014/main" id="{8B97558F-4D7E-062A-33BB-2CC3A0A17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16" name="Oval 411">
                <a:extLst>
                  <a:ext uri="{FF2B5EF4-FFF2-40B4-BE49-F238E27FC236}">
                    <a16:creationId xmlns:a16="http://schemas.microsoft.com/office/drawing/2014/main" id="{F8511D78-AE4B-1BD7-4F0D-BDE52D26B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17" name="Group 688">
                <a:extLst>
                  <a:ext uri="{FF2B5EF4-FFF2-40B4-BE49-F238E27FC236}">
                    <a16:creationId xmlns:a16="http://schemas.microsoft.com/office/drawing/2014/main" id="{7ADC1CBB-1305-142C-A103-78A9A74D5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0" name="Freeform 689">
                  <a:extLst>
                    <a:ext uri="{FF2B5EF4-FFF2-40B4-BE49-F238E27FC236}">
                      <a16:creationId xmlns:a16="http://schemas.microsoft.com/office/drawing/2014/main" id="{6A3BF2D0-DB07-BE0F-7879-F9AE0394DD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21" name="Freeform 690">
                  <a:extLst>
                    <a:ext uri="{FF2B5EF4-FFF2-40B4-BE49-F238E27FC236}">
                      <a16:creationId xmlns:a16="http://schemas.microsoft.com/office/drawing/2014/main" id="{9400AF41-6D73-AB35-6E63-FFBFABEA9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18" name="Line 691">
                <a:extLst>
                  <a:ext uri="{FF2B5EF4-FFF2-40B4-BE49-F238E27FC236}">
                    <a16:creationId xmlns:a16="http://schemas.microsoft.com/office/drawing/2014/main" id="{300C0938-ED5D-FD6A-336A-F61174B163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19" name="Line 692">
                <a:extLst>
                  <a:ext uri="{FF2B5EF4-FFF2-40B4-BE49-F238E27FC236}">
                    <a16:creationId xmlns:a16="http://schemas.microsoft.com/office/drawing/2014/main" id="{82C27071-0D36-BFA3-0595-673663778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806" name="Line 693">
              <a:extLst>
                <a:ext uri="{FF2B5EF4-FFF2-40B4-BE49-F238E27FC236}">
                  <a16:creationId xmlns:a16="http://schemas.microsoft.com/office/drawing/2014/main" id="{D3AB1C8B-CDB7-966D-3D1F-1DC2B7EBF4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7807" name="Group 694">
              <a:extLst>
                <a:ext uri="{FF2B5EF4-FFF2-40B4-BE49-F238E27FC236}">
                  <a16:creationId xmlns:a16="http://schemas.microsoft.com/office/drawing/2014/main" id="{2E9DF84D-AA5D-2789-7292-1504B6778C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7906" name="Oval 407">
                <a:extLst>
                  <a:ext uri="{FF2B5EF4-FFF2-40B4-BE49-F238E27FC236}">
                    <a16:creationId xmlns:a16="http://schemas.microsoft.com/office/drawing/2014/main" id="{182120BA-968A-9518-B296-CFDF2B90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7" name="Rectangle 410">
                <a:extLst>
                  <a:ext uri="{FF2B5EF4-FFF2-40B4-BE49-F238E27FC236}">
                    <a16:creationId xmlns:a16="http://schemas.microsoft.com/office/drawing/2014/main" id="{0C446057-9C41-D8E4-5446-227C9324D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8" name="Oval 411">
                <a:extLst>
                  <a:ext uri="{FF2B5EF4-FFF2-40B4-BE49-F238E27FC236}">
                    <a16:creationId xmlns:a16="http://schemas.microsoft.com/office/drawing/2014/main" id="{8F84FA73-752D-4998-9EE0-C9E74998D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09" name="Group 698">
                <a:extLst>
                  <a:ext uri="{FF2B5EF4-FFF2-40B4-BE49-F238E27FC236}">
                    <a16:creationId xmlns:a16="http://schemas.microsoft.com/office/drawing/2014/main" id="{0B73FDF3-88D9-6D4E-0983-D53B347DCB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12" name="Freeform 699">
                  <a:extLst>
                    <a:ext uri="{FF2B5EF4-FFF2-40B4-BE49-F238E27FC236}">
                      <a16:creationId xmlns:a16="http://schemas.microsoft.com/office/drawing/2014/main" id="{7A6F1466-489C-F11F-75D0-28F4DA074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13" name="Freeform 700">
                  <a:extLst>
                    <a:ext uri="{FF2B5EF4-FFF2-40B4-BE49-F238E27FC236}">
                      <a16:creationId xmlns:a16="http://schemas.microsoft.com/office/drawing/2014/main" id="{F2829ADF-6588-FC0E-7369-514FE957E4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10" name="Line 701">
                <a:extLst>
                  <a:ext uri="{FF2B5EF4-FFF2-40B4-BE49-F238E27FC236}">
                    <a16:creationId xmlns:a16="http://schemas.microsoft.com/office/drawing/2014/main" id="{7E1B01ED-DA09-DF4C-C6AE-93066EA137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11" name="Line 702">
                <a:extLst>
                  <a:ext uri="{FF2B5EF4-FFF2-40B4-BE49-F238E27FC236}">
                    <a16:creationId xmlns:a16="http://schemas.microsoft.com/office/drawing/2014/main" id="{BB5D83AF-EBCE-BC52-F42E-EC441251D6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808" name="Group 712">
              <a:extLst>
                <a:ext uri="{FF2B5EF4-FFF2-40B4-BE49-F238E27FC236}">
                  <a16:creationId xmlns:a16="http://schemas.microsoft.com/office/drawing/2014/main" id="{2A035D42-F635-5352-905B-0CBCCB81A0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7898" name="Oval 407">
                <a:extLst>
                  <a:ext uri="{FF2B5EF4-FFF2-40B4-BE49-F238E27FC236}">
                    <a16:creationId xmlns:a16="http://schemas.microsoft.com/office/drawing/2014/main" id="{D141D266-C592-D76B-A51E-AEADCAD0D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9" name="Rectangle 410">
                <a:extLst>
                  <a:ext uri="{FF2B5EF4-FFF2-40B4-BE49-F238E27FC236}">
                    <a16:creationId xmlns:a16="http://schemas.microsoft.com/office/drawing/2014/main" id="{13BE85EB-A3DC-EB6D-F1E8-006984633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0" name="Oval 411">
                <a:extLst>
                  <a:ext uri="{FF2B5EF4-FFF2-40B4-BE49-F238E27FC236}">
                    <a16:creationId xmlns:a16="http://schemas.microsoft.com/office/drawing/2014/main" id="{5C058CEF-0B03-AC8C-B6B4-2C00A379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01" name="Group 716">
                <a:extLst>
                  <a:ext uri="{FF2B5EF4-FFF2-40B4-BE49-F238E27FC236}">
                    <a16:creationId xmlns:a16="http://schemas.microsoft.com/office/drawing/2014/main" id="{8156C242-6422-F221-A94F-5E7F6C1FE2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04" name="Freeform 717">
                  <a:extLst>
                    <a:ext uri="{FF2B5EF4-FFF2-40B4-BE49-F238E27FC236}">
                      <a16:creationId xmlns:a16="http://schemas.microsoft.com/office/drawing/2014/main" id="{F165265A-5835-4175-1D82-379916378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05" name="Freeform 718">
                  <a:extLst>
                    <a:ext uri="{FF2B5EF4-FFF2-40B4-BE49-F238E27FC236}">
                      <a16:creationId xmlns:a16="http://schemas.microsoft.com/office/drawing/2014/main" id="{1BD72CC7-83B1-1D20-AB37-3F105525E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02" name="Line 719">
                <a:extLst>
                  <a:ext uri="{FF2B5EF4-FFF2-40B4-BE49-F238E27FC236}">
                    <a16:creationId xmlns:a16="http://schemas.microsoft.com/office/drawing/2014/main" id="{C14DA9BB-262F-403A-F7CB-5740E9FD9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03" name="Line 720">
                <a:extLst>
                  <a:ext uri="{FF2B5EF4-FFF2-40B4-BE49-F238E27FC236}">
                    <a16:creationId xmlns:a16="http://schemas.microsoft.com/office/drawing/2014/main" id="{DF1E05A0-6670-AD0F-6A51-33FE07F0E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7809" name="Group 721">
              <a:extLst>
                <a:ext uri="{FF2B5EF4-FFF2-40B4-BE49-F238E27FC236}">
                  <a16:creationId xmlns:a16="http://schemas.microsoft.com/office/drawing/2014/main" id="{1826D6BE-D999-2870-647C-79BC28CC61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7890" name="Oval 407">
                <a:extLst>
                  <a:ext uri="{FF2B5EF4-FFF2-40B4-BE49-F238E27FC236}">
                    <a16:creationId xmlns:a16="http://schemas.microsoft.com/office/drawing/2014/main" id="{7D290942-F905-646A-7032-09225CAA7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1" name="Rectangle 410">
                <a:extLst>
                  <a:ext uri="{FF2B5EF4-FFF2-40B4-BE49-F238E27FC236}">
                    <a16:creationId xmlns:a16="http://schemas.microsoft.com/office/drawing/2014/main" id="{D6AC84CF-1A49-B8D5-8203-B7A9B71C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2" name="Oval 411">
                <a:extLst>
                  <a:ext uri="{FF2B5EF4-FFF2-40B4-BE49-F238E27FC236}">
                    <a16:creationId xmlns:a16="http://schemas.microsoft.com/office/drawing/2014/main" id="{5281796A-1F8D-F6D5-AB97-F8F25C2ED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893" name="Group 725">
                <a:extLst>
                  <a:ext uri="{FF2B5EF4-FFF2-40B4-BE49-F238E27FC236}">
                    <a16:creationId xmlns:a16="http://schemas.microsoft.com/office/drawing/2014/main" id="{18B3FB17-3BCA-321F-25AD-E488EC488E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896" name="Freeform 726">
                  <a:extLst>
                    <a:ext uri="{FF2B5EF4-FFF2-40B4-BE49-F238E27FC236}">
                      <a16:creationId xmlns:a16="http://schemas.microsoft.com/office/drawing/2014/main" id="{1DA2BD6F-3559-3F4C-CDB5-EEA9E6CB5E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897" name="Freeform 727">
                  <a:extLst>
                    <a:ext uri="{FF2B5EF4-FFF2-40B4-BE49-F238E27FC236}">
                      <a16:creationId xmlns:a16="http://schemas.microsoft.com/office/drawing/2014/main" id="{296D1E8D-C3C2-59A0-66B5-65175D6B9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894" name="Line 728">
                <a:extLst>
                  <a:ext uri="{FF2B5EF4-FFF2-40B4-BE49-F238E27FC236}">
                    <a16:creationId xmlns:a16="http://schemas.microsoft.com/office/drawing/2014/main" id="{4063A960-B378-0D34-ACE0-44DE88F201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895" name="Line 729">
                <a:extLst>
                  <a:ext uri="{FF2B5EF4-FFF2-40B4-BE49-F238E27FC236}">
                    <a16:creationId xmlns:a16="http://schemas.microsoft.com/office/drawing/2014/main" id="{13F0E4FE-D172-1420-311E-371B157F4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7810" name="Text Box 580">
              <a:extLst>
                <a:ext uri="{FF2B5EF4-FFF2-40B4-BE49-F238E27FC236}">
                  <a16:creationId xmlns:a16="http://schemas.microsoft.com/office/drawing/2014/main" id="{FC40BF38-8ABC-536C-A5E3-FFF436863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27811" name="Text Box 580">
              <a:extLst>
                <a:ext uri="{FF2B5EF4-FFF2-40B4-BE49-F238E27FC236}">
                  <a16:creationId xmlns:a16="http://schemas.microsoft.com/office/drawing/2014/main" id="{8DC47E41-77E8-1FBC-BF38-FD9857BF4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27812" name="Text Box 580">
              <a:extLst>
                <a:ext uri="{FF2B5EF4-FFF2-40B4-BE49-F238E27FC236}">
                  <a16:creationId xmlns:a16="http://schemas.microsoft.com/office/drawing/2014/main" id="{D3A50C46-C023-EAC7-41D3-2C1E388A8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27813" name="Text Box 580">
              <a:extLst>
                <a:ext uri="{FF2B5EF4-FFF2-40B4-BE49-F238E27FC236}">
                  <a16:creationId xmlns:a16="http://schemas.microsoft.com/office/drawing/2014/main" id="{DA35BD23-3B91-D8B8-532B-A1D4EA526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27814" name="Text Box 580">
              <a:extLst>
                <a:ext uri="{FF2B5EF4-FFF2-40B4-BE49-F238E27FC236}">
                  <a16:creationId xmlns:a16="http://schemas.microsoft.com/office/drawing/2014/main" id="{869F2BD5-243C-50EC-2876-4C65F3FD2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network</a:t>
              </a:r>
            </a:p>
          </p:txBody>
        </p:sp>
        <p:pic>
          <p:nvPicPr>
            <p:cNvPr id="27815" name="Picture 269" descr="cell_tower_radiation copy">
              <a:extLst>
                <a:ext uri="{FF2B5EF4-FFF2-40B4-BE49-F238E27FC236}">
                  <a16:creationId xmlns:a16="http://schemas.microsoft.com/office/drawing/2014/main" id="{5AA402A1-0668-148F-ABDB-DF79EA538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816" name="Group 347">
              <a:extLst>
                <a:ext uri="{FF2B5EF4-FFF2-40B4-BE49-F238E27FC236}">
                  <a16:creationId xmlns:a16="http://schemas.microsoft.com/office/drawing/2014/main" id="{FEEF5D1C-C908-23C1-8A1C-C212179BFC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DD693E06-3321-3A42-8558-6C572DAAF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08" name="Rectangle 1207">
                <a:extLst>
                  <a:ext uri="{FF2B5EF4-FFF2-40B4-BE49-F238E27FC236}">
                    <a16:creationId xmlns:a16="http://schemas.microsoft.com/office/drawing/2014/main" id="{F56BEF7B-E21D-F947-8D2C-EFEF8843368A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884AA52D-417B-7E43-B435-FF82DD836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9D4BE916-3987-1C4D-BD43-B8E6187CAD31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CF564A23-85AF-EA4B-B3E5-3DBA2CDC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1AA38C0D-90E3-0B43-ACBE-F118C11F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C75AD2D3-26C3-CC4A-A248-3AA0CC64E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2CB55C22-9D61-F04D-8EC1-C2F9AE5F8D48}"/>
                  </a:ext>
                </a:extLst>
              </p:cNvPr>
              <p:cNvCxnSpPr>
                <a:cxnSpLocks noChangeShapeType="1"/>
                <a:endCxn id="1209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E9F8528C-351B-6645-BC9C-85234595D9D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7" name="Group 347">
              <a:extLst>
                <a:ext uri="{FF2B5EF4-FFF2-40B4-BE49-F238E27FC236}">
                  <a16:creationId xmlns:a16="http://schemas.microsoft.com/office/drawing/2014/main" id="{28275188-ED8A-F99F-CF67-B0590E2461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073684E3-5071-C744-B4E0-2D39CA4BA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9" name="Rectangle 1198">
                <a:extLst>
                  <a:ext uri="{FF2B5EF4-FFF2-40B4-BE49-F238E27FC236}">
                    <a16:creationId xmlns:a16="http://schemas.microsoft.com/office/drawing/2014/main" id="{AC2B4B9B-22AC-424D-9E18-413AC19EE362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4294B95B-9A15-5245-A868-A7DCD4D07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6CBAF1DC-879F-9640-A791-DC9B3E90BDC9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D28B3440-2D73-CD4A-9043-65EF49DA5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7B8E0571-D419-E04B-B833-7509933C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88F9A7FD-E138-7F48-B005-E572B1208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05" name="Straight Connector 1204">
                <a:extLst>
                  <a:ext uri="{FF2B5EF4-FFF2-40B4-BE49-F238E27FC236}">
                    <a16:creationId xmlns:a16="http://schemas.microsoft.com/office/drawing/2014/main" id="{AEC83187-1C54-7548-812C-DD6C3DBBE7AF}"/>
                  </a:ext>
                </a:extLst>
              </p:cNvPr>
              <p:cNvCxnSpPr>
                <a:cxnSpLocks noChangeShapeType="1"/>
                <a:endCxn id="1200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06" name="Straight Connector 1205">
                <a:extLst>
                  <a:ext uri="{FF2B5EF4-FFF2-40B4-BE49-F238E27FC236}">
                    <a16:creationId xmlns:a16="http://schemas.microsoft.com/office/drawing/2014/main" id="{79ABA59C-E13C-9342-93FA-85AC418F1E3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8" name="Group 347">
              <a:extLst>
                <a:ext uri="{FF2B5EF4-FFF2-40B4-BE49-F238E27FC236}">
                  <a16:creationId xmlns:a16="http://schemas.microsoft.com/office/drawing/2014/main" id="{17314630-900A-B9DE-583F-F63E7C082A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92645CD6-35C9-654A-932D-199734342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0" name="Rectangle 1189">
                <a:extLst>
                  <a:ext uri="{FF2B5EF4-FFF2-40B4-BE49-F238E27FC236}">
                    <a16:creationId xmlns:a16="http://schemas.microsoft.com/office/drawing/2014/main" id="{75941D45-0AB9-FD4B-AA5C-4FACEFF84D40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>
                <a:extLst>
                  <a:ext uri="{FF2B5EF4-FFF2-40B4-BE49-F238E27FC236}">
                    <a16:creationId xmlns:a16="http://schemas.microsoft.com/office/drawing/2014/main" id="{A1DC933B-E367-0847-A8D5-89443155F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4DEE2928-20A1-1541-9E4B-F9EFF85E14F5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032A5BCC-0DD1-D341-852C-32271545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DCA9F2C7-8C5F-8646-AA34-9104F167D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AC1DEDCC-DE61-CC47-A4D4-085974345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96" name="Straight Connector 1195">
                <a:extLst>
                  <a:ext uri="{FF2B5EF4-FFF2-40B4-BE49-F238E27FC236}">
                    <a16:creationId xmlns:a16="http://schemas.microsoft.com/office/drawing/2014/main" id="{E8B25AC1-DA5C-974F-B9AF-C713CC11022C}"/>
                  </a:ext>
                </a:extLst>
              </p:cNvPr>
              <p:cNvCxnSpPr>
                <a:cxnSpLocks noChangeShapeType="1"/>
                <a:endCxn id="1191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7" name="Straight Connector 1196">
                <a:extLst>
                  <a:ext uri="{FF2B5EF4-FFF2-40B4-BE49-F238E27FC236}">
                    <a16:creationId xmlns:a16="http://schemas.microsoft.com/office/drawing/2014/main" id="{63B7601A-39A8-4F4E-9165-7CD8F23C52A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9" name="Group 347">
              <a:extLst>
                <a:ext uri="{FF2B5EF4-FFF2-40B4-BE49-F238E27FC236}">
                  <a16:creationId xmlns:a16="http://schemas.microsoft.com/office/drawing/2014/main" id="{1CEB58AA-5A87-5B54-37F3-9F5707DC3E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9C97BC77-6FBC-9A47-AC91-D185BFD06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1" name="Rectangle 1180">
                <a:extLst>
                  <a:ext uri="{FF2B5EF4-FFF2-40B4-BE49-F238E27FC236}">
                    <a16:creationId xmlns:a16="http://schemas.microsoft.com/office/drawing/2014/main" id="{3A7678A3-9F69-B147-99F1-0780BC5009F3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49693A27-55C7-9B4D-9794-141ACC0EF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1FC657A4-5044-5D4B-ADA0-20C52F58240C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B2FFBDFD-CF23-214B-B275-814A36A8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2D1FE319-7DB0-7745-8791-162EADE37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D08339BA-3CFF-A048-B119-45FF14D1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87" name="Straight Connector 1186">
                <a:extLst>
                  <a:ext uri="{FF2B5EF4-FFF2-40B4-BE49-F238E27FC236}">
                    <a16:creationId xmlns:a16="http://schemas.microsoft.com/office/drawing/2014/main" id="{F1B80777-C170-014F-8AEB-0DB7EF995914}"/>
                  </a:ext>
                </a:extLst>
              </p:cNvPr>
              <p:cNvCxnSpPr>
                <a:cxnSpLocks noChangeShapeType="1"/>
                <a:endCxn id="1182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8" name="Straight Connector 1187">
                <a:extLst>
                  <a:ext uri="{FF2B5EF4-FFF2-40B4-BE49-F238E27FC236}">
                    <a16:creationId xmlns:a16="http://schemas.microsoft.com/office/drawing/2014/main" id="{3052C91E-4FA5-264C-BF8F-458FDA54A75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0" name="Group 347">
              <a:extLst>
                <a:ext uri="{FF2B5EF4-FFF2-40B4-BE49-F238E27FC236}">
                  <a16:creationId xmlns:a16="http://schemas.microsoft.com/office/drawing/2014/main" id="{A68105DC-D646-6967-1E73-28F9CC94D1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>
                <a:extLst>
                  <a:ext uri="{FF2B5EF4-FFF2-40B4-BE49-F238E27FC236}">
                    <a16:creationId xmlns:a16="http://schemas.microsoft.com/office/drawing/2014/main" id="{C8699248-466E-E844-B722-866E5BFC1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72" name="Rectangle 1171">
                <a:extLst>
                  <a:ext uri="{FF2B5EF4-FFF2-40B4-BE49-F238E27FC236}">
                    <a16:creationId xmlns:a16="http://schemas.microsoft.com/office/drawing/2014/main" id="{B126419F-F72A-8C4F-A915-042F38AAA04D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9208424B-4A70-A542-B94E-3434C837B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08C0538E-0F41-4B46-925B-23255B128100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02120A49-C6FF-0345-887C-3343FA295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B19D91BC-2EA2-4247-A5AF-F792742C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5EE1C430-C09B-4244-9DEA-3E1DD7D2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78" name="Straight Connector 1177">
                <a:extLst>
                  <a:ext uri="{FF2B5EF4-FFF2-40B4-BE49-F238E27FC236}">
                    <a16:creationId xmlns:a16="http://schemas.microsoft.com/office/drawing/2014/main" id="{91312FC9-6C1E-D54F-8B33-3ADEB72B24CB}"/>
                  </a:ext>
                </a:extLst>
              </p:cNvPr>
              <p:cNvCxnSpPr>
                <a:cxnSpLocks noChangeShapeType="1"/>
                <a:endCxn id="1173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503511B5-7599-AB41-A5DC-19D6DFA068D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1" name="Group 347">
              <a:extLst>
                <a:ext uri="{FF2B5EF4-FFF2-40B4-BE49-F238E27FC236}">
                  <a16:creationId xmlns:a16="http://schemas.microsoft.com/office/drawing/2014/main" id="{80E349F0-910E-20D7-2D71-C4F8B442E4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FD5D1FEB-DF34-7840-9F71-76D203C9C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63" name="Rectangle 1162">
                <a:extLst>
                  <a:ext uri="{FF2B5EF4-FFF2-40B4-BE49-F238E27FC236}">
                    <a16:creationId xmlns:a16="http://schemas.microsoft.com/office/drawing/2014/main" id="{417AA8E9-3F32-DF4E-8920-BC8FD2D54DBB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CC9E3C4F-446E-824A-AB6E-6DB9E1467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171487BA-0324-3D42-90A9-44AE77C73ACA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2C6BF13A-CB77-C544-842C-70F8939BD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68595828-AD65-6A45-8FF0-AD2F8A67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FEE89357-84F7-C84B-9356-AC1B36FC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69" name="Straight Connector 1168">
                <a:extLst>
                  <a:ext uri="{FF2B5EF4-FFF2-40B4-BE49-F238E27FC236}">
                    <a16:creationId xmlns:a16="http://schemas.microsoft.com/office/drawing/2014/main" id="{0957331C-64C3-984C-B71C-B70117A1C32A}"/>
                  </a:ext>
                </a:extLst>
              </p:cNvPr>
              <p:cNvCxnSpPr>
                <a:cxnSpLocks noChangeShapeType="1"/>
                <a:endCxn id="1164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0" name="Straight Connector 1169">
                <a:extLst>
                  <a:ext uri="{FF2B5EF4-FFF2-40B4-BE49-F238E27FC236}">
                    <a16:creationId xmlns:a16="http://schemas.microsoft.com/office/drawing/2014/main" id="{FDA3ACF6-09E8-7A48-BCF8-933212E674C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2" name="Group 347">
              <a:extLst>
                <a:ext uri="{FF2B5EF4-FFF2-40B4-BE49-F238E27FC236}">
                  <a16:creationId xmlns:a16="http://schemas.microsoft.com/office/drawing/2014/main" id="{1A6C776A-6938-75DC-6598-94A6D030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D0477641-5811-4D42-A1BC-7BB1530C3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413E0360-A31B-1849-8A37-CFC604ADB10C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6F97A92C-C206-1A4F-93E4-46AAD8495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AE68B8F7-1453-934C-8CC1-9F090F4E529E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08EC756D-6295-6B4E-BE95-69CC44EB5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15143DAF-E0B7-534D-A186-5BA33C8BD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6959287D-7A01-2148-AFFF-55FA0AB0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60" name="Straight Connector 1159">
                <a:extLst>
                  <a:ext uri="{FF2B5EF4-FFF2-40B4-BE49-F238E27FC236}">
                    <a16:creationId xmlns:a16="http://schemas.microsoft.com/office/drawing/2014/main" id="{90ACC005-2C09-5F4B-8BCC-326E4CDB2AE9}"/>
                  </a:ext>
                </a:extLst>
              </p:cNvPr>
              <p:cNvCxnSpPr>
                <a:cxnSpLocks noChangeShapeType="1"/>
                <a:endCxn id="1155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1" name="Straight Connector 1160">
                <a:extLst>
                  <a:ext uri="{FF2B5EF4-FFF2-40B4-BE49-F238E27FC236}">
                    <a16:creationId xmlns:a16="http://schemas.microsoft.com/office/drawing/2014/main" id="{CF062DBE-C126-4742-AC67-FF6CFF86948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7823" name="Picture 1005" descr="antenna_stylized">
              <a:extLst>
                <a:ext uri="{FF2B5EF4-FFF2-40B4-BE49-F238E27FC236}">
                  <a16:creationId xmlns:a16="http://schemas.microsoft.com/office/drawing/2014/main" id="{434E7043-5CD7-DA86-C146-AAD0277A1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4" name="Picture 1005" descr="antenna_stylized">
              <a:extLst>
                <a:ext uri="{FF2B5EF4-FFF2-40B4-BE49-F238E27FC236}">
                  <a16:creationId xmlns:a16="http://schemas.microsoft.com/office/drawing/2014/main" id="{648D3120-7354-68FB-CC72-CBFDAC8271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5" name="Picture 1005" descr="antenna_stylized">
              <a:extLst>
                <a:ext uri="{FF2B5EF4-FFF2-40B4-BE49-F238E27FC236}">
                  <a16:creationId xmlns:a16="http://schemas.microsoft.com/office/drawing/2014/main" id="{7A5A3D0A-FBD4-44B3-22C1-A380F8C1B1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6" name="Picture 934" descr="antenna_radiation_stylized">
              <a:extLst>
                <a:ext uri="{FF2B5EF4-FFF2-40B4-BE49-F238E27FC236}">
                  <a16:creationId xmlns:a16="http://schemas.microsoft.com/office/drawing/2014/main" id="{1FC6337F-70D5-3EF5-C5A6-E270247749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Footer Placeholder 2">
            <a:extLst>
              <a:ext uri="{FF2B5EF4-FFF2-40B4-BE49-F238E27FC236}">
                <a16:creationId xmlns:a16="http://schemas.microsoft.com/office/drawing/2014/main" id="{3263B2A4-E2C7-CDAF-EBFB-0AE780FF58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29698" name="Picture 12" descr="underline_base">
            <a:extLst>
              <a:ext uri="{FF2B5EF4-FFF2-40B4-BE49-F238E27FC236}">
                <a16:creationId xmlns:a16="http://schemas.microsoft.com/office/drawing/2014/main" id="{0034883D-3891-305C-4E31-DB573A52F9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99" name="Rectangle 2">
            <a:extLst>
              <a:ext uri="{FF2B5EF4-FFF2-40B4-BE49-F238E27FC236}">
                <a16:creationId xmlns:a16="http://schemas.microsoft.com/office/drawing/2014/main" id="{9DA90046-8E74-AC77-94A9-8367042A3B0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06375"/>
            <a:ext cx="5657850" cy="868363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>
                <a:ea typeface="ＭＳ Ｐゴシック" panose="020B0600070205080204" pitchFamily="34" charset="-128"/>
              </a:rPr>
              <a:t>s a protocol?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29700" name="Rectangle 3">
            <a:extLst>
              <a:ext uri="{FF2B5EF4-FFF2-40B4-BE49-F238E27FC236}">
                <a16:creationId xmlns:a16="http://schemas.microsoft.com/office/drawing/2014/main" id="{9ACE12C6-C796-72DB-1905-6209FED7C11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6100" y="1371600"/>
            <a:ext cx="3581400" cy="46482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eaLnBrk="1" hangingPunct="1"/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what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the time?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ja-JP" sz="2400">
              <a:ea typeface="ＭＳ Ｐゴシック" panose="020B0600070205080204" pitchFamily="34" charset="-128"/>
            </a:endParaRPr>
          </a:p>
          <a:p>
            <a:pPr eaLnBrk="1" hangingPunct="1"/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I have a question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ja-JP" sz="2400">
              <a:ea typeface="ＭＳ Ｐゴシック" panose="020B0600070205080204" pitchFamily="34" charset="-128"/>
            </a:endParaRP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introductions</a:t>
            </a:r>
            <a:endParaRPr lang="en-US" altLang="zh-CN">
              <a:ea typeface="ＭＳ Ｐゴシック" panose="020B0600070205080204" pitchFamily="34" charset="-128"/>
            </a:endParaRPr>
          </a:p>
          <a:p>
            <a:pPr lvl="1" eaLnBrk="1" hangingPunct="1"/>
            <a:endParaRPr lang="en-US" altLang="zh-CN" sz="2000">
              <a:ea typeface="宋体" panose="02010600030101010101" pitchFamily="2" charset="-122"/>
            </a:endParaRPr>
          </a:p>
          <a:p>
            <a:pPr eaLnBrk="1" hangingPunct="1">
              <a:buFont typeface="Wingdings" pitchFamily="2" charset="2"/>
              <a:buNone/>
            </a:pPr>
            <a:r>
              <a:rPr lang="en-US" altLang="zh-CN" sz="2400">
                <a:ea typeface="ＭＳ Ｐゴシック" panose="020B0600070205080204" pitchFamily="34" charset="-128"/>
              </a:rPr>
              <a:t>… specific messages sent</a:t>
            </a:r>
          </a:p>
          <a:p>
            <a:pPr eaLnBrk="1" hangingPunct="1">
              <a:buFont typeface="Wingdings" pitchFamily="2" charset="2"/>
              <a:buNone/>
            </a:pPr>
            <a:r>
              <a:rPr lang="en-US" altLang="zh-CN" sz="2400">
                <a:ea typeface="ＭＳ Ｐゴシック" panose="020B0600070205080204" pitchFamily="34" charset="-128"/>
              </a:rPr>
              <a:t>… specific actions taken when messages received, or other events</a:t>
            </a:r>
          </a:p>
        </p:txBody>
      </p:sp>
      <p:sp>
        <p:nvSpPr>
          <p:cNvPr id="43013" name="Rectangle 4">
            <a:extLst>
              <a:ext uri="{FF2B5EF4-FFF2-40B4-BE49-F238E27FC236}">
                <a16:creationId xmlns:a16="http://schemas.microsoft.com/office/drawing/2014/main" id="{F45A0632-34C2-4645-95E2-B01D7AA6009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95800" y="1371600"/>
            <a:ext cx="3810000" cy="259080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network protocols:</a:t>
            </a:r>
          </a:p>
          <a:p>
            <a:pPr marL="231775" indent="-231775" eaLnBrk="1" hangingPunct="1">
              <a:buFont typeface="Wingdings" charset="2"/>
              <a:buChar char="§"/>
              <a:defRPr/>
            </a:pPr>
            <a:r>
              <a:rPr lang="en-US" sz="2400" dirty="0"/>
              <a:t>machines rather than humans</a:t>
            </a:r>
          </a:p>
          <a:p>
            <a:pPr marL="231775" indent="-231775" eaLnBrk="1" hangingPunct="1">
              <a:buFont typeface="Wingdings" charset="2"/>
              <a:buChar char="§"/>
              <a:defRPr/>
            </a:pPr>
            <a:r>
              <a:rPr lang="en-US" sz="2400" dirty="0"/>
              <a:t>all communication activity in Internet governed by protocols</a:t>
            </a:r>
          </a:p>
        </p:txBody>
      </p:sp>
      <p:sp>
        <p:nvSpPr>
          <p:cNvPr id="29702" name="Rectangle 5">
            <a:extLst>
              <a:ext uri="{FF2B5EF4-FFF2-40B4-BE49-F238E27FC236}">
                <a16:creationId xmlns:a16="http://schemas.microsoft.com/office/drawing/2014/main" id="{25DF008B-3BF1-AAE1-F539-F1DE62654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962400"/>
            <a:ext cx="4478338" cy="2362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</a:rPr>
              <a:t>protocols</a:t>
            </a:r>
            <a:r>
              <a:rPr lang="en-US" altLang="zh-CN" i="1"/>
              <a:t> define </a:t>
            </a:r>
            <a:r>
              <a:rPr lang="en-US" altLang="zh-CN" i="1">
                <a:solidFill>
                  <a:srgbClr val="CC0000"/>
                </a:solidFill>
              </a:rPr>
              <a:t>format</a:t>
            </a:r>
            <a:r>
              <a:rPr lang="en-US" altLang="zh-CN" i="1"/>
              <a:t>, </a:t>
            </a:r>
            <a:r>
              <a:rPr lang="en-US" altLang="zh-CN" i="1">
                <a:solidFill>
                  <a:srgbClr val="CC0000"/>
                </a:solidFill>
              </a:rPr>
              <a:t>order</a:t>
            </a:r>
            <a:r>
              <a:rPr lang="en-US" altLang="zh-CN" i="1"/>
              <a:t> of </a:t>
            </a:r>
            <a:r>
              <a:rPr lang="en-US" altLang="zh-CN" i="1">
                <a:solidFill>
                  <a:srgbClr val="CC0000"/>
                </a:solidFill>
              </a:rPr>
              <a:t>messages sent and received</a:t>
            </a:r>
            <a:r>
              <a:rPr lang="en-US" altLang="zh-CN" i="1"/>
              <a:t> among network entities, and </a:t>
            </a:r>
            <a:r>
              <a:rPr lang="en-US" altLang="zh-CN" i="1">
                <a:solidFill>
                  <a:srgbClr val="CC0000"/>
                </a:solidFill>
              </a:rPr>
              <a:t>actions taken</a:t>
            </a:r>
            <a:r>
              <a:rPr lang="en-US" altLang="zh-CN" i="1"/>
              <a:t> on message transmission, receipt</a:t>
            </a:r>
            <a:r>
              <a:rPr lang="en-US" altLang="zh-CN" sz="2400" i="1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29703" name="Rectangle 6">
            <a:extLst>
              <a:ext uri="{FF2B5EF4-FFF2-40B4-BE49-F238E27FC236}">
                <a16:creationId xmlns:a16="http://schemas.microsoft.com/office/drawing/2014/main" id="{19ED55ED-2184-CF38-6B6F-F7BB49940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3962400"/>
            <a:ext cx="4503737" cy="23622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29704" name="Slide Number Placeholder 3">
            <a:extLst>
              <a:ext uri="{FF2B5EF4-FFF2-40B4-BE49-F238E27FC236}">
                <a16:creationId xmlns:a16="http://schemas.microsoft.com/office/drawing/2014/main" id="{7FFE5769-5D0A-B7A9-E74A-F8AD4A065D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2183EB25-60E1-084F-818A-9E011B62D3A7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Footer Placeholder 2">
            <a:extLst>
              <a:ext uri="{FF2B5EF4-FFF2-40B4-BE49-F238E27FC236}">
                <a16:creationId xmlns:a16="http://schemas.microsoft.com/office/drawing/2014/main" id="{4880CCB7-9DEF-6FC6-8163-9E2D012116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1746" name="Rectangle 3">
            <a:extLst>
              <a:ext uri="{FF2B5EF4-FFF2-40B4-BE49-F238E27FC236}">
                <a16:creationId xmlns:a16="http://schemas.microsoft.com/office/drawing/2014/main" id="{0009B472-7DD8-4E12-E4DE-BF5B6F567E3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8153400" cy="6858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 eaLnBrk="1" hangingPunct="1">
              <a:buFont typeface="Wingdings" pitchFamily="2" charset="2"/>
              <a:buNone/>
            </a:pP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31747" name="Rectangle 8">
            <a:extLst>
              <a:ext uri="{FF2B5EF4-FFF2-40B4-BE49-F238E27FC236}">
                <a16:creationId xmlns:a16="http://schemas.microsoft.com/office/drawing/2014/main" id="{BB5AC501-8502-A90D-879B-58C07EBD6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" y="5862638"/>
            <a:ext cx="44196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</a:rPr>
              <a:t>Q:</a:t>
            </a:r>
            <a:r>
              <a:rPr lang="en-US" altLang="zh-CN"/>
              <a:t> other human protocols? </a:t>
            </a:r>
          </a:p>
        </p:txBody>
      </p:sp>
      <p:sp>
        <p:nvSpPr>
          <p:cNvPr id="31748" name="Line 10">
            <a:extLst>
              <a:ext uri="{FF2B5EF4-FFF2-40B4-BE49-F238E27FC236}">
                <a16:creationId xmlns:a16="http://schemas.microsoft.com/office/drawing/2014/main" id="{B098E3AA-1C6F-6E73-D20D-3B5C22CD98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7300" y="2771775"/>
            <a:ext cx="1762125" cy="2762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pic>
        <p:nvPicPr>
          <p:cNvPr id="31749" name="Picture 62" descr="Alice">
            <a:extLst>
              <a:ext uri="{FF2B5EF4-FFF2-40B4-BE49-F238E27FC236}">
                <a16:creationId xmlns:a16="http://schemas.microsoft.com/office/drawing/2014/main" id="{DF98B00E-76D3-FCD4-2380-18B0208FB3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613" y="237648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50" name="Picture 63" descr="Bob">
            <a:extLst>
              <a:ext uri="{FF2B5EF4-FFF2-40B4-BE49-F238E27FC236}">
                <a16:creationId xmlns:a16="http://schemas.microsoft.com/office/drawing/2014/main" id="{13670B52-46C9-0EB1-FD0C-858972218E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8963" y="277177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1" name="Text Box 64">
            <a:extLst>
              <a:ext uri="{FF2B5EF4-FFF2-40B4-BE49-F238E27FC236}">
                <a16:creationId xmlns:a16="http://schemas.microsoft.com/office/drawing/2014/main" id="{D6131C99-6280-55E0-A9EC-688E2FFCE4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25" y="2484438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CC0000"/>
                </a:solidFill>
                <a:latin typeface="Arial" panose="020B0604020202020204" pitchFamily="34" charset="0"/>
              </a:rPr>
              <a:t>Hi</a:t>
            </a:r>
          </a:p>
        </p:txBody>
      </p:sp>
      <p:sp>
        <p:nvSpPr>
          <p:cNvPr id="31752" name="Line 66">
            <a:extLst>
              <a:ext uri="{FF2B5EF4-FFF2-40B4-BE49-F238E27FC236}">
                <a16:creationId xmlns:a16="http://schemas.microsoft.com/office/drawing/2014/main" id="{A82A2089-E460-6FF6-700D-01D8DF9543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325" y="3330575"/>
            <a:ext cx="2085975" cy="361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53" name="Text Box 67">
            <a:extLst>
              <a:ext uri="{FF2B5EF4-FFF2-40B4-BE49-F238E27FC236}">
                <a16:creationId xmlns:a16="http://schemas.microsoft.com/office/drawing/2014/main" id="{A74C8343-7328-E4DE-004C-32C58326C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9100" y="3108325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CC0000"/>
                </a:solidFill>
                <a:latin typeface="Arial" panose="020B0604020202020204" pitchFamily="34" charset="0"/>
              </a:rPr>
              <a:t>Hi</a:t>
            </a:r>
          </a:p>
        </p:txBody>
      </p:sp>
      <p:sp>
        <p:nvSpPr>
          <p:cNvPr id="31754" name="Line 70">
            <a:extLst>
              <a:ext uri="{FF2B5EF4-FFF2-40B4-BE49-F238E27FC236}">
                <a16:creationId xmlns:a16="http://schemas.microsoft.com/office/drawing/2014/main" id="{1928F3CB-672D-5B7F-7BEC-806E5180F63D}"/>
              </a:ext>
            </a:extLst>
          </p:cNvPr>
          <p:cNvSpPr>
            <a:spLocks noChangeShapeType="1"/>
          </p:cNvSpPr>
          <p:nvPr/>
        </p:nvSpPr>
        <p:spPr bwMode="auto">
          <a:xfrm>
            <a:off x="933450" y="3762375"/>
            <a:ext cx="2162175" cy="4381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1755" name="Group 72">
            <a:extLst>
              <a:ext uri="{FF2B5EF4-FFF2-40B4-BE49-F238E27FC236}">
                <a16:creationId xmlns:a16="http://schemas.microsoft.com/office/drawing/2014/main" id="{E0E4FEBC-C020-4636-DB35-9311E675C086}"/>
              </a:ext>
            </a:extLst>
          </p:cNvPr>
          <p:cNvGrpSpPr>
            <a:grpSpLocks/>
          </p:cNvGrpSpPr>
          <p:nvPr/>
        </p:nvGrpSpPr>
        <p:grpSpPr bwMode="auto">
          <a:xfrm>
            <a:off x="1471613" y="3694113"/>
            <a:ext cx="1014412" cy="701675"/>
            <a:chOff x="761" y="2747"/>
            <a:chExt cx="639" cy="442"/>
          </a:xfrm>
        </p:grpSpPr>
        <p:sp>
          <p:nvSpPr>
            <p:cNvPr id="31816" name="Rectangle 71">
              <a:extLst>
                <a:ext uri="{FF2B5EF4-FFF2-40B4-BE49-F238E27FC236}">
                  <a16:creationId xmlns:a16="http://schemas.microsoft.com/office/drawing/2014/main" id="{C630942A-551A-9474-79C7-98143238C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2790"/>
              <a:ext cx="588" cy="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817" name="Text Box 69">
              <a:extLst>
                <a:ext uri="{FF2B5EF4-FFF2-40B4-BE49-F238E27FC236}">
                  <a16:creationId xmlns:a16="http://schemas.microsoft.com/office/drawing/2014/main" id="{69D60F7A-2E73-92B6-C301-CEBF14D6D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" y="2747"/>
              <a:ext cx="639" cy="4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CC0000"/>
                  </a:solidFill>
                  <a:latin typeface="Arial" panose="020B0604020202020204" pitchFamily="34" charset="0"/>
                </a:rPr>
                <a:t>Got the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rgbClr val="CC0000"/>
                  </a:solidFill>
                  <a:latin typeface="Arial" panose="020B0604020202020204" pitchFamily="34" charset="0"/>
                </a:rPr>
                <a:t>time?</a:t>
              </a:r>
            </a:p>
          </p:txBody>
        </p:sp>
      </p:grpSp>
      <p:sp>
        <p:nvSpPr>
          <p:cNvPr id="31756" name="Line 73">
            <a:extLst>
              <a:ext uri="{FF2B5EF4-FFF2-40B4-BE49-F238E27FC236}">
                <a16:creationId xmlns:a16="http://schemas.microsoft.com/office/drawing/2014/main" id="{DB0171D7-E49C-B805-D230-160C8E779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95375" y="4333875"/>
            <a:ext cx="1952625" cy="3333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1757" name="Group 76">
            <a:extLst>
              <a:ext uri="{FF2B5EF4-FFF2-40B4-BE49-F238E27FC236}">
                <a16:creationId xmlns:a16="http://schemas.microsoft.com/office/drawing/2014/main" id="{03D51613-762D-64E0-6ADE-C3AF6BA41398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4338638"/>
            <a:ext cx="796925" cy="457200"/>
            <a:chOff x="1046" y="2771"/>
            <a:chExt cx="502" cy="288"/>
          </a:xfrm>
        </p:grpSpPr>
        <p:sp>
          <p:nvSpPr>
            <p:cNvPr id="31814" name="Rectangle 75">
              <a:extLst>
                <a:ext uri="{FF2B5EF4-FFF2-40B4-BE49-F238E27FC236}">
                  <a16:creationId xmlns:a16="http://schemas.microsoft.com/office/drawing/2014/main" id="{089DEEA4-2B32-BB3A-B8E6-E5C22F554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820"/>
              <a:ext cx="44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815" name="Text Box 74">
              <a:extLst>
                <a:ext uri="{FF2B5EF4-FFF2-40B4-BE49-F238E27FC236}">
                  <a16:creationId xmlns:a16="http://schemas.microsoft.com/office/drawing/2014/main" id="{76746862-B450-9B0F-167E-A6FECE34B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6" y="2771"/>
              <a:ext cx="4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solidFill>
                    <a:srgbClr val="CC0000"/>
                  </a:solidFill>
                  <a:latin typeface="Arial" panose="020B0604020202020204" pitchFamily="34" charset="0"/>
                </a:rPr>
                <a:t>2:00</a:t>
              </a:r>
            </a:p>
          </p:txBody>
        </p:sp>
      </p:grpSp>
      <p:sp>
        <p:nvSpPr>
          <p:cNvPr id="31758" name="Line 85">
            <a:extLst>
              <a:ext uri="{FF2B5EF4-FFF2-40B4-BE49-F238E27FC236}">
                <a16:creationId xmlns:a16="http://schemas.microsoft.com/office/drawing/2014/main" id="{C06307CF-0D4D-677E-303E-EDF5118AA6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5725" y="4525963"/>
            <a:ext cx="2343150" cy="4286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59" name="Line 89">
            <a:extLst>
              <a:ext uri="{FF2B5EF4-FFF2-40B4-BE49-F238E27FC236}">
                <a16:creationId xmlns:a16="http://schemas.microsoft.com/office/drawing/2014/main" id="{57A749B0-51A5-8433-39C7-D07DEE3FB9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0013" y="2811463"/>
            <a:ext cx="2176462" cy="347662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60" name="Line 90">
            <a:extLst>
              <a:ext uri="{FF2B5EF4-FFF2-40B4-BE49-F238E27FC236}">
                <a16:creationId xmlns:a16="http://schemas.microsoft.com/office/drawing/2014/main" id="{13699F3B-F315-E159-7A7E-C79E7A69CC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8100" y="3317875"/>
            <a:ext cx="2216150" cy="3984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761" name="Rectangle 92">
            <a:extLst>
              <a:ext uri="{FF2B5EF4-FFF2-40B4-BE49-F238E27FC236}">
                <a16:creationId xmlns:a16="http://schemas.microsoft.com/office/drawing/2014/main" id="{88002016-D66F-6AF4-2B6D-D2EE54546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3075" y="3340100"/>
            <a:ext cx="1438275" cy="3937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31762" name="Text Box 91">
            <a:extLst>
              <a:ext uri="{FF2B5EF4-FFF2-40B4-BE49-F238E27FC236}">
                <a16:creationId xmlns:a16="http://schemas.microsoft.com/office/drawing/2014/main" id="{EC80FC77-6589-3360-DBA0-EA27BA77A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513" y="3341688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</a:rPr>
              <a:t>TCP connection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</a:rPr>
              <a:t>response</a:t>
            </a:r>
          </a:p>
        </p:txBody>
      </p:sp>
      <p:sp>
        <p:nvSpPr>
          <p:cNvPr id="31763" name="Line 94">
            <a:extLst>
              <a:ext uri="{FF2B5EF4-FFF2-40B4-BE49-F238E27FC236}">
                <a16:creationId xmlns:a16="http://schemas.microsoft.com/office/drawing/2014/main" id="{6709FFBB-815C-81FE-4A90-F3651F1E86E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5725" y="3963988"/>
            <a:ext cx="2400300" cy="4191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1764" name="Group 97">
            <a:extLst>
              <a:ext uri="{FF2B5EF4-FFF2-40B4-BE49-F238E27FC236}">
                <a16:creationId xmlns:a16="http://schemas.microsoft.com/office/drawing/2014/main" id="{7F74D1D3-969B-7E0D-C3E4-13ABD705E538}"/>
              </a:ext>
            </a:extLst>
          </p:cNvPr>
          <p:cNvGrpSpPr>
            <a:grpSpLocks/>
          </p:cNvGrpSpPr>
          <p:nvPr/>
        </p:nvGrpSpPr>
        <p:grpSpPr bwMode="auto">
          <a:xfrm>
            <a:off x="5378450" y="4029075"/>
            <a:ext cx="3794125" cy="366713"/>
            <a:chOff x="3212" y="2597"/>
            <a:chExt cx="2390" cy="231"/>
          </a:xfrm>
        </p:grpSpPr>
        <p:sp>
          <p:nvSpPr>
            <p:cNvPr id="31812" name="Rectangle 96">
              <a:extLst>
                <a:ext uri="{FF2B5EF4-FFF2-40B4-BE49-F238E27FC236}">
                  <a16:creationId xmlns:a16="http://schemas.microsoft.com/office/drawing/2014/main" id="{A2F34390-08AA-010C-2DEC-FE201EC58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28"/>
              <a:ext cx="2100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813" name="Text Box 95">
              <a:extLst>
                <a:ext uri="{FF2B5EF4-FFF2-40B4-BE49-F238E27FC236}">
                  <a16:creationId xmlns:a16="http://schemas.microsoft.com/office/drawing/2014/main" id="{5F8C97A2-D075-56F6-4CC3-A15D4811E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2" y="2597"/>
              <a:ext cx="239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CC0000"/>
                  </a:solidFill>
                  <a:latin typeface="Arial" panose="020B0604020202020204" pitchFamily="34" charset="0"/>
                </a:rPr>
                <a:t>Get</a:t>
              </a:r>
              <a:r>
                <a:rPr lang="en-US" altLang="zh-CN" sz="1400">
                  <a:solidFill>
                    <a:srgbClr val="CC0000"/>
                  </a:solidFill>
                  <a:latin typeface="Arial" panose="020B0604020202020204" pitchFamily="34" charset="0"/>
                </a:rPr>
                <a:t> http://www.awl.com/kurose-ross</a:t>
              </a:r>
              <a:endParaRPr lang="en-US" altLang="zh-CN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31765" name="Rectangle 99">
            <a:extLst>
              <a:ext uri="{FF2B5EF4-FFF2-40B4-BE49-F238E27FC236}">
                <a16:creationId xmlns:a16="http://schemas.microsoft.com/office/drawing/2014/main" id="{383C7116-FC70-B846-4470-368D0C197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4624388"/>
            <a:ext cx="919163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31766" name="Text Box 100">
            <a:extLst>
              <a:ext uri="{FF2B5EF4-FFF2-40B4-BE49-F238E27FC236}">
                <a16:creationId xmlns:a16="http://schemas.microsoft.com/office/drawing/2014/main" id="{0E6C64C2-3465-B761-A6E6-559F18FE2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0738" y="4510088"/>
            <a:ext cx="930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CC0000"/>
                </a:solidFill>
                <a:latin typeface="Arial" panose="020B0604020202020204" pitchFamily="34" charset="0"/>
              </a:rPr>
              <a:t>&lt;file&gt;</a:t>
            </a:r>
          </a:p>
        </p:txBody>
      </p:sp>
      <p:sp>
        <p:nvSpPr>
          <p:cNvPr id="31767" name="Line 101">
            <a:extLst>
              <a:ext uri="{FF2B5EF4-FFF2-40B4-BE49-F238E27FC236}">
                <a16:creationId xmlns:a16="http://schemas.microsoft.com/office/drawing/2014/main" id="{070974FC-4791-7E46-D320-F9A2E39A7B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2068513"/>
            <a:ext cx="0" cy="3573462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1768" name="Group 105">
            <a:extLst>
              <a:ext uri="{FF2B5EF4-FFF2-40B4-BE49-F238E27FC236}">
                <a16:creationId xmlns:a16="http://schemas.microsoft.com/office/drawing/2014/main" id="{03407443-5170-399D-7DDB-F34162406651}"/>
              </a:ext>
            </a:extLst>
          </p:cNvPr>
          <p:cNvGrpSpPr>
            <a:grpSpLocks/>
          </p:cNvGrpSpPr>
          <p:nvPr/>
        </p:nvGrpSpPr>
        <p:grpSpPr bwMode="auto">
          <a:xfrm>
            <a:off x="3735388" y="4972050"/>
            <a:ext cx="720725" cy="396875"/>
            <a:chOff x="2198" y="3221"/>
            <a:chExt cx="454" cy="250"/>
          </a:xfrm>
        </p:grpSpPr>
        <p:sp>
          <p:nvSpPr>
            <p:cNvPr id="31810" name="Rectangle 104">
              <a:extLst>
                <a:ext uri="{FF2B5EF4-FFF2-40B4-BE49-F238E27FC236}">
                  <a16:creationId xmlns:a16="http://schemas.microsoft.com/office/drawing/2014/main" id="{A7E12E19-9A8E-7A3E-4773-9C2B42FF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1811" name="Text Box 102">
              <a:extLst>
                <a:ext uri="{FF2B5EF4-FFF2-40B4-BE49-F238E27FC236}">
                  <a16:creationId xmlns:a16="http://schemas.microsoft.com/office/drawing/2014/main" id="{58E9D7C3-3F40-9F84-D4F4-F57CD839B3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>
                  <a:solidFill>
                    <a:schemeClr val="bg2"/>
                  </a:solidFill>
                  <a:latin typeface="Arial" panose="020B0604020202020204" pitchFamily="34" charset="0"/>
                </a:rPr>
                <a:t>time</a:t>
              </a:r>
            </a:p>
          </p:txBody>
        </p:sp>
      </p:grpSp>
      <p:sp>
        <p:nvSpPr>
          <p:cNvPr id="31769" name="Rectangle 52">
            <a:extLst>
              <a:ext uri="{FF2B5EF4-FFF2-40B4-BE49-F238E27FC236}">
                <a16:creationId xmlns:a16="http://schemas.microsoft.com/office/drawing/2014/main" id="{B0644E68-403C-77E5-6512-5706F991F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2751138"/>
            <a:ext cx="1365250" cy="4397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31770" name="Text Box 91">
            <a:extLst>
              <a:ext uri="{FF2B5EF4-FFF2-40B4-BE49-F238E27FC236}">
                <a16:creationId xmlns:a16="http://schemas.microsoft.com/office/drawing/2014/main" id="{C584095D-B3AC-6783-9DCB-E11CB861B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963" y="2682875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</a:rPr>
              <a:t>TCP connection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</p:txBody>
      </p:sp>
      <p:pic>
        <p:nvPicPr>
          <p:cNvPr id="31771" name="Picture 53" descr="underline_base">
            <a:extLst>
              <a:ext uri="{FF2B5EF4-FFF2-40B4-BE49-F238E27FC236}">
                <a16:creationId xmlns:a16="http://schemas.microsoft.com/office/drawing/2014/main" id="{285B423F-F55F-0D67-4C9D-FC15687F3C94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72" name="Rectangle 2">
            <a:extLst>
              <a:ext uri="{FF2B5EF4-FFF2-40B4-BE49-F238E27FC236}">
                <a16:creationId xmlns:a16="http://schemas.microsoft.com/office/drawing/2014/main" id="{4FD8CC4C-4C0A-71DE-26AC-85AC08A7B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3" y="206375"/>
            <a:ext cx="5657850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4400">
                <a:solidFill>
                  <a:srgbClr val="000099"/>
                </a:solidFill>
              </a:rPr>
              <a:t>What</a:t>
            </a:r>
            <a:r>
              <a:rPr lang="ja-JP" altLang="en-US" sz="4400">
                <a:solidFill>
                  <a:srgbClr val="000099"/>
                </a:solidFill>
              </a:rPr>
              <a:t>’</a:t>
            </a:r>
            <a:r>
              <a:rPr lang="en-US" altLang="ja-JP" sz="4400">
                <a:solidFill>
                  <a:srgbClr val="000099"/>
                </a:solidFill>
              </a:rPr>
              <a:t>s a protocol?</a:t>
            </a:r>
            <a:endParaRPr lang="en-US" altLang="zh-CN" sz="4400">
              <a:solidFill>
                <a:srgbClr val="000099"/>
              </a:solidFill>
            </a:endParaRPr>
          </a:p>
        </p:txBody>
      </p:sp>
      <p:grpSp>
        <p:nvGrpSpPr>
          <p:cNvPr id="31773" name="Group 57">
            <a:extLst>
              <a:ext uri="{FF2B5EF4-FFF2-40B4-BE49-F238E27FC236}">
                <a16:creationId xmlns:a16="http://schemas.microsoft.com/office/drawing/2014/main" id="{114D1C42-8F22-3996-8A72-482C52B96DDA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2782888"/>
            <a:ext cx="431800" cy="755650"/>
            <a:chOff x="4140" y="429"/>
            <a:chExt cx="1425" cy="2396"/>
          </a:xfrm>
        </p:grpSpPr>
        <p:sp>
          <p:nvSpPr>
            <p:cNvPr id="31778" name="Freeform 58">
              <a:extLst>
                <a:ext uri="{FF2B5EF4-FFF2-40B4-BE49-F238E27FC236}">
                  <a16:creationId xmlns:a16="http://schemas.microsoft.com/office/drawing/2014/main" id="{63FA8A23-414F-FC95-2143-275B713E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9" name="Rectangle 59">
              <a:extLst>
                <a:ext uri="{FF2B5EF4-FFF2-40B4-BE49-F238E27FC236}">
                  <a16:creationId xmlns:a16="http://schemas.microsoft.com/office/drawing/2014/main" id="{D2DE065F-F989-6876-C809-5935B9A9B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80" name="Freeform 60">
              <a:extLst>
                <a:ext uri="{FF2B5EF4-FFF2-40B4-BE49-F238E27FC236}">
                  <a16:creationId xmlns:a16="http://schemas.microsoft.com/office/drawing/2014/main" id="{1F500220-9A5E-F715-191D-1AA28307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1" name="Freeform 61">
              <a:extLst>
                <a:ext uri="{FF2B5EF4-FFF2-40B4-BE49-F238E27FC236}">
                  <a16:creationId xmlns:a16="http://schemas.microsoft.com/office/drawing/2014/main" id="{4577623C-60B9-D65C-780A-AC69CC54D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2" name="Rectangle 62">
              <a:extLst>
                <a:ext uri="{FF2B5EF4-FFF2-40B4-BE49-F238E27FC236}">
                  <a16:creationId xmlns:a16="http://schemas.microsoft.com/office/drawing/2014/main" id="{ED0B5BE8-41E9-12A0-E77F-23B7F00E4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31783" name="Group 63">
              <a:extLst>
                <a:ext uri="{FF2B5EF4-FFF2-40B4-BE49-F238E27FC236}">
                  <a16:creationId xmlns:a16="http://schemas.microsoft.com/office/drawing/2014/main" id="{61EC1321-16EE-693E-2158-78EB756EC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808" name="AutoShape 64">
                <a:extLst>
                  <a:ext uri="{FF2B5EF4-FFF2-40B4-BE49-F238E27FC236}">
                    <a16:creationId xmlns:a16="http://schemas.microsoft.com/office/drawing/2014/main" id="{14B38E89-D8F7-723A-1666-FC2E9C2C7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809" name="AutoShape 65">
                <a:extLst>
                  <a:ext uri="{FF2B5EF4-FFF2-40B4-BE49-F238E27FC236}">
                    <a16:creationId xmlns:a16="http://schemas.microsoft.com/office/drawing/2014/main" id="{47C017EF-02BA-E1AA-A679-DB44FC5F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784" name="Rectangle 66">
              <a:extLst>
                <a:ext uri="{FF2B5EF4-FFF2-40B4-BE49-F238E27FC236}">
                  <a16:creationId xmlns:a16="http://schemas.microsoft.com/office/drawing/2014/main" id="{4BD93E21-9FA7-578F-0BB0-B01068E8F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31785" name="Group 67">
              <a:extLst>
                <a:ext uri="{FF2B5EF4-FFF2-40B4-BE49-F238E27FC236}">
                  <a16:creationId xmlns:a16="http://schemas.microsoft.com/office/drawing/2014/main" id="{CF1EED90-6F81-B8FE-4AD7-2DCA8CC6F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806" name="AutoShape 68">
                <a:extLst>
                  <a:ext uri="{FF2B5EF4-FFF2-40B4-BE49-F238E27FC236}">
                    <a16:creationId xmlns:a16="http://schemas.microsoft.com/office/drawing/2014/main" id="{9FD347AD-1ED9-90AD-F74A-143710A5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807" name="AutoShape 69">
                <a:extLst>
                  <a:ext uri="{FF2B5EF4-FFF2-40B4-BE49-F238E27FC236}">
                    <a16:creationId xmlns:a16="http://schemas.microsoft.com/office/drawing/2014/main" id="{5317521C-0E99-28A5-5017-8D1DE8C40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786" name="Rectangle 70">
              <a:extLst>
                <a:ext uri="{FF2B5EF4-FFF2-40B4-BE49-F238E27FC236}">
                  <a16:creationId xmlns:a16="http://schemas.microsoft.com/office/drawing/2014/main" id="{FF12C49B-4216-EC87-683B-442491F66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87" name="Rectangle 71">
              <a:extLst>
                <a:ext uri="{FF2B5EF4-FFF2-40B4-BE49-F238E27FC236}">
                  <a16:creationId xmlns:a16="http://schemas.microsoft.com/office/drawing/2014/main" id="{BEB46837-6BF9-D361-814D-590DBC3F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31788" name="Group 72">
              <a:extLst>
                <a:ext uri="{FF2B5EF4-FFF2-40B4-BE49-F238E27FC236}">
                  <a16:creationId xmlns:a16="http://schemas.microsoft.com/office/drawing/2014/main" id="{82C652A7-2BD5-5DA0-3B70-6E70FBC8EB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804" name="AutoShape 73">
                <a:extLst>
                  <a:ext uri="{FF2B5EF4-FFF2-40B4-BE49-F238E27FC236}">
                    <a16:creationId xmlns:a16="http://schemas.microsoft.com/office/drawing/2014/main" id="{673B0472-6102-8CD9-94C2-C9A98B53A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805" name="AutoShape 74">
                <a:extLst>
                  <a:ext uri="{FF2B5EF4-FFF2-40B4-BE49-F238E27FC236}">
                    <a16:creationId xmlns:a16="http://schemas.microsoft.com/office/drawing/2014/main" id="{32EB0D8B-4972-F82D-3EC6-B486A78D8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789" name="Freeform 75">
              <a:extLst>
                <a:ext uri="{FF2B5EF4-FFF2-40B4-BE49-F238E27FC236}">
                  <a16:creationId xmlns:a16="http://schemas.microsoft.com/office/drawing/2014/main" id="{121B258B-4CFD-0B22-FD8D-C8470ACD0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1790" name="Group 76">
              <a:extLst>
                <a:ext uri="{FF2B5EF4-FFF2-40B4-BE49-F238E27FC236}">
                  <a16:creationId xmlns:a16="http://schemas.microsoft.com/office/drawing/2014/main" id="{51ABACE1-A3A4-3099-3C53-5253988467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802" name="AutoShape 77">
                <a:extLst>
                  <a:ext uri="{FF2B5EF4-FFF2-40B4-BE49-F238E27FC236}">
                    <a16:creationId xmlns:a16="http://schemas.microsoft.com/office/drawing/2014/main" id="{B0385556-FF8D-6315-D2A3-B7920330C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1803" name="AutoShape 78">
                <a:extLst>
                  <a:ext uri="{FF2B5EF4-FFF2-40B4-BE49-F238E27FC236}">
                    <a16:creationId xmlns:a16="http://schemas.microsoft.com/office/drawing/2014/main" id="{749933E0-5D9E-034C-E614-BDAA8DA3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1791" name="Rectangle 79">
              <a:extLst>
                <a:ext uri="{FF2B5EF4-FFF2-40B4-BE49-F238E27FC236}">
                  <a16:creationId xmlns:a16="http://schemas.microsoft.com/office/drawing/2014/main" id="{321F521D-04AA-5818-EDA1-9F772542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92" name="Freeform 80">
              <a:extLst>
                <a:ext uri="{FF2B5EF4-FFF2-40B4-BE49-F238E27FC236}">
                  <a16:creationId xmlns:a16="http://schemas.microsoft.com/office/drawing/2014/main" id="{9107DAE3-8597-3E76-B65A-5AAFF88C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3" name="Freeform 81">
              <a:extLst>
                <a:ext uri="{FF2B5EF4-FFF2-40B4-BE49-F238E27FC236}">
                  <a16:creationId xmlns:a16="http://schemas.microsoft.com/office/drawing/2014/main" id="{C08A4091-996A-42AD-475E-39F770460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4" name="Oval 82">
              <a:extLst>
                <a:ext uri="{FF2B5EF4-FFF2-40B4-BE49-F238E27FC236}">
                  <a16:creationId xmlns:a16="http://schemas.microsoft.com/office/drawing/2014/main" id="{22C87D8D-E4AC-84C0-E1D9-5C9B54336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95" name="Freeform 83">
              <a:extLst>
                <a:ext uri="{FF2B5EF4-FFF2-40B4-BE49-F238E27FC236}">
                  <a16:creationId xmlns:a16="http://schemas.microsoft.com/office/drawing/2014/main" id="{D9363F12-55BC-75A1-6B5E-2DA95703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6" name="AutoShape 84">
              <a:extLst>
                <a:ext uri="{FF2B5EF4-FFF2-40B4-BE49-F238E27FC236}">
                  <a16:creationId xmlns:a16="http://schemas.microsoft.com/office/drawing/2014/main" id="{FD5A51A7-FFBB-F0DB-02BB-1B39C8746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97" name="AutoShape 85">
              <a:extLst>
                <a:ext uri="{FF2B5EF4-FFF2-40B4-BE49-F238E27FC236}">
                  <a16:creationId xmlns:a16="http://schemas.microsoft.com/office/drawing/2014/main" id="{CC7A8797-D539-6733-5C21-5350D05E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98" name="Oval 86">
              <a:extLst>
                <a:ext uri="{FF2B5EF4-FFF2-40B4-BE49-F238E27FC236}">
                  <a16:creationId xmlns:a16="http://schemas.microsoft.com/office/drawing/2014/main" id="{31C55FC7-C967-32DE-9242-CEA24C4D2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799" name="Oval 87">
              <a:extLst>
                <a:ext uri="{FF2B5EF4-FFF2-40B4-BE49-F238E27FC236}">
                  <a16:creationId xmlns:a16="http://schemas.microsoft.com/office/drawing/2014/main" id="{44280726-4699-7017-4363-15B80B3DD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800" name="Oval 88">
              <a:extLst>
                <a:ext uri="{FF2B5EF4-FFF2-40B4-BE49-F238E27FC236}">
                  <a16:creationId xmlns:a16="http://schemas.microsoft.com/office/drawing/2014/main" id="{10CC3CD5-2363-0B59-66A7-1E8415781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1801" name="Rectangle 89">
              <a:extLst>
                <a:ext uri="{FF2B5EF4-FFF2-40B4-BE49-F238E27FC236}">
                  <a16:creationId xmlns:a16="http://schemas.microsoft.com/office/drawing/2014/main" id="{44D378CC-61AB-FA9C-ABDF-E60328829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31774" name="Group 90">
            <a:extLst>
              <a:ext uri="{FF2B5EF4-FFF2-40B4-BE49-F238E27FC236}">
                <a16:creationId xmlns:a16="http://schemas.microsoft.com/office/drawing/2014/main" id="{36EEE3A9-B011-6070-E297-0206DBCA6A54}"/>
              </a:ext>
            </a:extLst>
          </p:cNvPr>
          <p:cNvGrpSpPr>
            <a:grpSpLocks/>
          </p:cNvGrpSpPr>
          <p:nvPr/>
        </p:nvGrpSpPr>
        <p:grpSpPr bwMode="auto">
          <a:xfrm>
            <a:off x="4275138" y="2339975"/>
            <a:ext cx="893762" cy="828675"/>
            <a:chOff x="-44" y="1473"/>
            <a:chExt cx="981" cy="1105"/>
          </a:xfrm>
        </p:grpSpPr>
        <p:pic>
          <p:nvPicPr>
            <p:cNvPr id="31776" name="Picture 91" descr="desktop_computer_stylized_medium">
              <a:extLst>
                <a:ext uri="{FF2B5EF4-FFF2-40B4-BE49-F238E27FC236}">
                  <a16:creationId xmlns:a16="http://schemas.microsoft.com/office/drawing/2014/main" id="{486C2ED0-E23F-E9A2-AED3-3C9948350E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77" name="Freeform 92">
              <a:extLst>
                <a:ext uri="{FF2B5EF4-FFF2-40B4-BE49-F238E27FC236}">
                  <a16:creationId xmlns:a16="http://schemas.microsoft.com/office/drawing/2014/main" id="{85DF1724-0C3F-032F-C484-7B6CC66D88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1775" name="Slide Number Placeholder 3">
            <a:extLst>
              <a:ext uri="{FF2B5EF4-FFF2-40B4-BE49-F238E27FC236}">
                <a16:creationId xmlns:a16="http://schemas.microsoft.com/office/drawing/2014/main" id="{E319CD10-712E-9545-CBE9-9F1CA31A34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8C6C20FD-6BEB-604B-AFE1-54D3D52ED143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脚占位符 1">
            <a:extLst>
              <a:ext uri="{FF2B5EF4-FFF2-40B4-BE49-F238E27FC236}">
                <a16:creationId xmlns:a16="http://schemas.microsoft.com/office/drawing/2014/main" id="{7F27BDA3-F398-6EF6-53B1-3411C342EF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2226" name="幻灯片编号占位符 2">
            <a:extLst>
              <a:ext uri="{FF2B5EF4-FFF2-40B4-BE49-F238E27FC236}">
                <a16:creationId xmlns:a16="http://schemas.microsoft.com/office/drawing/2014/main" id="{85138732-FF9B-259E-2C3D-2C7C4875E0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200">
                <a:latin typeface="Tahoma" panose="020B0604030504040204" pitchFamily="34" charset="0"/>
                <a:ea typeface="ＭＳ Ｐゴシック" panose="020B0600070205080204" pitchFamily="34" charset="-128"/>
              </a:rPr>
              <a:t>1-</a:t>
            </a:r>
            <a:fld id="{886729E0-CD39-7A4A-B6C2-6D9752014EDE}" type="slidenum">
              <a:rPr kumimoji="0" lang="en-US" altLang="zh-CN" sz="1200">
                <a:latin typeface="Tahoma" panose="020B0604030504040204" pitchFamily="34" charset="0"/>
                <a:ea typeface="ＭＳ Ｐゴシック" panose="020B0600070205080204" pitchFamily="34" charset="-128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kumimoji="0" lang="en-US" altLang="zh-CN" sz="1200">
              <a:latin typeface="Tahoma" panose="020B0604030504040204" pitchFamily="34" charset="0"/>
              <a:ea typeface="ＭＳ Ｐゴシック" panose="020B0600070205080204" pitchFamily="34" charset="-128"/>
            </a:endParaRPr>
          </a:p>
        </p:txBody>
      </p:sp>
      <p:pic>
        <p:nvPicPr>
          <p:cNvPr id="52227" name="图片 3">
            <a:extLst>
              <a:ext uri="{FF2B5EF4-FFF2-40B4-BE49-F238E27FC236}">
                <a16:creationId xmlns:a16="http://schemas.microsoft.com/office/drawing/2014/main" id="{1FEEB794-BC77-D04D-1244-8061A598ED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0825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Footer Placeholder 2">
            <a:extLst>
              <a:ext uri="{FF2B5EF4-FFF2-40B4-BE49-F238E27FC236}">
                <a16:creationId xmlns:a16="http://schemas.microsoft.com/office/drawing/2014/main" id="{1573A01D-4777-C533-17F8-D1DD56387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33794" name="Picture 2" descr="underline_base">
            <a:extLst>
              <a:ext uri="{FF2B5EF4-FFF2-40B4-BE49-F238E27FC236}">
                <a16:creationId xmlns:a16="http://schemas.microsoft.com/office/drawing/2014/main" id="{53ACB2E8-B288-FFEE-88E2-D3BB1B661DB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5" name="Rectangle 2">
            <a:extLst>
              <a:ext uri="{FF2B5EF4-FFF2-40B4-BE49-F238E27FC236}">
                <a16:creationId xmlns:a16="http://schemas.microsoft.com/office/drawing/2014/main" id="{E6D42D82-3F2C-0C8E-1F57-B69BCFEF705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1A7E1C85-C289-72ED-66C9-6B1D6B35D481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>
                <a:solidFill>
                  <a:srgbClr val="000099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CC0000"/>
                </a:solidFill>
                <a:ea typeface="宋体" panose="02010600030101010101" pitchFamily="2" charset="-122"/>
              </a:rPr>
              <a:t>1.2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1.3 </a:t>
            </a:r>
            <a:r>
              <a:rPr lang="en-US" altLang="zh-CN" sz="2800">
                <a:ea typeface="宋体" panose="02010600030101010101" pitchFamily="2" charset="-122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1.4 </a:t>
            </a:r>
            <a:r>
              <a:rPr lang="en-US" altLang="zh-CN" sz="2800">
                <a:ea typeface="宋体" panose="02010600030101010101" pitchFamily="2" charset="-122"/>
              </a:rPr>
              <a:t>delay, loss, throughput in networks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1.5</a:t>
            </a:r>
            <a:r>
              <a:rPr lang="en-US" altLang="zh-CN" sz="2800">
                <a:ea typeface="宋体" panose="02010600030101010101" pitchFamily="2" charset="-122"/>
              </a:rPr>
              <a:t> protocol layers, service models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1.6</a:t>
            </a:r>
            <a:r>
              <a:rPr lang="en-US" altLang="zh-CN" sz="2800">
                <a:ea typeface="宋体" panose="02010600030101010101" pitchFamily="2" charset="-122"/>
              </a:rPr>
              <a:t> networks under attack: security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1.7</a:t>
            </a:r>
            <a:r>
              <a:rPr lang="en-US" altLang="zh-CN" sz="2800">
                <a:ea typeface="宋体" panose="02010600030101010101" pitchFamily="2" charset="-122"/>
              </a:rPr>
              <a:t> history</a:t>
            </a:r>
          </a:p>
          <a:p>
            <a:pPr eaLnBrk="1" hangingPunct="1"/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33797" name="Slide Number Placeholder 3">
            <a:extLst>
              <a:ext uri="{FF2B5EF4-FFF2-40B4-BE49-F238E27FC236}">
                <a16:creationId xmlns:a16="http://schemas.microsoft.com/office/drawing/2014/main" id="{AF86CA47-03A3-1124-115F-D41EBA5E78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F957BDF6-4C65-E340-8CA6-CF39E9B3538D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Footer Placeholder 2">
            <a:extLst>
              <a:ext uri="{FF2B5EF4-FFF2-40B4-BE49-F238E27FC236}">
                <a16:creationId xmlns:a16="http://schemas.microsoft.com/office/drawing/2014/main" id="{8FABAAEB-329E-D5C3-31F4-03B83C9695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5842" name="Rectangle 2">
            <a:extLst>
              <a:ext uri="{FF2B5EF4-FFF2-40B4-BE49-F238E27FC236}">
                <a16:creationId xmlns:a16="http://schemas.microsoft.com/office/drawing/2014/main" id="{D9729007-CCF9-F48B-74A1-C8C98E65B0E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201613"/>
            <a:ext cx="7772400" cy="892175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A closer look at network structure: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C9CFA660-9B3B-1246-9502-6EAFCB972A63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7513" y="1381125"/>
            <a:ext cx="4203700" cy="1047750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</a:rPr>
              <a:t>network edge: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hosts: clients and servers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servers often in data centers</a:t>
            </a:r>
          </a:p>
          <a:p>
            <a:pPr lvl="1" eaLnBrk="1" hangingPunct="1">
              <a:buSzPct val="75000"/>
              <a:buFont typeface="Arial"/>
              <a:buChar char="•"/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0088" name="Rectangle 872">
            <a:extLst>
              <a:ext uri="{FF2B5EF4-FFF2-40B4-BE49-F238E27FC236}">
                <a16:creationId xmlns:a16="http://schemas.microsoft.com/office/drawing/2014/main" id="{57FBE92A-B1E2-3075-C068-1663150A4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3068638"/>
            <a:ext cx="4027488" cy="1414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95288" indent="-39528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000099"/>
              </a:buClr>
            </a:pPr>
            <a:r>
              <a:rPr lang="en-US" altLang="zh-CN" i="1">
                <a:solidFill>
                  <a:srgbClr val="CC0000"/>
                </a:solidFill>
              </a:rPr>
              <a:t>access networks, physical media:</a:t>
            </a:r>
            <a:r>
              <a:rPr lang="en-US" altLang="zh-CN"/>
              <a:t> wired, wireless communication links</a:t>
            </a:r>
            <a:r>
              <a:rPr lang="en-US" altLang="zh-CN">
                <a:solidFill>
                  <a:srgbClr val="FF0000"/>
                </a:solidFill>
              </a:rPr>
              <a:t> </a:t>
            </a:r>
            <a:endParaRPr lang="en-US" altLang="zh-CN" sz="2400"/>
          </a:p>
        </p:txBody>
      </p:sp>
      <p:sp>
        <p:nvSpPr>
          <p:cNvPr id="10089" name="Rectangle 873">
            <a:extLst>
              <a:ext uri="{FF2B5EF4-FFF2-40B4-BE49-F238E27FC236}">
                <a16:creationId xmlns:a16="http://schemas.microsoft.com/office/drawing/2014/main" id="{74F11DE3-4B65-9447-B976-3B3528493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" y="4784725"/>
            <a:ext cx="3810000" cy="1419225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95288" indent="-395288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network core: </a:t>
            </a:r>
          </a:p>
          <a:p>
            <a:pPr marL="628650" lvl="1" indent="-1778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interconnected routers</a:t>
            </a:r>
          </a:p>
          <a:p>
            <a:pPr marL="628650" lvl="1" indent="-1778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network of networks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Char char="q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35846" name="Picture 544" descr="underline_base">
            <a:extLst>
              <a:ext uri="{FF2B5EF4-FFF2-40B4-BE49-F238E27FC236}">
                <a16:creationId xmlns:a16="http://schemas.microsoft.com/office/drawing/2014/main" id="{7C2FCC2B-1E18-EB61-ABBB-E88A46B01E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778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7" name="Slide Number Placeholder 3">
            <a:extLst>
              <a:ext uri="{FF2B5EF4-FFF2-40B4-BE49-F238E27FC236}">
                <a16:creationId xmlns:a16="http://schemas.microsoft.com/office/drawing/2014/main" id="{71644D45-5499-8C1A-40A2-AA38AABE2D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45D9737E-9418-E644-A3B3-554E681AFA4B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35848" name="Group 621">
            <a:extLst>
              <a:ext uri="{FF2B5EF4-FFF2-40B4-BE49-F238E27FC236}">
                <a16:creationId xmlns:a16="http://schemas.microsoft.com/office/drawing/2014/main" id="{F8D72844-4B41-180C-EF53-DE429639ACEA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35849" name="Freeform 416">
              <a:extLst>
                <a:ext uri="{FF2B5EF4-FFF2-40B4-BE49-F238E27FC236}">
                  <a16:creationId xmlns:a16="http://schemas.microsoft.com/office/drawing/2014/main" id="{32DDCD87-6451-2BA3-A946-4FE7EC50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0" name="Freeform 415">
              <a:extLst>
                <a:ext uri="{FF2B5EF4-FFF2-40B4-BE49-F238E27FC236}">
                  <a16:creationId xmlns:a16="http://schemas.microsoft.com/office/drawing/2014/main" id="{91098359-0C21-E13F-DF60-9652EDB5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1" name="Freeform 665">
              <a:extLst>
                <a:ext uri="{FF2B5EF4-FFF2-40B4-BE49-F238E27FC236}">
                  <a16:creationId xmlns:a16="http://schemas.microsoft.com/office/drawing/2014/main" id="{A4D04CD5-9F1B-4B44-E7D5-07CFEA37A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852" name="Group 666">
              <a:extLst>
                <a:ext uri="{FF2B5EF4-FFF2-40B4-BE49-F238E27FC236}">
                  <a16:creationId xmlns:a16="http://schemas.microsoft.com/office/drawing/2014/main" id="{A0A04E70-6F3C-F97B-C4C7-91F58ABDFD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6459" name="Rectangle 667">
                <a:extLst>
                  <a:ext uri="{FF2B5EF4-FFF2-40B4-BE49-F238E27FC236}">
                    <a16:creationId xmlns:a16="http://schemas.microsoft.com/office/drawing/2014/main" id="{51F1DDF1-B684-AC0E-F5F7-870B8FA57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460" name="AutoShape 668">
                <a:extLst>
                  <a:ext uri="{FF2B5EF4-FFF2-40B4-BE49-F238E27FC236}">
                    <a16:creationId xmlns:a16="http://schemas.microsoft.com/office/drawing/2014/main" id="{F92EEC0F-43D2-7BB2-63B4-AEA3E3CC1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5853" name="Freeform 669">
              <a:extLst>
                <a:ext uri="{FF2B5EF4-FFF2-40B4-BE49-F238E27FC236}">
                  <a16:creationId xmlns:a16="http://schemas.microsoft.com/office/drawing/2014/main" id="{CDD164D9-2682-95B0-702C-F5FFE963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6 w 2032"/>
                <a:gd name="T1" fmla="*/ 2147483646 h 1049"/>
                <a:gd name="T2" fmla="*/ 2147483646 w 2032"/>
                <a:gd name="T3" fmla="*/ 2147483646 h 1049"/>
                <a:gd name="T4" fmla="*/ 2147483646 w 2032"/>
                <a:gd name="T5" fmla="*/ 2147483646 h 1049"/>
                <a:gd name="T6" fmla="*/ 2147483646 w 2032"/>
                <a:gd name="T7" fmla="*/ 2147483646 h 1049"/>
                <a:gd name="T8" fmla="*/ 2147483646 w 2032"/>
                <a:gd name="T9" fmla="*/ 2147483646 h 1049"/>
                <a:gd name="T10" fmla="*/ 2147483646 w 2032"/>
                <a:gd name="T11" fmla="*/ 2147483646 h 1049"/>
                <a:gd name="T12" fmla="*/ 2147483646 w 2032"/>
                <a:gd name="T13" fmla="*/ 2147483646 h 1049"/>
                <a:gd name="T14" fmla="*/ 2147483646 w 2032"/>
                <a:gd name="T15" fmla="*/ 2147483646 h 1049"/>
                <a:gd name="T16" fmla="*/ 2147483646 w 2032"/>
                <a:gd name="T17" fmla="*/ 2147483646 h 1049"/>
                <a:gd name="T18" fmla="*/ 2147483646 w 2032"/>
                <a:gd name="T19" fmla="*/ 2147483646 h 1049"/>
                <a:gd name="T20" fmla="*/ 2147483646 w 2032"/>
                <a:gd name="T21" fmla="*/ 2147483646 h 1049"/>
                <a:gd name="T22" fmla="*/ 2147483646 w 2032"/>
                <a:gd name="T23" fmla="*/ 2147483646 h 1049"/>
                <a:gd name="T24" fmla="*/ 2147483646 w 2032"/>
                <a:gd name="T25" fmla="*/ 2147483646 h 1049"/>
                <a:gd name="T26" fmla="*/ 2147483646 w 2032"/>
                <a:gd name="T27" fmla="*/ 2147483646 h 1049"/>
                <a:gd name="T28" fmla="*/ 2147483646 w 2032"/>
                <a:gd name="T29" fmla="*/ 2147483646 h 1049"/>
                <a:gd name="T30" fmla="*/ 2147483646 w 2032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4" name="Line 670">
              <a:extLst>
                <a:ext uri="{FF2B5EF4-FFF2-40B4-BE49-F238E27FC236}">
                  <a16:creationId xmlns:a16="http://schemas.microsoft.com/office/drawing/2014/main" id="{51814777-9D57-D4BD-C318-FC6C695F768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55" name="Line 671">
              <a:extLst>
                <a:ext uri="{FF2B5EF4-FFF2-40B4-BE49-F238E27FC236}">
                  <a16:creationId xmlns:a16="http://schemas.microsoft.com/office/drawing/2014/main" id="{66DB5A84-B73A-5D26-C949-A3004D8B05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56" name="Line 672">
              <a:extLst>
                <a:ext uri="{FF2B5EF4-FFF2-40B4-BE49-F238E27FC236}">
                  <a16:creationId xmlns:a16="http://schemas.microsoft.com/office/drawing/2014/main" id="{7349332E-4609-576D-EB1C-4E15306972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57" name="Line 674">
              <a:extLst>
                <a:ext uri="{FF2B5EF4-FFF2-40B4-BE49-F238E27FC236}">
                  <a16:creationId xmlns:a16="http://schemas.microsoft.com/office/drawing/2014/main" id="{3075B7A0-0055-B2FB-D270-52BC61E478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8" name="Line 675">
              <a:extLst>
                <a:ext uri="{FF2B5EF4-FFF2-40B4-BE49-F238E27FC236}">
                  <a16:creationId xmlns:a16="http://schemas.microsoft.com/office/drawing/2014/main" id="{A2EC55A3-F7ED-814E-B35D-CEE48AB30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9" name="Line 678">
              <a:extLst>
                <a:ext uri="{FF2B5EF4-FFF2-40B4-BE49-F238E27FC236}">
                  <a16:creationId xmlns:a16="http://schemas.microsoft.com/office/drawing/2014/main" id="{C3225A7B-4012-AC92-A810-05B4198C8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0" name="Line 679">
              <a:extLst>
                <a:ext uri="{FF2B5EF4-FFF2-40B4-BE49-F238E27FC236}">
                  <a16:creationId xmlns:a16="http://schemas.microsoft.com/office/drawing/2014/main" id="{0839601F-50B7-8D92-942F-4985990547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1" name="Line 680">
              <a:extLst>
                <a:ext uri="{FF2B5EF4-FFF2-40B4-BE49-F238E27FC236}">
                  <a16:creationId xmlns:a16="http://schemas.microsoft.com/office/drawing/2014/main" id="{688C0FD8-3495-3A3F-CA7A-F86CE01B6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2" name="Line 682">
              <a:extLst>
                <a:ext uri="{FF2B5EF4-FFF2-40B4-BE49-F238E27FC236}">
                  <a16:creationId xmlns:a16="http://schemas.microsoft.com/office/drawing/2014/main" id="{5A9F9BE4-0187-12C2-486B-DB9A56DA2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3" name="Line 683">
              <a:extLst>
                <a:ext uri="{FF2B5EF4-FFF2-40B4-BE49-F238E27FC236}">
                  <a16:creationId xmlns:a16="http://schemas.microsoft.com/office/drawing/2014/main" id="{A8DDA289-E92F-23BD-CC9C-B984E58CF7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864" name="Picture 684" descr="access_point_stylized_small">
              <a:extLst>
                <a:ext uri="{FF2B5EF4-FFF2-40B4-BE49-F238E27FC236}">
                  <a16:creationId xmlns:a16="http://schemas.microsoft.com/office/drawing/2014/main" id="{B2899094-9E66-52DE-F16C-88FB5BBB67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5" name="Line 685">
              <a:extLst>
                <a:ext uri="{FF2B5EF4-FFF2-40B4-BE49-F238E27FC236}">
                  <a16:creationId xmlns:a16="http://schemas.microsoft.com/office/drawing/2014/main" id="{0208EE76-39EC-987F-2FF4-7D2FB998E6C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66" name="Line 686">
              <a:extLst>
                <a:ext uri="{FF2B5EF4-FFF2-40B4-BE49-F238E27FC236}">
                  <a16:creationId xmlns:a16="http://schemas.microsoft.com/office/drawing/2014/main" id="{660B09EF-E7BF-009A-5F8E-41974918F2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867" name="Picture 708" descr="access_point_stylized_small">
              <a:extLst>
                <a:ext uri="{FF2B5EF4-FFF2-40B4-BE49-F238E27FC236}">
                  <a16:creationId xmlns:a16="http://schemas.microsoft.com/office/drawing/2014/main" id="{EEA75A16-8E33-162F-0AA9-B84BB467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8" name="Line 711">
              <a:extLst>
                <a:ext uri="{FF2B5EF4-FFF2-40B4-BE49-F238E27FC236}">
                  <a16:creationId xmlns:a16="http://schemas.microsoft.com/office/drawing/2014/main" id="{813AB8FE-184A-F0D0-BD1C-2BA123E67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9" name="Line 712">
              <a:extLst>
                <a:ext uri="{FF2B5EF4-FFF2-40B4-BE49-F238E27FC236}">
                  <a16:creationId xmlns:a16="http://schemas.microsoft.com/office/drawing/2014/main" id="{1B9494B2-7C4B-F037-8D04-173ADA4B4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0" name="Line 713">
              <a:extLst>
                <a:ext uri="{FF2B5EF4-FFF2-40B4-BE49-F238E27FC236}">
                  <a16:creationId xmlns:a16="http://schemas.microsoft.com/office/drawing/2014/main" id="{34AC0739-0845-7F58-C9DD-3726C090A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1" name="Line 714">
              <a:extLst>
                <a:ext uri="{FF2B5EF4-FFF2-40B4-BE49-F238E27FC236}">
                  <a16:creationId xmlns:a16="http://schemas.microsoft.com/office/drawing/2014/main" id="{0070ADB9-DCFB-335D-5C20-C528E9D436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2" name="Line 715">
              <a:extLst>
                <a:ext uri="{FF2B5EF4-FFF2-40B4-BE49-F238E27FC236}">
                  <a16:creationId xmlns:a16="http://schemas.microsoft.com/office/drawing/2014/main" id="{9AC6BF7D-7AAC-D2F3-C7DA-475A449B0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3" name="Line 716">
              <a:extLst>
                <a:ext uri="{FF2B5EF4-FFF2-40B4-BE49-F238E27FC236}">
                  <a16:creationId xmlns:a16="http://schemas.microsoft.com/office/drawing/2014/main" id="{B06795B5-76F1-12DB-5319-6B692BDC5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4" name="Line 717">
              <a:extLst>
                <a:ext uri="{FF2B5EF4-FFF2-40B4-BE49-F238E27FC236}">
                  <a16:creationId xmlns:a16="http://schemas.microsoft.com/office/drawing/2014/main" id="{E8740F51-C9DA-9E03-F563-FB3C83AD8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5" name="Line 718">
              <a:extLst>
                <a:ext uri="{FF2B5EF4-FFF2-40B4-BE49-F238E27FC236}">
                  <a16:creationId xmlns:a16="http://schemas.microsoft.com/office/drawing/2014/main" id="{5BC9AAA7-457B-8AF2-EB62-45B0D013BA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6" name="Line 719">
              <a:extLst>
                <a:ext uri="{FF2B5EF4-FFF2-40B4-BE49-F238E27FC236}">
                  <a16:creationId xmlns:a16="http://schemas.microsoft.com/office/drawing/2014/main" id="{F7D30C3B-9316-2C66-E437-CFA427FF80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7" name="Line 720">
              <a:extLst>
                <a:ext uri="{FF2B5EF4-FFF2-40B4-BE49-F238E27FC236}">
                  <a16:creationId xmlns:a16="http://schemas.microsoft.com/office/drawing/2014/main" id="{7123F4C2-02D6-C410-0A9B-AB8A8F8973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8" name="Line 721">
              <a:extLst>
                <a:ext uri="{FF2B5EF4-FFF2-40B4-BE49-F238E27FC236}">
                  <a16:creationId xmlns:a16="http://schemas.microsoft.com/office/drawing/2014/main" id="{5A6CD9BF-1E81-69BB-D730-8AF9DAED9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9" name="Line 722">
              <a:extLst>
                <a:ext uri="{FF2B5EF4-FFF2-40B4-BE49-F238E27FC236}">
                  <a16:creationId xmlns:a16="http://schemas.microsoft.com/office/drawing/2014/main" id="{E8D51529-74C5-3F14-2309-BBD71066E8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0" name="Line 723">
              <a:extLst>
                <a:ext uri="{FF2B5EF4-FFF2-40B4-BE49-F238E27FC236}">
                  <a16:creationId xmlns:a16="http://schemas.microsoft.com/office/drawing/2014/main" id="{98B61D8E-AEB9-BF6D-771A-1B11CBB1B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1" name="Line 724">
              <a:extLst>
                <a:ext uri="{FF2B5EF4-FFF2-40B4-BE49-F238E27FC236}">
                  <a16:creationId xmlns:a16="http://schemas.microsoft.com/office/drawing/2014/main" id="{B55C73A9-7A81-F33A-3676-3AFC22592A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2" name="Line 725">
              <a:extLst>
                <a:ext uri="{FF2B5EF4-FFF2-40B4-BE49-F238E27FC236}">
                  <a16:creationId xmlns:a16="http://schemas.microsoft.com/office/drawing/2014/main" id="{7B80A91E-F17B-AB1E-40F5-A88040F14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3" name="Line 726">
              <a:extLst>
                <a:ext uri="{FF2B5EF4-FFF2-40B4-BE49-F238E27FC236}">
                  <a16:creationId xmlns:a16="http://schemas.microsoft.com/office/drawing/2014/main" id="{CF557177-A86E-9D0F-DC6E-8B9A6318E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4" name="Line 727">
              <a:extLst>
                <a:ext uri="{FF2B5EF4-FFF2-40B4-BE49-F238E27FC236}">
                  <a16:creationId xmlns:a16="http://schemas.microsoft.com/office/drawing/2014/main" id="{C367248E-10A0-2E9F-AF8A-2A00D676C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5" name="Line 728">
              <a:extLst>
                <a:ext uri="{FF2B5EF4-FFF2-40B4-BE49-F238E27FC236}">
                  <a16:creationId xmlns:a16="http://schemas.microsoft.com/office/drawing/2014/main" id="{8731649F-ADB8-AF22-3C21-386593A368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6" name="Oval 407">
              <a:extLst>
                <a:ext uri="{FF2B5EF4-FFF2-40B4-BE49-F238E27FC236}">
                  <a16:creationId xmlns:a16="http://schemas.microsoft.com/office/drawing/2014/main" id="{5F8B677F-851E-810F-9F9A-F930E8FE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5887" name="Rectangle 410">
              <a:extLst>
                <a:ext uri="{FF2B5EF4-FFF2-40B4-BE49-F238E27FC236}">
                  <a16:creationId xmlns:a16="http://schemas.microsoft.com/office/drawing/2014/main" id="{1A04D746-CEC7-2205-3145-DB363F684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5888" name="Oval 411">
              <a:extLst>
                <a:ext uri="{FF2B5EF4-FFF2-40B4-BE49-F238E27FC236}">
                  <a16:creationId xmlns:a16="http://schemas.microsoft.com/office/drawing/2014/main" id="{A1FC3279-722B-9669-2F99-EFF0DA2D3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5889" name="Group 732">
              <a:extLst>
                <a:ext uri="{FF2B5EF4-FFF2-40B4-BE49-F238E27FC236}">
                  <a16:creationId xmlns:a16="http://schemas.microsoft.com/office/drawing/2014/main" id="{5CECC292-23C3-D6AE-B93E-3DB9960F3D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6457" name="Freeform 733">
                <a:extLst>
                  <a:ext uri="{FF2B5EF4-FFF2-40B4-BE49-F238E27FC236}">
                    <a16:creationId xmlns:a16="http://schemas.microsoft.com/office/drawing/2014/main" id="{2B3CA744-ABDA-5F0D-5084-A82386EBD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58" name="Freeform 734">
                <a:extLst>
                  <a:ext uri="{FF2B5EF4-FFF2-40B4-BE49-F238E27FC236}">
                    <a16:creationId xmlns:a16="http://schemas.microsoft.com/office/drawing/2014/main" id="{165C8E02-9815-5CF7-3FD1-40D11EF86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890" name="Line 735">
              <a:extLst>
                <a:ext uri="{FF2B5EF4-FFF2-40B4-BE49-F238E27FC236}">
                  <a16:creationId xmlns:a16="http://schemas.microsoft.com/office/drawing/2014/main" id="{654AD07F-CD5F-16E8-3424-76D8C78C75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1" name="Line 736">
              <a:extLst>
                <a:ext uri="{FF2B5EF4-FFF2-40B4-BE49-F238E27FC236}">
                  <a16:creationId xmlns:a16="http://schemas.microsoft.com/office/drawing/2014/main" id="{93941EB2-6980-0873-2C2E-3C20C0271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892" name="Group 737">
              <a:extLst>
                <a:ext uri="{FF2B5EF4-FFF2-40B4-BE49-F238E27FC236}">
                  <a16:creationId xmlns:a16="http://schemas.microsoft.com/office/drawing/2014/main" id="{31A156AC-09FA-F78E-56DE-92F7275BAC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6449" name="Oval 407">
                <a:extLst>
                  <a:ext uri="{FF2B5EF4-FFF2-40B4-BE49-F238E27FC236}">
                    <a16:creationId xmlns:a16="http://schemas.microsoft.com/office/drawing/2014/main" id="{9616830F-B264-9875-9DE5-540428996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50" name="Rectangle 410">
                <a:extLst>
                  <a:ext uri="{FF2B5EF4-FFF2-40B4-BE49-F238E27FC236}">
                    <a16:creationId xmlns:a16="http://schemas.microsoft.com/office/drawing/2014/main" id="{E2F4324B-6E5E-079C-48A6-F2769AA9C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51" name="Oval 411">
                <a:extLst>
                  <a:ext uri="{FF2B5EF4-FFF2-40B4-BE49-F238E27FC236}">
                    <a16:creationId xmlns:a16="http://schemas.microsoft.com/office/drawing/2014/main" id="{EFCC91AA-B00D-0F82-A954-B6AD4B78B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52" name="Group 741">
                <a:extLst>
                  <a:ext uri="{FF2B5EF4-FFF2-40B4-BE49-F238E27FC236}">
                    <a16:creationId xmlns:a16="http://schemas.microsoft.com/office/drawing/2014/main" id="{0E08C7B9-68D9-8320-CE41-460D1C59B9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55" name="Freeform 742">
                  <a:extLst>
                    <a:ext uri="{FF2B5EF4-FFF2-40B4-BE49-F238E27FC236}">
                      <a16:creationId xmlns:a16="http://schemas.microsoft.com/office/drawing/2014/main" id="{4596F39A-D629-715E-C006-5DEF25484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56" name="Freeform 743">
                  <a:extLst>
                    <a:ext uri="{FF2B5EF4-FFF2-40B4-BE49-F238E27FC236}">
                      <a16:creationId xmlns:a16="http://schemas.microsoft.com/office/drawing/2014/main" id="{BCD3645C-CC50-C600-F2D1-D3CD72B51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53" name="Line 744">
                <a:extLst>
                  <a:ext uri="{FF2B5EF4-FFF2-40B4-BE49-F238E27FC236}">
                    <a16:creationId xmlns:a16="http://schemas.microsoft.com/office/drawing/2014/main" id="{6E5A6B50-D102-E046-84EE-7EF1408BE3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54" name="Line 745">
                <a:extLst>
                  <a:ext uri="{FF2B5EF4-FFF2-40B4-BE49-F238E27FC236}">
                    <a16:creationId xmlns:a16="http://schemas.microsoft.com/office/drawing/2014/main" id="{923F88E7-B422-2CCD-67F8-402316086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893" name="Group 746">
              <a:extLst>
                <a:ext uri="{FF2B5EF4-FFF2-40B4-BE49-F238E27FC236}">
                  <a16:creationId xmlns:a16="http://schemas.microsoft.com/office/drawing/2014/main" id="{130EC8C0-1D22-1EB8-C11F-AB0A606B24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6441" name="Oval 407">
                <a:extLst>
                  <a:ext uri="{FF2B5EF4-FFF2-40B4-BE49-F238E27FC236}">
                    <a16:creationId xmlns:a16="http://schemas.microsoft.com/office/drawing/2014/main" id="{08704B95-5A7B-55FE-958F-D419B68B3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42" name="Rectangle 410">
                <a:extLst>
                  <a:ext uri="{FF2B5EF4-FFF2-40B4-BE49-F238E27FC236}">
                    <a16:creationId xmlns:a16="http://schemas.microsoft.com/office/drawing/2014/main" id="{B2DFF2FB-54CA-AC44-0C6E-4E5D2A5AE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43" name="Oval 411">
                <a:extLst>
                  <a:ext uri="{FF2B5EF4-FFF2-40B4-BE49-F238E27FC236}">
                    <a16:creationId xmlns:a16="http://schemas.microsoft.com/office/drawing/2014/main" id="{2D3C43E7-0B62-41FD-DDCA-107E05DB2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44" name="Group 750">
                <a:extLst>
                  <a:ext uri="{FF2B5EF4-FFF2-40B4-BE49-F238E27FC236}">
                    <a16:creationId xmlns:a16="http://schemas.microsoft.com/office/drawing/2014/main" id="{8E5F571C-DA2B-6A19-35B9-E253F3A53D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47" name="Freeform 751">
                  <a:extLst>
                    <a:ext uri="{FF2B5EF4-FFF2-40B4-BE49-F238E27FC236}">
                      <a16:creationId xmlns:a16="http://schemas.microsoft.com/office/drawing/2014/main" id="{AF1F1CC4-1630-2E84-3B2B-19830F271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48" name="Freeform 752">
                  <a:extLst>
                    <a:ext uri="{FF2B5EF4-FFF2-40B4-BE49-F238E27FC236}">
                      <a16:creationId xmlns:a16="http://schemas.microsoft.com/office/drawing/2014/main" id="{CB9BB9ED-5086-A3FE-5ABF-FA65E5C633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45" name="Line 753">
                <a:extLst>
                  <a:ext uri="{FF2B5EF4-FFF2-40B4-BE49-F238E27FC236}">
                    <a16:creationId xmlns:a16="http://schemas.microsoft.com/office/drawing/2014/main" id="{95AB5189-3E33-9BA5-0FB1-15A9295B3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46" name="Line 754">
                <a:extLst>
                  <a:ext uri="{FF2B5EF4-FFF2-40B4-BE49-F238E27FC236}">
                    <a16:creationId xmlns:a16="http://schemas.microsoft.com/office/drawing/2014/main" id="{DB7BAEB4-E5C9-67BB-2F97-DD0016D4E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894" name="Group 764">
              <a:extLst>
                <a:ext uri="{FF2B5EF4-FFF2-40B4-BE49-F238E27FC236}">
                  <a16:creationId xmlns:a16="http://schemas.microsoft.com/office/drawing/2014/main" id="{7D8E959D-1B69-7E96-0E76-95C42E3A2E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6433" name="Oval 407">
                <a:extLst>
                  <a:ext uri="{FF2B5EF4-FFF2-40B4-BE49-F238E27FC236}">
                    <a16:creationId xmlns:a16="http://schemas.microsoft.com/office/drawing/2014/main" id="{B372EE14-ABC6-196E-5CBC-85B00F0AC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34" name="Rectangle 410">
                <a:extLst>
                  <a:ext uri="{FF2B5EF4-FFF2-40B4-BE49-F238E27FC236}">
                    <a16:creationId xmlns:a16="http://schemas.microsoft.com/office/drawing/2014/main" id="{9D84FCDD-0A46-BD35-CAE7-D9C5E3B49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35" name="Oval 411">
                <a:extLst>
                  <a:ext uri="{FF2B5EF4-FFF2-40B4-BE49-F238E27FC236}">
                    <a16:creationId xmlns:a16="http://schemas.microsoft.com/office/drawing/2014/main" id="{7529AB15-214B-0F35-AEF9-6C455D273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36" name="Group 768">
                <a:extLst>
                  <a:ext uri="{FF2B5EF4-FFF2-40B4-BE49-F238E27FC236}">
                    <a16:creationId xmlns:a16="http://schemas.microsoft.com/office/drawing/2014/main" id="{7A2D5CAD-82BD-6974-74A3-26B1A84EEB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9" name="Freeform 769">
                  <a:extLst>
                    <a:ext uri="{FF2B5EF4-FFF2-40B4-BE49-F238E27FC236}">
                      <a16:creationId xmlns:a16="http://schemas.microsoft.com/office/drawing/2014/main" id="{D5DDE920-17BB-4270-5606-6A992E1D8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40" name="Freeform 770">
                  <a:extLst>
                    <a:ext uri="{FF2B5EF4-FFF2-40B4-BE49-F238E27FC236}">
                      <a16:creationId xmlns:a16="http://schemas.microsoft.com/office/drawing/2014/main" id="{BA754075-14E9-07CD-3876-8960D3D1BD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37" name="Line 771">
                <a:extLst>
                  <a:ext uri="{FF2B5EF4-FFF2-40B4-BE49-F238E27FC236}">
                    <a16:creationId xmlns:a16="http://schemas.microsoft.com/office/drawing/2014/main" id="{D0497238-B8D1-4DCB-E827-A13C11B57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38" name="Line 772">
                <a:extLst>
                  <a:ext uri="{FF2B5EF4-FFF2-40B4-BE49-F238E27FC236}">
                    <a16:creationId xmlns:a16="http://schemas.microsoft.com/office/drawing/2014/main" id="{7DF93E6A-9F44-F1BC-4BDA-57F2EC4251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895" name="Line 782">
              <a:extLst>
                <a:ext uri="{FF2B5EF4-FFF2-40B4-BE49-F238E27FC236}">
                  <a16:creationId xmlns:a16="http://schemas.microsoft.com/office/drawing/2014/main" id="{CE46F2BE-F477-0A70-783A-15EB990F8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896" name="Group 801">
              <a:extLst>
                <a:ext uri="{FF2B5EF4-FFF2-40B4-BE49-F238E27FC236}">
                  <a16:creationId xmlns:a16="http://schemas.microsoft.com/office/drawing/2014/main" id="{78042EE3-8A36-00CE-6DF0-8CEF08B67F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6425" name="Oval 407">
                <a:extLst>
                  <a:ext uri="{FF2B5EF4-FFF2-40B4-BE49-F238E27FC236}">
                    <a16:creationId xmlns:a16="http://schemas.microsoft.com/office/drawing/2014/main" id="{494AAA91-A4EC-4E2D-7946-8AF06705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26" name="Rectangle 410">
                <a:extLst>
                  <a:ext uri="{FF2B5EF4-FFF2-40B4-BE49-F238E27FC236}">
                    <a16:creationId xmlns:a16="http://schemas.microsoft.com/office/drawing/2014/main" id="{908680C2-12B9-15DF-A284-7DD828233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27" name="Oval 411">
                <a:extLst>
                  <a:ext uri="{FF2B5EF4-FFF2-40B4-BE49-F238E27FC236}">
                    <a16:creationId xmlns:a16="http://schemas.microsoft.com/office/drawing/2014/main" id="{505C9145-0998-F45F-C47D-464F7BF01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28" name="Group 805">
                <a:extLst>
                  <a:ext uri="{FF2B5EF4-FFF2-40B4-BE49-F238E27FC236}">
                    <a16:creationId xmlns:a16="http://schemas.microsoft.com/office/drawing/2014/main" id="{7FE2C796-77E4-1C3F-8E15-E8662DCAD7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1" name="Freeform 806">
                  <a:extLst>
                    <a:ext uri="{FF2B5EF4-FFF2-40B4-BE49-F238E27FC236}">
                      <a16:creationId xmlns:a16="http://schemas.microsoft.com/office/drawing/2014/main" id="{BE682466-D9D5-0433-012B-2AE60843F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32" name="Freeform 807">
                  <a:extLst>
                    <a:ext uri="{FF2B5EF4-FFF2-40B4-BE49-F238E27FC236}">
                      <a16:creationId xmlns:a16="http://schemas.microsoft.com/office/drawing/2014/main" id="{7D037B6A-88BF-6596-736A-6593264B97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29" name="Line 808">
                <a:extLst>
                  <a:ext uri="{FF2B5EF4-FFF2-40B4-BE49-F238E27FC236}">
                    <a16:creationId xmlns:a16="http://schemas.microsoft.com/office/drawing/2014/main" id="{9BB7EE0C-4746-E1BC-D065-D072892D4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30" name="Line 809">
                <a:extLst>
                  <a:ext uri="{FF2B5EF4-FFF2-40B4-BE49-F238E27FC236}">
                    <a16:creationId xmlns:a16="http://schemas.microsoft.com/office/drawing/2014/main" id="{9339294F-97AA-D25D-E15D-D7EE8E657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897" name="Group 810">
              <a:extLst>
                <a:ext uri="{FF2B5EF4-FFF2-40B4-BE49-F238E27FC236}">
                  <a16:creationId xmlns:a16="http://schemas.microsoft.com/office/drawing/2014/main" id="{133C3B27-CC03-AFDC-9A65-5B95C31F5A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6417" name="Oval 407">
                <a:extLst>
                  <a:ext uri="{FF2B5EF4-FFF2-40B4-BE49-F238E27FC236}">
                    <a16:creationId xmlns:a16="http://schemas.microsoft.com/office/drawing/2014/main" id="{38001E96-23CD-FD31-5920-8E102BED0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8" name="Rectangle 410">
                <a:extLst>
                  <a:ext uri="{FF2B5EF4-FFF2-40B4-BE49-F238E27FC236}">
                    <a16:creationId xmlns:a16="http://schemas.microsoft.com/office/drawing/2014/main" id="{16DCD63B-0BAD-B406-E8E1-2084CE465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9" name="Oval 411">
                <a:extLst>
                  <a:ext uri="{FF2B5EF4-FFF2-40B4-BE49-F238E27FC236}">
                    <a16:creationId xmlns:a16="http://schemas.microsoft.com/office/drawing/2014/main" id="{440CC5FB-8FC9-5C02-6717-11D61D720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20" name="Group 814">
                <a:extLst>
                  <a:ext uri="{FF2B5EF4-FFF2-40B4-BE49-F238E27FC236}">
                    <a16:creationId xmlns:a16="http://schemas.microsoft.com/office/drawing/2014/main" id="{120F83FA-3D05-69C5-2486-3DB991FA0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23" name="Freeform 815">
                  <a:extLst>
                    <a:ext uri="{FF2B5EF4-FFF2-40B4-BE49-F238E27FC236}">
                      <a16:creationId xmlns:a16="http://schemas.microsoft.com/office/drawing/2014/main" id="{FCA825BC-51D0-0129-F638-DF1F584D8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24" name="Freeform 816">
                  <a:extLst>
                    <a:ext uri="{FF2B5EF4-FFF2-40B4-BE49-F238E27FC236}">
                      <a16:creationId xmlns:a16="http://schemas.microsoft.com/office/drawing/2014/main" id="{81BF9EB4-D8FA-F2A8-99E2-AC5CCFE81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21" name="Line 817">
                <a:extLst>
                  <a:ext uri="{FF2B5EF4-FFF2-40B4-BE49-F238E27FC236}">
                    <a16:creationId xmlns:a16="http://schemas.microsoft.com/office/drawing/2014/main" id="{FCB6DC35-07C2-4C1B-6329-2A95122D4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22" name="Line 818">
                <a:extLst>
                  <a:ext uri="{FF2B5EF4-FFF2-40B4-BE49-F238E27FC236}">
                    <a16:creationId xmlns:a16="http://schemas.microsoft.com/office/drawing/2014/main" id="{458FC693-2654-CC5E-5D96-5D2A812E03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898" name="Group 819">
              <a:extLst>
                <a:ext uri="{FF2B5EF4-FFF2-40B4-BE49-F238E27FC236}">
                  <a16:creationId xmlns:a16="http://schemas.microsoft.com/office/drawing/2014/main" id="{74F7EC09-E7F9-05C2-2C42-D992D3AEBC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6409" name="Oval 407">
                <a:extLst>
                  <a:ext uri="{FF2B5EF4-FFF2-40B4-BE49-F238E27FC236}">
                    <a16:creationId xmlns:a16="http://schemas.microsoft.com/office/drawing/2014/main" id="{116BD588-FB86-F652-C34A-19996997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0" name="Rectangle 410">
                <a:extLst>
                  <a:ext uri="{FF2B5EF4-FFF2-40B4-BE49-F238E27FC236}">
                    <a16:creationId xmlns:a16="http://schemas.microsoft.com/office/drawing/2014/main" id="{69D4574E-B481-4538-D60B-820F4D4DD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1" name="Oval 411">
                <a:extLst>
                  <a:ext uri="{FF2B5EF4-FFF2-40B4-BE49-F238E27FC236}">
                    <a16:creationId xmlns:a16="http://schemas.microsoft.com/office/drawing/2014/main" id="{0D909D2C-E218-95C9-886C-16A74F40C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12" name="Group 823">
                <a:extLst>
                  <a:ext uri="{FF2B5EF4-FFF2-40B4-BE49-F238E27FC236}">
                    <a16:creationId xmlns:a16="http://schemas.microsoft.com/office/drawing/2014/main" id="{D0D81B01-7A27-F14B-0979-2FAEB4F70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15" name="Freeform 824">
                  <a:extLst>
                    <a:ext uri="{FF2B5EF4-FFF2-40B4-BE49-F238E27FC236}">
                      <a16:creationId xmlns:a16="http://schemas.microsoft.com/office/drawing/2014/main" id="{2AAF540E-0EA4-CC61-E8FF-7F4D6AFB5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16" name="Freeform 825">
                  <a:extLst>
                    <a:ext uri="{FF2B5EF4-FFF2-40B4-BE49-F238E27FC236}">
                      <a16:creationId xmlns:a16="http://schemas.microsoft.com/office/drawing/2014/main" id="{58215506-0E23-04B5-D480-037B3E57D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13" name="Line 826">
                <a:extLst>
                  <a:ext uri="{FF2B5EF4-FFF2-40B4-BE49-F238E27FC236}">
                    <a16:creationId xmlns:a16="http://schemas.microsoft.com/office/drawing/2014/main" id="{FD1BDC7E-3B19-531F-AC8D-4F9968633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14" name="Line 827">
                <a:extLst>
                  <a:ext uri="{FF2B5EF4-FFF2-40B4-BE49-F238E27FC236}">
                    <a16:creationId xmlns:a16="http://schemas.microsoft.com/office/drawing/2014/main" id="{B4025645-8600-CF71-685F-E59601F4E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899" name="Group 828">
              <a:extLst>
                <a:ext uri="{FF2B5EF4-FFF2-40B4-BE49-F238E27FC236}">
                  <a16:creationId xmlns:a16="http://schemas.microsoft.com/office/drawing/2014/main" id="{75E5F3F5-FAA8-F465-B749-244484C04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6401" name="Oval 407">
                <a:extLst>
                  <a:ext uri="{FF2B5EF4-FFF2-40B4-BE49-F238E27FC236}">
                    <a16:creationId xmlns:a16="http://schemas.microsoft.com/office/drawing/2014/main" id="{2122D093-A509-D13F-B522-5515B1642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02" name="Rectangle 410">
                <a:extLst>
                  <a:ext uri="{FF2B5EF4-FFF2-40B4-BE49-F238E27FC236}">
                    <a16:creationId xmlns:a16="http://schemas.microsoft.com/office/drawing/2014/main" id="{9DFEE9D3-F487-AA84-9E85-628CD42DC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03" name="Oval 411">
                <a:extLst>
                  <a:ext uri="{FF2B5EF4-FFF2-40B4-BE49-F238E27FC236}">
                    <a16:creationId xmlns:a16="http://schemas.microsoft.com/office/drawing/2014/main" id="{C3E78586-D911-B0B7-75B6-94DF59F6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04" name="Group 832">
                <a:extLst>
                  <a:ext uri="{FF2B5EF4-FFF2-40B4-BE49-F238E27FC236}">
                    <a16:creationId xmlns:a16="http://schemas.microsoft.com/office/drawing/2014/main" id="{672177F7-D1B9-9818-5137-D745F4DEBC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07" name="Freeform 833">
                  <a:extLst>
                    <a:ext uri="{FF2B5EF4-FFF2-40B4-BE49-F238E27FC236}">
                      <a16:creationId xmlns:a16="http://schemas.microsoft.com/office/drawing/2014/main" id="{3894A26F-BEAE-DFF9-1D56-FEF8CF5848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08" name="Freeform 834">
                  <a:extLst>
                    <a:ext uri="{FF2B5EF4-FFF2-40B4-BE49-F238E27FC236}">
                      <a16:creationId xmlns:a16="http://schemas.microsoft.com/office/drawing/2014/main" id="{B09DF2BA-114D-7AF2-50A7-558E80432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405" name="Line 835">
                <a:extLst>
                  <a:ext uri="{FF2B5EF4-FFF2-40B4-BE49-F238E27FC236}">
                    <a16:creationId xmlns:a16="http://schemas.microsoft.com/office/drawing/2014/main" id="{30C8FBA5-F3E1-0F49-C214-05B307239B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06" name="Line 836">
                <a:extLst>
                  <a:ext uri="{FF2B5EF4-FFF2-40B4-BE49-F238E27FC236}">
                    <a16:creationId xmlns:a16="http://schemas.microsoft.com/office/drawing/2014/main" id="{4F0DC766-047F-1E64-DCEC-84B5837C3C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00" name="Group 846">
              <a:extLst>
                <a:ext uri="{FF2B5EF4-FFF2-40B4-BE49-F238E27FC236}">
                  <a16:creationId xmlns:a16="http://schemas.microsoft.com/office/drawing/2014/main" id="{F79A7BF8-0BDE-A1FE-DAB2-FE030FCA5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6385" name="Line 270">
                <a:extLst>
                  <a:ext uri="{FF2B5EF4-FFF2-40B4-BE49-F238E27FC236}">
                    <a16:creationId xmlns:a16="http://schemas.microsoft.com/office/drawing/2014/main" id="{8C13F047-C4C5-58E5-898F-22539A444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86" name="Line 271">
                <a:extLst>
                  <a:ext uri="{FF2B5EF4-FFF2-40B4-BE49-F238E27FC236}">
                    <a16:creationId xmlns:a16="http://schemas.microsoft.com/office/drawing/2014/main" id="{53FB5326-F934-184C-D977-DA4FD3E3BF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87" name="Line 272">
                <a:extLst>
                  <a:ext uri="{FF2B5EF4-FFF2-40B4-BE49-F238E27FC236}">
                    <a16:creationId xmlns:a16="http://schemas.microsoft.com/office/drawing/2014/main" id="{EF673295-E1BC-D992-96F1-94361EF98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88" name="Line 273">
                <a:extLst>
                  <a:ext uri="{FF2B5EF4-FFF2-40B4-BE49-F238E27FC236}">
                    <a16:creationId xmlns:a16="http://schemas.microsoft.com/office/drawing/2014/main" id="{52F97E0E-4749-FF87-B1B7-C9EB2417E1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89" name="Line 274">
                <a:extLst>
                  <a:ext uri="{FF2B5EF4-FFF2-40B4-BE49-F238E27FC236}">
                    <a16:creationId xmlns:a16="http://schemas.microsoft.com/office/drawing/2014/main" id="{365AF9A0-CB99-1AC4-405E-E2B124DE2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0" name="Line 275">
                <a:extLst>
                  <a:ext uri="{FF2B5EF4-FFF2-40B4-BE49-F238E27FC236}">
                    <a16:creationId xmlns:a16="http://schemas.microsoft.com/office/drawing/2014/main" id="{EF736740-AB65-28C4-AEB7-7976F5C04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1" name="Line 276">
                <a:extLst>
                  <a:ext uri="{FF2B5EF4-FFF2-40B4-BE49-F238E27FC236}">
                    <a16:creationId xmlns:a16="http://schemas.microsoft.com/office/drawing/2014/main" id="{DA2B95A6-657D-D67B-715F-90CD3606E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2" name="Line 277">
                <a:extLst>
                  <a:ext uri="{FF2B5EF4-FFF2-40B4-BE49-F238E27FC236}">
                    <a16:creationId xmlns:a16="http://schemas.microsoft.com/office/drawing/2014/main" id="{9C7F5087-6B70-A9D2-7F2D-3566B5A744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3" name="Line 278">
                <a:extLst>
                  <a:ext uri="{FF2B5EF4-FFF2-40B4-BE49-F238E27FC236}">
                    <a16:creationId xmlns:a16="http://schemas.microsoft.com/office/drawing/2014/main" id="{AF282E3A-FB12-0054-7296-78A1E5A398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4" name="Line 279">
                <a:extLst>
                  <a:ext uri="{FF2B5EF4-FFF2-40B4-BE49-F238E27FC236}">
                    <a16:creationId xmlns:a16="http://schemas.microsoft.com/office/drawing/2014/main" id="{AA8AD16F-521A-729A-4026-F026DD5A2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5" name="Line 280">
                <a:extLst>
                  <a:ext uri="{FF2B5EF4-FFF2-40B4-BE49-F238E27FC236}">
                    <a16:creationId xmlns:a16="http://schemas.microsoft.com/office/drawing/2014/main" id="{6EEE9FDB-A0F5-0006-FCEB-337C89D30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6" name="Line 281">
                <a:extLst>
                  <a:ext uri="{FF2B5EF4-FFF2-40B4-BE49-F238E27FC236}">
                    <a16:creationId xmlns:a16="http://schemas.microsoft.com/office/drawing/2014/main" id="{60B58AF3-1FD5-7900-CFB8-F0E3B280E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7" name="Line 282">
                <a:extLst>
                  <a:ext uri="{FF2B5EF4-FFF2-40B4-BE49-F238E27FC236}">
                    <a16:creationId xmlns:a16="http://schemas.microsoft.com/office/drawing/2014/main" id="{FF5B29DE-78A6-A8E7-85E7-320E0C858B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8" name="Line 283">
                <a:extLst>
                  <a:ext uri="{FF2B5EF4-FFF2-40B4-BE49-F238E27FC236}">
                    <a16:creationId xmlns:a16="http://schemas.microsoft.com/office/drawing/2014/main" id="{55A1AB93-9DF3-1C83-EA43-BCC8C8FA7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399" name="Line 284">
                <a:extLst>
                  <a:ext uri="{FF2B5EF4-FFF2-40B4-BE49-F238E27FC236}">
                    <a16:creationId xmlns:a16="http://schemas.microsoft.com/office/drawing/2014/main" id="{42E21847-B5B2-E93C-9F51-5F48D933B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6400" name="Oval 862">
                <a:extLst>
                  <a:ext uri="{FF2B5EF4-FFF2-40B4-BE49-F238E27FC236}">
                    <a16:creationId xmlns:a16="http://schemas.microsoft.com/office/drawing/2014/main" id="{B7D476D0-AB28-D07C-D609-F60B7EAAD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35901" name="Picture 915" descr="access_point_stylized_small">
              <a:extLst>
                <a:ext uri="{FF2B5EF4-FFF2-40B4-BE49-F238E27FC236}">
                  <a16:creationId xmlns:a16="http://schemas.microsoft.com/office/drawing/2014/main" id="{5E66CEA4-9C89-493A-F6CA-06DA1A9859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02" name="Line 918">
              <a:extLst>
                <a:ext uri="{FF2B5EF4-FFF2-40B4-BE49-F238E27FC236}">
                  <a16:creationId xmlns:a16="http://schemas.microsoft.com/office/drawing/2014/main" id="{6BDF2703-E7E4-E802-A312-AB0B736C9D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5903" name="Group 919">
              <a:extLst>
                <a:ext uri="{FF2B5EF4-FFF2-40B4-BE49-F238E27FC236}">
                  <a16:creationId xmlns:a16="http://schemas.microsoft.com/office/drawing/2014/main" id="{21A0BB7C-113F-AE3D-6071-5F549ABFDF9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6383" name="Picture 920" descr="desktop_computer_stylized_medium">
                <a:extLst>
                  <a:ext uri="{FF2B5EF4-FFF2-40B4-BE49-F238E27FC236}">
                    <a16:creationId xmlns:a16="http://schemas.microsoft.com/office/drawing/2014/main" id="{59F54062-117A-0D9A-C1D4-A5D08468E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4" name="Freeform 921">
                <a:extLst>
                  <a:ext uri="{FF2B5EF4-FFF2-40B4-BE49-F238E27FC236}">
                    <a16:creationId xmlns:a16="http://schemas.microsoft.com/office/drawing/2014/main" id="{D90025AD-8199-DD6B-EA05-5CA545E21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5904" name="Group 922">
              <a:extLst>
                <a:ext uri="{FF2B5EF4-FFF2-40B4-BE49-F238E27FC236}">
                  <a16:creationId xmlns:a16="http://schemas.microsoft.com/office/drawing/2014/main" id="{0530417C-01E3-F852-4CE6-609A5AFC5FC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6381" name="Picture 923" descr="desktop_computer_stylized_medium">
                <a:extLst>
                  <a:ext uri="{FF2B5EF4-FFF2-40B4-BE49-F238E27FC236}">
                    <a16:creationId xmlns:a16="http://schemas.microsoft.com/office/drawing/2014/main" id="{8DA1DF55-250A-F027-4CC8-61CA502B1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2" name="Freeform 924">
                <a:extLst>
                  <a:ext uri="{FF2B5EF4-FFF2-40B4-BE49-F238E27FC236}">
                    <a16:creationId xmlns:a16="http://schemas.microsoft.com/office/drawing/2014/main" id="{32C8E242-E8CE-6D68-2180-E1B2FFAA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5905" name="Group 925">
              <a:extLst>
                <a:ext uri="{FF2B5EF4-FFF2-40B4-BE49-F238E27FC236}">
                  <a16:creationId xmlns:a16="http://schemas.microsoft.com/office/drawing/2014/main" id="{4A272327-A3E2-4FBA-706A-10AA4CD132D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6379" name="Picture 926" descr="desktop_computer_stylized_medium">
                <a:extLst>
                  <a:ext uri="{FF2B5EF4-FFF2-40B4-BE49-F238E27FC236}">
                    <a16:creationId xmlns:a16="http://schemas.microsoft.com/office/drawing/2014/main" id="{A33D1048-2BA7-7DFF-0821-FBA07C61C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0" name="Freeform 927">
                <a:extLst>
                  <a:ext uri="{FF2B5EF4-FFF2-40B4-BE49-F238E27FC236}">
                    <a16:creationId xmlns:a16="http://schemas.microsoft.com/office/drawing/2014/main" id="{C72AD5C3-C042-9D55-0809-D643595BA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5906" name="Group 928">
              <a:extLst>
                <a:ext uri="{FF2B5EF4-FFF2-40B4-BE49-F238E27FC236}">
                  <a16:creationId xmlns:a16="http://schemas.microsoft.com/office/drawing/2014/main" id="{916A74FF-A8F6-E1F2-342A-8000B81AD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6377" name="Picture 929" descr="desktop_computer_stylized_medium">
                <a:extLst>
                  <a:ext uri="{FF2B5EF4-FFF2-40B4-BE49-F238E27FC236}">
                    <a16:creationId xmlns:a16="http://schemas.microsoft.com/office/drawing/2014/main" id="{57B1CBA2-26F1-FCF2-357E-888135BF9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78" name="Freeform 930">
                <a:extLst>
                  <a:ext uri="{FF2B5EF4-FFF2-40B4-BE49-F238E27FC236}">
                    <a16:creationId xmlns:a16="http://schemas.microsoft.com/office/drawing/2014/main" id="{2F449DE4-035E-5A25-C150-406AA5FC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pic>
          <p:nvPicPr>
            <p:cNvPr id="35907" name="Picture 933" descr="iphone_stylized_small">
              <a:extLst>
                <a:ext uri="{FF2B5EF4-FFF2-40B4-BE49-F238E27FC236}">
                  <a16:creationId xmlns:a16="http://schemas.microsoft.com/office/drawing/2014/main" id="{B4264A77-6307-1D9E-5EB4-90F6C64C3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8" name="Picture 934" descr="antenna_radiation_stylized">
              <a:extLst>
                <a:ext uri="{FF2B5EF4-FFF2-40B4-BE49-F238E27FC236}">
                  <a16:creationId xmlns:a16="http://schemas.microsoft.com/office/drawing/2014/main" id="{B54E22E1-069C-1CA1-8178-79D678C05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9" name="Picture 936" descr="access_point_stylized_small">
              <a:extLst>
                <a:ext uri="{FF2B5EF4-FFF2-40B4-BE49-F238E27FC236}">
                  <a16:creationId xmlns:a16="http://schemas.microsoft.com/office/drawing/2014/main" id="{6D14CAB9-1BD8-2CF5-C010-DB85DD0A4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10" name="Group 938">
              <a:extLst>
                <a:ext uri="{FF2B5EF4-FFF2-40B4-BE49-F238E27FC236}">
                  <a16:creationId xmlns:a16="http://schemas.microsoft.com/office/drawing/2014/main" id="{8A6938C8-95C6-6D5C-DBBA-A6A0A82A47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6345" name="Freeform 939">
                <a:extLst>
                  <a:ext uri="{FF2B5EF4-FFF2-40B4-BE49-F238E27FC236}">
                    <a16:creationId xmlns:a16="http://schemas.microsoft.com/office/drawing/2014/main" id="{BBCF42CD-2799-D004-6C95-7DAC3007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46" name="Rectangle 940">
                <a:extLst>
                  <a:ext uri="{FF2B5EF4-FFF2-40B4-BE49-F238E27FC236}">
                    <a16:creationId xmlns:a16="http://schemas.microsoft.com/office/drawing/2014/main" id="{72556268-81D4-1B85-17D4-AAA79CAD3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47" name="Freeform 941">
                <a:extLst>
                  <a:ext uri="{FF2B5EF4-FFF2-40B4-BE49-F238E27FC236}">
                    <a16:creationId xmlns:a16="http://schemas.microsoft.com/office/drawing/2014/main" id="{C4619063-5B49-514F-5E9C-19DA5FD6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48" name="Freeform 942">
                <a:extLst>
                  <a:ext uri="{FF2B5EF4-FFF2-40B4-BE49-F238E27FC236}">
                    <a16:creationId xmlns:a16="http://schemas.microsoft.com/office/drawing/2014/main" id="{8038FAE9-BBAA-39ED-A1B1-524F37979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49" name="Rectangle 943">
                <a:extLst>
                  <a:ext uri="{FF2B5EF4-FFF2-40B4-BE49-F238E27FC236}">
                    <a16:creationId xmlns:a16="http://schemas.microsoft.com/office/drawing/2014/main" id="{53C60D35-2260-3566-A975-4ED3E593C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50" name="Group 944">
                <a:extLst>
                  <a:ext uri="{FF2B5EF4-FFF2-40B4-BE49-F238E27FC236}">
                    <a16:creationId xmlns:a16="http://schemas.microsoft.com/office/drawing/2014/main" id="{1AB94958-B6BA-A333-5F86-9F74B0B25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75" name="AutoShape 945">
                  <a:extLst>
                    <a:ext uri="{FF2B5EF4-FFF2-40B4-BE49-F238E27FC236}">
                      <a16:creationId xmlns:a16="http://schemas.microsoft.com/office/drawing/2014/main" id="{4784FBD8-98BB-E338-8EB3-39211A1A59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76" name="AutoShape 946">
                  <a:extLst>
                    <a:ext uri="{FF2B5EF4-FFF2-40B4-BE49-F238E27FC236}">
                      <a16:creationId xmlns:a16="http://schemas.microsoft.com/office/drawing/2014/main" id="{A461FF0A-5F03-BC21-23D6-DEB6CAF89D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51" name="Rectangle 947">
                <a:extLst>
                  <a:ext uri="{FF2B5EF4-FFF2-40B4-BE49-F238E27FC236}">
                    <a16:creationId xmlns:a16="http://schemas.microsoft.com/office/drawing/2014/main" id="{0F9690E6-5FB9-4D0D-7491-87F65AA6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52" name="Group 948">
                <a:extLst>
                  <a:ext uri="{FF2B5EF4-FFF2-40B4-BE49-F238E27FC236}">
                    <a16:creationId xmlns:a16="http://schemas.microsoft.com/office/drawing/2014/main" id="{A935BFCB-4487-4B5C-9164-0521B97970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73" name="AutoShape 949">
                  <a:extLst>
                    <a:ext uri="{FF2B5EF4-FFF2-40B4-BE49-F238E27FC236}">
                      <a16:creationId xmlns:a16="http://schemas.microsoft.com/office/drawing/2014/main" id="{06F9C2DA-C8AC-4F34-E5E5-264E273E23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74" name="AutoShape 950">
                  <a:extLst>
                    <a:ext uri="{FF2B5EF4-FFF2-40B4-BE49-F238E27FC236}">
                      <a16:creationId xmlns:a16="http://schemas.microsoft.com/office/drawing/2014/main" id="{F9767ABA-0C51-E24E-A662-1567A6B57C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53" name="Rectangle 951">
                <a:extLst>
                  <a:ext uri="{FF2B5EF4-FFF2-40B4-BE49-F238E27FC236}">
                    <a16:creationId xmlns:a16="http://schemas.microsoft.com/office/drawing/2014/main" id="{A3114FEB-791C-979E-C638-B71A335F5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54" name="Rectangle 952">
                <a:extLst>
                  <a:ext uri="{FF2B5EF4-FFF2-40B4-BE49-F238E27FC236}">
                    <a16:creationId xmlns:a16="http://schemas.microsoft.com/office/drawing/2014/main" id="{193E1CEB-001B-D04C-0623-18620CEFC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55" name="Group 953">
                <a:extLst>
                  <a:ext uri="{FF2B5EF4-FFF2-40B4-BE49-F238E27FC236}">
                    <a16:creationId xmlns:a16="http://schemas.microsoft.com/office/drawing/2014/main" id="{1BAC8474-2D63-133C-7A40-61ADBBDBFF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71" name="AutoShape 954">
                  <a:extLst>
                    <a:ext uri="{FF2B5EF4-FFF2-40B4-BE49-F238E27FC236}">
                      <a16:creationId xmlns:a16="http://schemas.microsoft.com/office/drawing/2014/main" id="{70DB87E6-E675-4EAB-A0B2-1A98BD30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72" name="AutoShape 955">
                  <a:extLst>
                    <a:ext uri="{FF2B5EF4-FFF2-40B4-BE49-F238E27FC236}">
                      <a16:creationId xmlns:a16="http://schemas.microsoft.com/office/drawing/2014/main" id="{785B032B-3664-B717-278D-3165B5D85F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56" name="Freeform 956">
                <a:extLst>
                  <a:ext uri="{FF2B5EF4-FFF2-40B4-BE49-F238E27FC236}">
                    <a16:creationId xmlns:a16="http://schemas.microsoft.com/office/drawing/2014/main" id="{D39F3EEE-4F43-3ECE-2EA6-ACFB21B1E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357" name="Group 957">
                <a:extLst>
                  <a:ext uri="{FF2B5EF4-FFF2-40B4-BE49-F238E27FC236}">
                    <a16:creationId xmlns:a16="http://schemas.microsoft.com/office/drawing/2014/main" id="{679A9C84-B054-79FA-593C-FBB450C0D2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69" name="AutoShape 958">
                  <a:extLst>
                    <a:ext uri="{FF2B5EF4-FFF2-40B4-BE49-F238E27FC236}">
                      <a16:creationId xmlns:a16="http://schemas.microsoft.com/office/drawing/2014/main" id="{946F829D-78F4-7290-58DC-D9A326A2B6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70" name="AutoShape 959">
                  <a:extLst>
                    <a:ext uri="{FF2B5EF4-FFF2-40B4-BE49-F238E27FC236}">
                      <a16:creationId xmlns:a16="http://schemas.microsoft.com/office/drawing/2014/main" id="{74DCA7E0-E6D3-E906-E07A-EFA432AEB1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58" name="Rectangle 960">
                <a:extLst>
                  <a:ext uri="{FF2B5EF4-FFF2-40B4-BE49-F238E27FC236}">
                    <a16:creationId xmlns:a16="http://schemas.microsoft.com/office/drawing/2014/main" id="{D635563D-A29D-29EA-E8EE-BA1FC16B2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59" name="Freeform 961">
                <a:extLst>
                  <a:ext uri="{FF2B5EF4-FFF2-40B4-BE49-F238E27FC236}">
                    <a16:creationId xmlns:a16="http://schemas.microsoft.com/office/drawing/2014/main" id="{54697D00-7227-1835-CEB9-16AF6D6D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60" name="Freeform 962">
                <a:extLst>
                  <a:ext uri="{FF2B5EF4-FFF2-40B4-BE49-F238E27FC236}">
                    <a16:creationId xmlns:a16="http://schemas.microsoft.com/office/drawing/2014/main" id="{0F3DC54A-F2ED-2664-C314-E8327D534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61" name="Oval 963">
                <a:extLst>
                  <a:ext uri="{FF2B5EF4-FFF2-40B4-BE49-F238E27FC236}">
                    <a16:creationId xmlns:a16="http://schemas.microsoft.com/office/drawing/2014/main" id="{51037683-A5CA-E292-121B-8215906E7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62" name="Freeform 964">
                <a:extLst>
                  <a:ext uri="{FF2B5EF4-FFF2-40B4-BE49-F238E27FC236}">
                    <a16:creationId xmlns:a16="http://schemas.microsoft.com/office/drawing/2014/main" id="{6911085C-04E2-D86B-E192-C8429F3C2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63" name="AutoShape 965">
                <a:extLst>
                  <a:ext uri="{FF2B5EF4-FFF2-40B4-BE49-F238E27FC236}">
                    <a16:creationId xmlns:a16="http://schemas.microsoft.com/office/drawing/2014/main" id="{BEA6277B-158D-835E-9E06-2A6D8E069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64" name="AutoShape 966">
                <a:extLst>
                  <a:ext uri="{FF2B5EF4-FFF2-40B4-BE49-F238E27FC236}">
                    <a16:creationId xmlns:a16="http://schemas.microsoft.com/office/drawing/2014/main" id="{9BF554C6-D775-C183-E0F3-16B143700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65" name="Oval 967">
                <a:extLst>
                  <a:ext uri="{FF2B5EF4-FFF2-40B4-BE49-F238E27FC236}">
                    <a16:creationId xmlns:a16="http://schemas.microsoft.com/office/drawing/2014/main" id="{CC3010E0-DDDA-3966-9321-1A3314A1A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66" name="Oval 968">
                <a:extLst>
                  <a:ext uri="{FF2B5EF4-FFF2-40B4-BE49-F238E27FC236}">
                    <a16:creationId xmlns:a16="http://schemas.microsoft.com/office/drawing/2014/main" id="{58579CE5-F4A2-A2D9-534D-FD0918ADA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6367" name="Oval 969">
                <a:extLst>
                  <a:ext uri="{FF2B5EF4-FFF2-40B4-BE49-F238E27FC236}">
                    <a16:creationId xmlns:a16="http://schemas.microsoft.com/office/drawing/2014/main" id="{36C9A279-D437-3488-F934-C8A39CA49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68" name="Rectangle 970">
                <a:extLst>
                  <a:ext uri="{FF2B5EF4-FFF2-40B4-BE49-F238E27FC236}">
                    <a16:creationId xmlns:a16="http://schemas.microsoft.com/office/drawing/2014/main" id="{3AC2DA8E-1B29-C1CC-272B-D7CFAE91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5911" name="Group 971">
              <a:extLst>
                <a:ext uri="{FF2B5EF4-FFF2-40B4-BE49-F238E27FC236}">
                  <a16:creationId xmlns:a16="http://schemas.microsoft.com/office/drawing/2014/main" id="{08209D47-DC2F-A03E-BDB9-E9B6902B40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6313" name="Freeform 972">
                <a:extLst>
                  <a:ext uri="{FF2B5EF4-FFF2-40B4-BE49-F238E27FC236}">
                    <a16:creationId xmlns:a16="http://schemas.microsoft.com/office/drawing/2014/main" id="{5376557A-E84D-50E5-5442-3608A456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4" name="Rectangle 973">
                <a:extLst>
                  <a:ext uri="{FF2B5EF4-FFF2-40B4-BE49-F238E27FC236}">
                    <a16:creationId xmlns:a16="http://schemas.microsoft.com/office/drawing/2014/main" id="{A46CBBEE-2AE3-2716-832E-7E3933D9A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15" name="Freeform 974">
                <a:extLst>
                  <a:ext uri="{FF2B5EF4-FFF2-40B4-BE49-F238E27FC236}">
                    <a16:creationId xmlns:a16="http://schemas.microsoft.com/office/drawing/2014/main" id="{83927748-850F-6864-3B42-2C02C6075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6" name="Freeform 975">
                <a:extLst>
                  <a:ext uri="{FF2B5EF4-FFF2-40B4-BE49-F238E27FC236}">
                    <a16:creationId xmlns:a16="http://schemas.microsoft.com/office/drawing/2014/main" id="{80F6493F-D3F6-6222-98AF-FD07FC12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7" name="Rectangle 976">
                <a:extLst>
                  <a:ext uri="{FF2B5EF4-FFF2-40B4-BE49-F238E27FC236}">
                    <a16:creationId xmlns:a16="http://schemas.microsoft.com/office/drawing/2014/main" id="{0DD316CE-2048-C267-3DB4-293005780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18" name="Group 977">
                <a:extLst>
                  <a:ext uri="{FF2B5EF4-FFF2-40B4-BE49-F238E27FC236}">
                    <a16:creationId xmlns:a16="http://schemas.microsoft.com/office/drawing/2014/main" id="{D7102607-427C-1C39-0968-C7F87F2BD3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43" name="AutoShape 978">
                  <a:extLst>
                    <a:ext uri="{FF2B5EF4-FFF2-40B4-BE49-F238E27FC236}">
                      <a16:creationId xmlns:a16="http://schemas.microsoft.com/office/drawing/2014/main" id="{6891A939-651E-7B1C-095C-2D1DD61A4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44" name="AutoShape 979">
                  <a:extLst>
                    <a:ext uri="{FF2B5EF4-FFF2-40B4-BE49-F238E27FC236}">
                      <a16:creationId xmlns:a16="http://schemas.microsoft.com/office/drawing/2014/main" id="{E6EBF306-021D-16FC-BFFD-C0CFC6C2C2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19" name="Rectangle 980">
                <a:extLst>
                  <a:ext uri="{FF2B5EF4-FFF2-40B4-BE49-F238E27FC236}">
                    <a16:creationId xmlns:a16="http://schemas.microsoft.com/office/drawing/2014/main" id="{6E89D254-0224-C06B-8222-68D0EC17C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20" name="Group 981">
                <a:extLst>
                  <a:ext uri="{FF2B5EF4-FFF2-40B4-BE49-F238E27FC236}">
                    <a16:creationId xmlns:a16="http://schemas.microsoft.com/office/drawing/2014/main" id="{5C7E9E70-2568-CC9D-3D2F-6F87261BB2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41" name="AutoShape 982">
                  <a:extLst>
                    <a:ext uri="{FF2B5EF4-FFF2-40B4-BE49-F238E27FC236}">
                      <a16:creationId xmlns:a16="http://schemas.microsoft.com/office/drawing/2014/main" id="{5FBE6BC4-0F5C-3F0B-3259-008EBC73F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42" name="AutoShape 983">
                  <a:extLst>
                    <a:ext uri="{FF2B5EF4-FFF2-40B4-BE49-F238E27FC236}">
                      <a16:creationId xmlns:a16="http://schemas.microsoft.com/office/drawing/2014/main" id="{2F2285E4-33EA-2F79-265D-98A5263C2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21" name="Rectangle 984">
                <a:extLst>
                  <a:ext uri="{FF2B5EF4-FFF2-40B4-BE49-F238E27FC236}">
                    <a16:creationId xmlns:a16="http://schemas.microsoft.com/office/drawing/2014/main" id="{161172D3-3D0B-4264-C3D2-1C83E6B9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22" name="Rectangle 985">
                <a:extLst>
                  <a:ext uri="{FF2B5EF4-FFF2-40B4-BE49-F238E27FC236}">
                    <a16:creationId xmlns:a16="http://schemas.microsoft.com/office/drawing/2014/main" id="{714C532F-68D5-6B67-0249-04319E0F7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6323" name="Group 986">
                <a:extLst>
                  <a:ext uri="{FF2B5EF4-FFF2-40B4-BE49-F238E27FC236}">
                    <a16:creationId xmlns:a16="http://schemas.microsoft.com/office/drawing/2014/main" id="{85068F65-9703-B909-6E37-37F22B7AA8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39" name="AutoShape 987">
                  <a:extLst>
                    <a:ext uri="{FF2B5EF4-FFF2-40B4-BE49-F238E27FC236}">
                      <a16:creationId xmlns:a16="http://schemas.microsoft.com/office/drawing/2014/main" id="{41CCAF79-C153-3B7A-D115-53B2EE5D80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40" name="AutoShape 988">
                  <a:extLst>
                    <a:ext uri="{FF2B5EF4-FFF2-40B4-BE49-F238E27FC236}">
                      <a16:creationId xmlns:a16="http://schemas.microsoft.com/office/drawing/2014/main" id="{27F7D7AC-756F-2AF0-07F9-EE11DF839B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24" name="Freeform 989">
                <a:extLst>
                  <a:ext uri="{FF2B5EF4-FFF2-40B4-BE49-F238E27FC236}">
                    <a16:creationId xmlns:a16="http://schemas.microsoft.com/office/drawing/2014/main" id="{73CB4A9E-1F5D-8C9D-E87C-8823DD5B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325" name="Group 990">
                <a:extLst>
                  <a:ext uri="{FF2B5EF4-FFF2-40B4-BE49-F238E27FC236}">
                    <a16:creationId xmlns:a16="http://schemas.microsoft.com/office/drawing/2014/main" id="{E14A01F5-3F28-7265-7D90-BD675387AA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37" name="AutoShape 991">
                  <a:extLst>
                    <a:ext uri="{FF2B5EF4-FFF2-40B4-BE49-F238E27FC236}">
                      <a16:creationId xmlns:a16="http://schemas.microsoft.com/office/drawing/2014/main" id="{57422B94-0646-9EAB-32FD-6E0D5CD852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6338" name="AutoShape 992">
                  <a:extLst>
                    <a:ext uri="{FF2B5EF4-FFF2-40B4-BE49-F238E27FC236}">
                      <a16:creationId xmlns:a16="http://schemas.microsoft.com/office/drawing/2014/main" id="{FAC0CDBE-1815-A968-A2EB-95D66B75AB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6326" name="Rectangle 993">
                <a:extLst>
                  <a:ext uri="{FF2B5EF4-FFF2-40B4-BE49-F238E27FC236}">
                    <a16:creationId xmlns:a16="http://schemas.microsoft.com/office/drawing/2014/main" id="{24FBDC63-A5A1-A1D9-1214-BD0B89FD0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27" name="Freeform 994">
                <a:extLst>
                  <a:ext uri="{FF2B5EF4-FFF2-40B4-BE49-F238E27FC236}">
                    <a16:creationId xmlns:a16="http://schemas.microsoft.com/office/drawing/2014/main" id="{4C4E3B4C-38C5-AC10-D4D5-B6C4A0F8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28" name="Freeform 995">
                <a:extLst>
                  <a:ext uri="{FF2B5EF4-FFF2-40B4-BE49-F238E27FC236}">
                    <a16:creationId xmlns:a16="http://schemas.microsoft.com/office/drawing/2014/main" id="{8BED88F7-139A-6A29-3FF9-9A68197BE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29" name="Oval 996">
                <a:extLst>
                  <a:ext uri="{FF2B5EF4-FFF2-40B4-BE49-F238E27FC236}">
                    <a16:creationId xmlns:a16="http://schemas.microsoft.com/office/drawing/2014/main" id="{BFDF0A37-C6B5-4254-1214-878BAA475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30" name="Freeform 997">
                <a:extLst>
                  <a:ext uri="{FF2B5EF4-FFF2-40B4-BE49-F238E27FC236}">
                    <a16:creationId xmlns:a16="http://schemas.microsoft.com/office/drawing/2014/main" id="{63996D07-91F1-D536-5818-6FA2A351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31" name="AutoShape 998">
                <a:extLst>
                  <a:ext uri="{FF2B5EF4-FFF2-40B4-BE49-F238E27FC236}">
                    <a16:creationId xmlns:a16="http://schemas.microsoft.com/office/drawing/2014/main" id="{5666BBB6-3BF1-DC37-FB0F-8A6122DC4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32" name="AutoShape 999">
                <a:extLst>
                  <a:ext uri="{FF2B5EF4-FFF2-40B4-BE49-F238E27FC236}">
                    <a16:creationId xmlns:a16="http://schemas.microsoft.com/office/drawing/2014/main" id="{BEE13C92-B15D-4638-903D-149B278F9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33" name="Oval 1000">
                <a:extLst>
                  <a:ext uri="{FF2B5EF4-FFF2-40B4-BE49-F238E27FC236}">
                    <a16:creationId xmlns:a16="http://schemas.microsoft.com/office/drawing/2014/main" id="{554245B1-17AB-1926-2995-2CD68AAC6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34" name="Oval 1001">
                <a:extLst>
                  <a:ext uri="{FF2B5EF4-FFF2-40B4-BE49-F238E27FC236}">
                    <a16:creationId xmlns:a16="http://schemas.microsoft.com/office/drawing/2014/main" id="{CDBAB661-A75C-3164-D713-F938D07AB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6335" name="Oval 1002">
                <a:extLst>
                  <a:ext uri="{FF2B5EF4-FFF2-40B4-BE49-F238E27FC236}">
                    <a16:creationId xmlns:a16="http://schemas.microsoft.com/office/drawing/2014/main" id="{9CD9263D-B62D-5806-B152-03958D94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6336" name="Rectangle 1003">
                <a:extLst>
                  <a:ext uri="{FF2B5EF4-FFF2-40B4-BE49-F238E27FC236}">
                    <a16:creationId xmlns:a16="http://schemas.microsoft.com/office/drawing/2014/main" id="{FD2F9D71-3941-1C4B-BDB6-E7E4D542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pic>
          <p:nvPicPr>
            <p:cNvPr id="35912" name="Picture 1005" descr="antenna_stylized">
              <a:extLst>
                <a:ext uri="{FF2B5EF4-FFF2-40B4-BE49-F238E27FC236}">
                  <a16:creationId xmlns:a16="http://schemas.microsoft.com/office/drawing/2014/main" id="{20D47623-3CE5-E6ED-39F6-29DF357AC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13" name="Picture 1006" descr="laptop_keyboard">
              <a:extLst>
                <a:ext uri="{FF2B5EF4-FFF2-40B4-BE49-F238E27FC236}">
                  <a16:creationId xmlns:a16="http://schemas.microsoft.com/office/drawing/2014/main" id="{B4BC7230-56F7-C406-BF3C-2EB23CA99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4" name="Freeform 1007">
              <a:extLst>
                <a:ext uri="{FF2B5EF4-FFF2-40B4-BE49-F238E27FC236}">
                  <a16:creationId xmlns:a16="http://schemas.microsoft.com/office/drawing/2014/main" id="{755CD95A-194C-669A-7C7D-2F3683DF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3926 w 2982"/>
                <a:gd name="T1" fmla="*/ 0 h 2442"/>
                <a:gd name="T2" fmla="*/ 0 w 2982"/>
                <a:gd name="T3" fmla="*/ 7246 h 2442"/>
                <a:gd name="T4" fmla="*/ 55703 w 2982"/>
                <a:gd name="T5" fmla="*/ 7246 h 2442"/>
                <a:gd name="T6" fmla="*/ 55703 w 2982"/>
                <a:gd name="T7" fmla="*/ 7246 h 2442"/>
                <a:gd name="T8" fmla="*/ 1392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915" name="Picture 1008" descr="screen">
              <a:extLst>
                <a:ext uri="{FF2B5EF4-FFF2-40B4-BE49-F238E27FC236}">
                  <a16:creationId xmlns:a16="http://schemas.microsoft.com/office/drawing/2014/main" id="{324DC015-3913-4FD4-6228-5669BC4BD6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6" name="Freeform 1009">
              <a:extLst>
                <a:ext uri="{FF2B5EF4-FFF2-40B4-BE49-F238E27FC236}">
                  <a16:creationId xmlns:a16="http://schemas.microsoft.com/office/drawing/2014/main" id="{F7CA0E92-1A4E-D907-648B-5F5DBF79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3918 w 2528"/>
                <a:gd name="T1" fmla="*/ 0 h 455"/>
                <a:gd name="T2" fmla="*/ 55671 w 2528"/>
                <a:gd name="T3" fmla="*/ 7236 h 455"/>
                <a:gd name="T4" fmla="*/ 55671 w 2528"/>
                <a:gd name="T5" fmla="*/ 7236 h 455"/>
                <a:gd name="T6" fmla="*/ 0 w 2528"/>
                <a:gd name="T7" fmla="*/ 7236 h 455"/>
                <a:gd name="T8" fmla="*/ 139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7" name="Freeform 1010">
              <a:extLst>
                <a:ext uri="{FF2B5EF4-FFF2-40B4-BE49-F238E27FC236}">
                  <a16:creationId xmlns:a16="http://schemas.microsoft.com/office/drawing/2014/main" id="{AC2AE66A-C8C6-4D8B-2C5D-F8EB2DE2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3913 w 702"/>
                <a:gd name="T1" fmla="*/ 0 h 1893"/>
                <a:gd name="T2" fmla="*/ 0 w 702"/>
                <a:gd name="T3" fmla="*/ 7240 h 1893"/>
                <a:gd name="T4" fmla="*/ 13913 w 702"/>
                <a:gd name="T5" fmla="*/ 7240 h 1893"/>
                <a:gd name="T6" fmla="*/ 13913 w 702"/>
                <a:gd name="T7" fmla="*/ 7240 h 1893"/>
                <a:gd name="T8" fmla="*/ 13913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8" name="Freeform 1011">
              <a:extLst>
                <a:ext uri="{FF2B5EF4-FFF2-40B4-BE49-F238E27FC236}">
                  <a16:creationId xmlns:a16="http://schemas.microsoft.com/office/drawing/2014/main" id="{9E52DBD9-11CE-54E9-FCDB-6398859C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3922 w 756"/>
                <a:gd name="T1" fmla="*/ 0 h 2184"/>
                <a:gd name="T2" fmla="*/ 13922 w 756"/>
                <a:gd name="T3" fmla="*/ 7244 h 2184"/>
                <a:gd name="T4" fmla="*/ 0 w 756"/>
                <a:gd name="T5" fmla="*/ 7244 h 2184"/>
                <a:gd name="T6" fmla="*/ 13922 w 756"/>
                <a:gd name="T7" fmla="*/ 7244 h 2184"/>
                <a:gd name="T8" fmla="*/ 13922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9" name="Freeform 1012">
              <a:extLst>
                <a:ext uri="{FF2B5EF4-FFF2-40B4-BE49-F238E27FC236}">
                  <a16:creationId xmlns:a16="http://schemas.microsoft.com/office/drawing/2014/main" id="{10D0B9DD-FC2E-9D4B-7687-220E8DAA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3923 w 2773"/>
                <a:gd name="T1" fmla="*/ 0 h 738"/>
                <a:gd name="T2" fmla="*/ 0 w 2773"/>
                <a:gd name="T3" fmla="*/ 7236 h 738"/>
                <a:gd name="T4" fmla="*/ 55691 w 2773"/>
                <a:gd name="T5" fmla="*/ 7236 h 738"/>
                <a:gd name="T6" fmla="*/ 55691 w 2773"/>
                <a:gd name="T7" fmla="*/ 7236 h 738"/>
                <a:gd name="T8" fmla="*/ 13923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0" name="Freeform 1013">
              <a:extLst>
                <a:ext uri="{FF2B5EF4-FFF2-40B4-BE49-F238E27FC236}">
                  <a16:creationId xmlns:a16="http://schemas.microsoft.com/office/drawing/2014/main" id="{4DD89E5C-2587-E77F-4484-6ED02693B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51546 w 637"/>
                <a:gd name="T1" fmla="*/ 0 h 1659"/>
                <a:gd name="T2" fmla="*/ 51546 w 637"/>
                <a:gd name="T3" fmla="*/ 0 h 1659"/>
                <a:gd name="T4" fmla="*/ 17182 w 637"/>
                <a:gd name="T5" fmla="*/ 266562 h 1659"/>
                <a:gd name="T6" fmla="*/ 0 w 637"/>
                <a:gd name="T7" fmla="*/ 266562 h 1659"/>
                <a:gd name="T8" fmla="*/ 515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1" name="Freeform 1014">
              <a:extLst>
                <a:ext uri="{FF2B5EF4-FFF2-40B4-BE49-F238E27FC236}">
                  <a16:creationId xmlns:a16="http://schemas.microsoft.com/office/drawing/2014/main" id="{D83BB555-4D57-7BBE-BF12-D03F300B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7200 w 2216"/>
                <a:gd name="T3" fmla="*/ 12746 h 550"/>
                <a:gd name="T4" fmla="*/ 224130 w 2216"/>
                <a:gd name="T5" fmla="*/ 89112 h 550"/>
                <a:gd name="T6" fmla="*/ 224130 w 2216"/>
                <a:gd name="T7" fmla="*/ 7636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22" name="Group 1015">
              <a:extLst>
                <a:ext uri="{FF2B5EF4-FFF2-40B4-BE49-F238E27FC236}">
                  <a16:creationId xmlns:a16="http://schemas.microsoft.com/office/drawing/2014/main" id="{1DACA27C-2EDD-9EF8-A4E6-9ACC727004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36307" name="Freeform 1016">
                <a:extLst>
                  <a:ext uri="{FF2B5EF4-FFF2-40B4-BE49-F238E27FC236}">
                    <a16:creationId xmlns:a16="http://schemas.microsoft.com/office/drawing/2014/main" id="{2302EA6A-5B9D-EB5B-5719-D103B990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8" name="Freeform 1017">
                <a:extLst>
                  <a:ext uri="{FF2B5EF4-FFF2-40B4-BE49-F238E27FC236}">
                    <a16:creationId xmlns:a16="http://schemas.microsoft.com/office/drawing/2014/main" id="{D77EFC49-E41E-CF70-9FB0-403877C8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9" name="Freeform 1018">
                <a:extLst>
                  <a:ext uri="{FF2B5EF4-FFF2-40B4-BE49-F238E27FC236}">
                    <a16:creationId xmlns:a16="http://schemas.microsoft.com/office/drawing/2014/main" id="{1C6C8D9F-63FD-9585-CBA8-B2571E90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0" name="Freeform 1019">
                <a:extLst>
                  <a:ext uri="{FF2B5EF4-FFF2-40B4-BE49-F238E27FC236}">
                    <a16:creationId xmlns:a16="http://schemas.microsoft.com/office/drawing/2014/main" id="{81DAF76E-4AD6-6407-02EC-3E493F8FE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1" name="Freeform 1020">
                <a:extLst>
                  <a:ext uri="{FF2B5EF4-FFF2-40B4-BE49-F238E27FC236}">
                    <a16:creationId xmlns:a16="http://schemas.microsoft.com/office/drawing/2014/main" id="{22035A8B-2E48-22BF-1370-ABA03845E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12" name="Freeform 1021">
                <a:extLst>
                  <a:ext uri="{FF2B5EF4-FFF2-40B4-BE49-F238E27FC236}">
                    <a16:creationId xmlns:a16="http://schemas.microsoft.com/office/drawing/2014/main" id="{5E86252B-B44D-EDF0-3CD3-8F6383EC1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923" name="Freeform 1022">
              <a:extLst>
                <a:ext uri="{FF2B5EF4-FFF2-40B4-BE49-F238E27FC236}">
                  <a16:creationId xmlns:a16="http://schemas.microsoft.com/office/drawing/2014/main" id="{F02AF80C-DB30-D552-B558-1CC8B7AF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4615 w 990"/>
                <a:gd name="T1" fmla="*/ 31373 h 792"/>
                <a:gd name="T2" fmla="*/ 29230 w 990"/>
                <a:gd name="T3" fmla="*/ 0 h 792"/>
                <a:gd name="T4" fmla="*/ 29230 w 990"/>
                <a:gd name="T5" fmla="*/ 10424 h 792"/>
                <a:gd name="T6" fmla="*/ 0 w 990"/>
                <a:gd name="T7" fmla="*/ 31373 h 792"/>
                <a:gd name="T8" fmla="*/ 14615 w 990"/>
                <a:gd name="T9" fmla="*/ 31373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4" name="Freeform 1023">
              <a:extLst>
                <a:ext uri="{FF2B5EF4-FFF2-40B4-BE49-F238E27FC236}">
                  <a16:creationId xmlns:a16="http://schemas.microsoft.com/office/drawing/2014/main" id="{00CF4E73-5BFF-B4F8-88A7-B8237AAC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4621 w 2532"/>
                <a:gd name="T1" fmla="*/ 0 h 723"/>
                <a:gd name="T2" fmla="*/ 14621 w 2532"/>
                <a:gd name="T3" fmla="*/ 0 h 723"/>
                <a:gd name="T4" fmla="*/ 87606 w 2532"/>
                <a:gd name="T5" fmla="*/ 31256 h 723"/>
                <a:gd name="T6" fmla="*/ 87606 w 2532"/>
                <a:gd name="T7" fmla="*/ 31256 h 723"/>
                <a:gd name="T8" fmla="*/ 0 w 2532"/>
                <a:gd name="T9" fmla="*/ 10419 h 723"/>
                <a:gd name="T10" fmla="*/ 146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5" name="Freeform 1024">
              <a:extLst>
                <a:ext uri="{FF2B5EF4-FFF2-40B4-BE49-F238E27FC236}">
                  <a16:creationId xmlns:a16="http://schemas.microsoft.com/office/drawing/2014/main" id="{639E8B5D-49E6-4BA4-CD94-9A78E6BD6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6173 w 26"/>
                <a:gd name="T1" fmla="*/ 10380 h 147"/>
                <a:gd name="T2" fmla="*/ 16173 w 26"/>
                <a:gd name="T3" fmla="*/ 10380 h 147"/>
                <a:gd name="T4" fmla="*/ 0 w 26"/>
                <a:gd name="T5" fmla="*/ 10380 h 147"/>
                <a:gd name="T6" fmla="*/ 16173 w 26"/>
                <a:gd name="T7" fmla="*/ 0 h 147"/>
                <a:gd name="T8" fmla="*/ 16173 w 26"/>
                <a:gd name="T9" fmla="*/ 1038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6" name="Freeform 1025">
              <a:extLst>
                <a:ext uri="{FF2B5EF4-FFF2-40B4-BE49-F238E27FC236}">
                  <a16:creationId xmlns:a16="http://schemas.microsoft.com/office/drawing/2014/main" id="{487A98B5-56A3-A004-DEBA-16AA7209D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9256 w 1176"/>
                <a:gd name="T1" fmla="*/ 0 h 606"/>
                <a:gd name="T2" fmla="*/ 0 w 1176"/>
                <a:gd name="T3" fmla="*/ 20832 h 606"/>
                <a:gd name="T4" fmla="*/ 14628 w 1176"/>
                <a:gd name="T5" fmla="*/ 20832 h 606"/>
                <a:gd name="T6" fmla="*/ 29256 w 1176"/>
                <a:gd name="T7" fmla="*/ 10416 h 606"/>
                <a:gd name="T8" fmla="*/ 2925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7" name="Freeform 1026">
              <a:extLst>
                <a:ext uri="{FF2B5EF4-FFF2-40B4-BE49-F238E27FC236}">
                  <a16:creationId xmlns:a16="http://schemas.microsoft.com/office/drawing/2014/main" id="{601EAD75-971E-1960-A0ED-36D6709F7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3180 w 2532"/>
                <a:gd name="T1" fmla="*/ 0 h 723"/>
                <a:gd name="T2" fmla="*/ 13180 w 2532"/>
                <a:gd name="T3" fmla="*/ 0 h 723"/>
                <a:gd name="T4" fmla="*/ 26245 w 2532"/>
                <a:gd name="T5" fmla="*/ 9626 h 723"/>
                <a:gd name="T6" fmla="*/ 26245 w 2532"/>
                <a:gd name="T7" fmla="*/ 9626 h 723"/>
                <a:gd name="T8" fmla="*/ 0 w 2532"/>
                <a:gd name="T9" fmla="*/ 9626 h 723"/>
                <a:gd name="T10" fmla="*/ 1318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8" name="Freeform 1027">
              <a:extLst>
                <a:ext uri="{FF2B5EF4-FFF2-40B4-BE49-F238E27FC236}">
                  <a16:creationId xmlns:a16="http://schemas.microsoft.com/office/drawing/2014/main" id="{1ADCC427-FAAA-78BC-47C9-8B2F1BB7250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1021 h 723"/>
                <a:gd name="T6" fmla="*/ 0 w 2532"/>
                <a:gd name="T7" fmla="*/ 31021 h 723"/>
                <a:gd name="T8" fmla="*/ 0 w 2532"/>
                <a:gd name="T9" fmla="*/ 1037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929" name="Picture 1030" descr="laptop_keyboard">
              <a:extLst>
                <a:ext uri="{FF2B5EF4-FFF2-40B4-BE49-F238E27FC236}">
                  <a16:creationId xmlns:a16="http://schemas.microsoft.com/office/drawing/2014/main" id="{386AB84B-E97E-C6C0-9A9E-4B2CED1237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0" name="Freeform 1031">
              <a:extLst>
                <a:ext uri="{FF2B5EF4-FFF2-40B4-BE49-F238E27FC236}">
                  <a16:creationId xmlns:a16="http://schemas.microsoft.com/office/drawing/2014/main" id="{2B60717B-E081-5FD8-F01F-FEA02171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931" name="Picture 1032" descr="screen">
              <a:extLst>
                <a:ext uri="{FF2B5EF4-FFF2-40B4-BE49-F238E27FC236}">
                  <a16:creationId xmlns:a16="http://schemas.microsoft.com/office/drawing/2014/main" id="{D6ECF975-310F-DC13-C1E3-2DDB33528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2" name="Freeform 1033">
              <a:extLst>
                <a:ext uri="{FF2B5EF4-FFF2-40B4-BE49-F238E27FC236}">
                  <a16:creationId xmlns:a16="http://schemas.microsoft.com/office/drawing/2014/main" id="{BD31CD1C-3BBB-A8C8-6037-E6322461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3" name="Freeform 1034">
              <a:extLst>
                <a:ext uri="{FF2B5EF4-FFF2-40B4-BE49-F238E27FC236}">
                  <a16:creationId xmlns:a16="http://schemas.microsoft.com/office/drawing/2014/main" id="{7070908F-DB05-157D-0978-6363CE73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4" name="Freeform 1035">
              <a:extLst>
                <a:ext uri="{FF2B5EF4-FFF2-40B4-BE49-F238E27FC236}">
                  <a16:creationId xmlns:a16="http://schemas.microsoft.com/office/drawing/2014/main" id="{C36492E9-1BAB-842D-A973-54D1FC161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5" name="Freeform 1036">
              <a:extLst>
                <a:ext uri="{FF2B5EF4-FFF2-40B4-BE49-F238E27FC236}">
                  <a16:creationId xmlns:a16="http://schemas.microsoft.com/office/drawing/2014/main" id="{84F67AB7-0E55-F366-92FA-4B9B8C31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6" name="Freeform 1037">
              <a:extLst>
                <a:ext uri="{FF2B5EF4-FFF2-40B4-BE49-F238E27FC236}">
                  <a16:creationId xmlns:a16="http://schemas.microsoft.com/office/drawing/2014/main" id="{778CB790-A97A-6210-D769-02CF047FA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7" name="Freeform 1038">
              <a:extLst>
                <a:ext uri="{FF2B5EF4-FFF2-40B4-BE49-F238E27FC236}">
                  <a16:creationId xmlns:a16="http://schemas.microsoft.com/office/drawing/2014/main" id="{799CEE75-664A-0102-D953-6CB6B5AD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38" name="Group 1039">
              <a:extLst>
                <a:ext uri="{FF2B5EF4-FFF2-40B4-BE49-F238E27FC236}">
                  <a16:creationId xmlns:a16="http://schemas.microsoft.com/office/drawing/2014/main" id="{B3F8FEDF-A4F2-75A4-8B78-3390365272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6301" name="Freeform 1040">
                <a:extLst>
                  <a:ext uri="{FF2B5EF4-FFF2-40B4-BE49-F238E27FC236}">
                    <a16:creationId xmlns:a16="http://schemas.microsoft.com/office/drawing/2014/main" id="{13B3A040-5BA2-BF66-FAAA-3D294F0F6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2" name="Freeform 1041">
                <a:extLst>
                  <a:ext uri="{FF2B5EF4-FFF2-40B4-BE49-F238E27FC236}">
                    <a16:creationId xmlns:a16="http://schemas.microsoft.com/office/drawing/2014/main" id="{614521C7-D1AF-56AB-85C5-B528486EC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3" name="Freeform 1042">
                <a:extLst>
                  <a:ext uri="{FF2B5EF4-FFF2-40B4-BE49-F238E27FC236}">
                    <a16:creationId xmlns:a16="http://schemas.microsoft.com/office/drawing/2014/main" id="{F381E0B0-E242-14AE-74C8-737CAE9E4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4" name="Freeform 1043">
                <a:extLst>
                  <a:ext uri="{FF2B5EF4-FFF2-40B4-BE49-F238E27FC236}">
                    <a16:creationId xmlns:a16="http://schemas.microsoft.com/office/drawing/2014/main" id="{AB522052-4964-67F0-2C0B-01B0F782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5" name="Freeform 1044">
                <a:extLst>
                  <a:ext uri="{FF2B5EF4-FFF2-40B4-BE49-F238E27FC236}">
                    <a16:creationId xmlns:a16="http://schemas.microsoft.com/office/drawing/2014/main" id="{A762A3BC-3F25-A5FE-6AA8-B18ECD4BC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06" name="Freeform 1045">
                <a:extLst>
                  <a:ext uri="{FF2B5EF4-FFF2-40B4-BE49-F238E27FC236}">
                    <a16:creationId xmlns:a16="http://schemas.microsoft.com/office/drawing/2014/main" id="{AE123944-A75B-E68D-E925-40EFF113D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939" name="Freeform 1046">
              <a:extLst>
                <a:ext uri="{FF2B5EF4-FFF2-40B4-BE49-F238E27FC236}">
                  <a16:creationId xmlns:a16="http://schemas.microsoft.com/office/drawing/2014/main" id="{5D7B2D70-AEFF-7FC9-6C00-FC0DFFDE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0" name="Freeform 1047">
              <a:extLst>
                <a:ext uri="{FF2B5EF4-FFF2-40B4-BE49-F238E27FC236}">
                  <a16:creationId xmlns:a16="http://schemas.microsoft.com/office/drawing/2014/main" id="{8F841A26-CBF8-414B-0C9B-4A961C2A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1" name="Freeform 1048">
              <a:extLst>
                <a:ext uri="{FF2B5EF4-FFF2-40B4-BE49-F238E27FC236}">
                  <a16:creationId xmlns:a16="http://schemas.microsoft.com/office/drawing/2014/main" id="{17E133BF-4892-82EC-4C85-F019AD934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2" name="Freeform 1049">
              <a:extLst>
                <a:ext uri="{FF2B5EF4-FFF2-40B4-BE49-F238E27FC236}">
                  <a16:creationId xmlns:a16="http://schemas.microsoft.com/office/drawing/2014/main" id="{F4A133EB-8430-94CC-25FF-6C4EA85C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3" name="Freeform 1050">
              <a:extLst>
                <a:ext uri="{FF2B5EF4-FFF2-40B4-BE49-F238E27FC236}">
                  <a16:creationId xmlns:a16="http://schemas.microsoft.com/office/drawing/2014/main" id="{0E6CE57D-CAA6-333B-9D5F-0847E11D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4" name="Freeform 1051">
              <a:extLst>
                <a:ext uri="{FF2B5EF4-FFF2-40B4-BE49-F238E27FC236}">
                  <a16:creationId xmlns:a16="http://schemas.microsoft.com/office/drawing/2014/main" id="{8C41DE55-8692-E5AB-78B6-AA4D4BB1DCD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45" name="Group 2">
              <a:extLst>
                <a:ext uri="{FF2B5EF4-FFF2-40B4-BE49-F238E27FC236}">
                  <a16:creationId xmlns:a16="http://schemas.microsoft.com/office/drawing/2014/main" id="{4507C3CF-D532-337E-6A35-FF90D9FCB3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6279" name="Picture 1054" descr="laptop_keyboard">
                <a:extLst>
                  <a:ext uri="{FF2B5EF4-FFF2-40B4-BE49-F238E27FC236}">
                    <a16:creationId xmlns:a16="http://schemas.microsoft.com/office/drawing/2014/main" id="{59E232B1-58E9-5B34-325A-7C2E59801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0" name="Freeform 1055">
                <a:extLst>
                  <a:ext uri="{FF2B5EF4-FFF2-40B4-BE49-F238E27FC236}">
                    <a16:creationId xmlns:a16="http://schemas.microsoft.com/office/drawing/2014/main" id="{905B3E7C-C8E5-530B-2B21-CE5D33F7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6 w 2982"/>
                  <a:gd name="T1" fmla="*/ 0 h 2442"/>
                  <a:gd name="T2" fmla="*/ 0 w 2982"/>
                  <a:gd name="T3" fmla="*/ 2147483646 h 2442"/>
                  <a:gd name="T4" fmla="*/ 2147483646 w 2982"/>
                  <a:gd name="T5" fmla="*/ 2147483646 h 2442"/>
                  <a:gd name="T6" fmla="*/ 2147483646 w 2982"/>
                  <a:gd name="T7" fmla="*/ 2147483646 h 2442"/>
                  <a:gd name="T8" fmla="*/ 2147483646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36281" name="Picture 1056" descr="screen">
                <a:extLst>
                  <a:ext uri="{FF2B5EF4-FFF2-40B4-BE49-F238E27FC236}">
                    <a16:creationId xmlns:a16="http://schemas.microsoft.com/office/drawing/2014/main" id="{089DA768-ABCC-116F-DF6F-2468AA804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2" name="Freeform 1057">
                <a:extLst>
                  <a:ext uri="{FF2B5EF4-FFF2-40B4-BE49-F238E27FC236}">
                    <a16:creationId xmlns:a16="http://schemas.microsoft.com/office/drawing/2014/main" id="{83839C52-9107-2C97-F6E7-A7766CDC8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6 w 2528"/>
                  <a:gd name="T1" fmla="*/ 0 h 455"/>
                  <a:gd name="T2" fmla="*/ 2147483646 w 2528"/>
                  <a:gd name="T3" fmla="*/ 2147483646 h 455"/>
                  <a:gd name="T4" fmla="*/ 2147483646 w 2528"/>
                  <a:gd name="T5" fmla="*/ 2147483646 h 455"/>
                  <a:gd name="T6" fmla="*/ 0 w 2528"/>
                  <a:gd name="T7" fmla="*/ 2147483646 h 455"/>
                  <a:gd name="T8" fmla="*/ 2147483646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83" name="Freeform 1058">
                <a:extLst>
                  <a:ext uri="{FF2B5EF4-FFF2-40B4-BE49-F238E27FC236}">
                    <a16:creationId xmlns:a16="http://schemas.microsoft.com/office/drawing/2014/main" id="{360592E9-D59F-4084-D235-647CC2F8C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6 w 702"/>
                  <a:gd name="T1" fmla="*/ 0 h 1893"/>
                  <a:gd name="T2" fmla="*/ 0 w 702"/>
                  <a:gd name="T3" fmla="*/ 2147483646 h 1893"/>
                  <a:gd name="T4" fmla="*/ 2147483646 w 702"/>
                  <a:gd name="T5" fmla="*/ 2147483646 h 1893"/>
                  <a:gd name="T6" fmla="*/ 2147483646 w 702"/>
                  <a:gd name="T7" fmla="*/ 2147483646 h 1893"/>
                  <a:gd name="T8" fmla="*/ 214748364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84" name="Freeform 1059">
                <a:extLst>
                  <a:ext uri="{FF2B5EF4-FFF2-40B4-BE49-F238E27FC236}">
                    <a16:creationId xmlns:a16="http://schemas.microsoft.com/office/drawing/2014/main" id="{3E159155-FCED-8B4A-E85F-E7E110648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6 w 756"/>
                  <a:gd name="T1" fmla="*/ 0 h 2184"/>
                  <a:gd name="T2" fmla="*/ 2147483646 w 756"/>
                  <a:gd name="T3" fmla="*/ 2147483646 h 2184"/>
                  <a:gd name="T4" fmla="*/ 0 w 756"/>
                  <a:gd name="T5" fmla="*/ 2147483646 h 2184"/>
                  <a:gd name="T6" fmla="*/ 2147483646 w 756"/>
                  <a:gd name="T7" fmla="*/ 2147483646 h 2184"/>
                  <a:gd name="T8" fmla="*/ 2147483646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85" name="Freeform 1060">
                <a:extLst>
                  <a:ext uri="{FF2B5EF4-FFF2-40B4-BE49-F238E27FC236}">
                    <a16:creationId xmlns:a16="http://schemas.microsoft.com/office/drawing/2014/main" id="{B44F15BE-E292-688B-58FD-6D453248B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6 w 2773"/>
                  <a:gd name="T1" fmla="*/ 0 h 738"/>
                  <a:gd name="T2" fmla="*/ 0 w 2773"/>
                  <a:gd name="T3" fmla="*/ 2147483646 h 738"/>
                  <a:gd name="T4" fmla="*/ 2147483646 w 2773"/>
                  <a:gd name="T5" fmla="*/ 2147483646 h 738"/>
                  <a:gd name="T6" fmla="*/ 2147483646 w 2773"/>
                  <a:gd name="T7" fmla="*/ 2147483646 h 738"/>
                  <a:gd name="T8" fmla="*/ 2147483646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86" name="Freeform 1061">
                <a:extLst>
                  <a:ext uri="{FF2B5EF4-FFF2-40B4-BE49-F238E27FC236}">
                    <a16:creationId xmlns:a16="http://schemas.microsoft.com/office/drawing/2014/main" id="{BCF657C7-4D85-FB9F-4BE6-3A3F6B4A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147483646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87" name="Freeform 1062">
                <a:extLst>
                  <a:ext uri="{FF2B5EF4-FFF2-40B4-BE49-F238E27FC236}">
                    <a16:creationId xmlns:a16="http://schemas.microsoft.com/office/drawing/2014/main" id="{B91F5B21-A38E-5BDE-E3C3-10F2FC7B5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6 w 2216"/>
                  <a:gd name="T3" fmla="*/ 2147483646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288" name="Group 1063">
                <a:extLst>
                  <a:ext uri="{FF2B5EF4-FFF2-40B4-BE49-F238E27FC236}">
                    <a16:creationId xmlns:a16="http://schemas.microsoft.com/office/drawing/2014/main" id="{074981A4-DD98-B5AF-6219-2B26CD6ED7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6295" name="Freeform 1064">
                  <a:extLst>
                    <a:ext uri="{FF2B5EF4-FFF2-40B4-BE49-F238E27FC236}">
                      <a16:creationId xmlns:a16="http://schemas.microsoft.com/office/drawing/2014/main" id="{EB814EC4-6383-1FC8-BFE5-39EBAADE2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96" name="Freeform 1065">
                  <a:extLst>
                    <a:ext uri="{FF2B5EF4-FFF2-40B4-BE49-F238E27FC236}">
                      <a16:creationId xmlns:a16="http://schemas.microsoft.com/office/drawing/2014/main" id="{A24BF77A-DD7D-E50E-A733-04938955C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97" name="Freeform 1066">
                  <a:extLst>
                    <a:ext uri="{FF2B5EF4-FFF2-40B4-BE49-F238E27FC236}">
                      <a16:creationId xmlns:a16="http://schemas.microsoft.com/office/drawing/2014/main" id="{D438D538-B465-FC41-1198-560C1D9B83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98" name="Freeform 1067">
                  <a:extLst>
                    <a:ext uri="{FF2B5EF4-FFF2-40B4-BE49-F238E27FC236}">
                      <a16:creationId xmlns:a16="http://schemas.microsoft.com/office/drawing/2014/main" id="{AE38271F-1821-F1AD-96C4-E10AC2997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99" name="Freeform 1068">
                  <a:extLst>
                    <a:ext uri="{FF2B5EF4-FFF2-40B4-BE49-F238E27FC236}">
                      <a16:creationId xmlns:a16="http://schemas.microsoft.com/office/drawing/2014/main" id="{5F711E56-9181-6E7C-322B-3F1B0FE34F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300" name="Freeform 1069">
                  <a:extLst>
                    <a:ext uri="{FF2B5EF4-FFF2-40B4-BE49-F238E27FC236}">
                      <a16:creationId xmlns:a16="http://schemas.microsoft.com/office/drawing/2014/main" id="{B7A76B36-2B99-FFA3-3CB3-E80175853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89" name="Freeform 1070">
                <a:extLst>
                  <a:ext uri="{FF2B5EF4-FFF2-40B4-BE49-F238E27FC236}">
                    <a16:creationId xmlns:a16="http://schemas.microsoft.com/office/drawing/2014/main" id="{23665C08-EBE6-F47C-A15C-4AA674C2C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6 w 990"/>
                  <a:gd name="T1" fmla="*/ 2147483646 h 792"/>
                  <a:gd name="T2" fmla="*/ 2147483646 w 990"/>
                  <a:gd name="T3" fmla="*/ 0 h 792"/>
                  <a:gd name="T4" fmla="*/ 2147483646 w 990"/>
                  <a:gd name="T5" fmla="*/ 2147483646 h 792"/>
                  <a:gd name="T6" fmla="*/ 0 w 990"/>
                  <a:gd name="T7" fmla="*/ 2147483646 h 792"/>
                  <a:gd name="T8" fmla="*/ 2147483646 w 990"/>
                  <a:gd name="T9" fmla="*/ 214748364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90" name="Freeform 1071">
                <a:extLst>
                  <a:ext uri="{FF2B5EF4-FFF2-40B4-BE49-F238E27FC236}">
                    <a16:creationId xmlns:a16="http://schemas.microsoft.com/office/drawing/2014/main" id="{B1F41B5A-CA63-75C0-B19C-2754990B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91" name="Freeform 1072">
                <a:extLst>
                  <a:ext uri="{FF2B5EF4-FFF2-40B4-BE49-F238E27FC236}">
                    <a16:creationId xmlns:a16="http://schemas.microsoft.com/office/drawing/2014/main" id="{45415571-FD67-1AB3-0C63-5727048B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6 w 26"/>
                  <a:gd name="T1" fmla="*/ 2147483646 h 147"/>
                  <a:gd name="T2" fmla="*/ 2147483646 w 26"/>
                  <a:gd name="T3" fmla="*/ 2147483646 h 147"/>
                  <a:gd name="T4" fmla="*/ 0 w 26"/>
                  <a:gd name="T5" fmla="*/ 2147483646 h 147"/>
                  <a:gd name="T6" fmla="*/ 2147483646 w 26"/>
                  <a:gd name="T7" fmla="*/ 0 h 147"/>
                  <a:gd name="T8" fmla="*/ 2147483646 w 26"/>
                  <a:gd name="T9" fmla="*/ 214748364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92" name="Freeform 1073">
                <a:extLst>
                  <a:ext uri="{FF2B5EF4-FFF2-40B4-BE49-F238E27FC236}">
                    <a16:creationId xmlns:a16="http://schemas.microsoft.com/office/drawing/2014/main" id="{ECCDD7E7-8053-2A8E-DE68-47917590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6 w 1176"/>
                  <a:gd name="T1" fmla="*/ 0 h 606"/>
                  <a:gd name="T2" fmla="*/ 0 w 1176"/>
                  <a:gd name="T3" fmla="*/ 2147483646 h 606"/>
                  <a:gd name="T4" fmla="*/ 2147483646 w 1176"/>
                  <a:gd name="T5" fmla="*/ 2147483646 h 606"/>
                  <a:gd name="T6" fmla="*/ 2147483646 w 1176"/>
                  <a:gd name="T7" fmla="*/ 2147483646 h 606"/>
                  <a:gd name="T8" fmla="*/ 214748364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93" name="Freeform 1074">
                <a:extLst>
                  <a:ext uri="{FF2B5EF4-FFF2-40B4-BE49-F238E27FC236}">
                    <a16:creationId xmlns:a16="http://schemas.microsoft.com/office/drawing/2014/main" id="{DB9F5A44-690D-6656-154D-274F7322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94" name="Freeform 1075">
                <a:extLst>
                  <a:ext uri="{FF2B5EF4-FFF2-40B4-BE49-F238E27FC236}">
                    <a16:creationId xmlns:a16="http://schemas.microsoft.com/office/drawing/2014/main" id="{7F37C557-FC4A-B86E-766D-22566D6887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35946" name="Picture 1077" descr="desktop_computer_stylized_medium">
              <a:extLst>
                <a:ext uri="{FF2B5EF4-FFF2-40B4-BE49-F238E27FC236}">
                  <a16:creationId xmlns:a16="http://schemas.microsoft.com/office/drawing/2014/main" id="{E533E089-733E-18CB-FE3A-A999D6DB78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7" name="Freeform 1078">
              <a:extLst>
                <a:ext uri="{FF2B5EF4-FFF2-40B4-BE49-F238E27FC236}">
                  <a16:creationId xmlns:a16="http://schemas.microsoft.com/office/drawing/2014/main" id="{27EE2340-AF81-4DE0-87DE-71F4A57C08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61881300 w 356"/>
                <a:gd name="T3" fmla="*/ 2436089 h 368"/>
                <a:gd name="T4" fmla="*/ 73432694 w 356"/>
                <a:gd name="T5" fmla="*/ 51157459 h 368"/>
                <a:gd name="T6" fmla="*/ 16089020 w 356"/>
                <a:gd name="T7" fmla="*/ 64033693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pic>
          <p:nvPicPr>
            <p:cNvPr id="35948" name="Picture 1081" descr="laptop_keyboard">
              <a:extLst>
                <a:ext uri="{FF2B5EF4-FFF2-40B4-BE49-F238E27FC236}">
                  <a16:creationId xmlns:a16="http://schemas.microsoft.com/office/drawing/2014/main" id="{267BBE4F-177B-025F-E0FB-D42FA922D0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9" name="Freeform 1082">
              <a:extLst>
                <a:ext uri="{FF2B5EF4-FFF2-40B4-BE49-F238E27FC236}">
                  <a16:creationId xmlns:a16="http://schemas.microsoft.com/office/drawing/2014/main" id="{2B4C5120-1F29-EF6D-F435-5FE3651E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5950" name="Picture 1083" descr="screen">
              <a:extLst>
                <a:ext uri="{FF2B5EF4-FFF2-40B4-BE49-F238E27FC236}">
                  <a16:creationId xmlns:a16="http://schemas.microsoft.com/office/drawing/2014/main" id="{D9B74F58-FA47-4D25-1599-4EB0647D79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51" name="Freeform 1084">
              <a:extLst>
                <a:ext uri="{FF2B5EF4-FFF2-40B4-BE49-F238E27FC236}">
                  <a16:creationId xmlns:a16="http://schemas.microsoft.com/office/drawing/2014/main" id="{F55833E4-BE3E-B64C-A6AE-642361332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2" name="Freeform 1085">
              <a:extLst>
                <a:ext uri="{FF2B5EF4-FFF2-40B4-BE49-F238E27FC236}">
                  <a16:creationId xmlns:a16="http://schemas.microsoft.com/office/drawing/2014/main" id="{B26CE1C8-9B6F-FF1F-9A77-2B48C367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3" name="Freeform 1086">
              <a:extLst>
                <a:ext uri="{FF2B5EF4-FFF2-40B4-BE49-F238E27FC236}">
                  <a16:creationId xmlns:a16="http://schemas.microsoft.com/office/drawing/2014/main" id="{35B320A6-1539-712B-0C32-97B1C165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4" name="Freeform 1087">
              <a:extLst>
                <a:ext uri="{FF2B5EF4-FFF2-40B4-BE49-F238E27FC236}">
                  <a16:creationId xmlns:a16="http://schemas.microsoft.com/office/drawing/2014/main" id="{9311CE21-2847-70EC-1D76-FD7347CCD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5" name="Freeform 1088">
              <a:extLst>
                <a:ext uri="{FF2B5EF4-FFF2-40B4-BE49-F238E27FC236}">
                  <a16:creationId xmlns:a16="http://schemas.microsoft.com/office/drawing/2014/main" id="{9F76C5C2-2B85-F77C-6533-08875783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6" name="Freeform 1089">
              <a:extLst>
                <a:ext uri="{FF2B5EF4-FFF2-40B4-BE49-F238E27FC236}">
                  <a16:creationId xmlns:a16="http://schemas.microsoft.com/office/drawing/2014/main" id="{E4390A13-F5A3-2F99-84C2-8C12CE9D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57" name="Group 1090">
              <a:extLst>
                <a:ext uri="{FF2B5EF4-FFF2-40B4-BE49-F238E27FC236}">
                  <a16:creationId xmlns:a16="http://schemas.microsoft.com/office/drawing/2014/main" id="{A2465599-3A11-0A1D-1480-588B72F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6273" name="Freeform 1091">
                <a:extLst>
                  <a:ext uri="{FF2B5EF4-FFF2-40B4-BE49-F238E27FC236}">
                    <a16:creationId xmlns:a16="http://schemas.microsoft.com/office/drawing/2014/main" id="{FAFF7684-D563-FCE2-E110-7E1C0193B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4" name="Freeform 1092">
                <a:extLst>
                  <a:ext uri="{FF2B5EF4-FFF2-40B4-BE49-F238E27FC236}">
                    <a16:creationId xmlns:a16="http://schemas.microsoft.com/office/drawing/2014/main" id="{668307C0-D9CC-C8B3-8263-4745C859D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5" name="Freeform 1093">
                <a:extLst>
                  <a:ext uri="{FF2B5EF4-FFF2-40B4-BE49-F238E27FC236}">
                    <a16:creationId xmlns:a16="http://schemas.microsoft.com/office/drawing/2014/main" id="{B31B7388-B90B-6A1A-7CAF-69BC414F3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6" name="Freeform 1094">
                <a:extLst>
                  <a:ext uri="{FF2B5EF4-FFF2-40B4-BE49-F238E27FC236}">
                    <a16:creationId xmlns:a16="http://schemas.microsoft.com/office/drawing/2014/main" id="{6829A8A4-4062-383E-F6C6-1A1DFA3D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7" name="Freeform 1095">
                <a:extLst>
                  <a:ext uri="{FF2B5EF4-FFF2-40B4-BE49-F238E27FC236}">
                    <a16:creationId xmlns:a16="http://schemas.microsoft.com/office/drawing/2014/main" id="{092C5158-0E2B-CC15-7F53-8D9011D5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8" name="Freeform 1096">
                <a:extLst>
                  <a:ext uri="{FF2B5EF4-FFF2-40B4-BE49-F238E27FC236}">
                    <a16:creationId xmlns:a16="http://schemas.microsoft.com/office/drawing/2014/main" id="{188CB67C-EC7B-566A-0CCA-10D099250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958" name="Freeform 1097">
              <a:extLst>
                <a:ext uri="{FF2B5EF4-FFF2-40B4-BE49-F238E27FC236}">
                  <a16:creationId xmlns:a16="http://schemas.microsoft.com/office/drawing/2014/main" id="{31D2BE32-0193-8466-2FDF-E61670DA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9" name="Freeform 1098">
              <a:extLst>
                <a:ext uri="{FF2B5EF4-FFF2-40B4-BE49-F238E27FC236}">
                  <a16:creationId xmlns:a16="http://schemas.microsoft.com/office/drawing/2014/main" id="{BD88A456-35FA-5944-B5B2-2AEAEF41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60" name="Freeform 1099">
              <a:extLst>
                <a:ext uri="{FF2B5EF4-FFF2-40B4-BE49-F238E27FC236}">
                  <a16:creationId xmlns:a16="http://schemas.microsoft.com/office/drawing/2014/main" id="{06E430BA-0E04-BF09-D58E-50D8F03F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61" name="Freeform 1100">
              <a:extLst>
                <a:ext uri="{FF2B5EF4-FFF2-40B4-BE49-F238E27FC236}">
                  <a16:creationId xmlns:a16="http://schemas.microsoft.com/office/drawing/2014/main" id="{DDF6D243-53E0-5718-34E9-C6FEDA4D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62" name="Freeform 1101">
              <a:extLst>
                <a:ext uri="{FF2B5EF4-FFF2-40B4-BE49-F238E27FC236}">
                  <a16:creationId xmlns:a16="http://schemas.microsoft.com/office/drawing/2014/main" id="{59E14C9C-BFFD-BA37-FA4A-B457DF5F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63" name="Freeform 1102">
              <a:extLst>
                <a:ext uri="{FF2B5EF4-FFF2-40B4-BE49-F238E27FC236}">
                  <a16:creationId xmlns:a16="http://schemas.microsoft.com/office/drawing/2014/main" id="{B0EEBCE9-2FEF-8E3B-14E5-19E47358304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64" name="Group 1103">
              <a:extLst>
                <a:ext uri="{FF2B5EF4-FFF2-40B4-BE49-F238E27FC236}">
                  <a16:creationId xmlns:a16="http://schemas.microsoft.com/office/drawing/2014/main" id="{00FEEBDC-3F82-A8B4-CF14-0751EA5C87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6265" name="Oval 407">
                <a:extLst>
                  <a:ext uri="{FF2B5EF4-FFF2-40B4-BE49-F238E27FC236}">
                    <a16:creationId xmlns:a16="http://schemas.microsoft.com/office/drawing/2014/main" id="{78E746B5-1682-2EDA-20A9-9D6888444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66" name="Rectangle 410">
                <a:extLst>
                  <a:ext uri="{FF2B5EF4-FFF2-40B4-BE49-F238E27FC236}">
                    <a16:creationId xmlns:a16="http://schemas.microsoft.com/office/drawing/2014/main" id="{B0E185E1-1827-ACC9-E540-26733027E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67" name="Oval 411">
                <a:extLst>
                  <a:ext uri="{FF2B5EF4-FFF2-40B4-BE49-F238E27FC236}">
                    <a16:creationId xmlns:a16="http://schemas.microsoft.com/office/drawing/2014/main" id="{8EB9FCDF-54F8-43A0-6B28-0C59E175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68" name="Group 1107">
                <a:extLst>
                  <a:ext uri="{FF2B5EF4-FFF2-40B4-BE49-F238E27FC236}">
                    <a16:creationId xmlns:a16="http://schemas.microsoft.com/office/drawing/2014/main" id="{3F132A87-E565-58C5-3771-DFD93C5293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71" name="Freeform 1108">
                  <a:extLst>
                    <a:ext uri="{FF2B5EF4-FFF2-40B4-BE49-F238E27FC236}">
                      <a16:creationId xmlns:a16="http://schemas.microsoft.com/office/drawing/2014/main" id="{1C663365-F867-A3A9-105D-C38361ED4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72" name="Freeform 1109">
                  <a:extLst>
                    <a:ext uri="{FF2B5EF4-FFF2-40B4-BE49-F238E27FC236}">
                      <a16:creationId xmlns:a16="http://schemas.microsoft.com/office/drawing/2014/main" id="{EB9A9B20-6F61-6914-2E92-A29CDD29C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69" name="Line 1110">
                <a:extLst>
                  <a:ext uri="{FF2B5EF4-FFF2-40B4-BE49-F238E27FC236}">
                    <a16:creationId xmlns:a16="http://schemas.microsoft.com/office/drawing/2014/main" id="{8719C365-9DC6-601B-3891-0CBBCBA80D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70" name="Line 1111">
                <a:extLst>
                  <a:ext uri="{FF2B5EF4-FFF2-40B4-BE49-F238E27FC236}">
                    <a16:creationId xmlns:a16="http://schemas.microsoft.com/office/drawing/2014/main" id="{702F9ACE-30AE-5280-76D9-49EAA5DE99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65" name="Group 1112">
              <a:extLst>
                <a:ext uri="{FF2B5EF4-FFF2-40B4-BE49-F238E27FC236}">
                  <a16:creationId xmlns:a16="http://schemas.microsoft.com/office/drawing/2014/main" id="{6D365221-B2D9-767C-923F-4F37737BCD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6257" name="Oval 407">
                <a:extLst>
                  <a:ext uri="{FF2B5EF4-FFF2-40B4-BE49-F238E27FC236}">
                    <a16:creationId xmlns:a16="http://schemas.microsoft.com/office/drawing/2014/main" id="{584EC5EC-A7E2-462C-374C-03AF7245E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8" name="Rectangle 410">
                <a:extLst>
                  <a:ext uri="{FF2B5EF4-FFF2-40B4-BE49-F238E27FC236}">
                    <a16:creationId xmlns:a16="http://schemas.microsoft.com/office/drawing/2014/main" id="{EA1B7CAC-DF1D-D6E1-5B48-674B5291C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9" name="Oval 411">
                <a:extLst>
                  <a:ext uri="{FF2B5EF4-FFF2-40B4-BE49-F238E27FC236}">
                    <a16:creationId xmlns:a16="http://schemas.microsoft.com/office/drawing/2014/main" id="{460E0DD0-9CDD-B7BF-2151-841D63CAF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60" name="Group 1116">
                <a:extLst>
                  <a:ext uri="{FF2B5EF4-FFF2-40B4-BE49-F238E27FC236}">
                    <a16:creationId xmlns:a16="http://schemas.microsoft.com/office/drawing/2014/main" id="{E75F0CFA-AB50-51BA-D910-046A79A234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63" name="Freeform 1117">
                  <a:extLst>
                    <a:ext uri="{FF2B5EF4-FFF2-40B4-BE49-F238E27FC236}">
                      <a16:creationId xmlns:a16="http://schemas.microsoft.com/office/drawing/2014/main" id="{1B6DBBDE-F5F0-0789-C674-B04C10D38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64" name="Freeform 1118">
                  <a:extLst>
                    <a:ext uri="{FF2B5EF4-FFF2-40B4-BE49-F238E27FC236}">
                      <a16:creationId xmlns:a16="http://schemas.microsoft.com/office/drawing/2014/main" id="{E72D8E32-C1BC-911D-3A71-B0DFF1C42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61" name="Line 1119">
                <a:extLst>
                  <a:ext uri="{FF2B5EF4-FFF2-40B4-BE49-F238E27FC236}">
                    <a16:creationId xmlns:a16="http://schemas.microsoft.com/office/drawing/2014/main" id="{3382E728-50A0-48B7-917F-A629DAFAE5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62" name="Line 1120">
                <a:extLst>
                  <a:ext uri="{FF2B5EF4-FFF2-40B4-BE49-F238E27FC236}">
                    <a16:creationId xmlns:a16="http://schemas.microsoft.com/office/drawing/2014/main" id="{09CD6DF4-0B3E-5D0B-5226-E6B145FED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66" name="Group 1121">
              <a:extLst>
                <a:ext uri="{FF2B5EF4-FFF2-40B4-BE49-F238E27FC236}">
                  <a16:creationId xmlns:a16="http://schemas.microsoft.com/office/drawing/2014/main" id="{059BFC6E-9A0A-8F89-BE32-918790A216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6249" name="Oval 407">
                <a:extLst>
                  <a:ext uri="{FF2B5EF4-FFF2-40B4-BE49-F238E27FC236}">
                    <a16:creationId xmlns:a16="http://schemas.microsoft.com/office/drawing/2014/main" id="{17860C9C-DBF8-9570-2A50-B423763E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0" name="Rectangle 410">
                <a:extLst>
                  <a:ext uri="{FF2B5EF4-FFF2-40B4-BE49-F238E27FC236}">
                    <a16:creationId xmlns:a16="http://schemas.microsoft.com/office/drawing/2014/main" id="{C4AD3DEF-FE0F-59C7-4EC4-C15156B36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1" name="Oval 411">
                <a:extLst>
                  <a:ext uri="{FF2B5EF4-FFF2-40B4-BE49-F238E27FC236}">
                    <a16:creationId xmlns:a16="http://schemas.microsoft.com/office/drawing/2014/main" id="{BAA0432D-D58C-37EE-E98E-A1DCF7CDE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52" name="Group 1125">
                <a:extLst>
                  <a:ext uri="{FF2B5EF4-FFF2-40B4-BE49-F238E27FC236}">
                    <a16:creationId xmlns:a16="http://schemas.microsoft.com/office/drawing/2014/main" id="{93243BA8-A181-7E6E-2BAC-1625450720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55" name="Freeform 1126">
                  <a:extLst>
                    <a:ext uri="{FF2B5EF4-FFF2-40B4-BE49-F238E27FC236}">
                      <a16:creationId xmlns:a16="http://schemas.microsoft.com/office/drawing/2014/main" id="{63A0F462-B246-D748-9653-02E438A8EF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56" name="Freeform 1127">
                  <a:extLst>
                    <a:ext uri="{FF2B5EF4-FFF2-40B4-BE49-F238E27FC236}">
                      <a16:creationId xmlns:a16="http://schemas.microsoft.com/office/drawing/2014/main" id="{93AE6C92-83BF-0344-DACD-BABFDFA75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53" name="Line 1128">
                <a:extLst>
                  <a:ext uri="{FF2B5EF4-FFF2-40B4-BE49-F238E27FC236}">
                    <a16:creationId xmlns:a16="http://schemas.microsoft.com/office/drawing/2014/main" id="{CB582007-F802-C1B0-0843-C370DEE0C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54" name="Line 1129">
                <a:extLst>
                  <a:ext uri="{FF2B5EF4-FFF2-40B4-BE49-F238E27FC236}">
                    <a16:creationId xmlns:a16="http://schemas.microsoft.com/office/drawing/2014/main" id="{5ADA002F-9BF2-41FE-AE75-A6F80533EE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67" name="Group 1130">
              <a:extLst>
                <a:ext uri="{FF2B5EF4-FFF2-40B4-BE49-F238E27FC236}">
                  <a16:creationId xmlns:a16="http://schemas.microsoft.com/office/drawing/2014/main" id="{3EC5BE55-10C8-B29B-2331-AB54C03F1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6241" name="Oval 407">
                <a:extLst>
                  <a:ext uri="{FF2B5EF4-FFF2-40B4-BE49-F238E27FC236}">
                    <a16:creationId xmlns:a16="http://schemas.microsoft.com/office/drawing/2014/main" id="{C56E1C79-2D40-B523-133E-14892E697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42" name="Rectangle 410">
                <a:extLst>
                  <a:ext uri="{FF2B5EF4-FFF2-40B4-BE49-F238E27FC236}">
                    <a16:creationId xmlns:a16="http://schemas.microsoft.com/office/drawing/2014/main" id="{DE473F0D-A014-02FB-AA3A-569A96813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43" name="Oval 411">
                <a:extLst>
                  <a:ext uri="{FF2B5EF4-FFF2-40B4-BE49-F238E27FC236}">
                    <a16:creationId xmlns:a16="http://schemas.microsoft.com/office/drawing/2014/main" id="{0F8C6E58-0685-6CBA-CB6C-06E2366A3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44" name="Group 1134">
                <a:extLst>
                  <a:ext uri="{FF2B5EF4-FFF2-40B4-BE49-F238E27FC236}">
                    <a16:creationId xmlns:a16="http://schemas.microsoft.com/office/drawing/2014/main" id="{4CD5F2FF-423F-9914-F5EE-EA62A2A17F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47" name="Freeform 1135">
                  <a:extLst>
                    <a:ext uri="{FF2B5EF4-FFF2-40B4-BE49-F238E27FC236}">
                      <a16:creationId xmlns:a16="http://schemas.microsoft.com/office/drawing/2014/main" id="{75122DBA-81FC-A7E0-DCD6-0712EFE33B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48" name="Freeform 1136">
                  <a:extLst>
                    <a:ext uri="{FF2B5EF4-FFF2-40B4-BE49-F238E27FC236}">
                      <a16:creationId xmlns:a16="http://schemas.microsoft.com/office/drawing/2014/main" id="{68C88345-EA5F-6FCD-0E51-35268D176C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45" name="Line 1137">
                <a:extLst>
                  <a:ext uri="{FF2B5EF4-FFF2-40B4-BE49-F238E27FC236}">
                    <a16:creationId xmlns:a16="http://schemas.microsoft.com/office/drawing/2014/main" id="{92C8A537-90CB-6BAB-92A9-611EEE58AE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46" name="Line 1138">
                <a:extLst>
                  <a:ext uri="{FF2B5EF4-FFF2-40B4-BE49-F238E27FC236}">
                    <a16:creationId xmlns:a16="http://schemas.microsoft.com/office/drawing/2014/main" id="{09E2CFB3-D90F-99F7-1658-D79891CED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68" name="Group 1139">
              <a:extLst>
                <a:ext uri="{FF2B5EF4-FFF2-40B4-BE49-F238E27FC236}">
                  <a16:creationId xmlns:a16="http://schemas.microsoft.com/office/drawing/2014/main" id="{87528376-77A3-2023-46CE-45D5EA512B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6233" name="Oval 407">
                <a:extLst>
                  <a:ext uri="{FF2B5EF4-FFF2-40B4-BE49-F238E27FC236}">
                    <a16:creationId xmlns:a16="http://schemas.microsoft.com/office/drawing/2014/main" id="{33F02515-7149-6D77-5C84-88D45C92F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34" name="Rectangle 410">
                <a:extLst>
                  <a:ext uri="{FF2B5EF4-FFF2-40B4-BE49-F238E27FC236}">
                    <a16:creationId xmlns:a16="http://schemas.microsoft.com/office/drawing/2014/main" id="{93E2E4A4-BFB6-BA31-C46C-F7EDDE9C8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35" name="Oval 411">
                <a:extLst>
                  <a:ext uri="{FF2B5EF4-FFF2-40B4-BE49-F238E27FC236}">
                    <a16:creationId xmlns:a16="http://schemas.microsoft.com/office/drawing/2014/main" id="{43DB524C-7FFD-B1DF-9204-FAE56C24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36" name="Group 1143">
                <a:extLst>
                  <a:ext uri="{FF2B5EF4-FFF2-40B4-BE49-F238E27FC236}">
                    <a16:creationId xmlns:a16="http://schemas.microsoft.com/office/drawing/2014/main" id="{0470E8BB-0CFE-82DC-7EC2-91A5E65BB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39" name="Freeform 1144">
                  <a:extLst>
                    <a:ext uri="{FF2B5EF4-FFF2-40B4-BE49-F238E27FC236}">
                      <a16:creationId xmlns:a16="http://schemas.microsoft.com/office/drawing/2014/main" id="{E2C0738F-1EBD-9BCE-AD50-8B9858F69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40" name="Freeform 1145">
                  <a:extLst>
                    <a:ext uri="{FF2B5EF4-FFF2-40B4-BE49-F238E27FC236}">
                      <a16:creationId xmlns:a16="http://schemas.microsoft.com/office/drawing/2014/main" id="{8096B2FD-C47B-0909-4EC2-EB78E7B66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237" name="Line 1146">
                <a:extLst>
                  <a:ext uri="{FF2B5EF4-FFF2-40B4-BE49-F238E27FC236}">
                    <a16:creationId xmlns:a16="http://schemas.microsoft.com/office/drawing/2014/main" id="{C6C427D7-701E-CE1D-1DA8-CD9A0ADCB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38" name="Line 1147">
                <a:extLst>
                  <a:ext uri="{FF2B5EF4-FFF2-40B4-BE49-F238E27FC236}">
                    <a16:creationId xmlns:a16="http://schemas.microsoft.com/office/drawing/2014/main" id="{3D9768D6-7263-FF68-2132-978273879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69" name="Group 3">
              <a:extLst>
                <a:ext uri="{FF2B5EF4-FFF2-40B4-BE49-F238E27FC236}">
                  <a16:creationId xmlns:a16="http://schemas.microsoft.com/office/drawing/2014/main" id="{89053C71-7346-B872-05DE-DC01DC5A7A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6231" name="Picture 555" descr="fridge2.png">
                <a:extLst>
                  <a:ext uri="{FF2B5EF4-FFF2-40B4-BE49-F238E27FC236}">
                    <a16:creationId xmlns:a16="http://schemas.microsoft.com/office/drawing/2014/main" id="{2368365C-CA27-BA67-32E2-7BCCE7CFA86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232" name="Picture 1115" descr="antenna_stylized">
                <a:extLst>
                  <a:ext uri="{FF2B5EF4-FFF2-40B4-BE49-F238E27FC236}">
                    <a16:creationId xmlns:a16="http://schemas.microsoft.com/office/drawing/2014/main" id="{744B4123-B4BE-3C7F-FD3F-8D562FC9B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5970" name="Picture 603" descr="car_icon_small">
              <a:extLst>
                <a:ext uri="{FF2B5EF4-FFF2-40B4-BE49-F238E27FC236}">
                  <a16:creationId xmlns:a16="http://schemas.microsoft.com/office/drawing/2014/main" id="{C3356773-2CC3-3EC0-FB8D-B1A1A40D62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1" name="Picture 814" descr="light2.png">
              <a:extLst>
                <a:ext uri="{FF2B5EF4-FFF2-40B4-BE49-F238E27FC236}">
                  <a16:creationId xmlns:a16="http://schemas.microsoft.com/office/drawing/2014/main" id="{B87FFBF7-55DA-AB83-D63E-966CA289B33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2" name="Picture 1017" descr="antenna_stylized">
              <a:extLst>
                <a:ext uri="{FF2B5EF4-FFF2-40B4-BE49-F238E27FC236}">
                  <a16:creationId xmlns:a16="http://schemas.microsoft.com/office/drawing/2014/main" id="{FCA4D54D-59C3-8D23-3D72-04B26C0589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3" name="Picture 1017" descr="antenna_stylized">
              <a:extLst>
                <a:ext uri="{FF2B5EF4-FFF2-40B4-BE49-F238E27FC236}">
                  <a16:creationId xmlns:a16="http://schemas.microsoft.com/office/drawing/2014/main" id="{C522701F-0C78-6292-29F1-AC167BE9A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74" name="Group 347">
              <a:extLst>
                <a:ext uri="{FF2B5EF4-FFF2-40B4-BE49-F238E27FC236}">
                  <a16:creationId xmlns:a16="http://schemas.microsoft.com/office/drawing/2014/main" id="{2DB8DE4F-EE34-C60E-BA65-7D2E8028EA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87" name="Oval 1386">
                <a:extLst>
                  <a:ext uri="{FF2B5EF4-FFF2-40B4-BE49-F238E27FC236}">
                    <a16:creationId xmlns:a16="http://schemas.microsoft.com/office/drawing/2014/main" id="{53EAE299-3D87-E74B-A855-7AB86E9E0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88" name="Rectangle 1387">
                <a:extLst>
                  <a:ext uri="{FF2B5EF4-FFF2-40B4-BE49-F238E27FC236}">
                    <a16:creationId xmlns:a16="http://schemas.microsoft.com/office/drawing/2014/main" id="{32462D66-83A8-C94E-B56E-CFEB7F94C516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9" name="Oval 1388">
                <a:extLst>
                  <a:ext uri="{FF2B5EF4-FFF2-40B4-BE49-F238E27FC236}">
                    <a16:creationId xmlns:a16="http://schemas.microsoft.com/office/drawing/2014/main" id="{979AFBB2-A9CF-D445-A148-87F6AF2F9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AF26E275-81B8-164A-9438-BBEE282002C3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1" name="Freeform 1390">
                <a:extLst>
                  <a:ext uri="{FF2B5EF4-FFF2-40B4-BE49-F238E27FC236}">
                    <a16:creationId xmlns:a16="http://schemas.microsoft.com/office/drawing/2014/main" id="{DA0013F6-9273-BF41-9B9E-1CEBBEC8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92" name="Freeform 1391">
                <a:extLst>
                  <a:ext uri="{FF2B5EF4-FFF2-40B4-BE49-F238E27FC236}">
                    <a16:creationId xmlns:a16="http://schemas.microsoft.com/office/drawing/2014/main" id="{2520139F-8C1E-854C-8AD2-BA8ECC7B3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93" name="Freeform 1392">
                <a:extLst>
                  <a:ext uri="{FF2B5EF4-FFF2-40B4-BE49-F238E27FC236}">
                    <a16:creationId xmlns:a16="http://schemas.microsoft.com/office/drawing/2014/main" id="{18385802-B046-454F-8492-915EA0B04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94" name="Straight Connector 1393">
                <a:extLst>
                  <a:ext uri="{FF2B5EF4-FFF2-40B4-BE49-F238E27FC236}">
                    <a16:creationId xmlns:a16="http://schemas.microsoft.com/office/drawing/2014/main" id="{B9849644-F9D9-724A-B000-902FE5A053B5}"/>
                  </a:ext>
                </a:extLst>
              </p:cNvPr>
              <p:cNvCxnSpPr>
                <a:cxnSpLocks noChangeShapeType="1"/>
                <a:endCxn id="1389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95" name="Straight Connector 1394">
                <a:extLst>
                  <a:ext uri="{FF2B5EF4-FFF2-40B4-BE49-F238E27FC236}">
                    <a16:creationId xmlns:a16="http://schemas.microsoft.com/office/drawing/2014/main" id="{77A28B77-3CBC-054F-B7F7-079FCD09F27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5" name="Group 347">
              <a:extLst>
                <a:ext uri="{FF2B5EF4-FFF2-40B4-BE49-F238E27FC236}">
                  <a16:creationId xmlns:a16="http://schemas.microsoft.com/office/drawing/2014/main" id="{EB3F84B3-A86F-94FF-F035-CAB5D52B5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229" name="Oval 1228">
                <a:extLst>
                  <a:ext uri="{FF2B5EF4-FFF2-40B4-BE49-F238E27FC236}">
                    <a16:creationId xmlns:a16="http://schemas.microsoft.com/office/drawing/2014/main" id="{3A73AEE0-16A1-BE4E-A13D-02ECD81C6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79" name="Rectangle 1378">
                <a:extLst>
                  <a:ext uri="{FF2B5EF4-FFF2-40B4-BE49-F238E27FC236}">
                    <a16:creationId xmlns:a16="http://schemas.microsoft.com/office/drawing/2014/main" id="{24EAD5F2-5F71-2B45-8BB9-79BFFC350FC0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0" name="Oval 1379">
                <a:extLst>
                  <a:ext uri="{FF2B5EF4-FFF2-40B4-BE49-F238E27FC236}">
                    <a16:creationId xmlns:a16="http://schemas.microsoft.com/office/drawing/2014/main" id="{31274328-9A1E-A94F-811B-1E1D08717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628C3CC-CD0D-164C-B61E-8D0D34F6454B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2D857242-E0BE-464A-BB22-188FB6E0B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FDAC8803-2331-604A-8E43-360AFEBFC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549A3468-0163-6445-87CB-F4573CC49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85" name="Straight Connector 1384">
                <a:extLst>
                  <a:ext uri="{FF2B5EF4-FFF2-40B4-BE49-F238E27FC236}">
                    <a16:creationId xmlns:a16="http://schemas.microsoft.com/office/drawing/2014/main" id="{966CE69A-BBF4-9C4E-96C0-04473F1DE811}"/>
                  </a:ext>
                </a:extLst>
              </p:cNvPr>
              <p:cNvCxnSpPr>
                <a:cxnSpLocks noChangeShapeType="1"/>
                <a:endCxn id="1380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86" name="Straight Connector 1385">
                <a:extLst>
                  <a:ext uri="{FF2B5EF4-FFF2-40B4-BE49-F238E27FC236}">
                    <a16:creationId xmlns:a16="http://schemas.microsoft.com/office/drawing/2014/main" id="{F0477CB7-61F4-EC40-A352-FCE28AD7580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6" name="Group 347">
              <a:extLst>
                <a:ext uri="{FF2B5EF4-FFF2-40B4-BE49-F238E27FC236}">
                  <a16:creationId xmlns:a16="http://schemas.microsoft.com/office/drawing/2014/main" id="{98E31397-3AE5-7165-3A14-20030B3B53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194" name="Oval 1193">
                <a:extLst>
                  <a:ext uri="{FF2B5EF4-FFF2-40B4-BE49-F238E27FC236}">
                    <a16:creationId xmlns:a16="http://schemas.microsoft.com/office/drawing/2014/main" id="{AB13AE4C-3E36-6E47-A97A-53CA841D8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5" name="Rectangle 1194">
                <a:extLst>
                  <a:ext uri="{FF2B5EF4-FFF2-40B4-BE49-F238E27FC236}">
                    <a16:creationId xmlns:a16="http://schemas.microsoft.com/office/drawing/2014/main" id="{C1A942FD-29E9-3544-9510-7F7AD2299326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6" name="Oval 1195">
                <a:extLst>
                  <a:ext uri="{FF2B5EF4-FFF2-40B4-BE49-F238E27FC236}">
                    <a16:creationId xmlns:a16="http://schemas.microsoft.com/office/drawing/2014/main" id="{D5188D2A-6659-EE4C-8348-71D292D3C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12D2F4B1-989A-AA4E-BE06-EE2352D2D714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F536C38D-DA7A-2449-8F2D-4D98E1FB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7C94BEE2-EC10-4F4F-8C43-37C739EE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F450FE88-25CE-6840-8849-33CCD9BC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D52B23BB-4F3F-654B-9EC0-A9EA609991E0}"/>
                  </a:ext>
                </a:extLst>
              </p:cNvPr>
              <p:cNvCxnSpPr>
                <a:cxnSpLocks noChangeShapeType="1"/>
                <a:endCxn id="1196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60309C4E-12DC-3340-9141-1630B87C7DE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7" name="Group 347">
              <a:extLst>
                <a:ext uri="{FF2B5EF4-FFF2-40B4-BE49-F238E27FC236}">
                  <a16:creationId xmlns:a16="http://schemas.microsoft.com/office/drawing/2014/main" id="{263C9A05-EBDF-A954-C0E7-4F70199B7B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185" name="Oval 1184">
                <a:extLst>
                  <a:ext uri="{FF2B5EF4-FFF2-40B4-BE49-F238E27FC236}">
                    <a16:creationId xmlns:a16="http://schemas.microsoft.com/office/drawing/2014/main" id="{28E569AB-38B0-5F46-8EFF-C3B4B149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6" name="Rectangle 1185">
                <a:extLst>
                  <a:ext uri="{FF2B5EF4-FFF2-40B4-BE49-F238E27FC236}">
                    <a16:creationId xmlns:a16="http://schemas.microsoft.com/office/drawing/2014/main" id="{A67812EC-5B16-BB4B-AB40-D3322909E0E1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7" name="Oval 1186">
                <a:extLst>
                  <a:ext uri="{FF2B5EF4-FFF2-40B4-BE49-F238E27FC236}">
                    <a16:creationId xmlns:a16="http://schemas.microsoft.com/office/drawing/2014/main" id="{03674D8E-5420-274C-A864-844252AB9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51817E08-3038-2B47-A808-8937A233F941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2E4450D2-049B-6543-B9A1-C285CEA21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8A16277-D296-6D46-9A7C-7C87DC8A3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5BB64288-8781-B948-97BE-7AEBA158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92" name="Straight Connector 1191">
                <a:extLst>
                  <a:ext uri="{FF2B5EF4-FFF2-40B4-BE49-F238E27FC236}">
                    <a16:creationId xmlns:a16="http://schemas.microsoft.com/office/drawing/2014/main" id="{77646CB6-37A9-3D4C-AF0A-AACF30A8A89A}"/>
                  </a:ext>
                </a:extLst>
              </p:cNvPr>
              <p:cNvCxnSpPr>
                <a:cxnSpLocks noChangeShapeType="1"/>
                <a:endCxn id="1187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3" name="Straight Connector 1192">
                <a:extLst>
                  <a:ext uri="{FF2B5EF4-FFF2-40B4-BE49-F238E27FC236}">
                    <a16:creationId xmlns:a16="http://schemas.microsoft.com/office/drawing/2014/main" id="{5223BC2E-44E2-944B-9703-10A5224289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8" name="Group 347">
              <a:extLst>
                <a:ext uri="{FF2B5EF4-FFF2-40B4-BE49-F238E27FC236}">
                  <a16:creationId xmlns:a16="http://schemas.microsoft.com/office/drawing/2014/main" id="{3449A554-0BBF-DED7-5F37-F64EED84B5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122" name="Oval 1121">
                <a:extLst>
                  <a:ext uri="{FF2B5EF4-FFF2-40B4-BE49-F238E27FC236}">
                    <a16:creationId xmlns:a16="http://schemas.microsoft.com/office/drawing/2014/main" id="{73C9FFF6-4B81-844A-8956-FBEB49A4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23" name="Rectangle 1122">
                <a:extLst>
                  <a:ext uri="{FF2B5EF4-FFF2-40B4-BE49-F238E27FC236}">
                    <a16:creationId xmlns:a16="http://schemas.microsoft.com/office/drawing/2014/main" id="{F82ED38B-9231-B647-B9AB-69256E3021B4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4" name="Oval 1123">
                <a:extLst>
                  <a:ext uri="{FF2B5EF4-FFF2-40B4-BE49-F238E27FC236}">
                    <a16:creationId xmlns:a16="http://schemas.microsoft.com/office/drawing/2014/main" id="{5AC7A699-9AD1-1346-B1E1-C62512D03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25" name="Freeform 1124">
                <a:extLst>
                  <a:ext uri="{FF2B5EF4-FFF2-40B4-BE49-F238E27FC236}">
                    <a16:creationId xmlns:a16="http://schemas.microsoft.com/office/drawing/2014/main" id="{E08DA308-E4CA-CE4A-B4B8-07B05D5899D4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0" name="Freeform 1179">
                <a:extLst>
                  <a:ext uri="{FF2B5EF4-FFF2-40B4-BE49-F238E27FC236}">
                    <a16:creationId xmlns:a16="http://schemas.microsoft.com/office/drawing/2014/main" id="{FF85F749-506E-CB4B-9FFD-934E54B21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5ACE2F18-C66B-E54E-BCCA-5BA4030C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CEEEED2B-B0AE-3748-ACDB-E5EBFC45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83" name="Straight Connector 1182">
                <a:extLst>
                  <a:ext uri="{FF2B5EF4-FFF2-40B4-BE49-F238E27FC236}">
                    <a16:creationId xmlns:a16="http://schemas.microsoft.com/office/drawing/2014/main" id="{6AE011CA-9DCA-6B4F-93CD-AB147D55E700}"/>
                  </a:ext>
                </a:extLst>
              </p:cNvPr>
              <p:cNvCxnSpPr>
                <a:cxnSpLocks noChangeShapeType="1"/>
                <a:endCxn id="1124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4" name="Straight Connector 1183">
                <a:extLst>
                  <a:ext uri="{FF2B5EF4-FFF2-40B4-BE49-F238E27FC236}">
                    <a16:creationId xmlns:a16="http://schemas.microsoft.com/office/drawing/2014/main" id="{5372EDC1-063A-3541-9ED1-C569887A14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9" name="Group 752">
              <a:extLst>
                <a:ext uri="{FF2B5EF4-FFF2-40B4-BE49-F238E27FC236}">
                  <a16:creationId xmlns:a16="http://schemas.microsoft.com/office/drawing/2014/main" id="{9D462C9E-2297-EB7C-A6BD-155B2D473A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E860E270-225B-B244-8E56-AD84B2B27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625B2EA6-E7D6-DE46-9808-4D5ACD063ABD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756EF99D-E539-4B4D-9299-82AAAC0BD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066" name="Freeform 1065">
                <a:extLst>
                  <a:ext uri="{FF2B5EF4-FFF2-40B4-BE49-F238E27FC236}">
                    <a16:creationId xmlns:a16="http://schemas.microsoft.com/office/drawing/2014/main" id="{88FFEF21-49C0-3E46-86E7-7945CF29E2C0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17" name="Freeform 1116">
                <a:extLst>
                  <a:ext uri="{FF2B5EF4-FFF2-40B4-BE49-F238E27FC236}">
                    <a16:creationId xmlns:a16="http://schemas.microsoft.com/office/drawing/2014/main" id="{EC151F11-6507-504E-9587-F231E118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5D2CC47D-0B2F-7546-9722-A42B8124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CB1BCB6A-3C1A-E545-8603-4BA0E0F9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E86048F7-8758-CA47-AE63-152C20F73EF8}"/>
                  </a:ext>
                </a:extLst>
              </p:cNvPr>
              <p:cNvCxnSpPr>
                <a:cxnSpLocks noChangeShapeType="1"/>
                <a:endCxn id="1059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94187753-717C-1D45-8F0F-9CFA1034254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0" name="Group 753">
              <a:extLst>
                <a:ext uri="{FF2B5EF4-FFF2-40B4-BE49-F238E27FC236}">
                  <a16:creationId xmlns:a16="http://schemas.microsoft.com/office/drawing/2014/main" id="{FA2259F9-C8BF-7F5D-7093-E09C67A94B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A3A88F4A-06BB-3B40-AB05-42BAAE4AE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93" name="Rectangle 992">
                <a:extLst>
                  <a:ext uri="{FF2B5EF4-FFF2-40B4-BE49-F238E27FC236}">
                    <a16:creationId xmlns:a16="http://schemas.microsoft.com/office/drawing/2014/main" id="{767DA15D-A413-AC48-BD78-3C65B9AC09B1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4" name="Oval 993">
                <a:extLst>
                  <a:ext uri="{FF2B5EF4-FFF2-40B4-BE49-F238E27FC236}">
                    <a16:creationId xmlns:a16="http://schemas.microsoft.com/office/drawing/2014/main" id="{DA67F93D-436F-7B49-B45E-95B60791E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96" name="Freeform 995">
                <a:extLst>
                  <a:ext uri="{FF2B5EF4-FFF2-40B4-BE49-F238E27FC236}">
                    <a16:creationId xmlns:a16="http://schemas.microsoft.com/office/drawing/2014/main" id="{0A8495FF-93D1-D649-89C8-C722C897C0E4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8" name="Freeform 997">
                <a:extLst>
                  <a:ext uri="{FF2B5EF4-FFF2-40B4-BE49-F238E27FC236}">
                    <a16:creationId xmlns:a16="http://schemas.microsoft.com/office/drawing/2014/main" id="{4044B58C-27A5-3C4B-8B55-147B47B2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8A4C58EE-DDBB-E24B-8768-A6B2DC04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8E3C49A9-6392-6F43-A2A7-B0BD53E7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CF874E66-6D3B-A84C-B36C-B41167B42BD6}"/>
                  </a:ext>
                </a:extLst>
              </p:cNvPr>
              <p:cNvCxnSpPr>
                <a:cxnSpLocks noChangeShapeType="1"/>
                <a:endCxn id="994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C57A8FCB-052C-084C-B52E-9C0A7A857CA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1" name="Group 754">
              <a:extLst>
                <a:ext uri="{FF2B5EF4-FFF2-40B4-BE49-F238E27FC236}">
                  <a16:creationId xmlns:a16="http://schemas.microsoft.com/office/drawing/2014/main" id="{324C94B5-280D-2B31-91AE-210FCC633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933" name="Oval 932">
                <a:extLst>
                  <a:ext uri="{FF2B5EF4-FFF2-40B4-BE49-F238E27FC236}">
                    <a16:creationId xmlns:a16="http://schemas.microsoft.com/office/drawing/2014/main" id="{3FAFD2A2-9914-7840-807E-FD225BF9C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34" name="Rectangle 933">
                <a:extLst>
                  <a:ext uri="{FF2B5EF4-FFF2-40B4-BE49-F238E27FC236}">
                    <a16:creationId xmlns:a16="http://schemas.microsoft.com/office/drawing/2014/main" id="{345FA757-A6ED-4D4F-83AE-64827D45A504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5" name="Oval 934">
                <a:extLst>
                  <a:ext uri="{FF2B5EF4-FFF2-40B4-BE49-F238E27FC236}">
                    <a16:creationId xmlns:a16="http://schemas.microsoft.com/office/drawing/2014/main" id="{8096E460-7843-3E42-9AB8-4483D0DD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08C75FC4-591D-FD4C-8946-43ECDE95D6DB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D8C6979A-3CFE-BA4C-AE46-FA5784D8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61DA212F-74B4-1848-A6A3-266C8E4F9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56" name="Freeform 955">
                <a:extLst>
                  <a:ext uri="{FF2B5EF4-FFF2-40B4-BE49-F238E27FC236}">
                    <a16:creationId xmlns:a16="http://schemas.microsoft.com/office/drawing/2014/main" id="{F970BAC0-3628-5E41-880F-6B96F5C0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E5393C55-D58E-FC47-88E7-21BE26DC443F}"/>
                  </a:ext>
                </a:extLst>
              </p:cNvPr>
              <p:cNvCxnSpPr>
                <a:cxnSpLocks noChangeShapeType="1"/>
                <a:endCxn id="935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84" name="Straight Connector 983">
                <a:extLst>
                  <a:ext uri="{FF2B5EF4-FFF2-40B4-BE49-F238E27FC236}">
                    <a16:creationId xmlns:a16="http://schemas.microsoft.com/office/drawing/2014/main" id="{F97CEA9E-EB1A-5E41-9862-361F43D9C21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2" name="Group 755">
              <a:extLst>
                <a:ext uri="{FF2B5EF4-FFF2-40B4-BE49-F238E27FC236}">
                  <a16:creationId xmlns:a16="http://schemas.microsoft.com/office/drawing/2014/main" id="{5107EFA1-E1F5-2BCE-8147-06FF3108D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7533D418-185E-EB4B-B5C0-0309B4EF9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25" name="Rectangle 924">
                <a:extLst>
                  <a:ext uri="{FF2B5EF4-FFF2-40B4-BE49-F238E27FC236}">
                    <a16:creationId xmlns:a16="http://schemas.microsoft.com/office/drawing/2014/main" id="{5E77616C-479A-604E-91BA-BDDF4AE8BE82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ED19687D-147E-B44E-A923-157FDC16A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DB359D38-1429-F040-8A7C-FD599E2EA739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A2CD42A1-FE19-624B-9DF1-5F08CF4E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62094188-EA62-E04C-9F17-38E84787C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6BBDCD0A-A391-7046-BBB1-F839ECB4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931" name="Straight Connector 930">
                <a:extLst>
                  <a:ext uri="{FF2B5EF4-FFF2-40B4-BE49-F238E27FC236}">
                    <a16:creationId xmlns:a16="http://schemas.microsoft.com/office/drawing/2014/main" id="{7B76C216-DA2C-0D45-B0D8-F9BA8A710634}"/>
                  </a:ext>
                </a:extLst>
              </p:cNvPr>
              <p:cNvCxnSpPr>
                <a:cxnSpLocks noChangeShapeType="1"/>
                <a:endCxn id="926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DFBE6ADD-73CD-204E-A013-99376CE387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3" name="Group 756">
              <a:extLst>
                <a:ext uri="{FF2B5EF4-FFF2-40B4-BE49-F238E27FC236}">
                  <a16:creationId xmlns:a16="http://schemas.microsoft.com/office/drawing/2014/main" id="{F7AC9295-F46B-816A-97EF-F219DF665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915" name="Oval 914">
                <a:extLst>
                  <a:ext uri="{FF2B5EF4-FFF2-40B4-BE49-F238E27FC236}">
                    <a16:creationId xmlns:a16="http://schemas.microsoft.com/office/drawing/2014/main" id="{AF474B17-1D37-044D-8FF5-6C15971A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16" name="Rectangle 915">
                <a:extLst>
                  <a:ext uri="{FF2B5EF4-FFF2-40B4-BE49-F238E27FC236}">
                    <a16:creationId xmlns:a16="http://schemas.microsoft.com/office/drawing/2014/main" id="{3B921C41-F400-7641-B8A9-9B7349E41D44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BEABE92D-02CC-E949-933C-63D8D6863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B54C08A0-5A90-4645-9694-0BDBD888335B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6E013C2E-781D-214F-912E-2271870B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20" name="Freeform 919">
                <a:extLst>
                  <a:ext uri="{FF2B5EF4-FFF2-40B4-BE49-F238E27FC236}">
                    <a16:creationId xmlns:a16="http://schemas.microsoft.com/office/drawing/2014/main" id="{8D9EBB2F-5384-B245-8EB2-3FDFF66BD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21" name="Freeform 920">
                <a:extLst>
                  <a:ext uri="{FF2B5EF4-FFF2-40B4-BE49-F238E27FC236}">
                    <a16:creationId xmlns:a16="http://schemas.microsoft.com/office/drawing/2014/main" id="{BBB8CE1A-2158-EA49-A60F-A766D8F0F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922" name="Straight Connector 921">
                <a:extLst>
                  <a:ext uri="{FF2B5EF4-FFF2-40B4-BE49-F238E27FC236}">
                    <a16:creationId xmlns:a16="http://schemas.microsoft.com/office/drawing/2014/main" id="{2DC69EDC-19DA-8A4D-98E7-99ED576868A6}"/>
                  </a:ext>
                </a:extLst>
              </p:cNvPr>
              <p:cNvCxnSpPr>
                <a:cxnSpLocks noChangeShapeType="1"/>
                <a:endCxn id="917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2F335D4B-CB01-1D44-ACDA-BF58B3572C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4" name="Group 757">
              <a:extLst>
                <a:ext uri="{FF2B5EF4-FFF2-40B4-BE49-F238E27FC236}">
                  <a16:creationId xmlns:a16="http://schemas.microsoft.com/office/drawing/2014/main" id="{E5C61796-4D1C-4850-585E-3090A5CDCA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8BBF4547-CD95-8344-AB16-FCD08159B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07" name="Rectangle 906">
                <a:extLst>
                  <a:ext uri="{FF2B5EF4-FFF2-40B4-BE49-F238E27FC236}">
                    <a16:creationId xmlns:a16="http://schemas.microsoft.com/office/drawing/2014/main" id="{46DC8604-6713-344E-8FA4-40ACE75EBB64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845210EB-758B-164B-8B01-2C1456334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147E8D31-1060-934B-9B80-CB057E9F331B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F664FE92-6CFF-6642-9A63-28E589A5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6530FBBF-D54A-2849-A899-0AD1FF42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12" name="Freeform 911">
                <a:extLst>
                  <a:ext uri="{FF2B5EF4-FFF2-40B4-BE49-F238E27FC236}">
                    <a16:creationId xmlns:a16="http://schemas.microsoft.com/office/drawing/2014/main" id="{B00E764F-4499-5F47-9604-7C622B3B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9373D5D-1414-2D45-B31A-22095C121436}"/>
                  </a:ext>
                </a:extLst>
              </p:cNvPr>
              <p:cNvCxnSpPr>
                <a:cxnSpLocks noChangeShapeType="1"/>
                <a:endCxn id="908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95E37EF7-2BEE-1043-98FF-5D571BAD9D6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5985" name="Line 421">
              <a:extLst>
                <a:ext uri="{FF2B5EF4-FFF2-40B4-BE49-F238E27FC236}">
                  <a16:creationId xmlns:a16="http://schemas.microsoft.com/office/drawing/2014/main" id="{A1515CF3-4459-B58F-A2B9-5F4477539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86" name="Line 422">
              <a:extLst>
                <a:ext uri="{FF2B5EF4-FFF2-40B4-BE49-F238E27FC236}">
                  <a16:creationId xmlns:a16="http://schemas.microsoft.com/office/drawing/2014/main" id="{6A63CA04-13D4-A2AB-BD7B-0E04859A5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87" name="Line 423">
              <a:extLst>
                <a:ext uri="{FF2B5EF4-FFF2-40B4-BE49-F238E27FC236}">
                  <a16:creationId xmlns:a16="http://schemas.microsoft.com/office/drawing/2014/main" id="{C2898C5B-5C24-BDD3-3794-045EFAFA55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88" name="Line 444">
              <a:extLst>
                <a:ext uri="{FF2B5EF4-FFF2-40B4-BE49-F238E27FC236}">
                  <a16:creationId xmlns:a16="http://schemas.microsoft.com/office/drawing/2014/main" id="{312F14E0-4F02-3D23-53AD-7B0730CE22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89" name="Line 445">
              <a:extLst>
                <a:ext uri="{FF2B5EF4-FFF2-40B4-BE49-F238E27FC236}">
                  <a16:creationId xmlns:a16="http://schemas.microsoft.com/office/drawing/2014/main" id="{2B6AD0EA-A9C7-CC30-6D45-C8C1182CD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0" name="Line 446">
              <a:extLst>
                <a:ext uri="{FF2B5EF4-FFF2-40B4-BE49-F238E27FC236}">
                  <a16:creationId xmlns:a16="http://schemas.microsoft.com/office/drawing/2014/main" id="{1E05E1C0-ECA9-1B75-F889-32D1B0692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1" name="Line 447">
              <a:extLst>
                <a:ext uri="{FF2B5EF4-FFF2-40B4-BE49-F238E27FC236}">
                  <a16:creationId xmlns:a16="http://schemas.microsoft.com/office/drawing/2014/main" id="{C861E714-8DE4-F5EC-5E87-830D93384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2" name="Line 448">
              <a:extLst>
                <a:ext uri="{FF2B5EF4-FFF2-40B4-BE49-F238E27FC236}">
                  <a16:creationId xmlns:a16="http://schemas.microsoft.com/office/drawing/2014/main" id="{C65E61FB-0C3A-E16B-163E-8EE4569A2C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3" name="Line 450">
              <a:extLst>
                <a:ext uri="{FF2B5EF4-FFF2-40B4-BE49-F238E27FC236}">
                  <a16:creationId xmlns:a16="http://schemas.microsoft.com/office/drawing/2014/main" id="{BF068C73-43D7-82E5-EE37-D089871ED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4" name="Line 451">
              <a:extLst>
                <a:ext uri="{FF2B5EF4-FFF2-40B4-BE49-F238E27FC236}">
                  <a16:creationId xmlns:a16="http://schemas.microsoft.com/office/drawing/2014/main" id="{04CE2346-9B7A-5BE4-DBDB-69C13375ED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5" name="Line 452">
              <a:extLst>
                <a:ext uri="{FF2B5EF4-FFF2-40B4-BE49-F238E27FC236}">
                  <a16:creationId xmlns:a16="http://schemas.microsoft.com/office/drawing/2014/main" id="{783A7AD5-D126-A347-B2C6-6BEC11C7A4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96" name="Line 541">
              <a:extLst>
                <a:ext uri="{FF2B5EF4-FFF2-40B4-BE49-F238E27FC236}">
                  <a16:creationId xmlns:a16="http://schemas.microsoft.com/office/drawing/2014/main" id="{33DDFD90-207C-A687-8DF1-AEBBA2C294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997" name="Group 665">
              <a:extLst>
                <a:ext uri="{FF2B5EF4-FFF2-40B4-BE49-F238E27FC236}">
                  <a16:creationId xmlns:a16="http://schemas.microsoft.com/office/drawing/2014/main" id="{9E64448D-D26D-0B27-03CB-4EDA3E88A5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36124" name="Oval 407">
                <a:extLst>
                  <a:ext uri="{FF2B5EF4-FFF2-40B4-BE49-F238E27FC236}">
                    <a16:creationId xmlns:a16="http://schemas.microsoft.com/office/drawing/2014/main" id="{38CDAA85-2AB2-D8A6-E3E9-1255309AE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25" name="Rectangle 410">
                <a:extLst>
                  <a:ext uri="{FF2B5EF4-FFF2-40B4-BE49-F238E27FC236}">
                    <a16:creationId xmlns:a16="http://schemas.microsoft.com/office/drawing/2014/main" id="{ED806464-3B02-29D2-469B-251D0F85A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26" name="Oval 411">
                <a:extLst>
                  <a:ext uri="{FF2B5EF4-FFF2-40B4-BE49-F238E27FC236}">
                    <a16:creationId xmlns:a16="http://schemas.microsoft.com/office/drawing/2014/main" id="{63E8A0C6-33A8-211D-7D01-EAA3B5A19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27" name="Group 659">
                <a:extLst>
                  <a:ext uri="{FF2B5EF4-FFF2-40B4-BE49-F238E27FC236}">
                    <a16:creationId xmlns:a16="http://schemas.microsoft.com/office/drawing/2014/main" id="{2CFEDE7E-99AC-A3B5-5331-451F746FB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30" name="Freeform 660">
                  <a:extLst>
                    <a:ext uri="{FF2B5EF4-FFF2-40B4-BE49-F238E27FC236}">
                      <a16:creationId xmlns:a16="http://schemas.microsoft.com/office/drawing/2014/main" id="{69D645BE-3EED-EBF9-BD47-154A6B400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131" name="Freeform 661">
                  <a:extLst>
                    <a:ext uri="{FF2B5EF4-FFF2-40B4-BE49-F238E27FC236}">
                      <a16:creationId xmlns:a16="http://schemas.microsoft.com/office/drawing/2014/main" id="{A587E306-4849-6023-F4D2-42001C9093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128" name="Line 662">
                <a:extLst>
                  <a:ext uri="{FF2B5EF4-FFF2-40B4-BE49-F238E27FC236}">
                    <a16:creationId xmlns:a16="http://schemas.microsoft.com/office/drawing/2014/main" id="{D1948477-5EEF-BC2D-4871-2ABC70E6A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29" name="Line 663">
                <a:extLst>
                  <a:ext uri="{FF2B5EF4-FFF2-40B4-BE49-F238E27FC236}">
                    <a16:creationId xmlns:a16="http://schemas.microsoft.com/office/drawing/2014/main" id="{34A34236-A15C-9B84-FF1F-6161BD066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98" name="Group 675">
              <a:extLst>
                <a:ext uri="{FF2B5EF4-FFF2-40B4-BE49-F238E27FC236}">
                  <a16:creationId xmlns:a16="http://schemas.microsoft.com/office/drawing/2014/main" id="{47A86B01-C876-61A1-2379-5BB606A0C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36116" name="Oval 407">
                <a:extLst>
                  <a:ext uri="{FF2B5EF4-FFF2-40B4-BE49-F238E27FC236}">
                    <a16:creationId xmlns:a16="http://schemas.microsoft.com/office/drawing/2014/main" id="{77DACD83-8E9F-3DCA-A7F2-73571DE10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7" name="Rectangle 410">
                <a:extLst>
                  <a:ext uri="{FF2B5EF4-FFF2-40B4-BE49-F238E27FC236}">
                    <a16:creationId xmlns:a16="http://schemas.microsoft.com/office/drawing/2014/main" id="{F1F82090-BF60-2E2B-0636-EDC706F46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8" name="Oval 411">
                <a:extLst>
                  <a:ext uri="{FF2B5EF4-FFF2-40B4-BE49-F238E27FC236}">
                    <a16:creationId xmlns:a16="http://schemas.microsoft.com/office/drawing/2014/main" id="{6398285B-D1DA-3099-E740-67E8DDFD6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19" name="Group 679">
                <a:extLst>
                  <a:ext uri="{FF2B5EF4-FFF2-40B4-BE49-F238E27FC236}">
                    <a16:creationId xmlns:a16="http://schemas.microsoft.com/office/drawing/2014/main" id="{E78D1926-F558-CFE1-8352-644ADB02D0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22" name="Freeform 680">
                  <a:extLst>
                    <a:ext uri="{FF2B5EF4-FFF2-40B4-BE49-F238E27FC236}">
                      <a16:creationId xmlns:a16="http://schemas.microsoft.com/office/drawing/2014/main" id="{6889C158-0A7C-DEAD-43AB-38CAC3B42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123" name="Freeform 681">
                  <a:extLst>
                    <a:ext uri="{FF2B5EF4-FFF2-40B4-BE49-F238E27FC236}">
                      <a16:creationId xmlns:a16="http://schemas.microsoft.com/office/drawing/2014/main" id="{699892F6-4BBB-CBDA-B5D3-334299ABC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120" name="Line 682">
                <a:extLst>
                  <a:ext uri="{FF2B5EF4-FFF2-40B4-BE49-F238E27FC236}">
                    <a16:creationId xmlns:a16="http://schemas.microsoft.com/office/drawing/2014/main" id="{1E713A55-2D21-E44F-D3B4-42B852509D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21" name="Line 683">
                <a:extLst>
                  <a:ext uri="{FF2B5EF4-FFF2-40B4-BE49-F238E27FC236}">
                    <a16:creationId xmlns:a16="http://schemas.microsoft.com/office/drawing/2014/main" id="{17EC2EBA-E5FE-EE20-EE94-51B8F344D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999" name="Group 684">
              <a:extLst>
                <a:ext uri="{FF2B5EF4-FFF2-40B4-BE49-F238E27FC236}">
                  <a16:creationId xmlns:a16="http://schemas.microsoft.com/office/drawing/2014/main" id="{EEC1A441-99A5-33D6-DA9B-B843CC92D0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36108" name="Oval 407">
                <a:extLst>
                  <a:ext uri="{FF2B5EF4-FFF2-40B4-BE49-F238E27FC236}">
                    <a16:creationId xmlns:a16="http://schemas.microsoft.com/office/drawing/2014/main" id="{DC5A5AA5-4CB2-E066-C70C-D7193FD47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9" name="Rectangle 410">
                <a:extLst>
                  <a:ext uri="{FF2B5EF4-FFF2-40B4-BE49-F238E27FC236}">
                    <a16:creationId xmlns:a16="http://schemas.microsoft.com/office/drawing/2014/main" id="{6210C968-3C22-2EAC-D01E-5C507A9A6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0" name="Oval 411">
                <a:extLst>
                  <a:ext uri="{FF2B5EF4-FFF2-40B4-BE49-F238E27FC236}">
                    <a16:creationId xmlns:a16="http://schemas.microsoft.com/office/drawing/2014/main" id="{7D741138-B57C-B222-5202-3FC2ABFB5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11" name="Group 688">
                <a:extLst>
                  <a:ext uri="{FF2B5EF4-FFF2-40B4-BE49-F238E27FC236}">
                    <a16:creationId xmlns:a16="http://schemas.microsoft.com/office/drawing/2014/main" id="{5A8E8BC0-A8C9-737D-EF57-B0A90EFED3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14" name="Freeform 689">
                  <a:extLst>
                    <a:ext uri="{FF2B5EF4-FFF2-40B4-BE49-F238E27FC236}">
                      <a16:creationId xmlns:a16="http://schemas.microsoft.com/office/drawing/2014/main" id="{A1127ACF-7EA0-1FE8-E580-F8E0616FC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115" name="Freeform 690">
                  <a:extLst>
                    <a:ext uri="{FF2B5EF4-FFF2-40B4-BE49-F238E27FC236}">
                      <a16:creationId xmlns:a16="http://schemas.microsoft.com/office/drawing/2014/main" id="{85D026F9-3BD4-3C70-F4E6-ED57D6303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112" name="Line 691">
                <a:extLst>
                  <a:ext uri="{FF2B5EF4-FFF2-40B4-BE49-F238E27FC236}">
                    <a16:creationId xmlns:a16="http://schemas.microsoft.com/office/drawing/2014/main" id="{FA8C7566-7B09-E793-3615-288CB8857D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13" name="Line 692">
                <a:extLst>
                  <a:ext uri="{FF2B5EF4-FFF2-40B4-BE49-F238E27FC236}">
                    <a16:creationId xmlns:a16="http://schemas.microsoft.com/office/drawing/2014/main" id="{BED40DA0-554D-45C9-7787-73E091CC0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6000" name="Line 693">
              <a:extLst>
                <a:ext uri="{FF2B5EF4-FFF2-40B4-BE49-F238E27FC236}">
                  <a16:creationId xmlns:a16="http://schemas.microsoft.com/office/drawing/2014/main" id="{07676ECD-8919-34AE-CE80-7B2236534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6001" name="Group 694">
              <a:extLst>
                <a:ext uri="{FF2B5EF4-FFF2-40B4-BE49-F238E27FC236}">
                  <a16:creationId xmlns:a16="http://schemas.microsoft.com/office/drawing/2014/main" id="{81939154-7F7B-C3E2-1F5E-84CAA4657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36100" name="Oval 407">
                <a:extLst>
                  <a:ext uri="{FF2B5EF4-FFF2-40B4-BE49-F238E27FC236}">
                    <a16:creationId xmlns:a16="http://schemas.microsoft.com/office/drawing/2014/main" id="{A797AC44-0676-327B-DC1B-25C3DC50F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1" name="Rectangle 410">
                <a:extLst>
                  <a:ext uri="{FF2B5EF4-FFF2-40B4-BE49-F238E27FC236}">
                    <a16:creationId xmlns:a16="http://schemas.microsoft.com/office/drawing/2014/main" id="{85EE81B3-4975-1B90-055B-E6836E05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2" name="Oval 411">
                <a:extLst>
                  <a:ext uri="{FF2B5EF4-FFF2-40B4-BE49-F238E27FC236}">
                    <a16:creationId xmlns:a16="http://schemas.microsoft.com/office/drawing/2014/main" id="{FC6B7C19-87B0-D13C-24B5-C62E11BFD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03" name="Group 698">
                <a:extLst>
                  <a:ext uri="{FF2B5EF4-FFF2-40B4-BE49-F238E27FC236}">
                    <a16:creationId xmlns:a16="http://schemas.microsoft.com/office/drawing/2014/main" id="{26B82576-CE29-4A3E-E4C5-212F96388D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06" name="Freeform 699">
                  <a:extLst>
                    <a:ext uri="{FF2B5EF4-FFF2-40B4-BE49-F238E27FC236}">
                      <a16:creationId xmlns:a16="http://schemas.microsoft.com/office/drawing/2014/main" id="{9D491FA2-6233-9EAE-A6D3-C24F81D5C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107" name="Freeform 700">
                  <a:extLst>
                    <a:ext uri="{FF2B5EF4-FFF2-40B4-BE49-F238E27FC236}">
                      <a16:creationId xmlns:a16="http://schemas.microsoft.com/office/drawing/2014/main" id="{08D691AE-E532-A4BE-98C8-645AAD60D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104" name="Line 701">
                <a:extLst>
                  <a:ext uri="{FF2B5EF4-FFF2-40B4-BE49-F238E27FC236}">
                    <a16:creationId xmlns:a16="http://schemas.microsoft.com/office/drawing/2014/main" id="{69C69D22-BE1C-109E-2ED2-D1CE2A0274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05" name="Line 702">
                <a:extLst>
                  <a:ext uri="{FF2B5EF4-FFF2-40B4-BE49-F238E27FC236}">
                    <a16:creationId xmlns:a16="http://schemas.microsoft.com/office/drawing/2014/main" id="{4D9B4A6B-5753-7663-02F4-E403492CD1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6002" name="Group 712">
              <a:extLst>
                <a:ext uri="{FF2B5EF4-FFF2-40B4-BE49-F238E27FC236}">
                  <a16:creationId xmlns:a16="http://schemas.microsoft.com/office/drawing/2014/main" id="{8D4860BC-EF5C-7F06-CB6E-0EE26A84D6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36092" name="Oval 407">
                <a:extLst>
                  <a:ext uri="{FF2B5EF4-FFF2-40B4-BE49-F238E27FC236}">
                    <a16:creationId xmlns:a16="http://schemas.microsoft.com/office/drawing/2014/main" id="{03D94EB2-463A-9A09-045C-25FA607EE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93" name="Rectangle 410">
                <a:extLst>
                  <a:ext uri="{FF2B5EF4-FFF2-40B4-BE49-F238E27FC236}">
                    <a16:creationId xmlns:a16="http://schemas.microsoft.com/office/drawing/2014/main" id="{80FC1922-7B9B-DA48-E039-61F421EE0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94" name="Oval 411">
                <a:extLst>
                  <a:ext uri="{FF2B5EF4-FFF2-40B4-BE49-F238E27FC236}">
                    <a16:creationId xmlns:a16="http://schemas.microsoft.com/office/drawing/2014/main" id="{1056154B-DC5D-210A-E2C7-7DB77F069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095" name="Group 716">
                <a:extLst>
                  <a:ext uri="{FF2B5EF4-FFF2-40B4-BE49-F238E27FC236}">
                    <a16:creationId xmlns:a16="http://schemas.microsoft.com/office/drawing/2014/main" id="{81037B91-5EFD-F9C0-3082-FDAA2A006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8" name="Freeform 717">
                  <a:extLst>
                    <a:ext uri="{FF2B5EF4-FFF2-40B4-BE49-F238E27FC236}">
                      <a16:creationId xmlns:a16="http://schemas.microsoft.com/office/drawing/2014/main" id="{7CB54D9B-E7E2-A0CD-89E8-1DE74B6EE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99" name="Freeform 718">
                  <a:extLst>
                    <a:ext uri="{FF2B5EF4-FFF2-40B4-BE49-F238E27FC236}">
                      <a16:creationId xmlns:a16="http://schemas.microsoft.com/office/drawing/2014/main" id="{1271DD79-BB00-F436-2892-1160479C5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096" name="Line 719">
                <a:extLst>
                  <a:ext uri="{FF2B5EF4-FFF2-40B4-BE49-F238E27FC236}">
                    <a16:creationId xmlns:a16="http://schemas.microsoft.com/office/drawing/2014/main" id="{4447E857-1058-FE41-B347-EF0F7C9D1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097" name="Line 720">
                <a:extLst>
                  <a:ext uri="{FF2B5EF4-FFF2-40B4-BE49-F238E27FC236}">
                    <a16:creationId xmlns:a16="http://schemas.microsoft.com/office/drawing/2014/main" id="{6B0911BA-15A8-9A9F-36A7-0868FAE69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6003" name="Group 721">
              <a:extLst>
                <a:ext uri="{FF2B5EF4-FFF2-40B4-BE49-F238E27FC236}">
                  <a16:creationId xmlns:a16="http://schemas.microsoft.com/office/drawing/2014/main" id="{4A0CB76F-62F9-047B-EB6B-B5150FDAA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36084" name="Oval 407">
                <a:extLst>
                  <a:ext uri="{FF2B5EF4-FFF2-40B4-BE49-F238E27FC236}">
                    <a16:creationId xmlns:a16="http://schemas.microsoft.com/office/drawing/2014/main" id="{E9ABC66E-52ED-9255-22AB-1F8BD27E5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85" name="Rectangle 410">
                <a:extLst>
                  <a:ext uri="{FF2B5EF4-FFF2-40B4-BE49-F238E27FC236}">
                    <a16:creationId xmlns:a16="http://schemas.microsoft.com/office/drawing/2014/main" id="{19CF1142-3104-079B-3C92-23B840995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86" name="Oval 411">
                <a:extLst>
                  <a:ext uri="{FF2B5EF4-FFF2-40B4-BE49-F238E27FC236}">
                    <a16:creationId xmlns:a16="http://schemas.microsoft.com/office/drawing/2014/main" id="{158863BC-EC97-0F26-E578-FA94BD131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087" name="Group 725">
                <a:extLst>
                  <a:ext uri="{FF2B5EF4-FFF2-40B4-BE49-F238E27FC236}">
                    <a16:creationId xmlns:a16="http://schemas.microsoft.com/office/drawing/2014/main" id="{1DD12E4F-B8AD-21DE-E3A1-4E96D4F75B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0" name="Freeform 726">
                  <a:extLst>
                    <a:ext uri="{FF2B5EF4-FFF2-40B4-BE49-F238E27FC236}">
                      <a16:creationId xmlns:a16="http://schemas.microsoft.com/office/drawing/2014/main" id="{B3676A4B-AAFF-FB39-B826-79D15A4CE6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91" name="Freeform 727">
                  <a:extLst>
                    <a:ext uri="{FF2B5EF4-FFF2-40B4-BE49-F238E27FC236}">
                      <a16:creationId xmlns:a16="http://schemas.microsoft.com/office/drawing/2014/main" id="{0AA55E1B-A089-8F5D-E45D-0863F7753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6088" name="Line 728">
                <a:extLst>
                  <a:ext uri="{FF2B5EF4-FFF2-40B4-BE49-F238E27FC236}">
                    <a16:creationId xmlns:a16="http://schemas.microsoft.com/office/drawing/2014/main" id="{D2FF2024-B848-4C52-522F-39CC551D8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089" name="Line 729">
                <a:extLst>
                  <a:ext uri="{FF2B5EF4-FFF2-40B4-BE49-F238E27FC236}">
                    <a16:creationId xmlns:a16="http://schemas.microsoft.com/office/drawing/2014/main" id="{F88E7338-7B3D-C9BA-A2C3-3416833763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6004" name="Text Box 580">
              <a:extLst>
                <a:ext uri="{FF2B5EF4-FFF2-40B4-BE49-F238E27FC236}">
                  <a16:creationId xmlns:a16="http://schemas.microsoft.com/office/drawing/2014/main" id="{7137D00C-604E-C3B1-9D6B-593BF37CA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36005" name="Text Box 580">
              <a:extLst>
                <a:ext uri="{FF2B5EF4-FFF2-40B4-BE49-F238E27FC236}">
                  <a16:creationId xmlns:a16="http://schemas.microsoft.com/office/drawing/2014/main" id="{7BB6BE19-9FCA-6DD5-3492-3F2D95F8A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global ISP</a:t>
              </a:r>
            </a:p>
          </p:txBody>
        </p:sp>
        <p:sp>
          <p:nvSpPr>
            <p:cNvPr id="36006" name="Text Box 580">
              <a:extLst>
                <a:ext uri="{FF2B5EF4-FFF2-40B4-BE49-F238E27FC236}">
                  <a16:creationId xmlns:a16="http://schemas.microsoft.com/office/drawing/2014/main" id="{80974737-6748-B83D-2F81-9E1B24654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regional ISP</a:t>
              </a:r>
            </a:p>
          </p:txBody>
        </p:sp>
        <p:sp>
          <p:nvSpPr>
            <p:cNvPr id="36007" name="Text Box 580">
              <a:extLst>
                <a:ext uri="{FF2B5EF4-FFF2-40B4-BE49-F238E27FC236}">
                  <a16:creationId xmlns:a16="http://schemas.microsoft.com/office/drawing/2014/main" id="{F10D0725-39BB-8846-C264-AE0CB1802F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home 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network</a:t>
              </a:r>
            </a:p>
          </p:txBody>
        </p:sp>
        <p:sp>
          <p:nvSpPr>
            <p:cNvPr id="36008" name="Text Box 580">
              <a:extLst>
                <a:ext uri="{FF2B5EF4-FFF2-40B4-BE49-F238E27FC236}">
                  <a16:creationId xmlns:a16="http://schemas.microsoft.com/office/drawing/2014/main" id="{E75FB687-0292-A47C-8238-2302497AC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institutional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       network</a:t>
              </a:r>
            </a:p>
          </p:txBody>
        </p:sp>
        <p:pic>
          <p:nvPicPr>
            <p:cNvPr id="36009" name="Picture 269" descr="cell_tower_radiation copy">
              <a:extLst>
                <a:ext uri="{FF2B5EF4-FFF2-40B4-BE49-F238E27FC236}">
                  <a16:creationId xmlns:a16="http://schemas.microsoft.com/office/drawing/2014/main" id="{6CF67925-5616-C296-B0F3-3F46DED77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6010" name="Group 347">
              <a:extLst>
                <a:ext uri="{FF2B5EF4-FFF2-40B4-BE49-F238E27FC236}">
                  <a16:creationId xmlns:a16="http://schemas.microsoft.com/office/drawing/2014/main" id="{A06440C8-B36E-CDA6-1319-DE35D8D0B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849" name="Oval 848">
                <a:extLst>
                  <a:ext uri="{FF2B5EF4-FFF2-40B4-BE49-F238E27FC236}">
                    <a16:creationId xmlns:a16="http://schemas.microsoft.com/office/drawing/2014/main" id="{F03240EF-2211-D441-BB2B-12FBD99D2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FD267B4C-C032-9A4E-94EE-D61B145B7D24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E0505A1E-D3C5-184F-9A0A-68FBFE1D0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52" name="Freeform 851">
                <a:extLst>
                  <a:ext uri="{FF2B5EF4-FFF2-40B4-BE49-F238E27FC236}">
                    <a16:creationId xmlns:a16="http://schemas.microsoft.com/office/drawing/2014/main" id="{A25C11ED-ABE3-8B4F-9C05-F1246D441791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3" name="Freeform 852">
                <a:extLst>
                  <a:ext uri="{FF2B5EF4-FFF2-40B4-BE49-F238E27FC236}">
                    <a16:creationId xmlns:a16="http://schemas.microsoft.com/office/drawing/2014/main" id="{1D283AF1-A4A0-0B4A-BED0-34238345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54" name="Freeform 853">
                <a:extLst>
                  <a:ext uri="{FF2B5EF4-FFF2-40B4-BE49-F238E27FC236}">
                    <a16:creationId xmlns:a16="http://schemas.microsoft.com/office/drawing/2014/main" id="{2EEDB879-4676-FF41-837A-3D229AF4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55" name="Freeform 854">
                <a:extLst>
                  <a:ext uri="{FF2B5EF4-FFF2-40B4-BE49-F238E27FC236}">
                    <a16:creationId xmlns:a16="http://schemas.microsoft.com/office/drawing/2014/main" id="{BB2E85FB-2C26-9B4C-BB44-F76AA683E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05D0B8F4-9F4F-8D48-9F22-E33D6B3830E6}"/>
                  </a:ext>
                </a:extLst>
              </p:cNvPr>
              <p:cNvCxnSpPr>
                <a:cxnSpLocks noChangeShapeType="1"/>
                <a:endCxn id="851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57" name="Straight Connector 856">
                <a:extLst>
                  <a:ext uri="{FF2B5EF4-FFF2-40B4-BE49-F238E27FC236}">
                    <a16:creationId xmlns:a16="http://schemas.microsoft.com/office/drawing/2014/main" id="{A450D24C-647D-BB43-949F-D77E6ADE429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1" name="Group 347">
              <a:extLst>
                <a:ext uri="{FF2B5EF4-FFF2-40B4-BE49-F238E27FC236}">
                  <a16:creationId xmlns:a16="http://schemas.microsoft.com/office/drawing/2014/main" id="{44FDFE2E-91AC-9861-0187-A01B2CB520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FA9A318E-E6E0-1D41-8ABC-6FE225136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41" name="Rectangle 840">
                <a:extLst>
                  <a:ext uri="{FF2B5EF4-FFF2-40B4-BE49-F238E27FC236}">
                    <a16:creationId xmlns:a16="http://schemas.microsoft.com/office/drawing/2014/main" id="{DEABA52B-B231-E64E-B1A4-BCF324228F4F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65076006-CB61-FA49-9496-5B33AA534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43" name="Freeform 842">
                <a:extLst>
                  <a:ext uri="{FF2B5EF4-FFF2-40B4-BE49-F238E27FC236}">
                    <a16:creationId xmlns:a16="http://schemas.microsoft.com/office/drawing/2014/main" id="{6624D2BB-5191-AE47-B2B9-07600C3DD4E6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4" name="Freeform 843">
                <a:extLst>
                  <a:ext uri="{FF2B5EF4-FFF2-40B4-BE49-F238E27FC236}">
                    <a16:creationId xmlns:a16="http://schemas.microsoft.com/office/drawing/2014/main" id="{F4034122-6197-1748-9454-C4F92372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45" name="Freeform 844">
                <a:extLst>
                  <a:ext uri="{FF2B5EF4-FFF2-40B4-BE49-F238E27FC236}">
                    <a16:creationId xmlns:a16="http://schemas.microsoft.com/office/drawing/2014/main" id="{D7C92A72-4689-274F-8861-3C72123EA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46" name="Freeform 845">
                <a:extLst>
                  <a:ext uri="{FF2B5EF4-FFF2-40B4-BE49-F238E27FC236}">
                    <a16:creationId xmlns:a16="http://schemas.microsoft.com/office/drawing/2014/main" id="{B8094CD5-2010-E647-9B27-8A3819C6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A9237D11-6D0E-7347-8B0A-40D44E3BF519}"/>
                  </a:ext>
                </a:extLst>
              </p:cNvPr>
              <p:cNvCxnSpPr>
                <a:cxnSpLocks noChangeShapeType="1"/>
                <a:endCxn id="842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FBC964B7-56F4-0343-902F-0727381064D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2" name="Group 347">
              <a:extLst>
                <a:ext uri="{FF2B5EF4-FFF2-40B4-BE49-F238E27FC236}">
                  <a16:creationId xmlns:a16="http://schemas.microsoft.com/office/drawing/2014/main" id="{6B0225D4-14BF-54AA-F15E-BCC11A82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F0C0AF93-9EA3-E34F-84C2-DBAE9FEB1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32" name="Rectangle 831">
                <a:extLst>
                  <a:ext uri="{FF2B5EF4-FFF2-40B4-BE49-F238E27FC236}">
                    <a16:creationId xmlns:a16="http://schemas.microsoft.com/office/drawing/2014/main" id="{6FE792FA-0AF1-804E-9176-66046CF9B04F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Oval 832">
                <a:extLst>
                  <a:ext uri="{FF2B5EF4-FFF2-40B4-BE49-F238E27FC236}">
                    <a16:creationId xmlns:a16="http://schemas.microsoft.com/office/drawing/2014/main" id="{1D2F9CF8-F7E9-474C-9053-534982661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1CF20DF1-9EE9-7F47-9C58-1A714C9681D3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BCED0964-C6BC-664D-AEEB-D9A8123E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36" name="Freeform 835">
                <a:extLst>
                  <a:ext uri="{FF2B5EF4-FFF2-40B4-BE49-F238E27FC236}">
                    <a16:creationId xmlns:a16="http://schemas.microsoft.com/office/drawing/2014/main" id="{07E9D573-5EB7-244E-9B94-01EF1B58D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37" name="Freeform 836">
                <a:extLst>
                  <a:ext uri="{FF2B5EF4-FFF2-40B4-BE49-F238E27FC236}">
                    <a16:creationId xmlns:a16="http://schemas.microsoft.com/office/drawing/2014/main" id="{EB2511C5-6A58-424C-A7E4-46535A53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BCF368AD-F756-AC4C-AF7B-796210E2430E}"/>
                  </a:ext>
                </a:extLst>
              </p:cNvPr>
              <p:cNvCxnSpPr>
                <a:cxnSpLocks noChangeShapeType="1"/>
                <a:endCxn id="833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C0422398-AC02-7842-8FF5-C078A7A21BD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3" name="Group 347">
              <a:extLst>
                <a:ext uri="{FF2B5EF4-FFF2-40B4-BE49-F238E27FC236}">
                  <a16:creationId xmlns:a16="http://schemas.microsoft.com/office/drawing/2014/main" id="{D6071BAE-AAD2-DF28-A0FC-4F57657D57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3334D757-C98C-B147-A2EA-7A707A7EB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23" name="Rectangle 822">
                <a:extLst>
                  <a:ext uri="{FF2B5EF4-FFF2-40B4-BE49-F238E27FC236}">
                    <a16:creationId xmlns:a16="http://schemas.microsoft.com/office/drawing/2014/main" id="{010EEA75-5058-9844-BEFE-5A9048831C8A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49C2F3A8-7F2E-D142-9DC1-FF98121AA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325115EB-E550-4241-9DFF-802B766C2F81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C25913CB-87D9-F64F-A289-72012F0AB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27" name="Freeform 826">
                <a:extLst>
                  <a:ext uri="{FF2B5EF4-FFF2-40B4-BE49-F238E27FC236}">
                    <a16:creationId xmlns:a16="http://schemas.microsoft.com/office/drawing/2014/main" id="{8435C631-E08B-3945-AA3E-CBD86D511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28" name="Freeform 827">
                <a:extLst>
                  <a:ext uri="{FF2B5EF4-FFF2-40B4-BE49-F238E27FC236}">
                    <a16:creationId xmlns:a16="http://schemas.microsoft.com/office/drawing/2014/main" id="{3279AB07-E209-1D42-B432-AD67150A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29" name="Straight Connector 828">
                <a:extLst>
                  <a:ext uri="{FF2B5EF4-FFF2-40B4-BE49-F238E27FC236}">
                    <a16:creationId xmlns:a16="http://schemas.microsoft.com/office/drawing/2014/main" id="{9F2BB149-A080-4C48-A829-1FE861871789}"/>
                  </a:ext>
                </a:extLst>
              </p:cNvPr>
              <p:cNvCxnSpPr>
                <a:cxnSpLocks noChangeShapeType="1"/>
                <a:endCxn id="824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0" name="Straight Connector 829">
                <a:extLst>
                  <a:ext uri="{FF2B5EF4-FFF2-40B4-BE49-F238E27FC236}">
                    <a16:creationId xmlns:a16="http://schemas.microsoft.com/office/drawing/2014/main" id="{A88EB06C-DB96-DE46-BF14-143ED8EE946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4" name="Group 347">
              <a:extLst>
                <a:ext uri="{FF2B5EF4-FFF2-40B4-BE49-F238E27FC236}">
                  <a16:creationId xmlns:a16="http://schemas.microsoft.com/office/drawing/2014/main" id="{96DBDFF9-5274-3634-DB3F-8B223C84C3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4DB08A2D-AC2F-B945-8E72-312FBEF82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14" name="Rectangle 813">
                <a:extLst>
                  <a:ext uri="{FF2B5EF4-FFF2-40B4-BE49-F238E27FC236}">
                    <a16:creationId xmlns:a16="http://schemas.microsoft.com/office/drawing/2014/main" id="{A417F188-A4C9-4E4C-97DD-337F26B8D218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CBAC5E2B-1813-6F48-8EC9-F9F4A9216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69B3D546-CCEF-224C-A782-3FA7D5946F51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1EF3FE18-B8C2-084D-8E50-A0A0624B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18" name="Freeform 817">
                <a:extLst>
                  <a:ext uri="{FF2B5EF4-FFF2-40B4-BE49-F238E27FC236}">
                    <a16:creationId xmlns:a16="http://schemas.microsoft.com/office/drawing/2014/main" id="{FA9D9C93-8019-B647-A9E1-754CC807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19" name="Freeform 818">
                <a:extLst>
                  <a:ext uri="{FF2B5EF4-FFF2-40B4-BE49-F238E27FC236}">
                    <a16:creationId xmlns:a16="http://schemas.microsoft.com/office/drawing/2014/main" id="{017822F8-EBDB-D746-B1FE-144B9705F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20" name="Straight Connector 819">
                <a:extLst>
                  <a:ext uri="{FF2B5EF4-FFF2-40B4-BE49-F238E27FC236}">
                    <a16:creationId xmlns:a16="http://schemas.microsoft.com/office/drawing/2014/main" id="{311C8DCB-2714-E649-9B78-D792FDFBE601}"/>
                  </a:ext>
                </a:extLst>
              </p:cNvPr>
              <p:cNvCxnSpPr>
                <a:cxnSpLocks noChangeShapeType="1"/>
                <a:endCxn id="815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1" name="Straight Connector 820">
                <a:extLst>
                  <a:ext uri="{FF2B5EF4-FFF2-40B4-BE49-F238E27FC236}">
                    <a16:creationId xmlns:a16="http://schemas.microsoft.com/office/drawing/2014/main" id="{0B8F7B51-2402-9C43-BA4C-8110ABF9EC3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5" name="Group 347">
              <a:extLst>
                <a:ext uri="{FF2B5EF4-FFF2-40B4-BE49-F238E27FC236}">
                  <a16:creationId xmlns:a16="http://schemas.microsoft.com/office/drawing/2014/main" id="{2C900436-C96C-073B-2AEC-F358E1F8C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1FFAABF2-4976-7F46-84BB-7A207BC5E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05" name="Rectangle 804">
                <a:extLst>
                  <a:ext uri="{FF2B5EF4-FFF2-40B4-BE49-F238E27FC236}">
                    <a16:creationId xmlns:a16="http://schemas.microsoft.com/office/drawing/2014/main" id="{359549B9-0476-274C-83B9-DBB7FC8EB553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Oval 805">
                <a:extLst>
                  <a:ext uri="{FF2B5EF4-FFF2-40B4-BE49-F238E27FC236}">
                    <a16:creationId xmlns:a16="http://schemas.microsoft.com/office/drawing/2014/main" id="{A968C013-3B4B-5342-AA70-5034E4AC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F8058DAD-5DAC-ED42-95FA-4451A2C7FE82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7B82D987-4423-FC43-91B2-1A2F7BA7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09" name="Freeform 808">
                <a:extLst>
                  <a:ext uri="{FF2B5EF4-FFF2-40B4-BE49-F238E27FC236}">
                    <a16:creationId xmlns:a16="http://schemas.microsoft.com/office/drawing/2014/main" id="{F880E083-C1CF-D441-8966-4F44CE9CB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10" name="Freeform 809">
                <a:extLst>
                  <a:ext uri="{FF2B5EF4-FFF2-40B4-BE49-F238E27FC236}">
                    <a16:creationId xmlns:a16="http://schemas.microsoft.com/office/drawing/2014/main" id="{C56040DD-7CAC-C648-9FE5-995B3C19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11" name="Straight Connector 810">
                <a:extLst>
                  <a:ext uri="{FF2B5EF4-FFF2-40B4-BE49-F238E27FC236}">
                    <a16:creationId xmlns:a16="http://schemas.microsoft.com/office/drawing/2014/main" id="{3A16EC5A-3180-2F47-883D-DE784C4B077E}"/>
                  </a:ext>
                </a:extLst>
              </p:cNvPr>
              <p:cNvCxnSpPr>
                <a:cxnSpLocks noChangeShapeType="1"/>
                <a:endCxn id="806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2" name="Straight Connector 811">
                <a:extLst>
                  <a:ext uri="{FF2B5EF4-FFF2-40B4-BE49-F238E27FC236}">
                    <a16:creationId xmlns:a16="http://schemas.microsoft.com/office/drawing/2014/main" id="{B7FEBB5F-0211-1944-8411-758B4B96DD5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6" name="Group 347">
              <a:extLst>
                <a:ext uri="{FF2B5EF4-FFF2-40B4-BE49-F238E27FC236}">
                  <a16:creationId xmlns:a16="http://schemas.microsoft.com/office/drawing/2014/main" id="{243CCEF8-BA94-980B-8E1F-723EA8196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795" name="Oval 794">
                <a:extLst>
                  <a:ext uri="{FF2B5EF4-FFF2-40B4-BE49-F238E27FC236}">
                    <a16:creationId xmlns:a16="http://schemas.microsoft.com/office/drawing/2014/main" id="{D8D86A71-7862-7248-8694-455CCC93F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0EC4B90A-ED37-9447-9D91-BC9389B79946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Oval 796">
                <a:extLst>
                  <a:ext uri="{FF2B5EF4-FFF2-40B4-BE49-F238E27FC236}">
                    <a16:creationId xmlns:a16="http://schemas.microsoft.com/office/drawing/2014/main" id="{D5F93E37-8DA1-1640-9719-C02D72468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EEF15839-5411-E44B-A5AD-3672A6DF0530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75F06C11-0629-5741-BEE9-1633C9B2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00" name="Freeform 799">
                <a:extLst>
                  <a:ext uri="{FF2B5EF4-FFF2-40B4-BE49-F238E27FC236}">
                    <a16:creationId xmlns:a16="http://schemas.microsoft.com/office/drawing/2014/main" id="{441C9FBA-0DC5-524C-AA1D-C0FBF400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801" name="Freeform 800">
                <a:extLst>
                  <a:ext uri="{FF2B5EF4-FFF2-40B4-BE49-F238E27FC236}">
                    <a16:creationId xmlns:a16="http://schemas.microsoft.com/office/drawing/2014/main" id="{27E7952A-C0FE-E541-9068-909FE9B1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802" name="Straight Connector 801">
                <a:extLst>
                  <a:ext uri="{FF2B5EF4-FFF2-40B4-BE49-F238E27FC236}">
                    <a16:creationId xmlns:a16="http://schemas.microsoft.com/office/drawing/2014/main" id="{59DFC0B1-A4D6-B84F-8F2E-1DBD29E7F156}"/>
                  </a:ext>
                </a:extLst>
              </p:cNvPr>
              <p:cNvCxnSpPr>
                <a:cxnSpLocks noChangeShapeType="1"/>
                <a:endCxn id="797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03" name="Straight Connector 802">
                <a:extLst>
                  <a:ext uri="{FF2B5EF4-FFF2-40B4-BE49-F238E27FC236}">
                    <a16:creationId xmlns:a16="http://schemas.microsoft.com/office/drawing/2014/main" id="{25A2A0DC-6BF8-8046-8740-DF0D570FC4F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36017" name="Picture 1005" descr="antenna_stylized">
              <a:extLst>
                <a:ext uri="{FF2B5EF4-FFF2-40B4-BE49-F238E27FC236}">
                  <a16:creationId xmlns:a16="http://schemas.microsoft.com/office/drawing/2014/main" id="{5CE68746-7479-F499-CA3F-9CF43CD48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8" name="Picture 1005" descr="antenna_stylized">
              <a:extLst>
                <a:ext uri="{FF2B5EF4-FFF2-40B4-BE49-F238E27FC236}">
                  <a16:creationId xmlns:a16="http://schemas.microsoft.com/office/drawing/2014/main" id="{E686D25A-9DA7-1AD2-882A-7236771ED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9" name="Picture 1005" descr="antenna_stylized">
              <a:extLst>
                <a:ext uri="{FF2B5EF4-FFF2-40B4-BE49-F238E27FC236}">
                  <a16:creationId xmlns:a16="http://schemas.microsoft.com/office/drawing/2014/main" id="{9EF992FB-A059-420F-526B-75424BE9A3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20" name="Picture 934" descr="antenna_radiation_stylized">
              <a:extLst>
                <a:ext uri="{FF2B5EF4-FFF2-40B4-BE49-F238E27FC236}">
                  <a16:creationId xmlns:a16="http://schemas.microsoft.com/office/drawing/2014/main" id="{40AFDAEC-4E3C-AFAD-EFD9-1241A76B62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2D679913-03D6-A272-8014-8AFAD7A5F948}"/>
                  </a:ext>
                </a:extLst>
              </p14:cNvPr>
              <p14:cNvContentPartPr/>
              <p14:nvPr/>
            </p14:nvContentPartPr>
            <p14:xfrm>
              <a:off x="719280" y="166680"/>
              <a:ext cx="360" cy="3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2D679913-03D6-A272-8014-8AFAD7A5F948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9920" y="15732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0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0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0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0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Footer Placeholder 2">
            <a:extLst>
              <a:ext uri="{FF2B5EF4-FFF2-40B4-BE49-F238E27FC236}">
                <a16:creationId xmlns:a16="http://schemas.microsoft.com/office/drawing/2014/main" id="{32D3AAE7-822C-6CE8-D821-22EF37D9EC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7890" name="Rectangle 2">
            <a:extLst>
              <a:ext uri="{FF2B5EF4-FFF2-40B4-BE49-F238E27FC236}">
                <a16:creationId xmlns:a16="http://schemas.microsoft.com/office/drawing/2014/main" id="{D53C3DC4-EA7A-926D-248F-9DDDD1A4D56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8138" y="196850"/>
            <a:ext cx="8382000" cy="83502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Access networks and physical media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51203" name="Rectangle 3">
            <a:extLst>
              <a:ext uri="{FF2B5EF4-FFF2-40B4-BE49-F238E27FC236}">
                <a16:creationId xmlns:a16="http://schemas.microsoft.com/office/drawing/2014/main" id="{B3FAFCCB-1172-6F4E-88DB-572FD79614E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00075" y="1371600"/>
            <a:ext cx="4010025" cy="50101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Q: How to connect end systems to edge router?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residential access nets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institutional access networks (school, company)</a:t>
            </a:r>
          </a:p>
          <a:p>
            <a:pPr marL="287338" indent="-287338" eaLnBrk="1" hangingPunct="1">
              <a:spcAft>
                <a:spcPct val="30000"/>
              </a:spcAft>
              <a:buFont typeface="Wingdings" charset="2"/>
              <a:buChar char="§"/>
              <a:defRPr/>
            </a:pPr>
            <a:r>
              <a:rPr lang="en-US" sz="2400" dirty="0"/>
              <a:t>mobile access networks</a:t>
            </a:r>
            <a:endParaRPr lang="en-US" sz="2400" dirty="0">
              <a:solidFill>
                <a:srgbClr val="FF0000"/>
              </a:solidFill>
            </a:endParaRPr>
          </a:p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keep in mind: 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bandwidth (bits per second) of access network?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shared or dedicated?</a:t>
            </a:r>
          </a:p>
        </p:txBody>
      </p:sp>
      <p:pic>
        <p:nvPicPr>
          <p:cNvPr id="37892" name="Picture 916" descr="underline_base">
            <a:extLst>
              <a:ext uri="{FF2B5EF4-FFF2-40B4-BE49-F238E27FC236}">
                <a16:creationId xmlns:a16="http://schemas.microsoft.com/office/drawing/2014/main" id="{6BA1132B-CCC1-2D8C-5E8E-191F34269F8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8" y="830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3" name="Slide Number Placeholder 3">
            <a:extLst>
              <a:ext uri="{FF2B5EF4-FFF2-40B4-BE49-F238E27FC236}">
                <a16:creationId xmlns:a16="http://schemas.microsoft.com/office/drawing/2014/main" id="{6A35F5AB-162D-231D-9C7B-11011B21CB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9212F240-0732-5E4B-9EEC-FE09D3EE4083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37894" name="Group 2">
            <a:extLst>
              <a:ext uri="{FF2B5EF4-FFF2-40B4-BE49-F238E27FC236}">
                <a16:creationId xmlns:a16="http://schemas.microsoft.com/office/drawing/2014/main" id="{93295B34-B8E9-C708-0BF6-BD13437CD5B5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546225"/>
            <a:ext cx="3551237" cy="4449763"/>
            <a:chOff x="5202238" y="1546225"/>
            <a:chExt cx="3551237" cy="4450443"/>
          </a:xfrm>
        </p:grpSpPr>
        <p:sp>
          <p:nvSpPr>
            <p:cNvPr id="37895" name="Freeform 665">
              <a:extLst>
                <a:ext uri="{FF2B5EF4-FFF2-40B4-BE49-F238E27FC236}">
                  <a16:creationId xmlns:a16="http://schemas.microsoft.com/office/drawing/2014/main" id="{28D53020-5948-3B4A-142A-DC395D8F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896" name="Group 666">
              <a:extLst>
                <a:ext uri="{FF2B5EF4-FFF2-40B4-BE49-F238E27FC236}">
                  <a16:creationId xmlns:a16="http://schemas.microsoft.com/office/drawing/2014/main" id="{5977CEAD-DFCD-520E-7C91-4D4CCEB67C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8461" name="Rectangle 667">
                <a:extLst>
                  <a:ext uri="{FF2B5EF4-FFF2-40B4-BE49-F238E27FC236}">
                    <a16:creationId xmlns:a16="http://schemas.microsoft.com/office/drawing/2014/main" id="{F24C72E2-7B37-3F84-76D1-A2F32D0A0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462" name="AutoShape 668">
                <a:extLst>
                  <a:ext uri="{FF2B5EF4-FFF2-40B4-BE49-F238E27FC236}">
                    <a16:creationId xmlns:a16="http://schemas.microsoft.com/office/drawing/2014/main" id="{1CDB35C5-EB12-A9A9-15EE-1C4BB0E3B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7897" name="Freeform 669">
              <a:extLst>
                <a:ext uri="{FF2B5EF4-FFF2-40B4-BE49-F238E27FC236}">
                  <a16:creationId xmlns:a16="http://schemas.microsoft.com/office/drawing/2014/main" id="{9555994F-49A7-5FF2-0698-CC3C7907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6 w 2032"/>
                <a:gd name="T1" fmla="*/ 2147483646 h 1049"/>
                <a:gd name="T2" fmla="*/ 2147483646 w 2032"/>
                <a:gd name="T3" fmla="*/ 2147483646 h 1049"/>
                <a:gd name="T4" fmla="*/ 2147483646 w 2032"/>
                <a:gd name="T5" fmla="*/ 2147483646 h 1049"/>
                <a:gd name="T6" fmla="*/ 2147483646 w 2032"/>
                <a:gd name="T7" fmla="*/ 2147483646 h 1049"/>
                <a:gd name="T8" fmla="*/ 2147483646 w 2032"/>
                <a:gd name="T9" fmla="*/ 2147483646 h 1049"/>
                <a:gd name="T10" fmla="*/ 2147483646 w 2032"/>
                <a:gd name="T11" fmla="*/ 2147483646 h 1049"/>
                <a:gd name="T12" fmla="*/ 2147483646 w 2032"/>
                <a:gd name="T13" fmla="*/ 2147483646 h 1049"/>
                <a:gd name="T14" fmla="*/ 2147483646 w 2032"/>
                <a:gd name="T15" fmla="*/ 2147483646 h 1049"/>
                <a:gd name="T16" fmla="*/ 2147483646 w 2032"/>
                <a:gd name="T17" fmla="*/ 2147483646 h 1049"/>
                <a:gd name="T18" fmla="*/ 2147483646 w 2032"/>
                <a:gd name="T19" fmla="*/ 2147483646 h 1049"/>
                <a:gd name="T20" fmla="*/ 2147483646 w 2032"/>
                <a:gd name="T21" fmla="*/ 2147483646 h 1049"/>
                <a:gd name="T22" fmla="*/ 2147483646 w 2032"/>
                <a:gd name="T23" fmla="*/ 2147483646 h 1049"/>
                <a:gd name="T24" fmla="*/ 2147483646 w 2032"/>
                <a:gd name="T25" fmla="*/ 2147483646 h 1049"/>
                <a:gd name="T26" fmla="*/ 2147483646 w 2032"/>
                <a:gd name="T27" fmla="*/ 2147483646 h 1049"/>
                <a:gd name="T28" fmla="*/ 2147483646 w 2032"/>
                <a:gd name="T29" fmla="*/ 2147483646 h 1049"/>
                <a:gd name="T30" fmla="*/ 2147483646 w 2032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898" name="Line 670">
              <a:extLst>
                <a:ext uri="{FF2B5EF4-FFF2-40B4-BE49-F238E27FC236}">
                  <a16:creationId xmlns:a16="http://schemas.microsoft.com/office/drawing/2014/main" id="{B27CFF79-3FB9-7730-69CE-C0E17DC97B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7899" name="Line 671">
              <a:extLst>
                <a:ext uri="{FF2B5EF4-FFF2-40B4-BE49-F238E27FC236}">
                  <a16:creationId xmlns:a16="http://schemas.microsoft.com/office/drawing/2014/main" id="{0AAE2D5A-9095-28A9-53FA-C38A4804CC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7900" name="Line 672">
              <a:extLst>
                <a:ext uri="{FF2B5EF4-FFF2-40B4-BE49-F238E27FC236}">
                  <a16:creationId xmlns:a16="http://schemas.microsoft.com/office/drawing/2014/main" id="{51C72C2A-D012-E3C3-B438-B99FC41C3D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7901" name="Line 674">
              <a:extLst>
                <a:ext uri="{FF2B5EF4-FFF2-40B4-BE49-F238E27FC236}">
                  <a16:creationId xmlns:a16="http://schemas.microsoft.com/office/drawing/2014/main" id="{2866A3FC-2338-B474-4EC3-88BB14CDC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2" name="Line 675">
              <a:extLst>
                <a:ext uri="{FF2B5EF4-FFF2-40B4-BE49-F238E27FC236}">
                  <a16:creationId xmlns:a16="http://schemas.microsoft.com/office/drawing/2014/main" id="{BD3E8B0F-31B1-D74D-1B3A-C16E931D1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3" name="Line 678">
              <a:extLst>
                <a:ext uri="{FF2B5EF4-FFF2-40B4-BE49-F238E27FC236}">
                  <a16:creationId xmlns:a16="http://schemas.microsoft.com/office/drawing/2014/main" id="{9110D07D-93A5-D04B-F00D-BB38EDC49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4" name="Line 679">
              <a:extLst>
                <a:ext uri="{FF2B5EF4-FFF2-40B4-BE49-F238E27FC236}">
                  <a16:creationId xmlns:a16="http://schemas.microsoft.com/office/drawing/2014/main" id="{024C009D-8656-565B-EEE9-0583D0D26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5" name="Line 680">
              <a:extLst>
                <a:ext uri="{FF2B5EF4-FFF2-40B4-BE49-F238E27FC236}">
                  <a16:creationId xmlns:a16="http://schemas.microsoft.com/office/drawing/2014/main" id="{E26452D6-FA76-6DBF-036F-E0C4A2EB6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6" name="Line 682">
              <a:extLst>
                <a:ext uri="{FF2B5EF4-FFF2-40B4-BE49-F238E27FC236}">
                  <a16:creationId xmlns:a16="http://schemas.microsoft.com/office/drawing/2014/main" id="{18A01F3A-17C2-D7F0-298F-EEE8CA98DD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07" name="Line 683">
              <a:extLst>
                <a:ext uri="{FF2B5EF4-FFF2-40B4-BE49-F238E27FC236}">
                  <a16:creationId xmlns:a16="http://schemas.microsoft.com/office/drawing/2014/main" id="{3F38866B-86ED-5DAF-40F9-68A480EC00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7908" name="Picture 684" descr="access_point_stylized_small">
              <a:extLst>
                <a:ext uri="{FF2B5EF4-FFF2-40B4-BE49-F238E27FC236}">
                  <a16:creationId xmlns:a16="http://schemas.microsoft.com/office/drawing/2014/main" id="{AB535CEC-6A6C-65D7-C799-6B80B6FAB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09" name="Line 685">
              <a:extLst>
                <a:ext uri="{FF2B5EF4-FFF2-40B4-BE49-F238E27FC236}">
                  <a16:creationId xmlns:a16="http://schemas.microsoft.com/office/drawing/2014/main" id="{91EF812D-70E1-6D84-A8D5-53E9360D43E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7910" name="Line 686">
              <a:extLst>
                <a:ext uri="{FF2B5EF4-FFF2-40B4-BE49-F238E27FC236}">
                  <a16:creationId xmlns:a16="http://schemas.microsoft.com/office/drawing/2014/main" id="{EDE1D886-2547-98A4-0861-98B0A8F055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7911" name="Picture 708" descr="access_point_stylized_small">
              <a:extLst>
                <a:ext uri="{FF2B5EF4-FFF2-40B4-BE49-F238E27FC236}">
                  <a16:creationId xmlns:a16="http://schemas.microsoft.com/office/drawing/2014/main" id="{B31308A3-E2C9-3129-704A-D5CA4E758F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12" name="Freeform 709">
              <a:extLst>
                <a:ext uri="{FF2B5EF4-FFF2-40B4-BE49-F238E27FC236}">
                  <a16:creationId xmlns:a16="http://schemas.microsoft.com/office/drawing/2014/main" id="{D5CC5FDA-0811-9AFB-26C4-3AC038E5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3530600"/>
              <a:ext cx="1314450" cy="674688"/>
            </a:xfrm>
            <a:custGeom>
              <a:avLst/>
              <a:gdLst>
                <a:gd name="T0" fmla="*/ 2147483646 w 828"/>
                <a:gd name="T1" fmla="*/ 2147483646 h 425"/>
                <a:gd name="T2" fmla="*/ 2147483646 w 828"/>
                <a:gd name="T3" fmla="*/ 2147483646 h 425"/>
                <a:gd name="T4" fmla="*/ 2147483646 w 828"/>
                <a:gd name="T5" fmla="*/ 2147483646 h 425"/>
                <a:gd name="T6" fmla="*/ 2147483646 w 828"/>
                <a:gd name="T7" fmla="*/ 2147483646 h 425"/>
                <a:gd name="T8" fmla="*/ 2147483646 w 828"/>
                <a:gd name="T9" fmla="*/ 2147483646 h 425"/>
                <a:gd name="T10" fmla="*/ 2147483646 w 828"/>
                <a:gd name="T11" fmla="*/ 2147483646 h 425"/>
                <a:gd name="T12" fmla="*/ 2147483646 w 828"/>
                <a:gd name="T13" fmla="*/ 2147483646 h 425"/>
                <a:gd name="T14" fmla="*/ 2147483646 w 828"/>
                <a:gd name="T15" fmla="*/ 2147483646 h 425"/>
                <a:gd name="T16" fmla="*/ 2147483646 w 828"/>
                <a:gd name="T17" fmla="*/ 2147483646 h 425"/>
                <a:gd name="T18" fmla="*/ 2147483646 w 828"/>
                <a:gd name="T19" fmla="*/ 2147483646 h 425"/>
                <a:gd name="T20" fmla="*/ 2147483646 w 828"/>
                <a:gd name="T21" fmla="*/ 2147483646 h 425"/>
                <a:gd name="T22" fmla="*/ 2147483646 w 828"/>
                <a:gd name="T23" fmla="*/ 2147483646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3" name="Freeform 710">
              <a:extLst>
                <a:ext uri="{FF2B5EF4-FFF2-40B4-BE49-F238E27FC236}">
                  <a16:creationId xmlns:a16="http://schemas.microsoft.com/office/drawing/2014/main" id="{68ABE677-7792-7F90-753B-BB0EA7F6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5013"/>
              <a:ext cx="1730375" cy="1125537"/>
            </a:xfrm>
            <a:custGeom>
              <a:avLst/>
              <a:gdLst>
                <a:gd name="T0" fmla="*/ 2147483646 w 765"/>
                <a:gd name="T1" fmla="*/ 2147483646 h 459"/>
                <a:gd name="T2" fmla="*/ 2147483646 w 765"/>
                <a:gd name="T3" fmla="*/ 2147483646 h 459"/>
                <a:gd name="T4" fmla="*/ 2147483646 w 765"/>
                <a:gd name="T5" fmla="*/ 2147483646 h 459"/>
                <a:gd name="T6" fmla="*/ 2147483646 w 765"/>
                <a:gd name="T7" fmla="*/ 2147483646 h 459"/>
                <a:gd name="T8" fmla="*/ 2147483646 w 765"/>
                <a:gd name="T9" fmla="*/ 2147483646 h 459"/>
                <a:gd name="T10" fmla="*/ 2147483646 w 765"/>
                <a:gd name="T11" fmla="*/ 2147483646 h 459"/>
                <a:gd name="T12" fmla="*/ 2147483646 w 765"/>
                <a:gd name="T13" fmla="*/ 2147483646 h 459"/>
                <a:gd name="T14" fmla="*/ 2147483646 w 765"/>
                <a:gd name="T15" fmla="*/ 2147483646 h 459"/>
                <a:gd name="T16" fmla="*/ 2147483646 w 765"/>
                <a:gd name="T17" fmla="*/ 2147483646 h 459"/>
                <a:gd name="T18" fmla="*/ 2147483646 w 765"/>
                <a:gd name="T19" fmla="*/ 2147483646 h 459"/>
                <a:gd name="T20" fmla="*/ 2147483646 w 765"/>
                <a:gd name="T21" fmla="*/ 2147483646 h 459"/>
                <a:gd name="T22" fmla="*/ 2147483646 w 765"/>
                <a:gd name="T23" fmla="*/ 2147483646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4" name="Line 711">
              <a:extLst>
                <a:ext uri="{FF2B5EF4-FFF2-40B4-BE49-F238E27FC236}">
                  <a16:creationId xmlns:a16="http://schemas.microsoft.com/office/drawing/2014/main" id="{61AB90EB-E2E5-41DC-AB20-35EF14BC9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5" name="Line 712">
              <a:extLst>
                <a:ext uri="{FF2B5EF4-FFF2-40B4-BE49-F238E27FC236}">
                  <a16:creationId xmlns:a16="http://schemas.microsoft.com/office/drawing/2014/main" id="{46323B60-2772-DA8A-56A0-528040933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6" name="Line 713">
              <a:extLst>
                <a:ext uri="{FF2B5EF4-FFF2-40B4-BE49-F238E27FC236}">
                  <a16:creationId xmlns:a16="http://schemas.microsoft.com/office/drawing/2014/main" id="{7981DD42-ED47-3BCA-9757-202F8AFD5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7" name="Line 714">
              <a:extLst>
                <a:ext uri="{FF2B5EF4-FFF2-40B4-BE49-F238E27FC236}">
                  <a16:creationId xmlns:a16="http://schemas.microsoft.com/office/drawing/2014/main" id="{2884F693-3219-6AF9-A416-3C0C8841C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8" name="Line 715">
              <a:extLst>
                <a:ext uri="{FF2B5EF4-FFF2-40B4-BE49-F238E27FC236}">
                  <a16:creationId xmlns:a16="http://schemas.microsoft.com/office/drawing/2014/main" id="{C1B890A7-ECE1-EDFB-9AAE-4B5B605631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19" name="Line 716">
              <a:extLst>
                <a:ext uri="{FF2B5EF4-FFF2-40B4-BE49-F238E27FC236}">
                  <a16:creationId xmlns:a16="http://schemas.microsoft.com/office/drawing/2014/main" id="{8C167B50-2812-0512-25A8-2E631BC7F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0" name="Line 717">
              <a:extLst>
                <a:ext uri="{FF2B5EF4-FFF2-40B4-BE49-F238E27FC236}">
                  <a16:creationId xmlns:a16="http://schemas.microsoft.com/office/drawing/2014/main" id="{5B0EF52A-E959-E2F0-BED7-C47E07604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1" name="Line 718">
              <a:extLst>
                <a:ext uri="{FF2B5EF4-FFF2-40B4-BE49-F238E27FC236}">
                  <a16:creationId xmlns:a16="http://schemas.microsoft.com/office/drawing/2014/main" id="{E31498E9-B2E1-A506-54CC-5363E276CB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2" name="Line 719">
              <a:extLst>
                <a:ext uri="{FF2B5EF4-FFF2-40B4-BE49-F238E27FC236}">
                  <a16:creationId xmlns:a16="http://schemas.microsoft.com/office/drawing/2014/main" id="{145AE891-313A-9479-18BA-B914CBC7E7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3" name="Line 720">
              <a:extLst>
                <a:ext uri="{FF2B5EF4-FFF2-40B4-BE49-F238E27FC236}">
                  <a16:creationId xmlns:a16="http://schemas.microsoft.com/office/drawing/2014/main" id="{4902E014-12E1-48D5-B762-14C83665B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4" name="Line 721">
              <a:extLst>
                <a:ext uri="{FF2B5EF4-FFF2-40B4-BE49-F238E27FC236}">
                  <a16:creationId xmlns:a16="http://schemas.microsoft.com/office/drawing/2014/main" id="{F6036066-F7AE-DF1F-A650-6BEC746C33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5" name="Line 722">
              <a:extLst>
                <a:ext uri="{FF2B5EF4-FFF2-40B4-BE49-F238E27FC236}">
                  <a16:creationId xmlns:a16="http://schemas.microsoft.com/office/drawing/2014/main" id="{691D4CDB-9BDE-6E6C-5EE8-367EA4E81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6" name="Line 723">
              <a:extLst>
                <a:ext uri="{FF2B5EF4-FFF2-40B4-BE49-F238E27FC236}">
                  <a16:creationId xmlns:a16="http://schemas.microsoft.com/office/drawing/2014/main" id="{874F512E-9B16-01A5-1247-3FAF42FCF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7" name="Line 724">
              <a:extLst>
                <a:ext uri="{FF2B5EF4-FFF2-40B4-BE49-F238E27FC236}">
                  <a16:creationId xmlns:a16="http://schemas.microsoft.com/office/drawing/2014/main" id="{300E9D0F-A672-4C22-A7AA-1CFB3528E2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8" name="Line 725">
              <a:extLst>
                <a:ext uri="{FF2B5EF4-FFF2-40B4-BE49-F238E27FC236}">
                  <a16:creationId xmlns:a16="http://schemas.microsoft.com/office/drawing/2014/main" id="{05CB6F07-BBC5-F974-5049-BF9231F2BA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29" name="Line 726">
              <a:extLst>
                <a:ext uri="{FF2B5EF4-FFF2-40B4-BE49-F238E27FC236}">
                  <a16:creationId xmlns:a16="http://schemas.microsoft.com/office/drawing/2014/main" id="{53464DB4-6E2D-B12E-16B4-EE3B6E9FC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30" name="Line 727">
              <a:extLst>
                <a:ext uri="{FF2B5EF4-FFF2-40B4-BE49-F238E27FC236}">
                  <a16:creationId xmlns:a16="http://schemas.microsoft.com/office/drawing/2014/main" id="{FC590F1A-059A-F73C-F1C0-A3080CCD2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31" name="Line 728">
              <a:extLst>
                <a:ext uri="{FF2B5EF4-FFF2-40B4-BE49-F238E27FC236}">
                  <a16:creationId xmlns:a16="http://schemas.microsoft.com/office/drawing/2014/main" id="{7550D0BA-4A27-83BF-E3CF-37E813F6A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32" name="Oval 407">
              <a:extLst>
                <a:ext uri="{FF2B5EF4-FFF2-40B4-BE49-F238E27FC236}">
                  <a16:creationId xmlns:a16="http://schemas.microsoft.com/office/drawing/2014/main" id="{51EBDE7B-CF3C-137E-564C-83765E013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7933" name="Rectangle 410">
              <a:extLst>
                <a:ext uri="{FF2B5EF4-FFF2-40B4-BE49-F238E27FC236}">
                  <a16:creationId xmlns:a16="http://schemas.microsoft.com/office/drawing/2014/main" id="{6ACDC174-CA1D-5DEA-205A-0063A6EB8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7934" name="Oval 411">
              <a:extLst>
                <a:ext uri="{FF2B5EF4-FFF2-40B4-BE49-F238E27FC236}">
                  <a16:creationId xmlns:a16="http://schemas.microsoft.com/office/drawing/2014/main" id="{303FC526-C9B4-DA4C-0991-23E91F419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37935" name="Group 732">
              <a:extLst>
                <a:ext uri="{FF2B5EF4-FFF2-40B4-BE49-F238E27FC236}">
                  <a16:creationId xmlns:a16="http://schemas.microsoft.com/office/drawing/2014/main" id="{64FF5CB1-7FBC-1E75-AFF7-D4CB10AD1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8459" name="Freeform 733">
                <a:extLst>
                  <a:ext uri="{FF2B5EF4-FFF2-40B4-BE49-F238E27FC236}">
                    <a16:creationId xmlns:a16="http://schemas.microsoft.com/office/drawing/2014/main" id="{9683B73D-2764-9D4C-2F13-27ABE36B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60" name="Freeform 734">
                <a:extLst>
                  <a:ext uri="{FF2B5EF4-FFF2-40B4-BE49-F238E27FC236}">
                    <a16:creationId xmlns:a16="http://schemas.microsoft.com/office/drawing/2014/main" id="{B033051D-7033-1EED-1C5E-957C2768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36" name="Line 735">
              <a:extLst>
                <a:ext uri="{FF2B5EF4-FFF2-40B4-BE49-F238E27FC236}">
                  <a16:creationId xmlns:a16="http://schemas.microsoft.com/office/drawing/2014/main" id="{79CD03F4-A1A8-39DE-7236-3423464AB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37" name="Line 736">
              <a:extLst>
                <a:ext uri="{FF2B5EF4-FFF2-40B4-BE49-F238E27FC236}">
                  <a16:creationId xmlns:a16="http://schemas.microsoft.com/office/drawing/2014/main" id="{2CFF2BE0-9574-1E35-8C20-14BA7BBAF2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38" name="Group 737">
              <a:extLst>
                <a:ext uri="{FF2B5EF4-FFF2-40B4-BE49-F238E27FC236}">
                  <a16:creationId xmlns:a16="http://schemas.microsoft.com/office/drawing/2014/main" id="{874F9136-3BF9-AF6C-77AA-A8729B07E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8451" name="Oval 407">
                <a:extLst>
                  <a:ext uri="{FF2B5EF4-FFF2-40B4-BE49-F238E27FC236}">
                    <a16:creationId xmlns:a16="http://schemas.microsoft.com/office/drawing/2014/main" id="{5E81284F-F50E-B661-6EB5-C2C748119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52" name="Rectangle 410">
                <a:extLst>
                  <a:ext uri="{FF2B5EF4-FFF2-40B4-BE49-F238E27FC236}">
                    <a16:creationId xmlns:a16="http://schemas.microsoft.com/office/drawing/2014/main" id="{27CBE490-3F55-ACC7-895F-5FAA588C3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53" name="Oval 411">
                <a:extLst>
                  <a:ext uri="{FF2B5EF4-FFF2-40B4-BE49-F238E27FC236}">
                    <a16:creationId xmlns:a16="http://schemas.microsoft.com/office/drawing/2014/main" id="{B762D952-DB7C-C0B7-83A4-AB3437CF3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54" name="Group 741">
                <a:extLst>
                  <a:ext uri="{FF2B5EF4-FFF2-40B4-BE49-F238E27FC236}">
                    <a16:creationId xmlns:a16="http://schemas.microsoft.com/office/drawing/2014/main" id="{F618FD85-34AE-35D5-1881-6196E8452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57" name="Freeform 742">
                  <a:extLst>
                    <a:ext uri="{FF2B5EF4-FFF2-40B4-BE49-F238E27FC236}">
                      <a16:creationId xmlns:a16="http://schemas.microsoft.com/office/drawing/2014/main" id="{636D30FC-8672-1C11-2F71-7B7B737B6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58" name="Freeform 743">
                  <a:extLst>
                    <a:ext uri="{FF2B5EF4-FFF2-40B4-BE49-F238E27FC236}">
                      <a16:creationId xmlns:a16="http://schemas.microsoft.com/office/drawing/2014/main" id="{89CE6DFF-A555-4D27-C4AA-CFBCD8061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55" name="Line 744">
                <a:extLst>
                  <a:ext uri="{FF2B5EF4-FFF2-40B4-BE49-F238E27FC236}">
                    <a16:creationId xmlns:a16="http://schemas.microsoft.com/office/drawing/2014/main" id="{798EEB58-EB66-F098-A151-FFD595E3C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56" name="Line 745">
                <a:extLst>
                  <a:ext uri="{FF2B5EF4-FFF2-40B4-BE49-F238E27FC236}">
                    <a16:creationId xmlns:a16="http://schemas.microsoft.com/office/drawing/2014/main" id="{7CD604D9-086C-5A64-57E4-0815A2626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39" name="Group 746">
              <a:extLst>
                <a:ext uri="{FF2B5EF4-FFF2-40B4-BE49-F238E27FC236}">
                  <a16:creationId xmlns:a16="http://schemas.microsoft.com/office/drawing/2014/main" id="{78BE56FB-83A2-4AFB-EBFF-69E903C43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8443" name="Oval 407">
                <a:extLst>
                  <a:ext uri="{FF2B5EF4-FFF2-40B4-BE49-F238E27FC236}">
                    <a16:creationId xmlns:a16="http://schemas.microsoft.com/office/drawing/2014/main" id="{E9C23840-8D9F-644C-672E-C6CC9F6C7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44" name="Rectangle 410">
                <a:extLst>
                  <a:ext uri="{FF2B5EF4-FFF2-40B4-BE49-F238E27FC236}">
                    <a16:creationId xmlns:a16="http://schemas.microsoft.com/office/drawing/2014/main" id="{F2CD8395-0F7E-484B-CF4B-5A7DEE777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45" name="Oval 411">
                <a:extLst>
                  <a:ext uri="{FF2B5EF4-FFF2-40B4-BE49-F238E27FC236}">
                    <a16:creationId xmlns:a16="http://schemas.microsoft.com/office/drawing/2014/main" id="{AA7A6DF4-B430-D0A9-D8F5-B4EE46065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46" name="Group 750">
                <a:extLst>
                  <a:ext uri="{FF2B5EF4-FFF2-40B4-BE49-F238E27FC236}">
                    <a16:creationId xmlns:a16="http://schemas.microsoft.com/office/drawing/2014/main" id="{2EDD0A15-22AA-3FEE-61E0-B43EFCFF5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9" name="Freeform 751">
                  <a:extLst>
                    <a:ext uri="{FF2B5EF4-FFF2-40B4-BE49-F238E27FC236}">
                      <a16:creationId xmlns:a16="http://schemas.microsoft.com/office/drawing/2014/main" id="{AFC62B89-21AA-F7A8-5C21-40D8F5ACB0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50" name="Freeform 752">
                  <a:extLst>
                    <a:ext uri="{FF2B5EF4-FFF2-40B4-BE49-F238E27FC236}">
                      <a16:creationId xmlns:a16="http://schemas.microsoft.com/office/drawing/2014/main" id="{79B5A79F-3EF3-6619-1518-2DEAD5FFA4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47" name="Line 753">
                <a:extLst>
                  <a:ext uri="{FF2B5EF4-FFF2-40B4-BE49-F238E27FC236}">
                    <a16:creationId xmlns:a16="http://schemas.microsoft.com/office/drawing/2014/main" id="{7E4814A8-5CB6-E396-5452-E87866C336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48" name="Line 754">
                <a:extLst>
                  <a:ext uri="{FF2B5EF4-FFF2-40B4-BE49-F238E27FC236}">
                    <a16:creationId xmlns:a16="http://schemas.microsoft.com/office/drawing/2014/main" id="{B4A32875-9956-9140-A3A1-25373C3E08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0" name="Group 755">
              <a:extLst>
                <a:ext uri="{FF2B5EF4-FFF2-40B4-BE49-F238E27FC236}">
                  <a16:creationId xmlns:a16="http://schemas.microsoft.com/office/drawing/2014/main" id="{FD83C339-0538-6CDD-BDC9-AE00ABFE5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62875" y="2759075"/>
              <a:ext cx="390525" cy="174625"/>
              <a:chOff x="4334" y="1470"/>
              <a:chExt cx="246" cy="107"/>
            </a:xfrm>
          </p:grpSpPr>
          <p:sp>
            <p:nvSpPr>
              <p:cNvPr id="38435" name="Oval 407">
                <a:extLst>
                  <a:ext uri="{FF2B5EF4-FFF2-40B4-BE49-F238E27FC236}">
                    <a16:creationId xmlns:a16="http://schemas.microsoft.com/office/drawing/2014/main" id="{79E8959A-2199-7D59-D0F2-59F7476C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36" name="Rectangle 410">
                <a:extLst>
                  <a:ext uri="{FF2B5EF4-FFF2-40B4-BE49-F238E27FC236}">
                    <a16:creationId xmlns:a16="http://schemas.microsoft.com/office/drawing/2014/main" id="{049D3B88-8824-03AD-A15C-D73E8CBC3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37" name="Oval 411">
                <a:extLst>
                  <a:ext uri="{FF2B5EF4-FFF2-40B4-BE49-F238E27FC236}">
                    <a16:creationId xmlns:a16="http://schemas.microsoft.com/office/drawing/2014/main" id="{3F7C4C37-72CC-A106-17E5-B1B6C0B9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38" name="Group 759">
                <a:extLst>
                  <a:ext uri="{FF2B5EF4-FFF2-40B4-BE49-F238E27FC236}">
                    <a16:creationId xmlns:a16="http://schemas.microsoft.com/office/drawing/2014/main" id="{A6A1A154-FC35-BF27-FFD7-94F354947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1" name="Freeform 760">
                  <a:extLst>
                    <a:ext uri="{FF2B5EF4-FFF2-40B4-BE49-F238E27FC236}">
                      <a16:creationId xmlns:a16="http://schemas.microsoft.com/office/drawing/2014/main" id="{B5316BA0-2C31-0072-29D6-D2FA712AD8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42" name="Freeform 761">
                  <a:extLst>
                    <a:ext uri="{FF2B5EF4-FFF2-40B4-BE49-F238E27FC236}">
                      <a16:creationId xmlns:a16="http://schemas.microsoft.com/office/drawing/2014/main" id="{A7D7B16F-FCC5-DB03-5E1A-5672D77067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39" name="Line 762">
                <a:extLst>
                  <a:ext uri="{FF2B5EF4-FFF2-40B4-BE49-F238E27FC236}">
                    <a16:creationId xmlns:a16="http://schemas.microsoft.com/office/drawing/2014/main" id="{57A6AF29-C4D7-B896-32B8-549A4C314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40" name="Line 763">
                <a:extLst>
                  <a:ext uri="{FF2B5EF4-FFF2-40B4-BE49-F238E27FC236}">
                    <a16:creationId xmlns:a16="http://schemas.microsoft.com/office/drawing/2014/main" id="{783CD4F3-05AF-7E7E-0402-18AB469434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1" name="Group 764">
              <a:extLst>
                <a:ext uri="{FF2B5EF4-FFF2-40B4-BE49-F238E27FC236}">
                  <a16:creationId xmlns:a16="http://schemas.microsoft.com/office/drawing/2014/main" id="{18BE9501-1D4E-340A-FFA6-9F9A61B1D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8427" name="Oval 407">
                <a:extLst>
                  <a:ext uri="{FF2B5EF4-FFF2-40B4-BE49-F238E27FC236}">
                    <a16:creationId xmlns:a16="http://schemas.microsoft.com/office/drawing/2014/main" id="{453247B4-E879-3C13-AEB3-996DC53EF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8" name="Rectangle 410">
                <a:extLst>
                  <a:ext uri="{FF2B5EF4-FFF2-40B4-BE49-F238E27FC236}">
                    <a16:creationId xmlns:a16="http://schemas.microsoft.com/office/drawing/2014/main" id="{06F2FEF8-FB9D-8BB8-7E53-513DDBF05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9" name="Oval 411">
                <a:extLst>
                  <a:ext uri="{FF2B5EF4-FFF2-40B4-BE49-F238E27FC236}">
                    <a16:creationId xmlns:a16="http://schemas.microsoft.com/office/drawing/2014/main" id="{92CC3488-6AD0-CBDE-F48D-CE4A37889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30" name="Group 768">
                <a:extLst>
                  <a:ext uri="{FF2B5EF4-FFF2-40B4-BE49-F238E27FC236}">
                    <a16:creationId xmlns:a16="http://schemas.microsoft.com/office/drawing/2014/main" id="{098675FA-0C54-A1FA-31C7-C8DF453AC1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33" name="Freeform 769">
                  <a:extLst>
                    <a:ext uri="{FF2B5EF4-FFF2-40B4-BE49-F238E27FC236}">
                      <a16:creationId xmlns:a16="http://schemas.microsoft.com/office/drawing/2014/main" id="{EA00A885-E47D-8C07-A8A5-4814CE3C9E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34" name="Freeform 770">
                  <a:extLst>
                    <a:ext uri="{FF2B5EF4-FFF2-40B4-BE49-F238E27FC236}">
                      <a16:creationId xmlns:a16="http://schemas.microsoft.com/office/drawing/2014/main" id="{F939EA75-FC14-045E-619D-DD7A818458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31" name="Line 771">
                <a:extLst>
                  <a:ext uri="{FF2B5EF4-FFF2-40B4-BE49-F238E27FC236}">
                    <a16:creationId xmlns:a16="http://schemas.microsoft.com/office/drawing/2014/main" id="{690A5497-8B2B-9B78-ADDE-11363BAE6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32" name="Line 772">
                <a:extLst>
                  <a:ext uri="{FF2B5EF4-FFF2-40B4-BE49-F238E27FC236}">
                    <a16:creationId xmlns:a16="http://schemas.microsoft.com/office/drawing/2014/main" id="{4C55FFEE-1200-CCA6-336C-87F26BF05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42" name="Line 782">
              <a:extLst>
                <a:ext uri="{FF2B5EF4-FFF2-40B4-BE49-F238E27FC236}">
                  <a16:creationId xmlns:a16="http://schemas.microsoft.com/office/drawing/2014/main" id="{18EECC3E-357C-57A4-303B-D1C804C5D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43" name="Group 801">
              <a:extLst>
                <a:ext uri="{FF2B5EF4-FFF2-40B4-BE49-F238E27FC236}">
                  <a16:creationId xmlns:a16="http://schemas.microsoft.com/office/drawing/2014/main" id="{3EBE8E30-7905-03C3-0008-80D34D99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8419" name="Oval 407">
                <a:extLst>
                  <a:ext uri="{FF2B5EF4-FFF2-40B4-BE49-F238E27FC236}">
                    <a16:creationId xmlns:a16="http://schemas.microsoft.com/office/drawing/2014/main" id="{59BFF58B-15B2-6488-1A59-BF14C8A9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0" name="Rectangle 410">
                <a:extLst>
                  <a:ext uri="{FF2B5EF4-FFF2-40B4-BE49-F238E27FC236}">
                    <a16:creationId xmlns:a16="http://schemas.microsoft.com/office/drawing/2014/main" id="{15972C42-72E4-0D54-BA63-8960B8578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1" name="Oval 411">
                <a:extLst>
                  <a:ext uri="{FF2B5EF4-FFF2-40B4-BE49-F238E27FC236}">
                    <a16:creationId xmlns:a16="http://schemas.microsoft.com/office/drawing/2014/main" id="{A53BA2E1-1726-CF96-7867-D40CB2F23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22" name="Group 805">
                <a:extLst>
                  <a:ext uri="{FF2B5EF4-FFF2-40B4-BE49-F238E27FC236}">
                    <a16:creationId xmlns:a16="http://schemas.microsoft.com/office/drawing/2014/main" id="{78429A7A-0F01-0FBE-4E27-7223816956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25" name="Freeform 806">
                  <a:extLst>
                    <a:ext uri="{FF2B5EF4-FFF2-40B4-BE49-F238E27FC236}">
                      <a16:creationId xmlns:a16="http://schemas.microsoft.com/office/drawing/2014/main" id="{776E2129-450F-0917-EA69-466B1FD0E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26" name="Freeform 807">
                  <a:extLst>
                    <a:ext uri="{FF2B5EF4-FFF2-40B4-BE49-F238E27FC236}">
                      <a16:creationId xmlns:a16="http://schemas.microsoft.com/office/drawing/2014/main" id="{D058F1E6-2836-5281-7A6E-9F61427B6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23" name="Line 808">
                <a:extLst>
                  <a:ext uri="{FF2B5EF4-FFF2-40B4-BE49-F238E27FC236}">
                    <a16:creationId xmlns:a16="http://schemas.microsoft.com/office/drawing/2014/main" id="{4F24D024-E414-524A-89D6-DF0D3E22E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24" name="Line 809">
                <a:extLst>
                  <a:ext uri="{FF2B5EF4-FFF2-40B4-BE49-F238E27FC236}">
                    <a16:creationId xmlns:a16="http://schemas.microsoft.com/office/drawing/2014/main" id="{55357534-8AAC-C580-4918-2D5AF2D40F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4" name="Group 810">
              <a:extLst>
                <a:ext uri="{FF2B5EF4-FFF2-40B4-BE49-F238E27FC236}">
                  <a16:creationId xmlns:a16="http://schemas.microsoft.com/office/drawing/2014/main" id="{62115EC8-44BF-8FC1-052C-B66B43600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8411" name="Oval 407">
                <a:extLst>
                  <a:ext uri="{FF2B5EF4-FFF2-40B4-BE49-F238E27FC236}">
                    <a16:creationId xmlns:a16="http://schemas.microsoft.com/office/drawing/2014/main" id="{DF8DA738-3F5D-4FF0-9FF7-B93CB4E42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12" name="Rectangle 410">
                <a:extLst>
                  <a:ext uri="{FF2B5EF4-FFF2-40B4-BE49-F238E27FC236}">
                    <a16:creationId xmlns:a16="http://schemas.microsoft.com/office/drawing/2014/main" id="{2F6E3DEE-5832-5BF6-AE29-9C8AF1653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13" name="Oval 411">
                <a:extLst>
                  <a:ext uri="{FF2B5EF4-FFF2-40B4-BE49-F238E27FC236}">
                    <a16:creationId xmlns:a16="http://schemas.microsoft.com/office/drawing/2014/main" id="{6FADC366-BE31-8043-3D19-12A8A6C21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14" name="Group 814">
                <a:extLst>
                  <a:ext uri="{FF2B5EF4-FFF2-40B4-BE49-F238E27FC236}">
                    <a16:creationId xmlns:a16="http://schemas.microsoft.com/office/drawing/2014/main" id="{5A6AB89D-B103-6800-B39E-E29E781919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17" name="Freeform 815">
                  <a:extLst>
                    <a:ext uri="{FF2B5EF4-FFF2-40B4-BE49-F238E27FC236}">
                      <a16:creationId xmlns:a16="http://schemas.microsoft.com/office/drawing/2014/main" id="{A5672781-5CFC-AF63-791E-2BDBC5FF2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18" name="Freeform 816">
                  <a:extLst>
                    <a:ext uri="{FF2B5EF4-FFF2-40B4-BE49-F238E27FC236}">
                      <a16:creationId xmlns:a16="http://schemas.microsoft.com/office/drawing/2014/main" id="{C053CD76-EE16-988F-467F-8C77B9809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15" name="Line 817">
                <a:extLst>
                  <a:ext uri="{FF2B5EF4-FFF2-40B4-BE49-F238E27FC236}">
                    <a16:creationId xmlns:a16="http://schemas.microsoft.com/office/drawing/2014/main" id="{067F922F-093E-3E4E-45AA-D5FD98B9F9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16" name="Line 818">
                <a:extLst>
                  <a:ext uri="{FF2B5EF4-FFF2-40B4-BE49-F238E27FC236}">
                    <a16:creationId xmlns:a16="http://schemas.microsoft.com/office/drawing/2014/main" id="{5A096CB7-02B9-7A00-F333-5E25C59C46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5" name="Group 819">
              <a:extLst>
                <a:ext uri="{FF2B5EF4-FFF2-40B4-BE49-F238E27FC236}">
                  <a16:creationId xmlns:a16="http://schemas.microsoft.com/office/drawing/2014/main" id="{ECA72566-F661-4FED-BA60-3ED86D63D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8403" name="Oval 407">
                <a:extLst>
                  <a:ext uri="{FF2B5EF4-FFF2-40B4-BE49-F238E27FC236}">
                    <a16:creationId xmlns:a16="http://schemas.microsoft.com/office/drawing/2014/main" id="{E7FE3ED6-9A72-5219-EB14-3369CA0E4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04" name="Rectangle 410">
                <a:extLst>
                  <a:ext uri="{FF2B5EF4-FFF2-40B4-BE49-F238E27FC236}">
                    <a16:creationId xmlns:a16="http://schemas.microsoft.com/office/drawing/2014/main" id="{48FD290D-46FD-C828-55CC-9E75338A9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05" name="Oval 411">
                <a:extLst>
                  <a:ext uri="{FF2B5EF4-FFF2-40B4-BE49-F238E27FC236}">
                    <a16:creationId xmlns:a16="http://schemas.microsoft.com/office/drawing/2014/main" id="{A90E9BB1-4002-851C-1A02-DEC76EDE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06" name="Group 823">
                <a:extLst>
                  <a:ext uri="{FF2B5EF4-FFF2-40B4-BE49-F238E27FC236}">
                    <a16:creationId xmlns:a16="http://schemas.microsoft.com/office/drawing/2014/main" id="{67047B99-CF98-4D9F-3940-ADE0C4DB66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9" name="Freeform 824">
                  <a:extLst>
                    <a:ext uri="{FF2B5EF4-FFF2-40B4-BE49-F238E27FC236}">
                      <a16:creationId xmlns:a16="http://schemas.microsoft.com/office/drawing/2014/main" id="{3508E1D9-CCE0-926B-5F9D-10CC281CEA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10" name="Freeform 825">
                  <a:extLst>
                    <a:ext uri="{FF2B5EF4-FFF2-40B4-BE49-F238E27FC236}">
                      <a16:creationId xmlns:a16="http://schemas.microsoft.com/office/drawing/2014/main" id="{841A53DF-1866-F7E5-609C-EFFE6D2D3D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407" name="Line 826">
                <a:extLst>
                  <a:ext uri="{FF2B5EF4-FFF2-40B4-BE49-F238E27FC236}">
                    <a16:creationId xmlns:a16="http://schemas.microsoft.com/office/drawing/2014/main" id="{F1B8E1A8-5B1E-9649-4B08-E6A1085D9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08" name="Line 827">
                <a:extLst>
                  <a:ext uri="{FF2B5EF4-FFF2-40B4-BE49-F238E27FC236}">
                    <a16:creationId xmlns:a16="http://schemas.microsoft.com/office/drawing/2014/main" id="{6E738A66-D441-A897-EFD9-4BBE2F196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6" name="Group 828">
              <a:extLst>
                <a:ext uri="{FF2B5EF4-FFF2-40B4-BE49-F238E27FC236}">
                  <a16:creationId xmlns:a16="http://schemas.microsoft.com/office/drawing/2014/main" id="{C2869B1B-0443-291E-A85F-5B949353FA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8395" name="Oval 407">
                <a:extLst>
                  <a:ext uri="{FF2B5EF4-FFF2-40B4-BE49-F238E27FC236}">
                    <a16:creationId xmlns:a16="http://schemas.microsoft.com/office/drawing/2014/main" id="{32D29CB6-7251-93E4-DBA6-385290D30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96" name="Rectangle 410">
                <a:extLst>
                  <a:ext uri="{FF2B5EF4-FFF2-40B4-BE49-F238E27FC236}">
                    <a16:creationId xmlns:a16="http://schemas.microsoft.com/office/drawing/2014/main" id="{828FD2FA-1B3D-CB5F-B16C-51B5CE64D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97" name="Oval 411">
                <a:extLst>
                  <a:ext uri="{FF2B5EF4-FFF2-40B4-BE49-F238E27FC236}">
                    <a16:creationId xmlns:a16="http://schemas.microsoft.com/office/drawing/2014/main" id="{D390C467-4F63-C232-188B-4B3A38B2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398" name="Group 832">
                <a:extLst>
                  <a:ext uri="{FF2B5EF4-FFF2-40B4-BE49-F238E27FC236}">
                    <a16:creationId xmlns:a16="http://schemas.microsoft.com/office/drawing/2014/main" id="{5C7E6AEB-7028-6E12-E638-80354AB3A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1" name="Freeform 833">
                  <a:extLst>
                    <a:ext uri="{FF2B5EF4-FFF2-40B4-BE49-F238E27FC236}">
                      <a16:creationId xmlns:a16="http://schemas.microsoft.com/office/drawing/2014/main" id="{4B1E3B7F-0899-4BAF-7824-9E9732631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02" name="Freeform 834">
                  <a:extLst>
                    <a:ext uri="{FF2B5EF4-FFF2-40B4-BE49-F238E27FC236}">
                      <a16:creationId xmlns:a16="http://schemas.microsoft.com/office/drawing/2014/main" id="{57EC41AF-D0F6-B5E2-445C-E87C9AB7CF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399" name="Line 835">
                <a:extLst>
                  <a:ext uri="{FF2B5EF4-FFF2-40B4-BE49-F238E27FC236}">
                    <a16:creationId xmlns:a16="http://schemas.microsoft.com/office/drawing/2014/main" id="{51BA068D-C270-92CF-86F1-F81A87482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00" name="Line 836">
                <a:extLst>
                  <a:ext uri="{FF2B5EF4-FFF2-40B4-BE49-F238E27FC236}">
                    <a16:creationId xmlns:a16="http://schemas.microsoft.com/office/drawing/2014/main" id="{BA16E0C7-8EB4-A7B7-ED57-17DC27DB1E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7" name="Group 837">
              <a:extLst>
                <a:ext uri="{FF2B5EF4-FFF2-40B4-BE49-F238E27FC236}">
                  <a16:creationId xmlns:a16="http://schemas.microsoft.com/office/drawing/2014/main" id="{4B4D7F6B-6540-4A03-9A42-9CE6EAA37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4563" y="1744663"/>
              <a:ext cx="517525" cy="508000"/>
              <a:chOff x="2922" y="1424"/>
              <a:chExt cx="326" cy="320"/>
            </a:xfrm>
          </p:grpSpPr>
          <p:sp>
            <p:nvSpPr>
              <p:cNvPr id="38387" name="Oval 838">
                <a:extLst>
                  <a:ext uri="{FF2B5EF4-FFF2-40B4-BE49-F238E27FC236}">
                    <a16:creationId xmlns:a16="http://schemas.microsoft.com/office/drawing/2014/main" id="{CBCB0F50-B45D-4F7B-2EF6-5A994080C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388" name="Group 839">
                <a:extLst>
                  <a:ext uri="{FF2B5EF4-FFF2-40B4-BE49-F238E27FC236}">
                    <a16:creationId xmlns:a16="http://schemas.microsoft.com/office/drawing/2014/main" id="{071FF0DD-34A4-E2CD-1C5F-0D0423EEFF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8390" name="Oval 840">
                  <a:extLst>
                    <a:ext uri="{FF2B5EF4-FFF2-40B4-BE49-F238E27FC236}">
                      <a16:creationId xmlns:a16="http://schemas.microsoft.com/office/drawing/2014/main" id="{E33DB96C-B36F-D79D-820D-EE23DAC4AD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91" name="Oval 841">
                  <a:extLst>
                    <a:ext uri="{FF2B5EF4-FFF2-40B4-BE49-F238E27FC236}">
                      <a16:creationId xmlns:a16="http://schemas.microsoft.com/office/drawing/2014/main" id="{E154754E-4AC7-9E15-420F-95B154B6E9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92" name="Oval 842">
                  <a:extLst>
                    <a:ext uri="{FF2B5EF4-FFF2-40B4-BE49-F238E27FC236}">
                      <a16:creationId xmlns:a16="http://schemas.microsoft.com/office/drawing/2014/main" id="{4A157DE4-4593-2989-56AB-5A18E7A906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93" name="Oval 843">
                  <a:extLst>
                    <a:ext uri="{FF2B5EF4-FFF2-40B4-BE49-F238E27FC236}">
                      <a16:creationId xmlns:a16="http://schemas.microsoft.com/office/drawing/2014/main" id="{034E166E-8014-AF1F-6F89-EAB0A917D6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94" name="Freeform 844">
                  <a:extLst>
                    <a:ext uri="{FF2B5EF4-FFF2-40B4-BE49-F238E27FC236}">
                      <a16:creationId xmlns:a16="http://schemas.microsoft.com/office/drawing/2014/main" id="{65A9677E-49A6-392B-151F-D29443D7C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80"/>
                    <a:gd name="T31" fmla="*/ 0 h 956"/>
                    <a:gd name="T32" fmla="*/ 1180 w 1180"/>
                    <a:gd name="T33" fmla="*/ 956 h 95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33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 cmpd="sng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389" name="Freeform 845">
                <a:extLst>
                  <a:ext uri="{FF2B5EF4-FFF2-40B4-BE49-F238E27FC236}">
                    <a16:creationId xmlns:a16="http://schemas.microsoft.com/office/drawing/2014/main" id="{904B10F0-D034-DA34-7DD1-93E31EDE5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0"/>
                  <a:gd name="T31" fmla="*/ 0 h 956"/>
                  <a:gd name="T32" fmla="*/ 1180 w 1180"/>
                  <a:gd name="T33" fmla="*/ 956 h 9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cmpd="sng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48" name="Group 846">
              <a:extLst>
                <a:ext uri="{FF2B5EF4-FFF2-40B4-BE49-F238E27FC236}">
                  <a16:creationId xmlns:a16="http://schemas.microsoft.com/office/drawing/2014/main" id="{271B4CF4-D61F-201A-DD16-C92F6D8C3C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8371" name="Line 270">
                <a:extLst>
                  <a:ext uri="{FF2B5EF4-FFF2-40B4-BE49-F238E27FC236}">
                    <a16:creationId xmlns:a16="http://schemas.microsoft.com/office/drawing/2014/main" id="{47AF51F9-8E9C-2692-C24B-A80187866E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2" name="Line 271">
                <a:extLst>
                  <a:ext uri="{FF2B5EF4-FFF2-40B4-BE49-F238E27FC236}">
                    <a16:creationId xmlns:a16="http://schemas.microsoft.com/office/drawing/2014/main" id="{85FDA27D-2199-92E4-B6C1-9CD557FBD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3" name="Line 272">
                <a:extLst>
                  <a:ext uri="{FF2B5EF4-FFF2-40B4-BE49-F238E27FC236}">
                    <a16:creationId xmlns:a16="http://schemas.microsoft.com/office/drawing/2014/main" id="{3256C8F6-9FC5-6E2A-E7F9-33D72EB5D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4" name="Line 273">
                <a:extLst>
                  <a:ext uri="{FF2B5EF4-FFF2-40B4-BE49-F238E27FC236}">
                    <a16:creationId xmlns:a16="http://schemas.microsoft.com/office/drawing/2014/main" id="{0ED5E0D9-2BA1-459E-B28F-573E335BE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5" name="Line 274">
                <a:extLst>
                  <a:ext uri="{FF2B5EF4-FFF2-40B4-BE49-F238E27FC236}">
                    <a16:creationId xmlns:a16="http://schemas.microsoft.com/office/drawing/2014/main" id="{14451323-9FF0-E6A0-22F9-6B2F6B904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6" name="Line 275">
                <a:extLst>
                  <a:ext uri="{FF2B5EF4-FFF2-40B4-BE49-F238E27FC236}">
                    <a16:creationId xmlns:a16="http://schemas.microsoft.com/office/drawing/2014/main" id="{C57D36A4-CC50-CF13-D4EF-09FA69740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7" name="Line 276">
                <a:extLst>
                  <a:ext uri="{FF2B5EF4-FFF2-40B4-BE49-F238E27FC236}">
                    <a16:creationId xmlns:a16="http://schemas.microsoft.com/office/drawing/2014/main" id="{A89A61A9-E1DB-C994-4E74-A126B063D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8" name="Line 277">
                <a:extLst>
                  <a:ext uri="{FF2B5EF4-FFF2-40B4-BE49-F238E27FC236}">
                    <a16:creationId xmlns:a16="http://schemas.microsoft.com/office/drawing/2014/main" id="{2D1CC72E-1D76-10B0-2D65-902470D66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79" name="Line 278">
                <a:extLst>
                  <a:ext uri="{FF2B5EF4-FFF2-40B4-BE49-F238E27FC236}">
                    <a16:creationId xmlns:a16="http://schemas.microsoft.com/office/drawing/2014/main" id="{D77CA27E-7B4A-26EE-0F47-91E5B3145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0" name="Line 279">
                <a:extLst>
                  <a:ext uri="{FF2B5EF4-FFF2-40B4-BE49-F238E27FC236}">
                    <a16:creationId xmlns:a16="http://schemas.microsoft.com/office/drawing/2014/main" id="{01B9826F-84F8-FD06-E898-B152BE666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1" name="Line 280">
                <a:extLst>
                  <a:ext uri="{FF2B5EF4-FFF2-40B4-BE49-F238E27FC236}">
                    <a16:creationId xmlns:a16="http://schemas.microsoft.com/office/drawing/2014/main" id="{36FDF3DF-A6E8-7D50-650C-9500C93FA6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2" name="Line 281">
                <a:extLst>
                  <a:ext uri="{FF2B5EF4-FFF2-40B4-BE49-F238E27FC236}">
                    <a16:creationId xmlns:a16="http://schemas.microsoft.com/office/drawing/2014/main" id="{4C69C953-6BED-AAD1-F394-14B94F370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3" name="Line 282">
                <a:extLst>
                  <a:ext uri="{FF2B5EF4-FFF2-40B4-BE49-F238E27FC236}">
                    <a16:creationId xmlns:a16="http://schemas.microsoft.com/office/drawing/2014/main" id="{C96427C0-A99A-5800-DEBE-A5B8879F9F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4" name="Line 283">
                <a:extLst>
                  <a:ext uri="{FF2B5EF4-FFF2-40B4-BE49-F238E27FC236}">
                    <a16:creationId xmlns:a16="http://schemas.microsoft.com/office/drawing/2014/main" id="{B11DFB69-C103-C988-8653-F08C296B9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5" name="Line 284">
                <a:extLst>
                  <a:ext uri="{FF2B5EF4-FFF2-40B4-BE49-F238E27FC236}">
                    <a16:creationId xmlns:a16="http://schemas.microsoft.com/office/drawing/2014/main" id="{61AD2B62-3222-9195-ADD6-2055C203F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38386" name="Oval 862">
                <a:extLst>
                  <a:ext uri="{FF2B5EF4-FFF2-40B4-BE49-F238E27FC236}">
                    <a16:creationId xmlns:a16="http://schemas.microsoft.com/office/drawing/2014/main" id="{7205C7D5-9732-6489-3811-E51998A1F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49" name="Group 863">
              <a:extLst>
                <a:ext uri="{FF2B5EF4-FFF2-40B4-BE49-F238E27FC236}">
                  <a16:creationId xmlns:a16="http://schemas.microsoft.com/office/drawing/2014/main" id="{03045A5C-4808-A20F-FB61-764FDEBEC2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8125" y="1997075"/>
              <a:ext cx="519113" cy="128588"/>
              <a:chOff x="2199" y="955"/>
              <a:chExt cx="2547" cy="506"/>
            </a:xfrm>
          </p:grpSpPr>
          <p:sp>
            <p:nvSpPr>
              <p:cNvPr id="38365" name="Freeform 864">
                <a:extLst>
                  <a:ext uri="{FF2B5EF4-FFF2-40B4-BE49-F238E27FC236}">
                    <a16:creationId xmlns:a16="http://schemas.microsoft.com/office/drawing/2014/main" id="{0500C6EC-1D47-CE7A-3251-1ECE46EA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6" name="Freeform 865">
                <a:extLst>
                  <a:ext uri="{FF2B5EF4-FFF2-40B4-BE49-F238E27FC236}">
                    <a16:creationId xmlns:a16="http://schemas.microsoft.com/office/drawing/2014/main" id="{44149FDD-E470-E61F-B56C-453084DE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7" name="Freeform 866">
                <a:extLst>
                  <a:ext uri="{FF2B5EF4-FFF2-40B4-BE49-F238E27FC236}">
                    <a16:creationId xmlns:a16="http://schemas.microsoft.com/office/drawing/2014/main" id="{8F6E9D07-725B-9540-483D-C614E5E7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8" name="Freeform 867">
                <a:extLst>
                  <a:ext uri="{FF2B5EF4-FFF2-40B4-BE49-F238E27FC236}">
                    <a16:creationId xmlns:a16="http://schemas.microsoft.com/office/drawing/2014/main" id="{387F2450-09D0-D379-0901-B40B268E5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9" name="Freeform 868">
                <a:extLst>
                  <a:ext uri="{FF2B5EF4-FFF2-40B4-BE49-F238E27FC236}">
                    <a16:creationId xmlns:a16="http://schemas.microsoft.com/office/drawing/2014/main" id="{9E643FDD-59CD-8606-DB03-55BCDFC9D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70" name="Freeform 869">
                <a:extLst>
                  <a:ext uri="{FF2B5EF4-FFF2-40B4-BE49-F238E27FC236}">
                    <a16:creationId xmlns:a16="http://schemas.microsoft.com/office/drawing/2014/main" id="{0F02FFF6-5A36-0524-258D-72F8D1DF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50" name="Group 870">
              <a:extLst>
                <a:ext uri="{FF2B5EF4-FFF2-40B4-BE49-F238E27FC236}">
                  <a16:creationId xmlns:a16="http://schemas.microsoft.com/office/drawing/2014/main" id="{75A6793A-55E8-D372-5B78-50817E9C71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4788" y="1662113"/>
              <a:ext cx="477837" cy="107950"/>
              <a:chOff x="2199" y="955"/>
              <a:chExt cx="2547" cy="506"/>
            </a:xfrm>
          </p:grpSpPr>
          <p:sp>
            <p:nvSpPr>
              <p:cNvPr id="38359" name="Freeform 871">
                <a:extLst>
                  <a:ext uri="{FF2B5EF4-FFF2-40B4-BE49-F238E27FC236}">
                    <a16:creationId xmlns:a16="http://schemas.microsoft.com/office/drawing/2014/main" id="{C073043A-33C5-C386-969C-FF53F0E2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0" name="Freeform 872">
                <a:extLst>
                  <a:ext uri="{FF2B5EF4-FFF2-40B4-BE49-F238E27FC236}">
                    <a16:creationId xmlns:a16="http://schemas.microsoft.com/office/drawing/2014/main" id="{BBA9A9CD-7C1E-2D21-BABD-19517B5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1" name="Freeform 873">
                <a:extLst>
                  <a:ext uri="{FF2B5EF4-FFF2-40B4-BE49-F238E27FC236}">
                    <a16:creationId xmlns:a16="http://schemas.microsoft.com/office/drawing/2014/main" id="{2955D999-58A9-6AAD-E722-7F2F1021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2" name="Freeform 874">
                <a:extLst>
                  <a:ext uri="{FF2B5EF4-FFF2-40B4-BE49-F238E27FC236}">
                    <a16:creationId xmlns:a16="http://schemas.microsoft.com/office/drawing/2014/main" id="{2592C24E-E587-62C8-C379-61A279C9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3" name="Freeform 875">
                <a:extLst>
                  <a:ext uri="{FF2B5EF4-FFF2-40B4-BE49-F238E27FC236}">
                    <a16:creationId xmlns:a16="http://schemas.microsoft.com/office/drawing/2014/main" id="{24F4BA6D-6ED7-80D2-CB0C-46525136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64" name="Freeform 876">
                <a:extLst>
                  <a:ext uri="{FF2B5EF4-FFF2-40B4-BE49-F238E27FC236}">
                    <a16:creationId xmlns:a16="http://schemas.microsoft.com/office/drawing/2014/main" id="{52312845-41DD-9E45-EE34-C98DC3B0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51" name="Line 877">
              <a:extLst>
                <a:ext uri="{FF2B5EF4-FFF2-40B4-BE49-F238E27FC236}">
                  <a16:creationId xmlns:a16="http://schemas.microsoft.com/office/drawing/2014/main" id="{2150D239-F802-8A3A-40EC-7D61F58DC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26100" y="2027238"/>
              <a:ext cx="39688" cy="63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52" name="Group 885">
              <a:extLst>
                <a:ext uri="{FF2B5EF4-FFF2-40B4-BE49-F238E27FC236}">
                  <a16:creationId xmlns:a16="http://schemas.microsoft.com/office/drawing/2014/main" id="{D2F5D89D-7337-E7D1-15B1-C8EA1678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2738" y="3527425"/>
              <a:ext cx="519112" cy="128588"/>
              <a:chOff x="2199" y="955"/>
              <a:chExt cx="2547" cy="506"/>
            </a:xfrm>
          </p:grpSpPr>
          <p:sp>
            <p:nvSpPr>
              <p:cNvPr id="38353" name="Freeform 886">
                <a:extLst>
                  <a:ext uri="{FF2B5EF4-FFF2-40B4-BE49-F238E27FC236}">
                    <a16:creationId xmlns:a16="http://schemas.microsoft.com/office/drawing/2014/main" id="{8C425DB1-AB01-8086-9577-99219E339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4" name="Freeform 887">
                <a:extLst>
                  <a:ext uri="{FF2B5EF4-FFF2-40B4-BE49-F238E27FC236}">
                    <a16:creationId xmlns:a16="http://schemas.microsoft.com/office/drawing/2014/main" id="{99136EF3-FFAC-2D0B-46C6-B761D6A52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5" name="Freeform 888">
                <a:extLst>
                  <a:ext uri="{FF2B5EF4-FFF2-40B4-BE49-F238E27FC236}">
                    <a16:creationId xmlns:a16="http://schemas.microsoft.com/office/drawing/2014/main" id="{070BC53D-E9D2-2D21-4EE4-ED93E1282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6" name="Freeform 889">
                <a:extLst>
                  <a:ext uri="{FF2B5EF4-FFF2-40B4-BE49-F238E27FC236}">
                    <a16:creationId xmlns:a16="http://schemas.microsoft.com/office/drawing/2014/main" id="{9A209128-246E-7D35-BDF3-148671FF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7" name="Freeform 890">
                <a:extLst>
                  <a:ext uri="{FF2B5EF4-FFF2-40B4-BE49-F238E27FC236}">
                    <a16:creationId xmlns:a16="http://schemas.microsoft.com/office/drawing/2014/main" id="{B45A8471-1551-EE26-9EF2-0765E8CD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8" name="Freeform 891">
                <a:extLst>
                  <a:ext uri="{FF2B5EF4-FFF2-40B4-BE49-F238E27FC236}">
                    <a16:creationId xmlns:a16="http://schemas.microsoft.com/office/drawing/2014/main" id="{C66403D2-A81C-3395-3DEB-8DC85D23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53" name="Line 892">
              <a:extLst>
                <a:ext uri="{FF2B5EF4-FFF2-40B4-BE49-F238E27FC236}">
                  <a16:creationId xmlns:a16="http://schemas.microsoft.com/office/drawing/2014/main" id="{6BBF45A8-A47B-C222-D679-3B2EA559F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3127375"/>
              <a:ext cx="20637" cy="555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54" name="Group 893">
              <a:extLst>
                <a:ext uri="{FF2B5EF4-FFF2-40B4-BE49-F238E27FC236}">
                  <a16:creationId xmlns:a16="http://schemas.microsoft.com/office/drawing/2014/main" id="{8BB471B9-2D4D-D8E3-D9CC-3555B82F5A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07225" y="5005388"/>
              <a:ext cx="519113" cy="128587"/>
              <a:chOff x="2199" y="955"/>
              <a:chExt cx="2547" cy="506"/>
            </a:xfrm>
          </p:grpSpPr>
          <p:sp>
            <p:nvSpPr>
              <p:cNvPr id="38347" name="Freeform 894">
                <a:extLst>
                  <a:ext uri="{FF2B5EF4-FFF2-40B4-BE49-F238E27FC236}">
                    <a16:creationId xmlns:a16="http://schemas.microsoft.com/office/drawing/2014/main" id="{49C32D06-D1D6-FA20-D6EE-27456B5B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8" name="Freeform 895">
                <a:extLst>
                  <a:ext uri="{FF2B5EF4-FFF2-40B4-BE49-F238E27FC236}">
                    <a16:creationId xmlns:a16="http://schemas.microsoft.com/office/drawing/2014/main" id="{789B5F89-72E5-18B2-EB76-27C5DD6F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9" name="Freeform 896">
                <a:extLst>
                  <a:ext uri="{FF2B5EF4-FFF2-40B4-BE49-F238E27FC236}">
                    <a16:creationId xmlns:a16="http://schemas.microsoft.com/office/drawing/2014/main" id="{24DD7C94-6C6C-D13D-0DF7-8062C0C5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" name="Freeform 897">
                <a:extLst>
                  <a:ext uri="{FF2B5EF4-FFF2-40B4-BE49-F238E27FC236}">
                    <a16:creationId xmlns:a16="http://schemas.microsoft.com/office/drawing/2014/main" id="{C28EA6C3-09E5-A6AE-CFB7-F256B8F7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1" name="Freeform 898">
                <a:extLst>
                  <a:ext uri="{FF2B5EF4-FFF2-40B4-BE49-F238E27FC236}">
                    <a16:creationId xmlns:a16="http://schemas.microsoft.com/office/drawing/2014/main" id="{AD18BD1D-4386-C05A-5018-E058C239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2" name="Freeform 899">
                <a:extLst>
                  <a:ext uri="{FF2B5EF4-FFF2-40B4-BE49-F238E27FC236}">
                    <a16:creationId xmlns:a16="http://schemas.microsoft.com/office/drawing/2014/main" id="{ABF0F724-D649-CBB7-A22B-A1BA7B2D4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55" name="Group 900">
              <a:extLst>
                <a:ext uri="{FF2B5EF4-FFF2-40B4-BE49-F238E27FC236}">
                  <a16:creationId xmlns:a16="http://schemas.microsoft.com/office/drawing/2014/main" id="{1F19428B-DB74-12F6-AE12-151247675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45350" y="5429250"/>
              <a:ext cx="519113" cy="128588"/>
              <a:chOff x="2199" y="955"/>
              <a:chExt cx="2547" cy="506"/>
            </a:xfrm>
          </p:grpSpPr>
          <p:sp>
            <p:nvSpPr>
              <p:cNvPr id="38341" name="Freeform 901">
                <a:extLst>
                  <a:ext uri="{FF2B5EF4-FFF2-40B4-BE49-F238E27FC236}">
                    <a16:creationId xmlns:a16="http://schemas.microsoft.com/office/drawing/2014/main" id="{C967B051-771C-8688-2103-13D0D0A6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2" name="Freeform 902">
                <a:extLst>
                  <a:ext uri="{FF2B5EF4-FFF2-40B4-BE49-F238E27FC236}">
                    <a16:creationId xmlns:a16="http://schemas.microsoft.com/office/drawing/2014/main" id="{2C439B96-90C4-2894-DC11-6686D3C6F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" name="Freeform 903">
                <a:extLst>
                  <a:ext uri="{FF2B5EF4-FFF2-40B4-BE49-F238E27FC236}">
                    <a16:creationId xmlns:a16="http://schemas.microsoft.com/office/drawing/2014/main" id="{230097E1-A3B6-8B03-D992-EF90F920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4" name="Freeform 904">
                <a:extLst>
                  <a:ext uri="{FF2B5EF4-FFF2-40B4-BE49-F238E27FC236}">
                    <a16:creationId xmlns:a16="http://schemas.microsoft.com/office/drawing/2014/main" id="{ED428898-BA49-A9AB-0E96-8EF04AD8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" name="Freeform 905">
                <a:extLst>
                  <a:ext uri="{FF2B5EF4-FFF2-40B4-BE49-F238E27FC236}">
                    <a16:creationId xmlns:a16="http://schemas.microsoft.com/office/drawing/2014/main" id="{50D57A4F-C402-BAD4-E2EE-1B978D30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6" name="Freeform 906">
                <a:extLst>
                  <a:ext uri="{FF2B5EF4-FFF2-40B4-BE49-F238E27FC236}">
                    <a16:creationId xmlns:a16="http://schemas.microsoft.com/office/drawing/2014/main" id="{C96863EA-1CE0-E113-E02F-9E5A55BA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56" name="Group 907">
              <a:extLst>
                <a:ext uri="{FF2B5EF4-FFF2-40B4-BE49-F238E27FC236}">
                  <a16:creationId xmlns:a16="http://schemas.microsoft.com/office/drawing/2014/main" id="{593CED80-D216-801F-932E-D4EB36B95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1488" y="5408613"/>
              <a:ext cx="519112" cy="128587"/>
              <a:chOff x="2199" y="955"/>
              <a:chExt cx="2547" cy="506"/>
            </a:xfrm>
          </p:grpSpPr>
          <p:sp>
            <p:nvSpPr>
              <p:cNvPr id="38335" name="Freeform 908">
                <a:extLst>
                  <a:ext uri="{FF2B5EF4-FFF2-40B4-BE49-F238E27FC236}">
                    <a16:creationId xmlns:a16="http://schemas.microsoft.com/office/drawing/2014/main" id="{558E6FEC-20D2-0E6C-19D0-AF8590E4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36" name="Freeform 909">
                <a:extLst>
                  <a:ext uri="{FF2B5EF4-FFF2-40B4-BE49-F238E27FC236}">
                    <a16:creationId xmlns:a16="http://schemas.microsoft.com/office/drawing/2014/main" id="{4441227B-5B2C-E85F-916B-308BD89FE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37" name="Freeform 910">
                <a:extLst>
                  <a:ext uri="{FF2B5EF4-FFF2-40B4-BE49-F238E27FC236}">
                    <a16:creationId xmlns:a16="http://schemas.microsoft.com/office/drawing/2014/main" id="{5DB0D383-241E-077A-A7AE-13A53077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38" name="Freeform 911">
                <a:extLst>
                  <a:ext uri="{FF2B5EF4-FFF2-40B4-BE49-F238E27FC236}">
                    <a16:creationId xmlns:a16="http://schemas.microsoft.com/office/drawing/2014/main" id="{A5949574-3F2B-F6A8-3C27-B982C481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39" name="Freeform 912">
                <a:extLst>
                  <a:ext uri="{FF2B5EF4-FFF2-40B4-BE49-F238E27FC236}">
                    <a16:creationId xmlns:a16="http://schemas.microsoft.com/office/drawing/2014/main" id="{696D7525-6742-E32E-E667-A2FC640B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0" name="Freeform 913">
                <a:extLst>
                  <a:ext uri="{FF2B5EF4-FFF2-40B4-BE49-F238E27FC236}">
                    <a16:creationId xmlns:a16="http://schemas.microsoft.com/office/drawing/2014/main" id="{138934DF-F054-A0F2-7E1D-011B466C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37957" name="Picture 915" descr="access_point_stylized_small">
              <a:extLst>
                <a:ext uri="{FF2B5EF4-FFF2-40B4-BE49-F238E27FC236}">
                  <a16:creationId xmlns:a16="http://schemas.microsoft.com/office/drawing/2014/main" id="{F632A517-C715-067D-36FB-1908EC72B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58" name="Line 918">
              <a:extLst>
                <a:ext uri="{FF2B5EF4-FFF2-40B4-BE49-F238E27FC236}">
                  <a16:creationId xmlns:a16="http://schemas.microsoft.com/office/drawing/2014/main" id="{E38A9712-F038-A78B-0076-7780ABE7F6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7959" name="Group 919">
              <a:extLst>
                <a:ext uri="{FF2B5EF4-FFF2-40B4-BE49-F238E27FC236}">
                  <a16:creationId xmlns:a16="http://schemas.microsoft.com/office/drawing/2014/main" id="{55B69D1A-3CFF-742B-67EC-EA7E5566E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8333" name="Picture 920" descr="desktop_computer_stylized_medium">
                <a:extLst>
                  <a:ext uri="{FF2B5EF4-FFF2-40B4-BE49-F238E27FC236}">
                    <a16:creationId xmlns:a16="http://schemas.microsoft.com/office/drawing/2014/main" id="{B9F0BB07-4F16-6C80-C589-FEC0A25A9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4" name="Freeform 921">
                <a:extLst>
                  <a:ext uri="{FF2B5EF4-FFF2-40B4-BE49-F238E27FC236}">
                    <a16:creationId xmlns:a16="http://schemas.microsoft.com/office/drawing/2014/main" id="{E3D58BF0-CF0B-E600-D1C9-EFAC40787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7960" name="Group 922">
              <a:extLst>
                <a:ext uri="{FF2B5EF4-FFF2-40B4-BE49-F238E27FC236}">
                  <a16:creationId xmlns:a16="http://schemas.microsoft.com/office/drawing/2014/main" id="{EB22B315-C859-854A-28BD-4A27E3017A2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8331" name="Picture 923" descr="desktop_computer_stylized_medium">
                <a:extLst>
                  <a:ext uri="{FF2B5EF4-FFF2-40B4-BE49-F238E27FC236}">
                    <a16:creationId xmlns:a16="http://schemas.microsoft.com/office/drawing/2014/main" id="{1757C948-8B15-38F8-32F4-A6A5B35A8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2" name="Freeform 924">
                <a:extLst>
                  <a:ext uri="{FF2B5EF4-FFF2-40B4-BE49-F238E27FC236}">
                    <a16:creationId xmlns:a16="http://schemas.microsoft.com/office/drawing/2014/main" id="{96AE02EC-389A-AC04-B3A9-F5A843FFD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7961" name="Group 925">
              <a:extLst>
                <a:ext uri="{FF2B5EF4-FFF2-40B4-BE49-F238E27FC236}">
                  <a16:creationId xmlns:a16="http://schemas.microsoft.com/office/drawing/2014/main" id="{987C88CF-D909-3706-6B54-ED0C3CC5DA6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8329" name="Picture 926" descr="desktop_computer_stylized_medium">
                <a:extLst>
                  <a:ext uri="{FF2B5EF4-FFF2-40B4-BE49-F238E27FC236}">
                    <a16:creationId xmlns:a16="http://schemas.microsoft.com/office/drawing/2014/main" id="{476D3600-C4F6-3C52-C0EA-6C2800767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0" name="Freeform 927">
                <a:extLst>
                  <a:ext uri="{FF2B5EF4-FFF2-40B4-BE49-F238E27FC236}">
                    <a16:creationId xmlns:a16="http://schemas.microsoft.com/office/drawing/2014/main" id="{EC3CCF4B-3A04-30AC-7454-35DFE7AFB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7962" name="Group 928">
              <a:extLst>
                <a:ext uri="{FF2B5EF4-FFF2-40B4-BE49-F238E27FC236}">
                  <a16:creationId xmlns:a16="http://schemas.microsoft.com/office/drawing/2014/main" id="{A63206D6-AA3E-4801-1120-87D7D4F78C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8327" name="Picture 929" descr="desktop_computer_stylized_medium">
                <a:extLst>
                  <a:ext uri="{FF2B5EF4-FFF2-40B4-BE49-F238E27FC236}">
                    <a16:creationId xmlns:a16="http://schemas.microsoft.com/office/drawing/2014/main" id="{D79A994B-A11E-072A-ADB0-184BCB7ED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28" name="Freeform 930">
                <a:extLst>
                  <a:ext uri="{FF2B5EF4-FFF2-40B4-BE49-F238E27FC236}">
                    <a16:creationId xmlns:a16="http://schemas.microsoft.com/office/drawing/2014/main" id="{D1112B4A-D54D-2691-3F6D-FAF0527B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37963" name="Group 932">
              <a:extLst>
                <a:ext uri="{FF2B5EF4-FFF2-40B4-BE49-F238E27FC236}">
                  <a16:creationId xmlns:a16="http://schemas.microsoft.com/office/drawing/2014/main" id="{20BBD545-97D4-254E-9DF0-6563227805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8163" y="1558925"/>
              <a:ext cx="415925" cy="373063"/>
              <a:chOff x="2756" y="1866"/>
              <a:chExt cx="462" cy="463"/>
            </a:xfrm>
          </p:grpSpPr>
          <p:pic>
            <p:nvPicPr>
              <p:cNvPr id="38325" name="Picture 933" descr="iphone_stylized_small">
                <a:extLst>
                  <a:ext uri="{FF2B5EF4-FFF2-40B4-BE49-F238E27FC236}">
                    <a16:creationId xmlns:a16="http://schemas.microsoft.com/office/drawing/2014/main" id="{9E561981-9976-A809-A353-C3EE6459F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326" name="Picture 934" descr="antenna_radiation_stylized">
                <a:extLst>
                  <a:ext uri="{FF2B5EF4-FFF2-40B4-BE49-F238E27FC236}">
                    <a16:creationId xmlns:a16="http://schemas.microsoft.com/office/drawing/2014/main" id="{9031B1FC-FA7B-0356-3410-BFE3F1287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6" y="1866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7964" name="Picture 936" descr="access_point_stylized_small">
              <a:extLst>
                <a:ext uri="{FF2B5EF4-FFF2-40B4-BE49-F238E27FC236}">
                  <a16:creationId xmlns:a16="http://schemas.microsoft.com/office/drawing/2014/main" id="{EC767F78-12D3-22BA-2F18-D6420793E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7965" name="Group 938">
              <a:extLst>
                <a:ext uri="{FF2B5EF4-FFF2-40B4-BE49-F238E27FC236}">
                  <a16:creationId xmlns:a16="http://schemas.microsoft.com/office/drawing/2014/main" id="{692F166D-148F-4E9E-9A1C-57F4ED2F9A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8293" name="Freeform 939">
                <a:extLst>
                  <a:ext uri="{FF2B5EF4-FFF2-40B4-BE49-F238E27FC236}">
                    <a16:creationId xmlns:a16="http://schemas.microsoft.com/office/drawing/2014/main" id="{14DB3291-F83B-1FE7-1FF9-91EA5510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94" name="Rectangle 940">
                <a:extLst>
                  <a:ext uri="{FF2B5EF4-FFF2-40B4-BE49-F238E27FC236}">
                    <a16:creationId xmlns:a16="http://schemas.microsoft.com/office/drawing/2014/main" id="{2ED6C3C3-53EA-7EDE-A30A-9446BD8E0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95" name="Freeform 941">
                <a:extLst>
                  <a:ext uri="{FF2B5EF4-FFF2-40B4-BE49-F238E27FC236}">
                    <a16:creationId xmlns:a16="http://schemas.microsoft.com/office/drawing/2014/main" id="{AA6A9AD3-9C40-E555-013C-C536FD4D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96" name="Freeform 942">
                <a:extLst>
                  <a:ext uri="{FF2B5EF4-FFF2-40B4-BE49-F238E27FC236}">
                    <a16:creationId xmlns:a16="http://schemas.microsoft.com/office/drawing/2014/main" id="{836F69A2-2513-953C-13BC-9BBCF86AA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97" name="Rectangle 943">
                <a:extLst>
                  <a:ext uri="{FF2B5EF4-FFF2-40B4-BE49-F238E27FC236}">
                    <a16:creationId xmlns:a16="http://schemas.microsoft.com/office/drawing/2014/main" id="{9738F5E4-6CD8-1090-9891-37DD8DAF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298" name="Group 944">
                <a:extLst>
                  <a:ext uri="{FF2B5EF4-FFF2-40B4-BE49-F238E27FC236}">
                    <a16:creationId xmlns:a16="http://schemas.microsoft.com/office/drawing/2014/main" id="{DFFA9A64-CF3E-B0B6-A62C-EDEE0ABB5F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323" name="AutoShape 945">
                  <a:extLst>
                    <a:ext uri="{FF2B5EF4-FFF2-40B4-BE49-F238E27FC236}">
                      <a16:creationId xmlns:a16="http://schemas.microsoft.com/office/drawing/2014/main" id="{7FF1C531-C593-74F8-1A54-53F8C4204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24" name="AutoShape 946">
                  <a:extLst>
                    <a:ext uri="{FF2B5EF4-FFF2-40B4-BE49-F238E27FC236}">
                      <a16:creationId xmlns:a16="http://schemas.microsoft.com/office/drawing/2014/main" id="{E8919FC2-453A-5913-EAA4-B2FF1BC104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299" name="Rectangle 947">
                <a:extLst>
                  <a:ext uri="{FF2B5EF4-FFF2-40B4-BE49-F238E27FC236}">
                    <a16:creationId xmlns:a16="http://schemas.microsoft.com/office/drawing/2014/main" id="{A55C399B-403D-4891-12BE-9E4211E80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300" name="Group 948">
                <a:extLst>
                  <a:ext uri="{FF2B5EF4-FFF2-40B4-BE49-F238E27FC236}">
                    <a16:creationId xmlns:a16="http://schemas.microsoft.com/office/drawing/2014/main" id="{1D2CDC9B-E60E-F4E6-705B-DF13C4E7E7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321" name="AutoShape 949">
                  <a:extLst>
                    <a:ext uri="{FF2B5EF4-FFF2-40B4-BE49-F238E27FC236}">
                      <a16:creationId xmlns:a16="http://schemas.microsoft.com/office/drawing/2014/main" id="{E511086B-6CB9-E0D4-D63B-33186108B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22" name="AutoShape 950">
                  <a:extLst>
                    <a:ext uri="{FF2B5EF4-FFF2-40B4-BE49-F238E27FC236}">
                      <a16:creationId xmlns:a16="http://schemas.microsoft.com/office/drawing/2014/main" id="{A5EEED06-E13B-129D-21D9-EB7C07C548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301" name="Rectangle 951">
                <a:extLst>
                  <a:ext uri="{FF2B5EF4-FFF2-40B4-BE49-F238E27FC236}">
                    <a16:creationId xmlns:a16="http://schemas.microsoft.com/office/drawing/2014/main" id="{C2A7A15D-3855-FDBB-6FA5-30ACAB37B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02" name="Rectangle 952">
                <a:extLst>
                  <a:ext uri="{FF2B5EF4-FFF2-40B4-BE49-F238E27FC236}">
                    <a16:creationId xmlns:a16="http://schemas.microsoft.com/office/drawing/2014/main" id="{D0C01C68-346F-FA13-DBA7-5E9CA6439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303" name="Group 953">
                <a:extLst>
                  <a:ext uri="{FF2B5EF4-FFF2-40B4-BE49-F238E27FC236}">
                    <a16:creationId xmlns:a16="http://schemas.microsoft.com/office/drawing/2014/main" id="{6F66C39F-A541-71F0-A501-75672F0275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319" name="AutoShape 954">
                  <a:extLst>
                    <a:ext uri="{FF2B5EF4-FFF2-40B4-BE49-F238E27FC236}">
                      <a16:creationId xmlns:a16="http://schemas.microsoft.com/office/drawing/2014/main" id="{985AA6C0-FEFF-B6F5-714A-414FD81585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20" name="AutoShape 955">
                  <a:extLst>
                    <a:ext uri="{FF2B5EF4-FFF2-40B4-BE49-F238E27FC236}">
                      <a16:creationId xmlns:a16="http://schemas.microsoft.com/office/drawing/2014/main" id="{AA8548F6-CA52-E526-D392-7A34AF1DC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304" name="Freeform 956">
                <a:extLst>
                  <a:ext uri="{FF2B5EF4-FFF2-40B4-BE49-F238E27FC236}">
                    <a16:creationId xmlns:a16="http://schemas.microsoft.com/office/drawing/2014/main" id="{C4E40359-43F0-E0E8-21C8-896C5C92F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305" name="Group 957">
                <a:extLst>
                  <a:ext uri="{FF2B5EF4-FFF2-40B4-BE49-F238E27FC236}">
                    <a16:creationId xmlns:a16="http://schemas.microsoft.com/office/drawing/2014/main" id="{357B0EB5-900F-89AC-F9C3-8551040B9C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317" name="AutoShape 958">
                  <a:extLst>
                    <a:ext uri="{FF2B5EF4-FFF2-40B4-BE49-F238E27FC236}">
                      <a16:creationId xmlns:a16="http://schemas.microsoft.com/office/drawing/2014/main" id="{4A77B5AF-8285-48B3-F408-73CCC268A5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318" name="AutoShape 959">
                  <a:extLst>
                    <a:ext uri="{FF2B5EF4-FFF2-40B4-BE49-F238E27FC236}">
                      <a16:creationId xmlns:a16="http://schemas.microsoft.com/office/drawing/2014/main" id="{86AE9511-4C8B-F7E0-9533-A3576AAC59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306" name="Rectangle 960">
                <a:extLst>
                  <a:ext uri="{FF2B5EF4-FFF2-40B4-BE49-F238E27FC236}">
                    <a16:creationId xmlns:a16="http://schemas.microsoft.com/office/drawing/2014/main" id="{37BAE39D-4AB6-CAEA-6BB9-92EDE1F01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07" name="Freeform 961">
                <a:extLst>
                  <a:ext uri="{FF2B5EF4-FFF2-40B4-BE49-F238E27FC236}">
                    <a16:creationId xmlns:a16="http://schemas.microsoft.com/office/drawing/2014/main" id="{EECD130F-61B5-1124-5309-869CF969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08" name="Freeform 962">
                <a:extLst>
                  <a:ext uri="{FF2B5EF4-FFF2-40B4-BE49-F238E27FC236}">
                    <a16:creationId xmlns:a16="http://schemas.microsoft.com/office/drawing/2014/main" id="{BF401FDD-8A44-B2E1-C49E-49EBF9E3F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09" name="Oval 963">
                <a:extLst>
                  <a:ext uri="{FF2B5EF4-FFF2-40B4-BE49-F238E27FC236}">
                    <a16:creationId xmlns:a16="http://schemas.microsoft.com/office/drawing/2014/main" id="{C6D18621-3DE0-BC00-9319-6AF20051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10" name="Freeform 964">
                <a:extLst>
                  <a:ext uri="{FF2B5EF4-FFF2-40B4-BE49-F238E27FC236}">
                    <a16:creationId xmlns:a16="http://schemas.microsoft.com/office/drawing/2014/main" id="{E7727EEF-C9E4-CB1D-4C25-E1BD33B20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11" name="AutoShape 965">
                <a:extLst>
                  <a:ext uri="{FF2B5EF4-FFF2-40B4-BE49-F238E27FC236}">
                    <a16:creationId xmlns:a16="http://schemas.microsoft.com/office/drawing/2014/main" id="{8CA0B9B5-C4B1-D2A0-3D61-328D93ADB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12" name="AutoShape 966">
                <a:extLst>
                  <a:ext uri="{FF2B5EF4-FFF2-40B4-BE49-F238E27FC236}">
                    <a16:creationId xmlns:a16="http://schemas.microsoft.com/office/drawing/2014/main" id="{C67523B4-BEC2-222A-43A4-FCE5F2D17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13" name="Oval 967">
                <a:extLst>
                  <a:ext uri="{FF2B5EF4-FFF2-40B4-BE49-F238E27FC236}">
                    <a16:creationId xmlns:a16="http://schemas.microsoft.com/office/drawing/2014/main" id="{5E444110-FFE1-0CB9-A8DA-3738EC823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14" name="Oval 968">
                <a:extLst>
                  <a:ext uri="{FF2B5EF4-FFF2-40B4-BE49-F238E27FC236}">
                    <a16:creationId xmlns:a16="http://schemas.microsoft.com/office/drawing/2014/main" id="{0B49CA53-8B3E-A07F-B9DF-27341F632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5" name="Oval 969">
                <a:extLst>
                  <a:ext uri="{FF2B5EF4-FFF2-40B4-BE49-F238E27FC236}">
                    <a16:creationId xmlns:a16="http://schemas.microsoft.com/office/drawing/2014/main" id="{BD90D81C-996B-6D33-D883-4FD171366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316" name="Rectangle 970">
                <a:extLst>
                  <a:ext uri="{FF2B5EF4-FFF2-40B4-BE49-F238E27FC236}">
                    <a16:creationId xmlns:a16="http://schemas.microsoft.com/office/drawing/2014/main" id="{5A16C3C9-5F23-3581-C752-4CFAFD999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66" name="Group 971">
              <a:extLst>
                <a:ext uri="{FF2B5EF4-FFF2-40B4-BE49-F238E27FC236}">
                  <a16:creationId xmlns:a16="http://schemas.microsoft.com/office/drawing/2014/main" id="{52A8C83C-66F0-829A-EDC3-B2B3F87976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8261" name="Freeform 972">
                <a:extLst>
                  <a:ext uri="{FF2B5EF4-FFF2-40B4-BE49-F238E27FC236}">
                    <a16:creationId xmlns:a16="http://schemas.microsoft.com/office/drawing/2014/main" id="{6D504364-AE49-5E36-85D7-3DFAD32E5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62" name="Rectangle 973">
                <a:extLst>
                  <a:ext uri="{FF2B5EF4-FFF2-40B4-BE49-F238E27FC236}">
                    <a16:creationId xmlns:a16="http://schemas.microsoft.com/office/drawing/2014/main" id="{4C957EC0-AB71-9C91-9A64-CD38CE6CB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63" name="Freeform 974">
                <a:extLst>
                  <a:ext uri="{FF2B5EF4-FFF2-40B4-BE49-F238E27FC236}">
                    <a16:creationId xmlns:a16="http://schemas.microsoft.com/office/drawing/2014/main" id="{4535D3EA-0501-F85E-1D6B-7AEFAA0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64" name="Freeform 975">
                <a:extLst>
                  <a:ext uri="{FF2B5EF4-FFF2-40B4-BE49-F238E27FC236}">
                    <a16:creationId xmlns:a16="http://schemas.microsoft.com/office/drawing/2014/main" id="{B5ADE350-8620-AF45-B83A-4ED6C8110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65" name="Rectangle 976">
                <a:extLst>
                  <a:ext uri="{FF2B5EF4-FFF2-40B4-BE49-F238E27FC236}">
                    <a16:creationId xmlns:a16="http://schemas.microsoft.com/office/drawing/2014/main" id="{B29AB58D-D920-8CAB-5D5B-85D3363A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266" name="Group 977">
                <a:extLst>
                  <a:ext uri="{FF2B5EF4-FFF2-40B4-BE49-F238E27FC236}">
                    <a16:creationId xmlns:a16="http://schemas.microsoft.com/office/drawing/2014/main" id="{70E0FE2A-EE51-0B2D-0E0D-99F31AB61C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291" name="AutoShape 978">
                  <a:extLst>
                    <a:ext uri="{FF2B5EF4-FFF2-40B4-BE49-F238E27FC236}">
                      <a16:creationId xmlns:a16="http://schemas.microsoft.com/office/drawing/2014/main" id="{7FBA4C53-CF28-B99B-62CB-3969299908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292" name="AutoShape 979">
                  <a:extLst>
                    <a:ext uri="{FF2B5EF4-FFF2-40B4-BE49-F238E27FC236}">
                      <a16:creationId xmlns:a16="http://schemas.microsoft.com/office/drawing/2014/main" id="{2D960847-FDE7-3F46-5394-367F678CE9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267" name="Rectangle 980">
                <a:extLst>
                  <a:ext uri="{FF2B5EF4-FFF2-40B4-BE49-F238E27FC236}">
                    <a16:creationId xmlns:a16="http://schemas.microsoft.com/office/drawing/2014/main" id="{C1AC20F2-4EDA-B0EF-C5A2-A552CDFA4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268" name="Group 981">
                <a:extLst>
                  <a:ext uri="{FF2B5EF4-FFF2-40B4-BE49-F238E27FC236}">
                    <a16:creationId xmlns:a16="http://schemas.microsoft.com/office/drawing/2014/main" id="{8A706BC3-D0D2-4183-1AB2-0735C1DD66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289" name="AutoShape 982">
                  <a:extLst>
                    <a:ext uri="{FF2B5EF4-FFF2-40B4-BE49-F238E27FC236}">
                      <a16:creationId xmlns:a16="http://schemas.microsoft.com/office/drawing/2014/main" id="{35EB66CB-204A-E7B5-A6A6-145B5D3EE9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290" name="AutoShape 983">
                  <a:extLst>
                    <a:ext uri="{FF2B5EF4-FFF2-40B4-BE49-F238E27FC236}">
                      <a16:creationId xmlns:a16="http://schemas.microsoft.com/office/drawing/2014/main" id="{8C6303BD-C8AB-3E26-C872-AA665A866C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269" name="Rectangle 984">
                <a:extLst>
                  <a:ext uri="{FF2B5EF4-FFF2-40B4-BE49-F238E27FC236}">
                    <a16:creationId xmlns:a16="http://schemas.microsoft.com/office/drawing/2014/main" id="{917F3FD1-BC03-BD4C-A67A-5830AED38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70" name="Rectangle 985">
                <a:extLst>
                  <a:ext uri="{FF2B5EF4-FFF2-40B4-BE49-F238E27FC236}">
                    <a16:creationId xmlns:a16="http://schemas.microsoft.com/office/drawing/2014/main" id="{A9CD008B-218C-D35E-42CE-D7DA5ABEB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grpSp>
            <p:nvGrpSpPr>
              <p:cNvPr id="38271" name="Group 986">
                <a:extLst>
                  <a:ext uri="{FF2B5EF4-FFF2-40B4-BE49-F238E27FC236}">
                    <a16:creationId xmlns:a16="http://schemas.microsoft.com/office/drawing/2014/main" id="{7CB69CB0-2849-2A8B-3057-6DC7D20195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287" name="AutoShape 987">
                  <a:extLst>
                    <a:ext uri="{FF2B5EF4-FFF2-40B4-BE49-F238E27FC236}">
                      <a16:creationId xmlns:a16="http://schemas.microsoft.com/office/drawing/2014/main" id="{ACE992D1-281A-DD41-1802-C24AE6F40F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288" name="AutoShape 988">
                  <a:extLst>
                    <a:ext uri="{FF2B5EF4-FFF2-40B4-BE49-F238E27FC236}">
                      <a16:creationId xmlns:a16="http://schemas.microsoft.com/office/drawing/2014/main" id="{3A14BB88-3997-0AF9-5C7F-1533E4BD50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272" name="Freeform 989">
                <a:extLst>
                  <a:ext uri="{FF2B5EF4-FFF2-40B4-BE49-F238E27FC236}">
                    <a16:creationId xmlns:a16="http://schemas.microsoft.com/office/drawing/2014/main" id="{507ECE5A-07A7-1AEF-DE75-AAAB44A4E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73" name="Group 990">
                <a:extLst>
                  <a:ext uri="{FF2B5EF4-FFF2-40B4-BE49-F238E27FC236}">
                    <a16:creationId xmlns:a16="http://schemas.microsoft.com/office/drawing/2014/main" id="{673164A1-7A69-39DA-7994-2AE2836268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285" name="AutoShape 991">
                  <a:extLst>
                    <a:ext uri="{FF2B5EF4-FFF2-40B4-BE49-F238E27FC236}">
                      <a16:creationId xmlns:a16="http://schemas.microsoft.com/office/drawing/2014/main" id="{F4D542E5-D9F1-69A4-78C8-6B7DE6A19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286" name="AutoShape 992">
                  <a:extLst>
                    <a:ext uri="{FF2B5EF4-FFF2-40B4-BE49-F238E27FC236}">
                      <a16:creationId xmlns:a16="http://schemas.microsoft.com/office/drawing/2014/main" id="{49418FCB-C729-D66E-7F91-45A401FCA7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8274" name="Rectangle 993">
                <a:extLst>
                  <a:ext uri="{FF2B5EF4-FFF2-40B4-BE49-F238E27FC236}">
                    <a16:creationId xmlns:a16="http://schemas.microsoft.com/office/drawing/2014/main" id="{0A147D8E-BA9A-644D-47BE-EE05F653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75" name="Freeform 994">
                <a:extLst>
                  <a:ext uri="{FF2B5EF4-FFF2-40B4-BE49-F238E27FC236}">
                    <a16:creationId xmlns:a16="http://schemas.microsoft.com/office/drawing/2014/main" id="{6D75CB28-752C-EC6C-7553-D44FEAA86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76" name="Freeform 995">
                <a:extLst>
                  <a:ext uri="{FF2B5EF4-FFF2-40B4-BE49-F238E27FC236}">
                    <a16:creationId xmlns:a16="http://schemas.microsoft.com/office/drawing/2014/main" id="{79ACD867-E707-F929-1AEB-308AF2714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77" name="Oval 996">
                <a:extLst>
                  <a:ext uri="{FF2B5EF4-FFF2-40B4-BE49-F238E27FC236}">
                    <a16:creationId xmlns:a16="http://schemas.microsoft.com/office/drawing/2014/main" id="{798739C8-71EF-A583-4763-5F43C2778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78" name="Freeform 997">
                <a:extLst>
                  <a:ext uri="{FF2B5EF4-FFF2-40B4-BE49-F238E27FC236}">
                    <a16:creationId xmlns:a16="http://schemas.microsoft.com/office/drawing/2014/main" id="{54805FAE-7659-DB9A-8479-4B6AFBAA5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79" name="AutoShape 998">
                <a:extLst>
                  <a:ext uri="{FF2B5EF4-FFF2-40B4-BE49-F238E27FC236}">
                    <a16:creationId xmlns:a16="http://schemas.microsoft.com/office/drawing/2014/main" id="{896F7130-114A-E34F-18F5-0C09998AB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80" name="AutoShape 999">
                <a:extLst>
                  <a:ext uri="{FF2B5EF4-FFF2-40B4-BE49-F238E27FC236}">
                    <a16:creationId xmlns:a16="http://schemas.microsoft.com/office/drawing/2014/main" id="{C280EE2D-2D48-7E0C-F4D1-CE9D8CE89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81" name="Oval 1000">
                <a:extLst>
                  <a:ext uri="{FF2B5EF4-FFF2-40B4-BE49-F238E27FC236}">
                    <a16:creationId xmlns:a16="http://schemas.microsoft.com/office/drawing/2014/main" id="{29AA4C12-B198-5621-6E2C-CE638ADF4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82" name="Oval 1001">
                <a:extLst>
                  <a:ext uri="{FF2B5EF4-FFF2-40B4-BE49-F238E27FC236}">
                    <a16:creationId xmlns:a16="http://schemas.microsoft.com/office/drawing/2014/main" id="{708C8A59-86D4-A45F-26DF-A87CFAEC0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3" name="Oval 1002">
                <a:extLst>
                  <a:ext uri="{FF2B5EF4-FFF2-40B4-BE49-F238E27FC236}">
                    <a16:creationId xmlns:a16="http://schemas.microsoft.com/office/drawing/2014/main" id="{32E44E78-DF4C-FBC4-DC27-1E7AACAD7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8284" name="Rectangle 1003">
                <a:extLst>
                  <a:ext uri="{FF2B5EF4-FFF2-40B4-BE49-F238E27FC236}">
                    <a16:creationId xmlns:a16="http://schemas.microsoft.com/office/drawing/2014/main" id="{73E57AC6-9AEB-268A-AC59-8BBB934B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67" name="Group 1004">
              <a:extLst>
                <a:ext uri="{FF2B5EF4-FFF2-40B4-BE49-F238E27FC236}">
                  <a16:creationId xmlns:a16="http://schemas.microsoft.com/office/drawing/2014/main" id="{C3015C3F-32F5-3903-E7DF-BE66602601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2250" y="2043113"/>
              <a:ext cx="534988" cy="407987"/>
              <a:chOff x="877" y="1008"/>
              <a:chExt cx="2747" cy="2591"/>
            </a:xfrm>
          </p:grpSpPr>
          <p:pic>
            <p:nvPicPr>
              <p:cNvPr id="38238" name="Picture 1005" descr="antenna_stylized">
                <a:extLst>
                  <a:ext uri="{FF2B5EF4-FFF2-40B4-BE49-F238E27FC236}">
                    <a16:creationId xmlns:a16="http://schemas.microsoft.com/office/drawing/2014/main" id="{06F54189-CD53-CF9C-1D86-E5A519512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239" name="Picture 1006" descr="laptop_keyboard">
                <a:extLst>
                  <a:ext uri="{FF2B5EF4-FFF2-40B4-BE49-F238E27FC236}">
                    <a16:creationId xmlns:a16="http://schemas.microsoft.com/office/drawing/2014/main" id="{7AA78139-4C4E-152A-FA1F-0CD1E3CF4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0" name="Freeform 1007">
                <a:extLst>
                  <a:ext uri="{FF2B5EF4-FFF2-40B4-BE49-F238E27FC236}">
                    <a16:creationId xmlns:a16="http://schemas.microsoft.com/office/drawing/2014/main" id="{1487450C-891A-020C-3317-1A8CFA713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38241" name="Picture 1008" descr="screen">
                <a:extLst>
                  <a:ext uri="{FF2B5EF4-FFF2-40B4-BE49-F238E27FC236}">
                    <a16:creationId xmlns:a16="http://schemas.microsoft.com/office/drawing/2014/main" id="{08DE8768-8792-150F-0F9C-06CFD70D8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2" name="Freeform 1009">
                <a:extLst>
                  <a:ext uri="{FF2B5EF4-FFF2-40B4-BE49-F238E27FC236}">
                    <a16:creationId xmlns:a16="http://schemas.microsoft.com/office/drawing/2014/main" id="{18BBB0FF-A980-33A2-A4A2-D1DEDD7CB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3" name="Freeform 1010">
                <a:extLst>
                  <a:ext uri="{FF2B5EF4-FFF2-40B4-BE49-F238E27FC236}">
                    <a16:creationId xmlns:a16="http://schemas.microsoft.com/office/drawing/2014/main" id="{03F70CAC-1B10-A8FB-5D49-B0660F5AC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4" name="Freeform 1011">
                <a:extLst>
                  <a:ext uri="{FF2B5EF4-FFF2-40B4-BE49-F238E27FC236}">
                    <a16:creationId xmlns:a16="http://schemas.microsoft.com/office/drawing/2014/main" id="{CC41D550-40AE-7B0A-0E8E-939D1014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5" name="Freeform 1012">
                <a:extLst>
                  <a:ext uri="{FF2B5EF4-FFF2-40B4-BE49-F238E27FC236}">
                    <a16:creationId xmlns:a16="http://schemas.microsoft.com/office/drawing/2014/main" id="{37014BDF-FE13-05AA-BC09-910AF10E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6" name="Freeform 1013">
                <a:extLst>
                  <a:ext uri="{FF2B5EF4-FFF2-40B4-BE49-F238E27FC236}">
                    <a16:creationId xmlns:a16="http://schemas.microsoft.com/office/drawing/2014/main" id="{2231C39B-D7C3-16F8-16B7-0DC329C9B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" name="Freeform 1014">
                <a:extLst>
                  <a:ext uri="{FF2B5EF4-FFF2-40B4-BE49-F238E27FC236}">
                    <a16:creationId xmlns:a16="http://schemas.microsoft.com/office/drawing/2014/main" id="{F3D54BAD-3064-AC6E-B17B-1A33704A8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48" name="Group 1015">
                <a:extLst>
                  <a:ext uri="{FF2B5EF4-FFF2-40B4-BE49-F238E27FC236}">
                    <a16:creationId xmlns:a16="http://schemas.microsoft.com/office/drawing/2014/main" id="{64B1F1FA-D4F2-92D2-9690-D5A93BF64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8255" name="Freeform 1016">
                  <a:extLst>
                    <a:ext uri="{FF2B5EF4-FFF2-40B4-BE49-F238E27FC236}">
                      <a16:creationId xmlns:a16="http://schemas.microsoft.com/office/drawing/2014/main" id="{B82C0F7E-4745-842F-8091-D59C03AA9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6" name="Freeform 1017">
                  <a:extLst>
                    <a:ext uri="{FF2B5EF4-FFF2-40B4-BE49-F238E27FC236}">
                      <a16:creationId xmlns:a16="http://schemas.microsoft.com/office/drawing/2014/main" id="{D49A0FA2-34E5-9112-8E4A-727FDE2CB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7" name="Freeform 1018">
                  <a:extLst>
                    <a:ext uri="{FF2B5EF4-FFF2-40B4-BE49-F238E27FC236}">
                      <a16:creationId xmlns:a16="http://schemas.microsoft.com/office/drawing/2014/main" id="{2F2F70C7-07BE-C11E-CBB4-2271ADE98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8" name="Freeform 1019">
                  <a:extLst>
                    <a:ext uri="{FF2B5EF4-FFF2-40B4-BE49-F238E27FC236}">
                      <a16:creationId xmlns:a16="http://schemas.microsoft.com/office/drawing/2014/main" id="{D05140EC-1F31-B067-0F6C-1F3F641A6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9" name="Freeform 1020">
                  <a:extLst>
                    <a:ext uri="{FF2B5EF4-FFF2-40B4-BE49-F238E27FC236}">
                      <a16:creationId xmlns:a16="http://schemas.microsoft.com/office/drawing/2014/main" id="{9D67466A-BB82-446F-5C78-399C632F4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60" name="Freeform 1021">
                  <a:extLst>
                    <a:ext uri="{FF2B5EF4-FFF2-40B4-BE49-F238E27FC236}">
                      <a16:creationId xmlns:a16="http://schemas.microsoft.com/office/drawing/2014/main" id="{0D0B0753-C026-66F9-6C61-A54C6DE8C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249" name="Freeform 1022">
                <a:extLst>
                  <a:ext uri="{FF2B5EF4-FFF2-40B4-BE49-F238E27FC236}">
                    <a16:creationId xmlns:a16="http://schemas.microsoft.com/office/drawing/2014/main" id="{1739AC6F-55CE-A4A8-79A9-67413C475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50" name="Freeform 1023">
                <a:extLst>
                  <a:ext uri="{FF2B5EF4-FFF2-40B4-BE49-F238E27FC236}">
                    <a16:creationId xmlns:a16="http://schemas.microsoft.com/office/drawing/2014/main" id="{E37128CE-92EC-7CA5-285D-DF9222B1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51" name="Freeform 1024">
                <a:extLst>
                  <a:ext uri="{FF2B5EF4-FFF2-40B4-BE49-F238E27FC236}">
                    <a16:creationId xmlns:a16="http://schemas.microsoft.com/office/drawing/2014/main" id="{B7C7B81E-984F-5A31-E201-FDE1BDD9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52" name="Freeform 1025">
                <a:extLst>
                  <a:ext uri="{FF2B5EF4-FFF2-40B4-BE49-F238E27FC236}">
                    <a16:creationId xmlns:a16="http://schemas.microsoft.com/office/drawing/2014/main" id="{4E49243E-0F2D-61F4-FF8C-9E5311D97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53" name="Freeform 1026">
                <a:extLst>
                  <a:ext uri="{FF2B5EF4-FFF2-40B4-BE49-F238E27FC236}">
                    <a16:creationId xmlns:a16="http://schemas.microsoft.com/office/drawing/2014/main" id="{0F7FB8C9-2FB2-F964-DF8C-A9B3C85D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54" name="Freeform 1027">
                <a:extLst>
                  <a:ext uri="{FF2B5EF4-FFF2-40B4-BE49-F238E27FC236}">
                    <a16:creationId xmlns:a16="http://schemas.microsoft.com/office/drawing/2014/main" id="{DE559150-299F-1A4D-88EC-602D54CDFC2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37968" name="Picture 1030" descr="laptop_keyboard">
              <a:extLst>
                <a:ext uri="{FF2B5EF4-FFF2-40B4-BE49-F238E27FC236}">
                  <a16:creationId xmlns:a16="http://schemas.microsoft.com/office/drawing/2014/main" id="{28783E5A-CB8B-FBE0-19F4-43BA09158D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69" name="Freeform 1031">
              <a:extLst>
                <a:ext uri="{FF2B5EF4-FFF2-40B4-BE49-F238E27FC236}">
                  <a16:creationId xmlns:a16="http://schemas.microsoft.com/office/drawing/2014/main" id="{0B04F04C-A084-4E92-D004-A708756C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7970" name="Picture 1032" descr="screen">
              <a:extLst>
                <a:ext uri="{FF2B5EF4-FFF2-40B4-BE49-F238E27FC236}">
                  <a16:creationId xmlns:a16="http://schemas.microsoft.com/office/drawing/2014/main" id="{9E470975-3C53-EBAE-21AE-EF1FA7564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71" name="Freeform 1033">
              <a:extLst>
                <a:ext uri="{FF2B5EF4-FFF2-40B4-BE49-F238E27FC236}">
                  <a16:creationId xmlns:a16="http://schemas.microsoft.com/office/drawing/2014/main" id="{B142423A-6821-D1BA-2367-9F0B7249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2" name="Freeform 1034">
              <a:extLst>
                <a:ext uri="{FF2B5EF4-FFF2-40B4-BE49-F238E27FC236}">
                  <a16:creationId xmlns:a16="http://schemas.microsoft.com/office/drawing/2014/main" id="{285B74D0-FB90-0AB8-CA0D-FB2F4A74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3" name="Freeform 1035">
              <a:extLst>
                <a:ext uri="{FF2B5EF4-FFF2-40B4-BE49-F238E27FC236}">
                  <a16:creationId xmlns:a16="http://schemas.microsoft.com/office/drawing/2014/main" id="{C469A7A8-31BA-DA94-43E8-DFB2EFF9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4" name="Freeform 1036">
              <a:extLst>
                <a:ext uri="{FF2B5EF4-FFF2-40B4-BE49-F238E27FC236}">
                  <a16:creationId xmlns:a16="http://schemas.microsoft.com/office/drawing/2014/main" id="{435E5DA3-7EC4-3456-EEA5-D37D3FCB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5" name="Freeform 1037">
              <a:extLst>
                <a:ext uri="{FF2B5EF4-FFF2-40B4-BE49-F238E27FC236}">
                  <a16:creationId xmlns:a16="http://schemas.microsoft.com/office/drawing/2014/main" id="{302FDB2D-D654-AE88-6517-8DB11CF2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6" name="Freeform 1038">
              <a:extLst>
                <a:ext uri="{FF2B5EF4-FFF2-40B4-BE49-F238E27FC236}">
                  <a16:creationId xmlns:a16="http://schemas.microsoft.com/office/drawing/2014/main" id="{C76600AF-467A-A6A0-8F7C-01B05095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77" name="Group 1039">
              <a:extLst>
                <a:ext uri="{FF2B5EF4-FFF2-40B4-BE49-F238E27FC236}">
                  <a16:creationId xmlns:a16="http://schemas.microsoft.com/office/drawing/2014/main" id="{2F4ABE9F-7813-D91F-BCCD-2E06BE2F2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8232" name="Freeform 1040">
                <a:extLst>
                  <a:ext uri="{FF2B5EF4-FFF2-40B4-BE49-F238E27FC236}">
                    <a16:creationId xmlns:a16="http://schemas.microsoft.com/office/drawing/2014/main" id="{2F3E2C81-5290-E969-A733-AB3184088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3" name="Freeform 1041">
                <a:extLst>
                  <a:ext uri="{FF2B5EF4-FFF2-40B4-BE49-F238E27FC236}">
                    <a16:creationId xmlns:a16="http://schemas.microsoft.com/office/drawing/2014/main" id="{E58E3FF4-0C49-34F9-DE7E-7DDF5577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4" name="Freeform 1042">
                <a:extLst>
                  <a:ext uri="{FF2B5EF4-FFF2-40B4-BE49-F238E27FC236}">
                    <a16:creationId xmlns:a16="http://schemas.microsoft.com/office/drawing/2014/main" id="{05743302-1445-BA53-D71C-B6122072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5" name="Freeform 1043">
                <a:extLst>
                  <a:ext uri="{FF2B5EF4-FFF2-40B4-BE49-F238E27FC236}">
                    <a16:creationId xmlns:a16="http://schemas.microsoft.com/office/drawing/2014/main" id="{64325301-B57F-B94B-95E1-F5F69C10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6" name="Freeform 1044">
                <a:extLst>
                  <a:ext uri="{FF2B5EF4-FFF2-40B4-BE49-F238E27FC236}">
                    <a16:creationId xmlns:a16="http://schemas.microsoft.com/office/drawing/2014/main" id="{02F5577C-131F-6A0F-09E1-FB562068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7" name="Freeform 1045">
                <a:extLst>
                  <a:ext uri="{FF2B5EF4-FFF2-40B4-BE49-F238E27FC236}">
                    <a16:creationId xmlns:a16="http://schemas.microsoft.com/office/drawing/2014/main" id="{281F5714-0C50-9A26-1BAE-DC867722E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78" name="Freeform 1046">
              <a:extLst>
                <a:ext uri="{FF2B5EF4-FFF2-40B4-BE49-F238E27FC236}">
                  <a16:creationId xmlns:a16="http://schemas.microsoft.com/office/drawing/2014/main" id="{041E7D7D-017A-0B7F-8DBE-EA77A155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79" name="Freeform 1047">
              <a:extLst>
                <a:ext uri="{FF2B5EF4-FFF2-40B4-BE49-F238E27FC236}">
                  <a16:creationId xmlns:a16="http://schemas.microsoft.com/office/drawing/2014/main" id="{27CA4F59-5B19-6264-35A0-A4C119F2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80" name="Freeform 1048">
              <a:extLst>
                <a:ext uri="{FF2B5EF4-FFF2-40B4-BE49-F238E27FC236}">
                  <a16:creationId xmlns:a16="http://schemas.microsoft.com/office/drawing/2014/main" id="{B7AC4981-E599-BC31-D81F-1038C8EF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81" name="Freeform 1049">
              <a:extLst>
                <a:ext uri="{FF2B5EF4-FFF2-40B4-BE49-F238E27FC236}">
                  <a16:creationId xmlns:a16="http://schemas.microsoft.com/office/drawing/2014/main" id="{5E844833-07AA-7AFC-FBDB-261B0C49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82" name="Freeform 1050">
              <a:extLst>
                <a:ext uri="{FF2B5EF4-FFF2-40B4-BE49-F238E27FC236}">
                  <a16:creationId xmlns:a16="http://schemas.microsoft.com/office/drawing/2014/main" id="{FAED5014-299B-6949-4CF3-3F14BD92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83" name="Freeform 1051">
              <a:extLst>
                <a:ext uri="{FF2B5EF4-FFF2-40B4-BE49-F238E27FC236}">
                  <a16:creationId xmlns:a16="http://schemas.microsoft.com/office/drawing/2014/main" id="{90026977-1527-D233-BF30-7AD01D6D791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84" name="Group 2">
              <a:extLst>
                <a:ext uri="{FF2B5EF4-FFF2-40B4-BE49-F238E27FC236}">
                  <a16:creationId xmlns:a16="http://schemas.microsoft.com/office/drawing/2014/main" id="{7472F4C7-E55F-5AEC-C8E9-820A3DF835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8210" name="Picture 1054" descr="laptop_keyboard">
                <a:extLst>
                  <a:ext uri="{FF2B5EF4-FFF2-40B4-BE49-F238E27FC236}">
                    <a16:creationId xmlns:a16="http://schemas.microsoft.com/office/drawing/2014/main" id="{0AFB0B64-779C-3F57-DAED-552C23F8F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1" name="Freeform 1055">
                <a:extLst>
                  <a:ext uri="{FF2B5EF4-FFF2-40B4-BE49-F238E27FC236}">
                    <a16:creationId xmlns:a16="http://schemas.microsoft.com/office/drawing/2014/main" id="{83899C59-59E9-1EF0-6D47-9CBDBF472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6 w 2982"/>
                  <a:gd name="T1" fmla="*/ 0 h 2442"/>
                  <a:gd name="T2" fmla="*/ 0 w 2982"/>
                  <a:gd name="T3" fmla="*/ 2147483646 h 2442"/>
                  <a:gd name="T4" fmla="*/ 2147483646 w 2982"/>
                  <a:gd name="T5" fmla="*/ 2147483646 h 2442"/>
                  <a:gd name="T6" fmla="*/ 2147483646 w 2982"/>
                  <a:gd name="T7" fmla="*/ 2147483646 h 2442"/>
                  <a:gd name="T8" fmla="*/ 2147483646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38212" name="Picture 1056" descr="screen">
                <a:extLst>
                  <a:ext uri="{FF2B5EF4-FFF2-40B4-BE49-F238E27FC236}">
                    <a16:creationId xmlns:a16="http://schemas.microsoft.com/office/drawing/2014/main" id="{C5D91B91-F887-8D4A-C274-0A250E618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3" name="Freeform 1057">
                <a:extLst>
                  <a:ext uri="{FF2B5EF4-FFF2-40B4-BE49-F238E27FC236}">
                    <a16:creationId xmlns:a16="http://schemas.microsoft.com/office/drawing/2014/main" id="{7EAAE5B2-F644-B266-2AB2-5D864808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6 w 2528"/>
                  <a:gd name="T1" fmla="*/ 0 h 455"/>
                  <a:gd name="T2" fmla="*/ 2147483646 w 2528"/>
                  <a:gd name="T3" fmla="*/ 2147483646 h 455"/>
                  <a:gd name="T4" fmla="*/ 2147483646 w 2528"/>
                  <a:gd name="T5" fmla="*/ 2147483646 h 455"/>
                  <a:gd name="T6" fmla="*/ 0 w 2528"/>
                  <a:gd name="T7" fmla="*/ 2147483646 h 455"/>
                  <a:gd name="T8" fmla="*/ 2147483646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14" name="Freeform 1058">
                <a:extLst>
                  <a:ext uri="{FF2B5EF4-FFF2-40B4-BE49-F238E27FC236}">
                    <a16:creationId xmlns:a16="http://schemas.microsoft.com/office/drawing/2014/main" id="{CD73E3E6-88A5-D609-0AB0-1CC8944B0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6 w 702"/>
                  <a:gd name="T1" fmla="*/ 0 h 1893"/>
                  <a:gd name="T2" fmla="*/ 0 w 702"/>
                  <a:gd name="T3" fmla="*/ 2147483646 h 1893"/>
                  <a:gd name="T4" fmla="*/ 2147483646 w 702"/>
                  <a:gd name="T5" fmla="*/ 2147483646 h 1893"/>
                  <a:gd name="T6" fmla="*/ 2147483646 w 702"/>
                  <a:gd name="T7" fmla="*/ 2147483646 h 1893"/>
                  <a:gd name="T8" fmla="*/ 214748364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15" name="Freeform 1059">
                <a:extLst>
                  <a:ext uri="{FF2B5EF4-FFF2-40B4-BE49-F238E27FC236}">
                    <a16:creationId xmlns:a16="http://schemas.microsoft.com/office/drawing/2014/main" id="{73BD6D63-2500-D703-B4D6-4BBAC272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6 w 756"/>
                  <a:gd name="T1" fmla="*/ 0 h 2184"/>
                  <a:gd name="T2" fmla="*/ 2147483646 w 756"/>
                  <a:gd name="T3" fmla="*/ 2147483646 h 2184"/>
                  <a:gd name="T4" fmla="*/ 0 w 756"/>
                  <a:gd name="T5" fmla="*/ 2147483646 h 2184"/>
                  <a:gd name="T6" fmla="*/ 2147483646 w 756"/>
                  <a:gd name="T7" fmla="*/ 2147483646 h 2184"/>
                  <a:gd name="T8" fmla="*/ 2147483646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16" name="Freeform 1060">
                <a:extLst>
                  <a:ext uri="{FF2B5EF4-FFF2-40B4-BE49-F238E27FC236}">
                    <a16:creationId xmlns:a16="http://schemas.microsoft.com/office/drawing/2014/main" id="{50304DA2-31F3-B47D-268C-3660DBBB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6 w 2773"/>
                  <a:gd name="T1" fmla="*/ 0 h 738"/>
                  <a:gd name="T2" fmla="*/ 0 w 2773"/>
                  <a:gd name="T3" fmla="*/ 2147483646 h 738"/>
                  <a:gd name="T4" fmla="*/ 2147483646 w 2773"/>
                  <a:gd name="T5" fmla="*/ 2147483646 h 738"/>
                  <a:gd name="T6" fmla="*/ 2147483646 w 2773"/>
                  <a:gd name="T7" fmla="*/ 2147483646 h 738"/>
                  <a:gd name="T8" fmla="*/ 2147483646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17" name="Freeform 1061">
                <a:extLst>
                  <a:ext uri="{FF2B5EF4-FFF2-40B4-BE49-F238E27FC236}">
                    <a16:creationId xmlns:a16="http://schemas.microsoft.com/office/drawing/2014/main" id="{6A5DD965-466B-933B-A7B7-13DF8616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147483646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18" name="Freeform 1062">
                <a:extLst>
                  <a:ext uri="{FF2B5EF4-FFF2-40B4-BE49-F238E27FC236}">
                    <a16:creationId xmlns:a16="http://schemas.microsoft.com/office/drawing/2014/main" id="{E1834251-1E48-5EF0-7212-877680A5D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6 w 2216"/>
                  <a:gd name="T3" fmla="*/ 2147483646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19" name="Group 1063">
                <a:extLst>
                  <a:ext uri="{FF2B5EF4-FFF2-40B4-BE49-F238E27FC236}">
                    <a16:creationId xmlns:a16="http://schemas.microsoft.com/office/drawing/2014/main" id="{963DA6E0-08AE-3E28-72EA-B093244908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8226" name="Freeform 1064">
                  <a:extLst>
                    <a:ext uri="{FF2B5EF4-FFF2-40B4-BE49-F238E27FC236}">
                      <a16:creationId xmlns:a16="http://schemas.microsoft.com/office/drawing/2014/main" id="{7F9ECA21-B8B2-579A-075D-D027E3B7DE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7" name="Freeform 1065">
                  <a:extLst>
                    <a:ext uri="{FF2B5EF4-FFF2-40B4-BE49-F238E27FC236}">
                      <a16:creationId xmlns:a16="http://schemas.microsoft.com/office/drawing/2014/main" id="{F2FD389B-AE40-24B2-E575-DAE9C3CC26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8" name="Freeform 1066">
                  <a:extLst>
                    <a:ext uri="{FF2B5EF4-FFF2-40B4-BE49-F238E27FC236}">
                      <a16:creationId xmlns:a16="http://schemas.microsoft.com/office/drawing/2014/main" id="{761933AF-E10E-DECA-0249-6F6744A65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9" name="Freeform 1067">
                  <a:extLst>
                    <a:ext uri="{FF2B5EF4-FFF2-40B4-BE49-F238E27FC236}">
                      <a16:creationId xmlns:a16="http://schemas.microsoft.com/office/drawing/2014/main" id="{DD3FD16F-5C1C-C0BC-689A-154FA5E93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0" name="Freeform 1068">
                  <a:extLst>
                    <a:ext uri="{FF2B5EF4-FFF2-40B4-BE49-F238E27FC236}">
                      <a16:creationId xmlns:a16="http://schemas.microsoft.com/office/drawing/2014/main" id="{D7F19563-82BF-7182-6A62-79634B311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1" name="Freeform 1069">
                  <a:extLst>
                    <a:ext uri="{FF2B5EF4-FFF2-40B4-BE49-F238E27FC236}">
                      <a16:creationId xmlns:a16="http://schemas.microsoft.com/office/drawing/2014/main" id="{A2AF8EF8-9814-F0E2-C33E-A76917378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220" name="Freeform 1070">
                <a:extLst>
                  <a:ext uri="{FF2B5EF4-FFF2-40B4-BE49-F238E27FC236}">
                    <a16:creationId xmlns:a16="http://schemas.microsoft.com/office/drawing/2014/main" id="{4631A7C8-56C5-391D-AB8F-68422A30F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6 w 990"/>
                  <a:gd name="T1" fmla="*/ 2147483646 h 792"/>
                  <a:gd name="T2" fmla="*/ 2147483646 w 990"/>
                  <a:gd name="T3" fmla="*/ 0 h 792"/>
                  <a:gd name="T4" fmla="*/ 2147483646 w 990"/>
                  <a:gd name="T5" fmla="*/ 2147483646 h 792"/>
                  <a:gd name="T6" fmla="*/ 0 w 990"/>
                  <a:gd name="T7" fmla="*/ 2147483646 h 792"/>
                  <a:gd name="T8" fmla="*/ 2147483646 w 990"/>
                  <a:gd name="T9" fmla="*/ 214748364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1" name="Freeform 1071">
                <a:extLst>
                  <a:ext uri="{FF2B5EF4-FFF2-40B4-BE49-F238E27FC236}">
                    <a16:creationId xmlns:a16="http://schemas.microsoft.com/office/drawing/2014/main" id="{C5F7FE8A-F220-E366-00E9-14EBF4E7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2" name="Freeform 1072">
                <a:extLst>
                  <a:ext uri="{FF2B5EF4-FFF2-40B4-BE49-F238E27FC236}">
                    <a16:creationId xmlns:a16="http://schemas.microsoft.com/office/drawing/2014/main" id="{F0BC8771-0C1A-9085-B1FD-B354F529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6 w 26"/>
                  <a:gd name="T1" fmla="*/ 2147483646 h 147"/>
                  <a:gd name="T2" fmla="*/ 2147483646 w 26"/>
                  <a:gd name="T3" fmla="*/ 2147483646 h 147"/>
                  <a:gd name="T4" fmla="*/ 0 w 26"/>
                  <a:gd name="T5" fmla="*/ 2147483646 h 147"/>
                  <a:gd name="T6" fmla="*/ 2147483646 w 26"/>
                  <a:gd name="T7" fmla="*/ 0 h 147"/>
                  <a:gd name="T8" fmla="*/ 2147483646 w 26"/>
                  <a:gd name="T9" fmla="*/ 214748364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3" name="Freeform 1073">
                <a:extLst>
                  <a:ext uri="{FF2B5EF4-FFF2-40B4-BE49-F238E27FC236}">
                    <a16:creationId xmlns:a16="http://schemas.microsoft.com/office/drawing/2014/main" id="{21DAD2D5-3562-107C-A295-AAE7D5FA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6 w 1176"/>
                  <a:gd name="T1" fmla="*/ 0 h 606"/>
                  <a:gd name="T2" fmla="*/ 0 w 1176"/>
                  <a:gd name="T3" fmla="*/ 2147483646 h 606"/>
                  <a:gd name="T4" fmla="*/ 2147483646 w 1176"/>
                  <a:gd name="T5" fmla="*/ 2147483646 h 606"/>
                  <a:gd name="T6" fmla="*/ 2147483646 w 1176"/>
                  <a:gd name="T7" fmla="*/ 2147483646 h 606"/>
                  <a:gd name="T8" fmla="*/ 214748364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" name="Freeform 1074">
                <a:extLst>
                  <a:ext uri="{FF2B5EF4-FFF2-40B4-BE49-F238E27FC236}">
                    <a16:creationId xmlns:a16="http://schemas.microsoft.com/office/drawing/2014/main" id="{3313CB9F-BD66-111F-84B5-C372E217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5" name="Freeform 1075">
                <a:extLst>
                  <a:ext uri="{FF2B5EF4-FFF2-40B4-BE49-F238E27FC236}">
                    <a16:creationId xmlns:a16="http://schemas.microsoft.com/office/drawing/2014/main" id="{68113BF5-2E17-D390-C4BD-3653124DF19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6 w 2532"/>
                  <a:gd name="T1" fmla="*/ 0 h 723"/>
                  <a:gd name="T2" fmla="*/ 2147483646 w 2532"/>
                  <a:gd name="T3" fmla="*/ 0 h 723"/>
                  <a:gd name="T4" fmla="*/ 2147483646 w 2532"/>
                  <a:gd name="T5" fmla="*/ 2147483646 h 723"/>
                  <a:gd name="T6" fmla="*/ 2147483646 w 2532"/>
                  <a:gd name="T7" fmla="*/ 2147483646 h 723"/>
                  <a:gd name="T8" fmla="*/ 0 w 2532"/>
                  <a:gd name="T9" fmla="*/ 2147483646 h 723"/>
                  <a:gd name="T10" fmla="*/ 214748364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7985" name="Group 1076">
              <a:extLst>
                <a:ext uri="{FF2B5EF4-FFF2-40B4-BE49-F238E27FC236}">
                  <a16:creationId xmlns:a16="http://schemas.microsoft.com/office/drawing/2014/main" id="{5BC5DF21-CE1E-B915-C7DA-39F28FEB231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156325" y="3300413"/>
              <a:ext cx="342900" cy="334962"/>
              <a:chOff x="2839" y="3501"/>
              <a:chExt cx="755" cy="803"/>
            </a:xfrm>
          </p:grpSpPr>
          <p:pic>
            <p:nvPicPr>
              <p:cNvPr id="38208" name="Picture 1077" descr="desktop_computer_stylized_medium">
                <a:extLst>
                  <a:ext uri="{FF2B5EF4-FFF2-40B4-BE49-F238E27FC236}">
                    <a16:creationId xmlns:a16="http://schemas.microsoft.com/office/drawing/2014/main" id="{63A2BFB7-FFD2-2FD2-95AF-40CA91E96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09" name="Freeform 1078">
                <a:extLst>
                  <a:ext uri="{FF2B5EF4-FFF2-40B4-BE49-F238E27FC236}">
                    <a16:creationId xmlns:a16="http://schemas.microsoft.com/office/drawing/2014/main" id="{9518E9F4-45E2-4A67-51F2-15FA81DD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pic>
          <p:nvPicPr>
            <p:cNvPr id="37986" name="Picture 1081" descr="laptop_keyboard">
              <a:extLst>
                <a:ext uri="{FF2B5EF4-FFF2-40B4-BE49-F238E27FC236}">
                  <a16:creationId xmlns:a16="http://schemas.microsoft.com/office/drawing/2014/main" id="{7CEFC068-2889-61D9-5D70-397FCD529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7" name="Freeform 1082">
              <a:extLst>
                <a:ext uri="{FF2B5EF4-FFF2-40B4-BE49-F238E27FC236}">
                  <a16:creationId xmlns:a16="http://schemas.microsoft.com/office/drawing/2014/main" id="{DBA8EA43-F7FC-8720-B57D-27604BC6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6 w 2982"/>
                <a:gd name="T1" fmla="*/ 0 h 2442"/>
                <a:gd name="T2" fmla="*/ 0 w 2982"/>
                <a:gd name="T3" fmla="*/ 2147483646 h 2442"/>
                <a:gd name="T4" fmla="*/ 2147483646 w 2982"/>
                <a:gd name="T5" fmla="*/ 2147483646 h 2442"/>
                <a:gd name="T6" fmla="*/ 2147483646 w 2982"/>
                <a:gd name="T7" fmla="*/ 2147483646 h 2442"/>
                <a:gd name="T8" fmla="*/ 2147483646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37988" name="Picture 1083" descr="screen">
              <a:extLst>
                <a:ext uri="{FF2B5EF4-FFF2-40B4-BE49-F238E27FC236}">
                  <a16:creationId xmlns:a16="http://schemas.microsoft.com/office/drawing/2014/main" id="{DBE6B8F3-171A-1122-21C1-E5D0A67BC7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9" name="Freeform 1084">
              <a:extLst>
                <a:ext uri="{FF2B5EF4-FFF2-40B4-BE49-F238E27FC236}">
                  <a16:creationId xmlns:a16="http://schemas.microsoft.com/office/drawing/2014/main" id="{155126D8-2500-F449-A512-54F18FBEC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6 w 2528"/>
                <a:gd name="T1" fmla="*/ 0 h 455"/>
                <a:gd name="T2" fmla="*/ 2147483646 w 2528"/>
                <a:gd name="T3" fmla="*/ 2147483646 h 455"/>
                <a:gd name="T4" fmla="*/ 2147483646 w 2528"/>
                <a:gd name="T5" fmla="*/ 2147483646 h 455"/>
                <a:gd name="T6" fmla="*/ 0 w 2528"/>
                <a:gd name="T7" fmla="*/ 2147483646 h 455"/>
                <a:gd name="T8" fmla="*/ 2147483646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0" name="Freeform 1085">
              <a:extLst>
                <a:ext uri="{FF2B5EF4-FFF2-40B4-BE49-F238E27FC236}">
                  <a16:creationId xmlns:a16="http://schemas.microsoft.com/office/drawing/2014/main" id="{AFC17B91-F691-BDDF-14F7-A2DA6751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6 w 702"/>
                <a:gd name="T1" fmla="*/ 0 h 1893"/>
                <a:gd name="T2" fmla="*/ 0 w 702"/>
                <a:gd name="T3" fmla="*/ 2147483646 h 1893"/>
                <a:gd name="T4" fmla="*/ 2147483646 w 702"/>
                <a:gd name="T5" fmla="*/ 2147483646 h 1893"/>
                <a:gd name="T6" fmla="*/ 2147483646 w 702"/>
                <a:gd name="T7" fmla="*/ 2147483646 h 1893"/>
                <a:gd name="T8" fmla="*/ 214748364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1" name="Freeform 1086">
              <a:extLst>
                <a:ext uri="{FF2B5EF4-FFF2-40B4-BE49-F238E27FC236}">
                  <a16:creationId xmlns:a16="http://schemas.microsoft.com/office/drawing/2014/main" id="{4623977E-AA15-23DF-42B0-850561D4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6 w 756"/>
                <a:gd name="T1" fmla="*/ 0 h 2184"/>
                <a:gd name="T2" fmla="*/ 2147483646 w 756"/>
                <a:gd name="T3" fmla="*/ 2147483646 h 2184"/>
                <a:gd name="T4" fmla="*/ 0 w 756"/>
                <a:gd name="T5" fmla="*/ 2147483646 h 2184"/>
                <a:gd name="T6" fmla="*/ 2147483646 w 756"/>
                <a:gd name="T7" fmla="*/ 2147483646 h 2184"/>
                <a:gd name="T8" fmla="*/ 2147483646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2" name="Freeform 1087">
              <a:extLst>
                <a:ext uri="{FF2B5EF4-FFF2-40B4-BE49-F238E27FC236}">
                  <a16:creationId xmlns:a16="http://schemas.microsoft.com/office/drawing/2014/main" id="{29C828D1-EE62-33CC-4404-D684DBFD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6 w 2773"/>
                <a:gd name="T1" fmla="*/ 0 h 738"/>
                <a:gd name="T2" fmla="*/ 0 w 2773"/>
                <a:gd name="T3" fmla="*/ 2147483646 h 738"/>
                <a:gd name="T4" fmla="*/ 2147483646 w 2773"/>
                <a:gd name="T5" fmla="*/ 2147483646 h 738"/>
                <a:gd name="T6" fmla="*/ 2147483646 w 2773"/>
                <a:gd name="T7" fmla="*/ 2147483646 h 738"/>
                <a:gd name="T8" fmla="*/ 2147483646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3" name="Freeform 1088">
              <a:extLst>
                <a:ext uri="{FF2B5EF4-FFF2-40B4-BE49-F238E27FC236}">
                  <a16:creationId xmlns:a16="http://schemas.microsoft.com/office/drawing/2014/main" id="{8AD556EB-C297-691C-ED2A-E0211F8C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147483646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4" name="Freeform 1089">
              <a:extLst>
                <a:ext uri="{FF2B5EF4-FFF2-40B4-BE49-F238E27FC236}">
                  <a16:creationId xmlns:a16="http://schemas.microsoft.com/office/drawing/2014/main" id="{CE3959BB-948C-8477-BA64-37AE64A06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6 w 2216"/>
                <a:gd name="T3" fmla="*/ 2147483646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7995" name="Group 1090">
              <a:extLst>
                <a:ext uri="{FF2B5EF4-FFF2-40B4-BE49-F238E27FC236}">
                  <a16:creationId xmlns:a16="http://schemas.microsoft.com/office/drawing/2014/main" id="{F1045529-976D-867F-156A-0D82BCE77D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8202" name="Freeform 1091">
                <a:extLst>
                  <a:ext uri="{FF2B5EF4-FFF2-40B4-BE49-F238E27FC236}">
                    <a16:creationId xmlns:a16="http://schemas.microsoft.com/office/drawing/2014/main" id="{B12F6891-0C2F-D1E2-31DC-C2AC7F42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03" name="Freeform 1092">
                <a:extLst>
                  <a:ext uri="{FF2B5EF4-FFF2-40B4-BE49-F238E27FC236}">
                    <a16:creationId xmlns:a16="http://schemas.microsoft.com/office/drawing/2014/main" id="{43CF30C2-0321-C024-26DB-B85E56906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04" name="Freeform 1093">
                <a:extLst>
                  <a:ext uri="{FF2B5EF4-FFF2-40B4-BE49-F238E27FC236}">
                    <a16:creationId xmlns:a16="http://schemas.microsoft.com/office/drawing/2014/main" id="{93E6AFCE-9C0B-8B46-F625-ACE2383B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05" name="Freeform 1094">
                <a:extLst>
                  <a:ext uri="{FF2B5EF4-FFF2-40B4-BE49-F238E27FC236}">
                    <a16:creationId xmlns:a16="http://schemas.microsoft.com/office/drawing/2014/main" id="{EB704808-23E6-7841-F1DF-3A70594CB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06" name="Freeform 1095">
                <a:extLst>
                  <a:ext uri="{FF2B5EF4-FFF2-40B4-BE49-F238E27FC236}">
                    <a16:creationId xmlns:a16="http://schemas.microsoft.com/office/drawing/2014/main" id="{E026A421-6D39-02FE-117A-19A071E5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07" name="Freeform 1096">
                <a:extLst>
                  <a:ext uri="{FF2B5EF4-FFF2-40B4-BE49-F238E27FC236}">
                    <a16:creationId xmlns:a16="http://schemas.microsoft.com/office/drawing/2014/main" id="{05ACC34C-BFAA-88B8-EEFA-261A7FB3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996" name="Freeform 1097">
              <a:extLst>
                <a:ext uri="{FF2B5EF4-FFF2-40B4-BE49-F238E27FC236}">
                  <a16:creationId xmlns:a16="http://schemas.microsoft.com/office/drawing/2014/main" id="{FFAEE5B1-016C-B5DE-F69B-908FDBACA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6 w 990"/>
                <a:gd name="T1" fmla="*/ 2147483646 h 792"/>
                <a:gd name="T2" fmla="*/ 2147483646 w 990"/>
                <a:gd name="T3" fmla="*/ 0 h 792"/>
                <a:gd name="T4" fmla="*/ 2147483646 w 990"/>
                <a:gd name="T5" fmla="*/ 2147483646 h 792"/>
                <a:gd name="T6" fmla="*/ 0 w 990"/>
                <a:gd name="T7" fmla="*/ 2147483646 h 792"/>
                <a:gd name="T8" fmla="*/ 2147483646 w 990"/>
                <a:gd name="T9" fmla="*/ 214748364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7" name="Freeform 1098">
              <a:extLst>
                <a:ext uri="{FF2B5EF4-FFF2-40B4-BE49-F238E27FC236}">
                  <a16:creationId xmlns:a16="http://schemas.microsoft.com/office/drawing/2014/main" id="{E2575AB4-EE5C-EA8D-BA49-11FC4A1F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8" name="Freeform 1099">
              <a:extLst>
                <a:ext uri="{FF2B5EF4-FFF2-40B4-BE49-F238E27FC236}">
                  <a16:creationId xmlns:a16="http://schemas.microsoft.com/office/drawing/2014/main" id="{397A6174-67B9-E9E7-BDCF-127ABC9F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6 w 26"/>
                <a:gd name="T1" fmla="*/ 2147483646 h 147"/>
                <a:gd name="T2" fmla="*/ 2147483646 w 26"/>
                <a:gd name="T3" fmla="*/ 2147483646 h 147"/>
                <a:gd name="T4" fmla="*/ 0 w 26"/>
                <a:gd name="T5" fmla="*/ 2147483646 h 147"/>
                <a:gd name="T6" fmla="*/ 2147483646 w 26"/>
                <a:gd name="T7" fmla="*/ 0 h 147"/>
                <a:gd name="T8" fmla="*/ 2147483646 w 26"/>
                <a:gd name="T9" fmla="*/ 214748364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99" name="Freeform 1100">
              <a:extLst>
                <a:ext uri="{FF2B5EF4-FFF2-40B4-BE49-F238E27FC236}">
                  <a16:creationId xmlns:a16="http://schemas.microsoft.com/office/drawing/2014/main" id="{57DF3F01-9330-9A97-E1E6-2761785C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6 w 1176"/>
                <a:gd name="T1" fmla="*/ 0 h 606"/>
                <a:gd name="T2" fmla="*/ 0 w 1176"/>
                <a:gd name="T3" fmla="*/ 2147483646 h 606"/>
                <a:gd name="T4" fmla="*/ 2147483646 w 1176"/>
                <a:gd name="T5" fmla="*/ 2147483646 h 606"/>
                <a:gd name="T6" fmla="*/ 2147483646 w 1176"/>
                <a:gd name="T7" fmla="*/ 2147483646 h 606"/>
                <a:gd name="T8" fmla="*/ 2147483646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00" name="Freeform 1101">
              <a:extLst>
                <a:ext uri="{FF2B5EF4-FFF2-40B4-BE49-F238E27FC236}">
                  <a16:creationId xmlns:a16="http://schemas.microsoft.com/office/drawing/2014/main" id="{E14D3169-4320-D529-3E58-BB71D6C8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01" name="Freeform 1102">
              <a:extLst>
                <a:ext uri="{FF2B5EF4-FFF2-40B4-BE49-F238E27FC236}">
                  <a16:creationId xmlns:a16="http://schemas.microsoft.com/office/drawing/2014/main" id="{77A28F64-A4BF-D129-2CC9-A0A0015938B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6 w 2532"/>
                <a:gd name="T1" fmla="*/ 0 h 723"/>
                <a:gd name="T2" fmla="*/ 2147483646 w 2532"/>
                <a:gd name="T3" fmla="*/ 0 h 723"/>
                <a:gd name="T4" fmla="*/ 2147483646 w 2532"/>
                <a:gd name="T5" fmla="*/ 2147483646 h 723"/>
                <a:gd name="T6" fmla="*/ 2147483646 w 2532"/>
                <a:gd name="T7" fmla="*/ 2147483646 h 723"/>
                <a:gd name="T8" fmla="*/ 0 w 2532"/>
                <a:gd name="T9" fmla="*/ 2147483646 h 723"/>
                <a:gd name="T10" fmla="*/ 214748364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002" name="Group 1103">
              <a:extLst>
                <a:ext uri="{FF2B5EF4-FFF2-40B4-BE49-F238E27FC236}">
                  <a16:creationId xmlns:a16="http://schemas.microsoft.com/office/drawing/2014/main" id="{AE6E10DD-B0CA-4B93-3F6D-44EE27827F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8194" name="Oval 407">
                <a:extLst>
                  <a:ext uri="{FF2B5EF4-FFF2-40B4-BE49-F238E27FC236}">
                    <a16:creationId xmlns:a16="http://schemas.microsoft.com/office/drawing/2014/main" id="{658651B6-9EFA-C187-4B4A-67DD9D03B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95" name="Rectangle 410">
                <a:extLst>
                  <a:ext uri="{FF2B5EF4-FFF2-40B4-BE49-F238E27FC236}">
                    <a16:creationId xmlns:a16="http://schemas.microsoft.com/office/drawing/2014/main" id="{A89A708B-BB59-F2F2-6D65-2CD7FCA24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96" name="Oval 411">
                <a:extLst>
                  <a:ext uri="{FF2B5EF4-FFF2-40B4-BE49-F238E27FC236}">
                    <a16:creationId xmlns:a16="http://schemas.microsoft.com/office/drawing/2014/main" id="{01E9302C-2766-FDE2-0CD7-93AAC136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97" name="Group 1107">
                <a:extLst>
                  <a:ext uri="{FF2B5EF4-FFF2-40B4-BE49-F238E27FC236}">
                    <a16:creationId xmlns:a16="http://schemas.microsoft.com/office/drawing/2014/main" id="{AAC0152C-1EA5-54F4-522B-DE2E98970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200" name="Freeform 1108">
                  <a:extLst>
                    <a:ext uri="{FF2B5EF4-FFF2-40B4-BE49-F238E27FC236}">
                      <a16:creationId xmlns:a16="http://schemas.microsoft.com/office/drawing/2014/main" id="{122C0DC2-4552-B024-74FA-D9F1E6CBC1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01" name="Freeform 1109">
                  <a:extLst>
                    <a:ext uri="{FF2B5EF4-FFF2-40B4-BE49-F238E27FC236}">
                      <a16:creationId xmlns:a16="http://schemas.microsoft.com/office/drawing/2014/main" id="{B3672B2E-31B0-D51E-9677-46EFCCA27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198" name="Line 1110">
                <a:extLst>
                  <a:ext uri="{FF2B5EF4-FFF2-40B4-BE49-F238E27FC236}">
                    <a16:creationId xmlns:a16="http://schemas.microsoft.com/office/drawing/2014/main" id="{B987B6EF-74E4-B93F-404F-5E0C3E4E28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99" name="Line 1111">
                <a:extLst>
                  <a:ext uri="{FF2B5EF4-FFF2-40B4-BE49-F238E27FC236}">
                    <a16:creationId xmlns:a16="http://schemas.microsoft.com/office/drawing/2014/main" id="{FCD0F13B-7816-3D9F-C141-67C987FC47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3" name="Group 1112">
              <a:extLst>
                <a:ext uri="{FF2B5EF4-FFF2-40B4-BE49-F238E27FC236}">
                  <a16:creationId xmlns:a16="http://schemas.microsoft.com/office/drawing/2014/main" id="{4DAA24B3-DF78-92CE-CFB4-D8C77A286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8186" name="Oval 407">
                <a:extLst>
                  <a:ext uri="{FF2B5EF4-FFF2-40B4-BE49-F238E27FC236}">
                    <a16:creationId xmlns:a16="http://schemas.microsoft.com/office/drawing/2014/main" id="{7996C8C0-6D88-AD1E-2AD0-743FDE4F4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87" name="Rectangle 410">
                <a:extLst>
                  <a:ext uri="{FF2B5EF4-FFF2-40B4-BE49-F238E27FC236}">
                    <a16:creationId xmlns:a16="http://schemas.microsoft.com/office/drawing/2014/main" id="{3B5CCE2A-3600-7CB0-81EA-300774FE3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88" name="Oval 411">
                <a:extLst>
                  <a:ext uri="{FF2B5EF4-FFF2-40B4-BE49-F238E27FC236}">
                    <a16:creationId xmlns:a16="http://schemas.microsoft.com/office/drawing/2014/main" id="{479A1799-0BA6-C9FD-844F-831910E26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89" name="Group 1116">
                <a:extLst>
                  <a:ext uri="{FF2B5EF4-FFF2-40B4-BE49-F238E27FC236}">
                    <a16:creationId xmlns:a16="http://schemas.microsoft.com/office/drawing/2014/main" id="{52DC61AA-E28E-ED41-ABA2-3FB139FD4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192" name="Freeform 1117">
                  <a:extLst>
                    <a:ext uri="{FF2B5EF4-FFF2-40B4-BE49-F238E27FC236}">
                      <a16:creationId xmlns:a16="http://schemas.microsoft.com/office/drawing/2014/main" id="{D602C668-F01C-3D05-1869-38085877C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193" name="Freeform 1118">
                  <a:extLst>
                    <a:ext uri="{FF2B5EF4-FFF2-40B4-BE49-F238E27FC236}">
                      <a16:creationId xmlns:a16="http://schemas.microsoft.com/office/drawing/2014/main" id="{AE042983-90FA-AD65-01BB-C6E6DA370D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190" name="Line 1119">
                <a:extLst>
                  <a:ext uri="{FF2B5EF4-FFF2-40B4-BE49-F238E27FC236}">
                    <a16:creationId xmlns:a16="http://schemas.microsoft.com/office/drawing/2014/main" id="{51DB07E3-A3A1-0C80-FD3E-5D364B135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91" name="Line 1120">
                <a:extLst>
                  <a:ext uri="{FF2B5EF4-FFF2-40B4-BE49-F238E27FC236}">
                    <a16:creationId xmlns:a16="http://schemas.microsoft.com/office/drawing/2014/main" id="{F30463EC-A73B-7F19-D507-F206BAFD6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4" name="Group 878">
              <a:extLst>
                <a:ext uri="{FF2B5EF4-FFF2-40B4-BE49-F238E27FC236}">
                  <a16:creationId xmlns:a16="http://schemas.microsoft.com/office/drawing/2014/main" id="{2A8AE4BD-454F-E2C1-B2AF-C9A9FB9B6F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1325" y="3067050"/>
              <a:ext cx="374650" cy="82550"/>
              <a:chOff x="2199" y="955"/>
              <a:chExt cx="2547" cy="506"/>
            </a:xfrm>
          </p:grpSpPr>
          <p:sp>
            <p:nvSpPr>
              <p:cNvPr id="38180" name="Freeform 879">
                <a:extLst>
                  <a:ext uri="{FF2B5EF4-FFF2-40B4-BE49-F238E27FC236}">
                    <a16:creationId xmlns:a16="http://schemas.microsoft.com/office/drawing/2014/main" id="{E41C8C28-B75D-9B95-A727-C8CB7F90D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81" name="Freeform 880">
                <a:extLst>
                  <a:ext uri="{FF2B5EF4-FFF2-40B4-BE49-F238E27FC236}">
                    <a16:creationId xmlns:a16="http://schemas.microsoft.com/office/drawing/2014/main" id="{159A9B93-23EE-744F-3F35-B795970A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82" name="Freeform 881">
                <a:extLst>
                  <a:ext uri="{FF2B5EF4-FFF2-40B4-BE49-F238E27FC236}">
                    <a16:creationId xmlns:a16="http://schemas.microsoft.com/office/drawing/2014/main" id="{1216FC57-C829-22C5-2E77-EDACBBA8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83" name="Freeform 882">
                <a:extLst>
                  <a:ext uri="{FF2B5EF4-FFF2-40B4-BE49-F238E27FC236}">
                    <a16:creationId xmlns:a16="http://schemas.microsoft.com/office/drawing/2014/main" id="{E962EC1A-7CAC-877B-D8B8-84FCB914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84" name="Freeform 883">
                <a:extLst>
                  <a:ext uri="{FF2B5EF4-FFF2-40B4-BE49-F238E27FC236}">
                    <a16:creationId xmlns:a16="http://schemas.microsoft.com/office/drawing/2014/main" id="{4CB0F3C4-89D6-9176-EB08-097ACE21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85" name="Freeform 884">
                <a:extLst>
                  <a:ext uri="{FF2B5EF4-FFF2-40B4-BE49-F238E27FC236}">
                    <a16:creationId xmlns:a16="http://schemas.microsoft.com/office/drawing/2014/main" id="{DFE20E1B-17C8-1311-C7AB-138B3DBF0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5" name="Group 1121">
              <a:extLst>
                <a:ext uri="{FF2B5EF4-FFF2-40B4-BE49-F238E27FC236}">
                  <a16:creationId xmlns:a16="http://schemas.microsoft.com/office/drawing/2014/main" id="{E533F915-E5CA-8A08-4210-D5616054A5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8172" name="Oval 407">
                <a:extLst>
                  <a:ext uri="{FF2B5EF4-FFF2-40B4-BE49-F238E27FC236}">
                    <a16:creationId xmlns:a16="http://schemas.microsoft.com/office/drawing/2014/main" id="{7BDD7E97-5F84-D969-6355-22A3B19DC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73" name="Rectangle 410">
                <a:extLst>
                  <a:ext uri="{FF2B5EF4-FFF2-40B4-BE49-F238E27FC236}">
                    <a16:creationId xmlns:a16="http://schemas.microsoft.com/office/drawing/2014/main" id="{7A89D046-5DDC-1871-3510-F0C1515E0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74" name="Oval 411">
                <a:extLst>
                  <a:ext uri="{FF2B5EF4-FFF2-40B4-BE49-F238E27FC236}">
                    <a16:creationId xmlns:a16="http://schemas.microsoft.com/office/drawing/2014/main" id="{212605A5-3361-CC08-8EE1-DED4FF885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75" name="Group 1125">
                <a:extLst>
                  <a:ext uri="{FF2B5EF4-FFF2-40B4-BE49-F238E27FC236}">
                    <a16:creationId xmlns:a16="http://schemas.microsoft.com/office/drawing/2014/main" id="{A49A7587-EC85-8679-A36E-3334B6212C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8" name="Freeform 1126">
                  <a:extLst>
                    <a:ext uri="{FF2B5EF4-FFF2-40B4-BE49-F238E27FC236}">
                      <a16:creationId xmlns:a16="http://schemas.microsoft.com/office/drawing/2014/main" id="{C1DB1F37-0BFC-1C5A-FB27-41EA42D4B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179" name="Freeform 1127">
                  <a:extLst>
                    <a:ext uri="{FF2B5EF4-FFF2-40B4-BE49-F238E27FC236}">
                      <a16:creationId xmlns:a16="http://schemas.microsoft.com/office/drawing/2014/main" id="{2386C7B8-C983-95AC-B660-31B62B353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176" name="Line 1128">
                <a:extLst>
                  <a:ext uri="{FF2B5EF4-FFF2-40B4-BE49-F238E27FC236}">
                    <a16:creationId xmlns:a16="http://schemas.microsoft.com/office/drawing/2014/main" id="{08C3E612-5C48-FD7B-E002-8BF4E94B97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77" name="Line 1129">
                <a:extLst>
                  <a:ext uri="{FF2B5EF4-FFF2-40B4-BE49-F238E27FC236}">
                    <a16:creationId xmlns:a16="http://schemas.microsoft.com/office/drawing/2014/main" id="{12F1B92E-3297-01BE-14F1-0079451D22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6" name="Group 1130">
              <a:extLst>
                <a:ext uri="{FF2B5EF4-FFF2-40B4-BE49-F238E27FC236}">
                  <a16:creationId xmlns:a16="http://schemas.microsoft.com/office/drawing/2014/main" id="{62D28C04-AEF8-4970-35C4-98AD3F661A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8164" name="Oval 407">
                <a:extLst>
                  <a:ext uri="{FF2B5EF4-FFF2-40B4-BE49-F238E27FC236}">
                    <a16:creationId xmlns:a16="http://schemas.microsoft.com/office/drawing/2014/main" id="{1CDD9CBC-C3E8-9EB7-4995-ADDC535C7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65" name="Rectangle 410">
                <a:extLst>
                  <a:ext uri="{FF2B5EF4-FFF2-40B4-BE49-F238E27FC236}">
                    <a16:creationId xmlns:a16="http://schemas.microsoft.com/office/drawing/2014/main" id="{1435C8CA-11BA-22AD-1B0B-90181EECE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66" name="Oval 411">
                <a:extLst>
                  <a:ext uri="{FF2B5EF4-FFF2-40B4-BE49-F238E27FC236}">
                    <a16:creationId xmlns:a16="http://schemas.microsoft.com/office/drawing/2014/main" id="{67A3FE50-6B24-6B01-ED0F-975F5366C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67" name="Group 1134">
                <a:extLst>
                  <a:ext uri="{FF2B5EF4-FFF2-40B4-BE49-F238E27FC236}">
                    <a16:creationId xmlns:a16="http://schemas.microsoft.com/office/drawing/2014/main" id="{682605CD-6C44-C7D0-0F16-E66523EE7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0" name="Freeform 1135">
                  <a:extLst>
                    <a:ext uri="{FF2B5EF4-FFF2-40B4-BE49-F238E27FC236}">
                      <a16:creationId xmlns:a16="http://schemas.microsoft.com/office/drawing/2014/main" id="{17ABA143-2E7A-BE61-2451-1D1427AF5F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171" name="Freeform 1136">
                  <a:extLst>
                    <a:ext uri="{FF2B5EF4-FFF2-40B4-BE49-F238E27FC236}">
                      <a16:creationId xmlns:a16="http://schemas.microsoft.com/office/drawing/2014/main" id="{35D278E4-7A8E-62D0-93D6-58A91AF38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168" name="Line 1137">
                <a:extLst>
                  <a:ext uri="{FF2B5EF4-FFF2-40B4-BE49-F238E27FC236}">
                    <a16:creationId xmlns:a16="http://schemas.microsoft.com/office/drawing/2014/main" id="{10AB0671-C292-5120-69B1-2BD8D7A317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69" name="Line 1138">
                <a:extLst>
                  <a:ext uri="{FF2B5EF4-FFF2-40B4-BE49-F238E27FC236}">
                    <a16:creationId xmlns:a16="http://schemas.microsoft.com/office/drawing/2014/main" id="{FE48E79E-11FB-3969-479B-44D924C8B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7" name="Group 1139">
              <a:extLst>
                <a:ext uri="{FF2B5EF4-FFF2-40B4-BE49-F238E27FC236}">
                  <a16:creationId xmlns:a16="http://schemas.microsoft.com/office/drawing/2014/main" id="{273BC0EF-74B3-D89E-8F45-3D24640890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8156" name="Oval 407">
                <a:extLst>
                  <a:ext uri="{FF2B5EF4-FFF2-40B4-BE49-F238E27FC236}">
                    <a16:creationId xmlns:a16="http://schemas.microsoft.com/office/drawing/2014/main" id="{70CF37B7-9880-DF8A-5B89-947AF1D47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57" name="Rectangle 410">
                <a:extLst>
                  <a:ext uri="{FF2B5EF4-FFF2-40B4-BE49-F238E27FC236}">
                    <a16:creationId xmlns:a16="http://schemas.microsoft.com/office/drawing/2014/main" id="{64584983-DC43-2A8D-EC18-2CC3E35F2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58" name="Oval 411">
                <a:extLst>
                  <a:ext uri="{FF2B5EF4-FFF2-40B4-BE49-F238E27FC236}">
                    <a16:creationId xmlns:a16="http://schemas.microsoft.com/office/drawing/2014/main" id="{EC68AA32-DEEA-41B7-51A9-8867839C3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59" name="Group 1143">
                <a:extLst>
                  <a:ext uri="{FF2B5EF4-FFF2-40B4-BE49-F238E27FC236}">
                    <a16:creationId xmlns:a16="http://schemas.microsoft.com/office/drawing/2014/main" id="{558B6821-DFF8-A55F-21E2-14843138DC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62" name="Freeform 1144">
                  <a:extLst>
                    <a:ext uri="{FF2B5EF4-FFF2-40B4-BE49-F238E27FC236}">
                      <a16:creationId xmlns:a16="http://schemas.microsoft.com/office/drawing/2014/main" id="{976B6FFB-A578-5E0D-1934-18A8F9D22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163" name="Freeform 1145">
                  <a:extLst>
                    <a:ext uri="{FF2B5EF4-FFF2-40B4-BE49-F238E27FC236}">
                      <a16:creationId xmlns:a16="http://schemas.microsoft.com/office/drawing/2014/main" id="{5161EAF5-4F80-8BE2-4444-3E72F5BB8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160" name="Line 1146">
                <a:extLst>
                  <a:ext uri="{FF2B5EF4-FFF2-40B4-BE49-F238E27FC236}">
                    <a16:creationId xmlns:a16="http://schemas.microsoft.com/office/drawing/2014/main" id="{FFA16D58-0B98-AC39-EC41-D1BD3F1153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61" name="Line 1147">
                <a:extLst>
                  <a:ext uri="{FF2B5EF4-FFF2-40B4-BE49-F238E27FC236}">
                    <a16:creationId xmlns:a16="http://schemas.microsoft.com/office/drawing/2014/main" id="{391E1F80-89B8-4C20-E77A-F1BAF2164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08" name="Group 3">
              <a:extLst>
                <a:ext uri="{FF2B5EF4-FFF2-40B4-BE49-F238E27FC236}">
                  <a16:creationId xmlns:a16="http://schemas.microsoft.com/office/drawing/2014/main" id="{20580C48-414A-4F0B-492B-7F7701E547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8154" name="Picture 555" descr="fridge2.png">
                <a:extLst>
                  <a:ext uri="{FF2B5EF4-FFF2-40B4-BE49-F238E27FC236}">
                    <a16:creationId xmlns:a16="http://schemas.microsoft.com/office/drawing/2014/main" id="{C7A91D00-0E3B-D36B-0CDE-637A5A2277B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155" name="Picture 1115" descr="antenna_stylized">
                <a:extLst>
                  <a:ext uri="{FF2B5EF4-FFF2-40B4-BE49-F238E27FC236}">
                    <a16:creationId xmlns:a16="http://schemas.microsoft.com/office/drawing/2014/main" id="{58DA88AF-A5F0-8250-B0F3-DFCB46B72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8009" name="Picture 603" descr="car_icon_small">
              <a:extLst>
                <a:ext uri="{FF2B5EF4-FFF2-40B4-BE49-F238E27FC236}">
                  <a16:creationId xmlns:a16="http://schemas.microsoft.com/office/drawing/2014/main" id="{DAE4C25C-FA65-A852-C64E-63B12330E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0" name="Picture 814" descr="light2.png">
              <a:extLst>
                <a:ext uri="{FF2B5EF4-FFF2-40B4-BE49-F238E27FC236}">
                  <a16:creationId xmlns:a16="http://schemas.microsoft.com/office/drawing/2014/main" id="{2E25B13A-CEE8-B77C-EDA3-C501FA02B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1" name="Picture 1017" descr="antenna_stylized">
              <a:extLst>
                <a:ext uri="{FF2B5EF4-FFF2-40B4-BE49-F238E27FC236}">
                  <a16:creationId xmlns:a16="http://schemas.microsoft.com/office/drawing/2014/main" id="{3A9B9833-A7C5-BF54-B01B-52DB187EDB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2" name="Picture 1017" descr="antenna_stylized">
              <a:extLst>
                <a:ext uri="{FF2B5EF4-FFF2-40B4-BE49-F238E27FC236}">
                  <a16:creationId xmlns:a16="http://schemas.microsoft.com/office/drawing/2014/main" id="{6A294DD4-1C18-9A2D-600F-E1F53C5BBA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8013" name="Group 870">
              <a:extLst>
                <a:ext uri="{FF2B5EF4-FFF2-40B4-BE49-F238E27FC236}">
                  <a16:creationId xmlns:a16="http://schemas.microsoft.com/office/drawing/2014/main" id="{BDEAA7DA-0BB6-142B-608D-214AAF509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8000" y="1546225"/>
              <a:ext cx="477838" cy="107950"/>
              <a:chOff x="2199" y="955"/>
              <a:chExt cx="2547" cy="506"/>
            </a:xfrm>
          </p:grpSpPr>
          <p:sp>
            <p:nvSpPr>
              <p:cNvPr id="38148" name="Freeform 871">
                <a:extLst>
                  <a:ext uri="{FF2B5EF4-FFF2-40B4-BE49-F238E27FC236}">
                    <a16:creationId xmlns:a16="http://schemas.microsoft.com/office/drawing/2014/main" id="{66D2D487-2C72-F2A6-0436-0510BD388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9" name="Freeform 872">
                <a:extLst>
                  <a:ext uri="{FF2B5EF4-FFF2-40B4-BE49-F238E27FC236}">
                    <a16:creationId xmlns:a16="http://schemas.microsoft.com/office/drawing/2014/main" id="{41F59BBF-8ABC-A4DD-0D25-A6FA642A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50" name="Freeform 873">
                <a:extLst>
                  <a:ext uri="{FF2B5EF4-FFF2-40B4-BE49-F238E27FC236}">
                    <a16:creationId xmlns:a16="http://schemas.microsoft.com/office/drawing/2014/main" id="{356B7F97-EF72-F28E-633C-1EE7DAB38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51" name="Freeform 874">
                <a:extLst>
                  <a:ext uri="{FF2B5EF4-FFF2-40B4-BE49-F238E27FC236}">
                    <a16:creationId xmlns:a16="http://schemas.microsoft.com/office/drawing/2014/main" id="{AE92B8D2-999C-7158-6B0D-F04AC092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52" name="Freeform 875">
                <a:extLst>
                  <a:ext uri="{FF2B5EF4-FFF2-40B4-BE49-F238E27FC236}">
                    <a16:creationId xmlns:a16="http://schemas.microsoft.com/office/drawing/2014/main" id="{E113C8B8-BE62-3626-15BC-5932CBDA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53" name="Freeform 876">
                <a:extLst>
                  <a:ext uri="{FF2B5EF4-FFF2-40B4-BE49-F238E27FC236}">
                    <a16:creationId xmlns:a16="http://schemas.microsoft.com/office/drawing/2014/main" id="{EDF3089E-F15E-69B4-D860-C8F48FDE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14" name="Group 870">
              <a:extLst>
                <a:ext uri="{FF2B5EF4-FFF2-40B4-BE49-F238E27FC236}">
                  <a16:creationId xmlns:a16="http://schemas.microsoft.com/office/drawing/2014/main" id="{F5235106-5679-9664-7583-B3E615ABE0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1763" y="1935163"/>
              <a:ext cx="479425" cy="107950"/>
              <a:chOff x="2199" y="955"/>
              <a:chExt cx="2547" cy="506"/>
            </a:xfrm>
          </p:grpSpPr>
          <p:sp>
            <p:nvSpPr>
              <p:cNvPr id="38142" name="Freeform 871">
                <a:extLst>
                  <a:ext uri="{FF2B5EF4-FFF2-40B4-BE49-F238E27FC236}">
                    <a16:creationId xmlns:a16="http://schemas.microsoft.com/office/drawing/2014/main" id="{C3D292DE-55F9-F878-FEEC-7DA581B1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3" name="Freeform 872">
                <a:extLst>
                  <a:ext uri="{FF2B5EF4-FFF2-40B4-BE49-F238E27FC236}">
                    <a16:creationId xmlns:a16="http://schemas.microsoft.com/office/drawing/2014/main" id="{767E8D68-6048-2049-975C-3FC12972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4" name="Freeform 873">
                <a:extLst>
                  <a:ext uri="{FF2B5EF4-FFF2-40B4-BE49-F238E27FC236}">
                    <a16:creationId xmlns:a16="http://schemas.microsoft.com/office/drawing/2014/main" id="{7051BB83-FA58-8DC7-681E-00733F595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5" name="Freeform 874">
                <a:extLst>
                  <a:ext uri="{FF2B5EF4-FFF2-40B4-BE49-F238E27FC236}">
                    <a16:creationId xmlns:a16="http://schemas.microsoft.com/office/drawing/2014/main" id="{16E28271-9BDC-0702-1B68-316CA4C0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6" name="Freeform 875">
                <a:extLst>
                  <a:ext uri="{FF2B5EF4-FFF2-40B4-BE49-F238E27FC236}">
                    <a16:creationId xmlns:a16="http://schemas.microsoft.com/office/drawing/2014/main" id="{09CE61F2-FD3C-BBD7-CA01-302825C04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7" name="Freeform 876">
                <a:extLst>
                  <a:ext uri="{FF2B5EF4-FFF2-40B4-BE49-F238E27FC236}">
                    <a16:creationId xmlns:a16="http://schemas.microsoft.com/office/drawing/2014/main" id="{BA831B72-865F-B044-021D-AEA8A1F45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15" name="Group 878">
              <a:extLst>
                <a:ext uri="{FF2B5EF4-FFF2-40B4-BE49-F238E27FC236}">
                  <a16:creationId xmlns:a16="http://schemas.microsoft.com/office/drawing/2014/main" id="{9F8CCE7A-B7E3-5D9B-F46A-506F05B36E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5663" y="3106738"/>
              <a:ext cx="373062" cy="82550"/>
              <a:chOff x="2199" y="955"/>
              <a:chExt cx="2547" cy="506"/>
            </a:xfrm>
          </p:grpSpPr>
          <p:sp>
            <p:nvSpPr>
              <p:cNvPr id="38136" name="Freeform 879">
                <a:extLst>
                  <a:ext uri="{FF2B5EF4-FFF2-40B4-BE49-F238E27FC236}">
                    <a16:creationId xmlns:a16="http://schemas.microsoft.com/office/drawing/2014/main" id="{D12DA98A-77A5-BFCE-02D4-AC425481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7" name="Freeform 880">
                <a:extLst>
                  <a:ext uri="{FF2B5EF4-FFF2-40B4-BE49-F238E27FC236}">
                    <a16:creationId xmlns:a16="http://schemas.microsoft.com/office/drawing/2014/main" id="{B45F3F33-475A-9EC3-EE22-8796ABE8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8" name="Freeform 881">
                <a:extLst>
                  <a:ext uri="{FF2B5EF4-FFF2-40B4-BE49-F238E27FC236}">
                    <a16:creationId xmlns:a16="http://schemas.microsoft.com/office/drawing/2014/main" id="{981A049B-A115-9510-EEF3-356157261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9" name="Freeform 882">
                <a:extLst>
                  <a:ext uri="{FF2B5EF4-FFF2-40B4-BE49-F238E27FC236}">
                    <a16:creationId xmlns:a16="http://schemas.microsoft.com/office/drawing/2014/main" id="{7228D0DC-13CC-9E75-F181-9B2DA0A0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0" name="Freeform 883">
                <a:extLst>
                  <a:ext uri="{FF2B5EF4-FFF2-40B4-BE49-F238E27FC236}">
                    <a16:creationId xmlns:a16="http://schemas.microsoft.com/office/drawing/2014/main" id="{55659A9E-0413-9D5A-47DB-B373D158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73 w 646"/>
                  <a:gd name="T1" fmla="*/ 1642 h 300"/>
                  <a:gd name="T2" fmla="*/ 673 w 646"/>
                  <a:gd name="T3" fmla="*/ 1387 h 300"/>
                  <a:gd name="T4" fmla="*/ 837 w 646"/>
                  <a:gd name="T5" fmla="*/ 1046 h 300"/>
                  <a:gd name="T6" fmla="*/ 864 w 646"/>
                  <a:gd name="T7" fmla="*/ 586 h 300"/>
                  <a:gd name="T8" fmla="*/ 633 w 646"/>
                  <a:gd name="T9" fmla="*/ 328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41" name="Freeform 884">
                <a:extLst>
                  <a:ext uri="{FF2B5EF4-FFF2-40B4-BE49-F238E27FC236}">
                    <a16:creationId xmlns:a16="http://schemas.microsoft.com/office/drawing/2014/main" id="{F1E59D44-544D-B05A-770F-E305CF27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016" name="Group 347">
              <a:extLst>
                <a:ext uri="{FF2B5EF4-FFF2-40B4-BE49-F238E27FC236}">
                  <a16:creationId xmlns:a16="http://schemas.microsoft.com/office/drawing/2014/main" id="{769D47D2-5EE1-450E-8BF1-2ADF1A924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4AA8E00E-1896-DE44-816A-0727EFA8F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29" y="1696004"/>
                <a:ext cx="1126060" cy="31721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AD321BB1-0B3F-7842-A74E-559D4C56548F}"/>
                  </a:ext>
                </a:extLst>
              </p:cNvPr>
              <p:cNvSpPr/>
              <p:nvPr/>
            </p:nvSpPr>
            <p:spPr bwMode="auto">
              <a:xfrm>
                <a:off x="1872116" y="1739848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1B2DBF-CF21-9B47-8D65-00C77E0A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6" y="1577371"/>
                <a:ext cx="1126058" cy="31721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C332A109-9A88-764E-8C01-79719E1EFCD6}"/>
                  </a:ext>
                </a:extLst>
              </p:cNvPr>
              <p:cNvSpPr/>
              <p:nvPr/>
            </p:nvSpPr>
            <p:spPr bwMode="auto">
              <a:xfrm>
                <a:off x="2159736" y="1672794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40B97AF-C1EC-D54E-8839-F23FE9A2E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754" y="1634109"/>
                <a:ext cx="664783" cy="110898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97EB0A59-2E71-534D-B217-1700DC2AE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97" y="1726952"/>
                <a:ext cx="244206" cy="9800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F71944F-24BB-5C4A-B5DD-01431E64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00" y="1729532"/>
                <a:ext cx="238779" cy="9800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4D16A4F-B607-BD48-BE45-082DBAB38AFE}"/>
                  </a:ext>
                </a:extLst>
              </p:cNvPr>
              <p:cNvCxnSpPr>
                <a:cxnSpLocks noChangeShapeType="1"/>
                <a:endCxn id="490" idx="2"/>
              </p:cNvCxnSpPr>
              <p:nvPr/>
            </p:nvCxnSpPr>
            <p:spPr bwMode="auto">
              <a:xfrm flipH="1" flipV="1">
                <a:off x="1872116" y="1737268"/>
                <a:ext cx="2713" cy="1237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3A9FD916-CB36-774A-8024-9F81566EF9A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175" y="1734690"/>
                <a:ext cx="2714" cy="1237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7" name="Group 347">
              <a:extLst>
                <a:ext uri="{FF2B5EF4-FFF2-40B4-BE49-F238E27FC236}">
                  <a16:creationId xmlns:a16="http://schemas.microsoft.com/office/drawing/2014/main" id="{21BA28C9-5580-6EDF-A000-790D4A504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1EBF0DF2-C206-124E-AD10-F758CAEA3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246" y="1693893"/>
                <a:ext cx="1123346" cy="319796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9439EE44-B0CB-9442-994A-9C09733E947A}"/>
                  </a:ext>
                </a:extLst>
              </p:cNvPr>
              <p:cNvSpPr/>
              <p:nvPr/>
            </p:nvSpPr>
            <p:spPr bwMode="auto">
              <a:xfrm>
                <a:off x="1872532" y="1737736"/>
                <a:ext cx="1126060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32D32D01-986F-DB46-B40D-5C2DD34FB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532" y="1575259"/>
                <a:ext cx="1123346" cy="31979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B60289AE-1B11-FC41-B331-960A240BC0CD}"/>
                  </a:ext>
                </a:extLst>
              </p:cNvPr>
              <p:cNvSpPr/>
              <p:nvPr/>
            </p:nvSpPr>
            <p:spPr bwMode="auto">
              <a:xfrm>
                <a:off x="2160152" y="1673261"/>
                <a:ext cx="548106" cy="15989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2336AF17-75C1-BC4D-940A-38D0C5C58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171" y="1631997"/>
                <a:ext cx="662069" cy="110898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193BCFBC-3196-E348-BC6B-709E5E405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4" y="1727420"/>
                <a:ext cx="244206" cy="9542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1C135C70-8D6A-3144-BF24-6A15208C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603" y="1729999"/>
                <a:ext cx="241493" cy="95424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22BB1489-5EC8-034C-94F4-A2EC299CFC05}"/>
                  </a:ext>
                </a:extLst>
              </p:cNvPr>
              <p:cNvCxnSpPr>
                <a:cxnSpLocks noChangeShapeType="1"/>
                <a:endCxn id="572" idx="2"/>
              </p:cNvCxnSpPr>
              <p:nvPr/>
            </p:nvCxnSpPr>
            <p:spPr bwMode="auto">
              <a:xfrm flipH="1" flipV="1">
                <a:off x="1872532" y="1735157"/>
                <a:ext cx="2714" cy="1237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EC41342E-A2B1-3D43-AD70-E73AC2AC4CF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877" y="1735157"/>
                <a:ext cx="2714" cy="12121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8" name="Group 347">
              <a:extLst>
                <a:ext uri="{FF2B5EF4-FFF2-40B4-BE49-F238E27FC236}">
                  <a16:creationId xmlns:a16="http://schemas.microsoft.com/office/drawing/2014/main" id="{B25F61A4-A88F-1936-A151-700BC8A5B0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6DA65450-D3BE-5441-8566-437B43F1F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75" y="1695896"/>
                <a:ext cx="1126060" cy="317218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81" name="Rectangle 580">
                <a:extLst>
                  <a:ext uri="{FF2B5EF4-FFF2-40B4-BE49-F238E27FC236}">
                    <a16:creationId xmlns:a16="http://schemas.microsoft.com/office/drawing/2014/main" id="{07C7B7F2-457B-A640-A4A5-495ECDC66D20}"/>
                  </a:ext>
                </a:extLst>
              </p:cNvPr>
              <p:cNvSpPr/>
              <p:nvPr/>
            </p:nvSpPr>
            <p:spPr bwMode="auto">
              <a:xfrm>
                <a:off x="1872162" y="1739739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2" name="Oval 581">
                <a:extLst>
                  <a:ext uri="{FF2B5EF4-FFF2-40B4-BE49-F238E27FC236}">
                    <a16:creationId xmlns:a16="http://schemas.microsoft.com/office/drawing/2014/main" id="{A5C7D280-F47E-2B40-9905-FD75189EC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62" y="1577262"/>
                <a:ext cx="1126058" cy="31721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F6C550B2-5E23-DE48-8AC1-4E448E00C8DE}"/>
                  </a:ext>
                </a:extLst>
              </p:cNvPr>
              <p:cNvSpPr/>
              <p:nvPr/>
            </p:nvSpPr>
            <p:spPr bwMode="auto">
              <a:xfrm>
                <a:off x="2159782" y="1672685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B04205FC-E02D-1C40-909E-82696FC73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00" y="1634000"/>
                <a:ext cx="664783" cy="110898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97BE890-E0EF-6045-AB22-24AA5AEA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944" y="1726844"/>
                <a:ext cx="244206" cy="98002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861E9124-97CA-7541-9736-03DD50D4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947" y="1729423"/>
                <a:ext cx="238779" cy="9800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6241DA89-E7B5-3E47-890D-38239F74CBE4}"/>
                  </a:ext>
                </a:extLst>
              </p:cNvPr>
              <p:cNvCxnSpPr>
                <a:cxnSpLocks noChangeShapeType="1"/>
                <a:endCxn id="582" idx="2"/>
              </p:cNvCxnSpPr>
              <p:nvPr/>
            </p:nvCxnSpPr>
            <p:spPr bwMode="auto">
              <a:xfrm flipH="1" flipV="1">
                <a:off x="1872162" y="1737160"/>
                <a:ext cx="2713" cy="1237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738C7EDE-DCDE-BB40-BEF0-F2B9296AC95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8221" y="1734581"/>
                <a:ext cx="2714" cy="1237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9" name="Group 347">
              <a:extLst>
                <a:ext uri="{FF2B5EF4-FFF2-40B4-BE49-F238E27FC236}">
                  <a16:creationId xmlns:a16="http://schemas.microsoft.com/office/drawing/2014/main" id="{ED6A36B3-9F22-849F-89E8-57FBA3411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879D7FFC-2E0A-194E-AF78-84CA1E5F5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01" y="1694364"/>
                <a:ext cx="1125103" cy="319715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07285E4C-186B-164D-AC3A-8FC103F55897}"/>
                  </a:ext>
                </a:extLst>
              </p:cNvPr>
              <p:cNvSpPr/>
              <p:nvPr/>
            </p:nvSpPr>
            <p:spPr bwMode="auto">
              <a:xfrm>
                <a:off x="1870189" y="1740037"/>
                <a:ext cx="1129316" cy="11570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D6360EF1-374D-4D4B-8C74-EB1361D84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89" y="1575611"/>
                <a:ext cx="1125101" cy="31971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2040B930-252F-EB4F-B8C3-848F0E89E9FA}"/>
                  </a:ext>
                </a:extLst>
              </p:cNvPr>
              <p:cNvSpPr/>
              <p:nvPr/>
            </p:nvSpPr>
            <p:spPr bwMode="auto">
              <a:xfrm>
                <a:off x="2160944" y="1673049"/>
                <a:ext cx="547803" cy="16138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0A3F5BB9-AF2D-744D-8A51-C6949593F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950" y="1633466"/>
                <a:ext cx="661578" cy="109617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2E669F79-B20E-C643-836C-4E669775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979" y="1727857"/>
                <a:ext cx="244404" cy="9743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3C0DD5B0-157A-964A-A337-BEC65E3EB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310" y="1730903"/>
                <a:ext cx="240189" cy="9743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5C2559C0-55A6-3B47-8082-08DE96A3D42B}"/>
                  </a:ext>
                </a:extLst>
              </p:cNvPr>
              <p:cNvCxnSpPr>
                <a:cxnSpLocks noChangeShapeType="1"/>
                <a:endCxn id="592" idx="2"/>
              </p:cNvCxnSpPr>
              <p:nvPr/>
            </p:nvCxnSpPr>
            <p:spPr bwMode="auto">
              <a:xfrm flipH="1" flipV="1">
                <a:off x="1870189" y="1736993"/>
                <a:ext cx="4213" cy="12179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AF90D089-9D55-8046-BEF6-7C3F181A8B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289" y="1733947"/>
                <a:ext cx="4215" cy="12484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0" name="Group 347">
              <a:extLst>
                <a:ext uri="{FF2B5EF4-FFF2-40B4-BE49-F238E27FC236}">
                  <a16:creationId xmlns:a16="http://schemas.microsoft.com/office/drawing/2014/main" id="{382A8511-760F-793B-777F-0F515395F9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2EC7F6BB-AB0E-8647-B7A1-A8E384EC3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7892" y="1695070"/>
                <a:ext cx="1119914" cy="31880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EA733B59-ADA0-E74D-A6C1-4AA3BB5F7919}"/>
                  </a:ext>
                </a:extLst>
              </p:cNvPr>
              <p:cNvSpPr/>
              <p:nvPr/>
            </p:nvSpPr>
            <p:spPr bwMode="auto">
              <a:xfrm>
                <a:off x="1873449" y="1739634"/>
                <a:ext cx="1124357" cy="11655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2" name="Oval 601">
                <a:extLst>
                  <a:ext uri="{FF2B5EF4-FFF2-40B4-BE49-F238E27FC236}">
                    <a16:creationId xmlns:a16="http://schemas.microsoft.com/office/drawing/2014/main" id="{1933DC77-337F-E24E-9D97-205F13309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9" y="1575093"/>
                <a:ext cx="1119914" cy="318798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549A12F3-465F-CB47-9D2F-20DE5EFB2B04}"/>
                  </a:ext>
                </a:extLst>
              </p:cNvPr>
              <p:cNvSpPr/>
              <p:nvPr/>
            </p:nvSpPr>
            <p:spPr bwMode="auto">
              <a:xfrm>
                <a:off x="2162315" y="1671075"/>
                <a:ext cx="546626" cy="161112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F8C01F55-F529-D047-8BFC-DB17F57D9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543" y="1633367"/>
                <a:ext cx="657727" cy="109694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B4E4F83D-4767-2D45-B890-637459F96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9" y="1725922"/>
                <a:ext cx="244427" cy="99409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A65ED113-930E-694B-BC8B-CCFED8CC4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209" y="1729349"/>
                <a:ext cx="239982" cy="9598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984435D7-46B3-1F4A-9C61-A50C312A4E18}"/>
                  </a:ext>
                </a:extLst>
              </p:cNvPr>
              <p:cNvCxnSpPr>
                <a:cxnSpLocks noChangeShapeType="1"/>
                <a:endCxn id="602" idx="2"/>
              </p:cNvCxnSpPr>
              <p:nvPr/>
            </p:nvCxnSpPr>
            <p:spPr bwMode="auto">
              <a:xfrm flipH="1" flipV="1">
                <a:off x="1873449" y="1736205"/>
                <a:ext cx="4443" cy="12340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5BCFA7D9-5A8C-274D-A20A-524EA882FEE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3363" y="1732778"/>
                <a:ext cx="4443" cy="12340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1" name="Group 1">
              <a:extLst>
                <a:ext uri="{FF2B5EF4-FFF2-40B4-BE49-F238E27FC236}">
                  <a16:creationId xmlns:a16="http://schemas.microsoft.com/office/drawing/2014/main" id="{DA374475-C00A-E975-C63D-FB58DE6521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41AC0F6-4D99-E540-B8EC-94FA9CDAB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261" y="1595282"/>
                <a:ext cx="621721" cy="19670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3CC54B20-79B0-9E4B-A50D-2F798F1A070F}"/>
                  </a:ext>
                </a:extLst>
              </p:cNvPr>
              <p:cNvSpPr/>
              <p:nvPr/>
            </p:nvSpPr>
            <p:spPr bwMode="auto">
              <a:xfrm>
                <a:off x="7913888" y="1623052"/>
                <a:ext cx="624093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63AE3F6-6258-774D-8ABE-3E095B514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88" y="1516600"/>
                <a:ext cx="621721" cy="19670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13" name="Freeform 612">
                <a:extLst>
                  <a:ext uri="{FF2B5EF4-FFF2-40B4-BE49-F238E27FC236}">
                    <a16:creationId xmlns:a16="http://schemas.microsoft.com/office/drawing/2014/main" id="{5EFAE320-CE6C-844F-B57B-21859F88117C}"/>
                  </a:ext>
                </a:extLst>
              </p:cNvPr>
              <p:cNvSpPr/>
              <p:nvPr/>
            </p:nvSpPr>
            <p:spPr bwMode="auto">
              <a:xfrm>
                <a:off x="8072877" y="1581397"/>
                <a:ext cx="303742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4" name="Freeform 613">
                <a:extLst>
                  <a:ext uri="{FF2B5EF4-FFF2-40B4-BE49-F238E27FC236}">
                    <a16:creationId xmlns:a16="http://schemas.microsoft.com/office/drawing/2014/main" id="{54E58835-0BAE-6940-B440-8EE06A6CC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029" y="1555940"/>
                <a:ext cx="365439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15" name="Freeform 614">
                <a:extLst>
                  <a:ext uri="{FF2B5EF4-FFF2-40B4-BE49-F238E27FC236}">
                    <a16:creationId xmlns:a16="http://schemas.microsoft.com/office/drawing/2014/main" id="{7FE2A72D-52BF-BE4F-A41F-C80F22A7F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700" y="1613796"/>
                <a:ext cx="135261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74329C81-C3C6-AF42-9E74-2F1DD94F0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910" y="1616109"/>
                <a:ext cx="132887" cy="60169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17" name="Straight Connector 616">
                <a:extLst>
                  <a:ext uri="{FF2B5EF4-FFF2-40B4-BE49-F238E27FC236}">
                    <a16:creationId xmlns:a16="http://schemas.microsoft.com/office/drawing/2014/main" id="{03B0EECB-03BF-7C44-9148-5682919925B8}"/>
                  </a:ext>
                </a:extLst>
              </p:cNvPr>
              <p:cNvCxnSpPr>
                <a:cxnSpLocks noChangeShapeType="1"/>
                <a:endCxn id="612" idx="2"/>
              </p:cNvCxnSpPr>
              <p:nvPr/>
            </p:nvCxnSpPr>
            <p:spPr bwMode="auto">
              <a:xfrm flipH="1" flipV="1">
                <a:off x="7913888" y="1616109"/>
                <a:ext cx="2372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9CAAAD51-1962-8247-AAA1-0A6C7DC76E2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5609" y="1618424"/>
                <a:ext cx="2372" cy="76368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2" name="Group 619">
              <a:extLst>
                <a:ext uri="{FF2B5EF4-FFF2-40B4-BE49-F238E27FC236}">
                  <a16:creationId xmlns:a16="http://schemas.microsoft.com/office/drawing/2014/main" id="{C880A548-590E-B52C-043A-2648329CB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570" y="2752811"/>
              <a:ext cx="418211" cy="189727"/>
              <a:chOff x="7913987" y="1515773"/>
              <a:chExt cx="625138" cy="276534"/>
            </a:xfrm>
          </p:grpSpPr>
          <p:sp>
            <p:nvSpPr>
              <p:cNvPr id="621" name="Oval 620">
                <a:extLst>
                  <a:ext uri="{FF2B5EF4-FFF2-40B4-BE49-F238E27FC236}">
                    <a16:creationId xmlns:a16="http://schemas.microsoft.com/office/drawing/2014/main" id="{3AB77302-8F6C-C944-B2AE-E3D995364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70" y="1594598"/>
                <a:ext cx="624093" cy="19670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F36D631B-9D46-C041-BA0A-7D3D2D942F01}"/>
                  </a:ext>
                </a:extLst>
              </p:cNvPr>
              <p:cNvSpPr/>
              <p:nvPr/>
            </p:nvSpPr>
            <p:spPr bwMode="auto">
              <a:xfrm>
                <a:off x="7913397" y="1622369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1B783E37-E82B-3D46-A7CC-F2184C413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397" y="1515916"/>
                <a:ext cx="624095" cy="19670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2C30DE92-E469-554F-964C-6330BBB495B2}"/>
                  </a:ext>
                </a:extLst>
              </p:cNvPr>
              <p:cNvSpPr/>
              <p:nvPr/>
            </p:nvSpPr>
            <p:spPr bwMode="auto">
              <a:xfrm>
                <a:off x="8072387" y="1580713"/>
                <a:ext cx="306114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C823A6E7-CEF1-844B-9D61-A34469229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538" y="1555258"/>
                <a:ext cx="367813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958D6AA6-8878-4D48-9E77-512429485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582" y="1613112"/>
                <a:ext cx="135261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D4668D86-E4CF-A54D-80FA-02D0876D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419" y="1615427"/>
                <a:ext cx="135259" cy="60169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4DBD95FD-2D03-B440-BED3-CAF7DBB22323}"/>
                  </a:ext>
                </a:extLst>
              </p:cNvPr>
              <p:cNvCxnSpPr>
                <a:cxnSpLocks noChangeShapeType="1"/>
                <a:endCxn id="623" idx="2"/>
              </p:cNvCxnSpPr>
              <p:nvPr/>
            </p:nvCxnSpPr>
            <p:spPr bwMode="auto">
              <a:xfrm flipH="1" flipV="1">
                <a:off x="7913397" y="1615427"/>
                <a:ext cx="2374" cy="76368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A9159B30-2F6A-9C4F-850A-7CA45271CE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491" y="1617740"/>
                <a:ext cx="2372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3" name="Group 629">
              <a:extLst>
                <a:ext uri="{FF2B5EF4-FFF2-40B4-BE49-F238E27FC236}">
                  <a16:creationId xmlns:a16="http://schemas.microsoft.com/office/drawing/2014/main" id="{B3D04327-85F0-262B-64AC-39E73452FA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E2A458D1-0B01-B146-86C6-CF7404D40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68" y="1593483"/>
                <a:ext cx="624095" cy="199021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32" name="Rectangle 631">
                <a:extLst>
                  <a:ext uri="{FF2B5EF4-FFF2-40B4-BE49-F238E27FC236}">
                    <a16:creationId xmlns:a16="http://schemas.microsoft.com/office/drawing/2014/main" id="{D59F8B80-7784-DF40-B6F8-0A3DF8625602}"/>
                  </a:ext>
                </a:extLst>
              </p:cNvPr>
              <p:cNvSpPr/>
              <p:nvPr/>
            </p:nvSpPr>
            <p:spPr bwMode="auto">
              <a:xfrm>
                <a:off x="7912896" y="1621254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80ADD055-D7A1-1F4B-B515-13252789C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96" y="1514801"/>
                <a:ext cx="624093" cy="1990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E21369DE-29CB-7346-9D91-C06EBA597103}"/>
                  </a:ext>
                </a:extLst>
              </p:cNvPr>
              <p:cNvSpPr/>
              <p:nvPr/>
            </p:nvSpPr>
            <p:spPr bwMode="auto">
              <a:xfrm>
                <a:off x="8071885" y="1579598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991B1705-ACD0-5C4C-9D0B-B7595E3C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37" y="1554141"/>
                <a:ext cx="367811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2497FE6-D1D9-3E42-9AA8-44503F11A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1" y="1614310"/>
                <a:ext cx="135259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37" name="Freeform 636">
                <a:extLst>
                  <a:ext uri="{FF2B5EF4-FFF2-40B4-BE49-F238E27FC236}">
                    <a16:creationId xmlns:a16="http://schemas.microsoft.com/office/drawing/2014/main" id="{51FD9196-52D9-104A-894F-5617801EF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17" y="1614310"/>
                <a:ext cx="135261" cy="6248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423B4E6B-436D-C746-9F31-5A86243F6C65}"/>
                  </a:ext>
                </a:extLst>
              </p:cNvPr>
              <p:cNvCxnSpPr>
                <a:cxnSpLocks noChangeShapeType="1"/>
                <a:endCxn id="633" idx="2"/>
              </p:cNvCxnSpPr>
              <p:nvPr/>
            </p:nvCxnSpPr>
            <p:spPr bwMode="auto">
              <a:xfrm flipH="1" flipV="1">
                <a:off x="7912896" y="1614310"/>
                <a:ext cx="2372" cy="78683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9" name="Straight Connector 638">
                <a:extLst>
                  <a:ext uri="{FF2B5EF4-FFF2-40B4-BE49-F238E27FC236}">
                    <a16:creationId xmlns:a16="http://schemas.microsoft.com/office/drawing/2014/main" id="{A00C266B-447A-304C-876A-A7E1BC310BE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89" y="1618939"/>
                <a:ext cx="2374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4" name="Group 639">
              <a:extLst>
                <a:ext uri="{FF2B5EF4-FFF2-40B4-BE49-F238E27FC236}">
                  <a16:creationId xmlns:a16="http://schemas.microsoft.com/office/drawing/2014/main" id="{DE053CFF-A727-6755-B39A-8267ED6327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641" name="Oval 640">
                <a:extLst>
                  <a:ext uri="{FF2B5EF4-FFF2-40B4-BE49-F238E27FC236}">
                    <a16:creationId xmlns:a16="http://schemas.microsoft.com/office/drawing/2014/main" id="{3E900C8A-BA16-4749-9F59-7FA5CF7A3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277" y="1593645"/>
                <a:ext cx="624093" cy="199021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42" name="Rectangle 641">
                <a:extLst>
                  <a:ext uri="{FF2B5EF4-FFF2-40B4-BE49-F238E27FC236}">
                    <a16:creationId xmlns:a16="http://schemas.microsoft.com/office/drawing/2014/main" id="{BB6F6D5B-B7C3-B04D-B5FB-C58153D45AF2}"/>
                  </a:ext>
                </a:extLst>
              </p:cNvPr>
              <p:cNvSpPr/>
              <p:nvPr/>
            </p:nvSpPr>
            <p:spPr bwMode="auto">
              <a:xfrm>
                <a:off x="7912903" y="1621415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3" name="Oval 642">
                <a:extLst>
                  <a:ext uri="{FF2B5EF4-FFF2-40B4-BE49-F238E27FC236}">
                    <a16:creationId xmlns:a16="http://schemas.microsoft.com/office/drawing/2014/main" id="{649FA5D1-AF7F-C34E-A4C8-7654E399C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903" y="1514962"/>
                <a:ext cx="624095" cy="1990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44" name="Freeform 643">
                <a:extLst>
                  <a:ext uri="{FF2B5EF4-FFF2-40B4-BE49-F238E27FC236}">
                    <a16:creationId xmlns:a16="http://schemas.microsoft.com/office/drawing/2014/main" id="{06401799-0DD9-9C4D-A88B-A46329663280}"/>
                  </a:ext>
                </a:extLst>
              </p:cNvPr>
              <p:cNvSpPr/>
              <p:nvPr/>
            </p:nvSpPr>
            <p:spPr bwMode="auto">
              <a:xfrm>
                <a:off x="8071894" y="1579760"/>
                <a:ext cx="306114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5" name="Freeform 644">
                <a:extLst>
                  <a:ext uri="{FF2B5EF4-FFF2-40B4-BE49-F238E27FC236}">
                    <a16:creationId xmlns:a16="http://schemas.microsoft.com/office/drawing/2014/main" id="{E002BB2A-B267-8A48-9B91-52082E68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044" y="1554303"/>
                <a:ext cx="367813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F74FE94D-A590-0E4E-8354-774053E1F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088" y="1614472"/>
                <a:ext cx="135261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9AD5EFD4-B66D-284D-9C63-230BE29C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926" y="1614472"/>
                <a:ext cx="135259" cy="62484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48" name="Straight Connector 647">
                <a:extLst>
                  <a:ext uri="{FF2B5EF4-FFF2-40B4-BE49-F238E27FC236}">
                    <a16:creationId xmlns:a16="http://schemas.microsoft.com/office/drawing/2014/main" id="{29CEE02D-97B1-3140-9018-623A1883308E}"/>
                  </a:ext>
                </a:extLst>
              </p:cNvPr>
              <p:cNvCxnSpPr>
                <a:cxnSpLocks noChangeShapeType="1"/>
                <a:endCxn id="643" idx="2"/>
              </p:cNvCxnSpPr>
              <p:nvPr/>
            </p:nvCxnSpPr>
            <p:spPr bwMode="auto">
              <a:xfrm flipH="1" flipV="1">
                <a:off x="7912903" y="1614472"/>
                <a:ext cx="2374" cy="78683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111F3DC6-5866-664D-B45A-3D908B31D7C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98" y="1619100"/>
                <a:ext cx="2372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5" name="Group 649">
              <a:extLst>
                <a:ext uri="{FF2B5EF4-FFF2-40B4-BE49-F238E27FC236}">
                  <a16:creationId xmlns:a16="http://schemas.microsoft.com/office/drawing/2014/main" id="{D6CC4650-649F-A81D-E701-124099AE79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651" name="Oval 650">
                <a:extLst>
                  <a:ext uri="{FF2B5EF4-FFF2-40B4-BE49-F238E27FC236}">
                    <a16:creationId xmlns:a16="http://schemas.microsoft.com/office/drawing/2014/main" id="{6C428F80-1CED-3A48-AB4B-98748C1AE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183" y="1595582"/>
                <a:ext cx="624095" cy="196706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52" name="Rectangle 651">
                <a:extLst>
                  <a:ext uri="{FF2B5EF4-FFF2-40B4-BE49-F238E27FC236}">
                    <a16:creationId xmlns:a16="http://schemas.microsoft.com/office/drawing/2014/main" id="{7B6E7867-2F7A-A84E-93EA-1564375B8845}"/>
                  </a:ext>
                </a:extLst>
              </p:cNvPr>
              <p:cNvSpPr/>
              <p:nvPr/>
            </p:nvSpPr>
            <p:spPr bwMode="auto">
              <a:xfrm>
                <a:off x="7912811" y="1623353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3" name="Oval 652">
                <a:extLst>
                  <a:ext uri="{FF2B5EF4-FFF2-40B4-BE49-F238E27FC236}">
                    <a16:creationId xmlns:a16="http://schemas.microsoft.com/office/drawing/2014/main" id="{51995D77-1904-804E-AF83-569812497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2811" y="1516900"/>
                <a:ext cx="624093" cy="196706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8389AEC4-7C61-194B-BB68-FA613AC720B0}"/>
                  </a:ext>
                </a:extLst>
              </p:cNvPr>
              <p:cNvSpPr/>
              <p:nvPr/>
            </p:nvSpPr>
            <p:spPr bwMode="auto">
              <a:xfrm>
                <a:off x="8071800" y="1581697"/>
                <a:ext cx="306115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B2719656-F7A9-FE4A-948E-8139A892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952" y="1556240"/>
                <a:ext cx="367811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5C7439BB-63F3-DD4F-BB58-D0C004B7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996" y="1614096"/>
                <a:ext cx="135259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5A699246-A7DB-614A-A852-B325F91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832" y="1616409"/>
                <a:ext cx="135261" cy="60169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58" name="Straight Connector 657">
                <a:extLst>
                  <a:ext uri="{FF2B5EF4-FFF2-40B4-BE49-F238E27FC236}">
                    <a16:creationId xmlns:a16="http://schemas.microsoft.com/office/drawing/2014/main" id="{C3A2FF40-00D1-C54F-8784-EB38ADEE06A6}"/>
                  </a:ext>
                </a:extLst>
              </p:cNvPr>
              <p:cNvCxnSpPr>
                <a:cxnSpLocks noChangeShapeType="1"/>
                <a:endCxn id="653" idx="2"/>
              </p:cNvCxnSpPr>
              <p:nvPr/>
            </p:nvCxnSpPr>
            <p:spPr bwMode="auto">
              <a:xfrm flipH="1" flipV="1">
                <a:off x="7912811" y="1616409"/>
                <a:ext cx="2372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38BA98FC-0638-F445-81E2-78C5C51CEC4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6904" y="1618724"/>
                <a:ext cx="2374" cy="76368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6" name="Group 659">
              <a:extLst>
                <a:ext uri="{FF2B5EF4-FFF2-40B4-BE49-F238E27FC236}">
                  <a16:creationId xmlns:a16="http://schemas.microsoft.com/office/drawing/2014/main" id="{4A82A6E6-1B14-228D-0920-A85AEB3085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440FEE29-F8DC-BB46-993A-18F764C98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193" y="1595591"/>
                <a:ext cx="624095" cy="19670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62" name="Rectangle 661">
                <a:extLst>
                  <a:ext uri="{FF2B5EF4-FFF2-40B4-BE49-F238E27FC236}">
                    <a16:creationId xmlns:a16="http://schemas.microsoft.com/office/drawing/2014/main" id="{238D426E-83FE-7F4B-AD34-921E956D3AF5}"/>
                  </a:ext>
                </a:extLst>
              </p:cNvPr>
              <p:cNvSpPr/>
              <p:nvPr/>
            </p:nvSpPr>
            <p:spPr bwMode="auto">
              <a:xfrm>
                <a:off x="7913821" y="1623361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3" name="Oval 662">
                <a:extLst>
                  <a:ext uri="{FF2B5EF4-FFF2-40B4-BE49-F238E27FC236}">
                    <a16:creationId xmlns:a16="http://schemas.microsoft.com/office/drawing/2014/main" id="{6FA07E72-0B2C-5344-ABD2-017482588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821" y="1516909"/>
                <a:ext cx="624093" cy="19670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67D48717-F7FB-B64C-A558-67B16890A3B7}"/>
                  </a:ext>
                </a:extLst>
              </p:cNvPr>
              <p:cNvSpPr/>
              <p:nvPr/>
            </p:nvSpPr>
            <p:spPr bwMode="auto">
              <a:xfrm>
                <a:off x="8072810" y="1581706"/>
                <a:ext cx="306115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5" name="Freeform 664">
                <a:extLst>
                  <a:ext uri="{FF2B5EF4-FFF2-40B4-BE49-F238E27FC236}">
                    <a16:creationId xmlns:a16="http://schemas.microsoft.com/office/drawing/2014/main" id="{B4E9A5ED-01C2-E94F-BB40-51CF029B2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962" y="1556251"/>
                <a:ext cx="367811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6F8B7F4B-6B24-9643-9180-C520917E0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4006" y="1614105"/>
                <a:ext cx="135259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502AB643-43A5-ED40-86E9-D9D4E3544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842" y="1616420"/>
                <a:ext cx="135261" cy="60169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8721D3BE-3FA0-E547-87AB-F2EEEE246686}"/>
                  </a:ext>
                </a:extLst>
              </p:cNvPr>
              <p:cNvCxnSpPr>
                <a:cxnSpLocks noChangeShapeType="1"/>
                <a:endCxn id="663" idx="2"/>
              </p:cNvCxnSpPr>
              <p:nvPr/>
            </p:nvCxnSpPr>
            <p:spPr bwMode="auto">
              <a:xfrm flipH="1" flipV="1">
                <a:off x="7913821" y="1616420"/>
                <a:ext cx="2372" cy="76368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5A6B7E74-702C-B246-A9C3-0CFDE9A8E81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914" y="1618733"/>
                <a:ext cx="2374" cy="76369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7" name="Group 669">
              <a:extLst>
                <a:ext uri="{FF2B5EF4-FFF2-40B4-BE49-F238E27FC236}">
                  <a16:creationId xmlns:a16="http://schemas.microsoft.com/office/drawing/2014/main" id="{B86B3B5E-8118-5C41-8ED2-98E7F7820A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6313596A-DC08-6E40-B632-2063601B2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6060" y="1594412"/>
                <a:ext cx="624095" cy="199021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9096D2A8-B920-1246-96AE-0540DEC05F19}"/>
                  </a:ext>
                </a:extLst>
              </p:cNvPr>
              <p:cNvSpPr/>
              <p:nvPr/>
            </p:nvSpPr>
            <p:spPr bwMode="auto">
              <a:xfrm>
                <a:off x="7913688" y="1622182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6C715377-73DA-FA45-AA6B-A3E215471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3688" y="1515729"/>
                <a:ext cx="624093" cy="1990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674" name="Freeform 673">
                <a:extLst>
                  <a:ext uri="{FF2B5EF4-FFF2-40B4-BE49-F238E27FC236}">
                    <a16:creationId xmlns:a16="http://schemas.microsoft.com/office/drawing/2014/main" id="{8390839C-B9CE-E04D-8E5A-A7A8D0C68B27}"/>
                  </a:ext>
                </a:extLst>
              </p:cNvPr>
              <p:cNvSpPr/>
              <p:nvPr/>
            </p:nvSpPr>
            <p:spPr bwMode="auto">
              <a:xfrm>
                <a:off x="8072677" y="1580527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897EFBDC-4FDE-DD4B-A514-FC859311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1829" y="1555071"/>
                <a:ext cx="367811" cy="69426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C096EE9C-6AF1-0E48-8DE9-EA509C5C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873" y="1615240"/>
                <a:ext cx="135259" cy="60169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50B15780-B728-AA4D-82AC-A5AC639B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4709" y="1615240"/>
                <a:ext cx="135261" cy="62482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0D879170-F082-1745-B014-88AD5BF68F9A}"/>
                  </a:ext>
                </a:extLst>
              </p:cNvPr>
              <p:cNvCxnSpPr>
                <a:cxnSpLocks noChangeShapeType="1"/>
                <a:endCxn id="673" idx="2"/>
              </p:cNvCxnSpPr>
              <p:nvPr/>
            </p:nvCxnSpPr>
            <p:spPr bwMode="auto">
              <a:xfrm flipH="1" flipV="1">
                <a:off x="7913688" y="1615240"/>
                <a:ext cx="2372" cy="78683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58DCEE5D-DFED-A845-BF5E-A4A70C1D22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781" y="1619869"/>
                <a:ext cx="2374" cy="76368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oup 101">
            <a:extLst>
              <a:ext uri="{FF2B5EF4-FFF2-40B4-BE49-F238E27FC236}">
                <a16:creationId xmlns:a16="http://schemas.microsoft.com/office/drawing/2014/main" id="{1D73C4B6-A54D-06E7-D41D-7400EE8800DE}"/>
              </a:ext>
            </a:extLst>
          </p:cNvPr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39992" name="Group 128">
              <a:extLst>
                <a:ext uri="{FF2B5EF4-FFF2-40B4-BE49-F238E27FC236}">
                  <a16:creationId xmlns:a16="http://schemas.microsoft.com/office/drawing/2014/main" id="{013AF1F9-D737-43EF-57EF-CC7029CB8E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0033" name="Freeform 129">
                <a:extLst>
                  <a:ext uri="{FF2B5EF4-FFF2-40B4-BE49-F238E27FC236}">
                    <a16:creationId xmlns:a16="http://schemas.microsoft.com/office/drawing/2014/main" id="{836E4EBA-3B26-6CDF-8963-893026A38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2706359 w 765"/>
                  <a:gd name="T1" fmla="*/ 9024 h 459"/>
                  <a:gd name="T2" fmla="*/ 1841932 w 765"/>
                  <a:gd name="T3" fmla="*/ 63629 h 459"/>
                  <a:gd name="T4" fmla="*/ 611395 w 765"/>
                  <a:gd name="T5" fmla="*/ 91397 h 459"/>
                  <a:gd name="T6" fmla="*/ 89447 w 765"/>
                  <a:gd name="T7" fmla="*/ 306185 h 459"/>
                  <a:gd name="T8" fmla="*/ 1149489 w 765"/>
                  <a:gd name="T9" fmla="*/ 404483 h 459"/>
                  <a:gd name="T10" fmla="*/ 2212518 w 765"/>
                  <a:gd name="T11" fmla="*/ 388557 h 459"/>
                  <a:gd name="T12" fmla="*/ 3729760 w 765"/>
                  <a:gd name="T13" fmla="*/ 404483 h 459"/>
                  <a:gd name="T14" fmla="*/ 4458313 w 765"/>
                  <a:gd name="T15" fmla="*/ 395601 h 459"/>
                  <a:gd name="T16" fmla="*/ 4803937 w 765"/>
                  <a:gd name="T17" fmla="*/ 339191 h 459"/>
                  <a:gd name="T18" fmla="*/ 4790848 w 765"/>
                  <a:gd name="T19" fmla="*/ 143965 h 459"/>
                  <a:gd name="T20" fmla="*/ 4227927 w 765"/>
                  <a:gd name="T21" fmla="*/ 31235 h 459"/>
                  <a:gd name="T22" fmla="*/ 2706359 w 765"/>
                  <a:gd name="T23" fmla="*/ 9024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4" name="Line 130">
                <a:extLst>
                  <a:ext uri="{FF2B5EF4-FFF2-40B4-BE49-F238E27FC236}">
                    <a16:creationId xmlns:a16="http://schemas.microsoft.com/office/drawing/2014/main" id="{1C68AC7C-321D-AF95-3EC7-842069DCB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5" name="Line 131">
                <a:extLst>
                  <a:ext uri="{FF2B5EF4-FFF2-40B4-BE49-F238E27FC236}">
                    <a16:creationId xmlns:a16="http://schemas.microsoft.com/office/drawing/2014/main" id="{6404E363-880D-8B51-6C6D-A6088A9D1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6" name="Line 132">
                <a:extLst>
                  <a:ext uri="{FF2B5EF4-FFF2-40B4-BE49-F238E27FC236}">
                    <a16:creationId xmlns:a16="http://schemas.microsoft.com/office/drawing/2014/main" id="{38BE07D0-F1D9-BFA5-3EAF-2E09D801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7" name="Line 133">
                <a:extLst>
                  <a:ext uri="{FF2B5EF4-FFF2-40B4-BE49-F238E27FC236}">
                    <a16:creationId xmlns:a16="http://schemas.microsoft.com/office/drawing/2014/main" id="{854D5DA8-4F40-BD36-5918-8C56ABDC3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8" name="Line 134">
                <a:extLst>
                  <a:ext uri="{FF2B5EF4-FFF2-40B4-BE49-F238E27FC236}">
                    <a16:creationId xmlns:a16="http://schemas.microsoft.com/office/drawing/2014/main" id="{9D0DF58F-60AE-83B5-11AC-DFBE552F9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39" name="Line 135">
                <a:extLst>
                  <a:ext uri="{FF2B5EF4-FFF2-40B4-BE49-F238E27FC236}">
                    <a16:creationId xmlns:a16="http://schemas.microsoft.com/office/drawing/2014/main" id="{016E4360-E843-E6D5-1D2A-D676FD270A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0040" name="Group 136">
                <a:extLst>
                  <a:ext uri="{FF2B5EF4-FFF2-40B4-BE49-F238E27FC236}">
                    <a16:creationId xmlns:a16="http://schemas.microsoft.com/office/drawing/2014/main" id="{A8B635F0-3C3D-C615-5AFD-78A1C23B7E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0070" name="Oval 407">
                  <a:extLst>
                    <a:ext uri="{FF2B5EF4-FFF2-40B4-BE49-F238E27FC236}">
                      <a16:creationId xmlns:a16="http://schemas.microsoft.com/office/drawing/2014/main" id="{875F92CB-33D1-F74A-F7D2-F93D14D647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71" name="Rectangle 410">
                  <a:extLst>
                    <a:ext uri="{FF2B5EF4-FFF2-40B4-BE49-F238E27FC236}">
                      <a16:creationId xmlns:a16="http://schemas.microsoft.com/office/drawing/2014/main" id="{99DAEB0F-58E7-E04F-1305-6AEE889635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72" name="Oval 411">
                  <a:extLst>
                    <a:ext uri="{FF2B5EF4-FFF2-40B4-BE49-F238E27FC236}">
                      <a16:creationId xmlns:a16="http://schemas.microsoft.com/office/drawing/2014/main" id="{7432D099-93A2-2C3C-2720-87639BE2E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73" name="Group 140">
                  <a:extLst>
                    <a:ext uri="{FF2B5EF4-FFF2-40B4-BE49-F238E27FC236}">
                      <a16:creationId xmlns:a16="http://schemas.microsoft.com/office/drawing/2014/main" id="{9C96839B-A2BD-6745-F0AD-BF1B17DC8B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76" name="Freeform 141">
                    <a:extLst>
                      <a:ext uri="{FF2B5EF4-FFF2-40B4-BE49-F238E27FC236}">
                        <a16:creationId xmlns:a16="http://schemas.microsoft.com/office/drawing/2014/main" id="{D7C76B46-7F25-2202-D99A-77C4B46A33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077" name="Freeform 142">
                    <a:extLst>
                      <a:ext uri="{FF2B5EF4-FFF2-40B4-BE49-F238E27FC236}">
                        <a16:creationId xmlns:a16="http://schemas.microsoft.com/office/drawing/2014/main" id="{79E97F78-5996-7642-1C5B-16FF2E9A65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0074" name="Line 143">
                  <a:extLst>
                    <a:ext uri="{FF2B5EF4-FFF2-40B4-BE49-F238E27FC236}">
                      <a16:creationId xmlns:a16="http://schemas.microsoft.com/office/drawing/2014/main" id="{F4D736FC-A45A-4620-4616-6B9B76A7F1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75" name="Line 144">
                  <a:extLst>
                    <a:ext uri="{FF2B5EF4-FFF2-40B4-BE49-F238E27FC236}">
                      <a16:creationId xmlns:a16="http://schemas.microsoft.com/office/drawing/2014/main" id="{18B4C184-030C-ADEC-EF51-14D2BB73A3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0041" name="Group 145">
                <a:extLst>
                  <a:ext uri="{FF2B5EF4-FFF2-40B4-BE49-F238E27FC236}">
                    <a16:creationId xmlns:a16="http://schemas.microsoft.com/office/drawing/2014/main" id="{C67E1AE8-6C10-8C6E-DE84-D6F92627A4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0062" name="Oval 407">
                  <a:extLst>
                    <a:ext uri="{FF2B5EF4-FFF2-40B4-BE49-F238E27FC236}">
                      <a16:creationId xmlns:a16="http://schemas.microsoft.com/office/drawing/2014/main" id="{12D5C7E3-C38D-34C7-401E-AF0F8410AF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63" name="Rectangle 410">
                  <a:extLst>
                    <a:ext uri="{FF2B5EF4-FFF2-40B4-BE49-F238E27FC236}">
                      <a16:creationId xmlns:a16="http://schemas.microsoft.com/office/drawing/2014/main" id="{1229BD70-33A8-9D76-373D-451FAA455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64" name="Oval 411">
                  <a:extLst>
                    <a:ext uri="{FF2B5EF4-FFF2-40B4-BE49-F238E27FC236}">
                      <a16:creationId xmlns:a16="http://schemas.microsoft.com/office/drawing/2014/main" id="{D1BF9C1D-7452-DF8B-DE06-7EF99E5E2C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65" name="Group 149">
                  <a:extLst>
                    <a:ext uri="{FF2B5EF4-FFF2-40B4-BE49-F238E27FC236}">
                      <a16:creationId xmlns:a16="http://schemas.microsoft.com/office/drawing/2014/main" id="{9B2507ED-0FB7-5A98-BDBE-0C2B87FB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8" name="Freeform 150">
                    <a:extLst>
                      <a:ext uri="{FF2B5EF4-FFF2-40B4-BE49-F238E27FC236}">
                        <a16:creationId xmlns:a16="http://schemas.microsoft.com/office/drawing/2014/main" id="{7D138AFA-DC69-78D1-40A6-39B7E4B1E9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069" name="Freeform 151">
                    <a:extLst>
                      <a:ext uri="{FF2B5EF4-FFF2-40B4-BE49-F238E27FC236}">
                        <a16:creationId xmlns:a16="http://schemas.microsoft.com/office/drawing/2014/main" id="{ABD14498-801E-E0CE-D9F4-7523874ED8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0066" name="Line 152">
                  <a:extLst>
                    <a:ext uri="{FF2B5EF4-FFF2-40B4-BE49-F238E27FC236}">
                      <a16:creationId xmlns:a16="http://schemas.microsoft.com/office/drawing/2014/main" id="{ACB8B441-1213-4287-0186-9214ED0491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67" name="Line 153">
                  <a:extLst>
                    <a:ext uri="{FF2B5EF4-FFF2-40B4-BE49-F238E27FC236}">
                      <a16:creationId xmlns:a16="http://schemas.microsoft.com/office/drawing/2014/main" id="{71B84AFE-5352-0373-0AE2-5BD2F23822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0042" name="Group 154">
                <a:extLst>
                  <a:ext uri="{FF2B5EF4-FFF2-40B4-BE49-F238E27FC236}">
                    <a16:creationId xmlns:a16="http://schemas.microsoft.com/office/drawing/2014/main" id="{7AFD6D10-CC73-F597-1627-F5976EBFC7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0054" name="Oval 407">
                  <a:extLst>
                    <a:ext uri="{FF2B5EF4-FFF2-40B4-BE49-F238E27FC236}">
                      <a16:creationId xmlns:a16="http://schemas.microsoft.com/office/drawing/2014/main" id="{AA7F36A0-A1B6-59FF-1A35-58B2CA5370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55" name="Rectangle 410">
                  <a:extLst>
                    <a:ext uri="{FF2B5EF4-FFF2-40B4-BE49-F238E27FC236}">
                      <a16:creationId xmlns:a16="http://schemas.microsoft.com/office/drawing/2014/main" id="{4B9AE19B-4DA7-0246-BF4C-6FE36F627E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56" name="Oval 411">
                  <a:extLst>
                    <a:ext uri="{FF2B5EF4-FFF2-40B4-BE49-F238E27FC236}">
                      <a16:creationId xmlns:a16="http://schemas.microsoft.com/office/drawing/2014/main" id="{80E07ABC-5C85-5E1A-4298-0C1BF3311B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57" name="Group 158">
                  <a:extLst>
                    <a:ext uri="{FF2B5EF4-FFF2-40B4-BE49-F238E27FC236}">
                      <a16:creationId xmlns:a16="http://schemas.microsoft.com/office/drawing/2014/main" id="{8FB355AD-DED7-11EA-52AF-70D20BFAC9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0" name="Freeform 159">
                    <a:extLst>
                      <a:ext uri="{FF2B5EF4-FFF2-40B4-BE49-F238E27FC236}">
                        <a16:creationId xmlns:a16="http://schemas.microsoft.com/office/drawing/2014/main" id="{16F74E58-4E9E-D4C5-EF86-570D504DAB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061" name="Freeform 160">
                    <a:extLst>
                      <a:ext uri="{FF2B5EF4-FFF2-40B4-BE49-F238E27FC236}">
                        <a16:creationId xmlns:a16="http://schemas.microsoft.com/office/drawing/2014/main" id="{90E8CB0D-61AE-FAA3-57D9-42E554155A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0058" name="Line 161">
                  <a:extLst>
                    <a:ext uri="{FF2B5EF4-FFF2-40B4-BE49-F238E27FC236}">
                      <a16:creationId xmlns:a16="http://schemas.microsoft.com/office/drawing/2014/main" id="{69BA316E-E60C-CD50-DF3C-D303E80D2B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59" name="Line 162">
                  <a:extLst>
                    <a:ext uri="{FF2B5EF4-FFF2-40B4-BE49-F238E27FC236}">
                      <a16:creationId xmlns:a16="http://schemas.microsoft.com/office/drawing/2014/main" id="{F75FB2AA-2B2E-2DCE-A880-09E58466DE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0043" name="Group 163">
                <a:extLst>
                  <a:ext uri="{FF2B5EF4-FFF2-40B4-BE49-F238E27FC236}">
                    <a16:creationId xmlns:a16="http://schemas.microsoft.com/office/drawing/2014/main" id="{DB2A39FD-D092-D708-F8F2-3E1ACBC4FE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0046" name="Oval 407">
                  <a:extLst>
                    <a:ext uri="{FF2B5EF4-FFF2-40B4-BE49-F238E27FC236}">
                      <a16:creationId xmlns:a16="http://schemas.microsoft.com/office/drawing/2014/main" id="{E1F52331-A35E-1362-5AA3-5F186FFB54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47" name="Rectangle 410">
                  <a:extLst>
                    <a:ext uri="{FF2B5EF4-FFF2-40B4-BE49-F238E27FC236}">
                      <a16:creationId xmlns:a16="http://schemas.microsoft.com/office/drawing/2014/main" id="{93C0A858-A1FF-AF79-2665-1C8A5017B3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48" name="Oval 411">
                  <a:extLst>
                    <a:ext uri="{FF2B5EF4-FFF2-40B4-BE49-F238E27FC236}">
                      <a16:creationId xmlns:a16="http://schemas.microsoft.com/office/drawing/2014/main" id="{DFDABD4F-9A78-3D0C-ACA3-AB70CD7294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49" name="Group 167">
                  <a:extLst>
                    <a:ext uri="{FF2B5EF4-FFF2-40B4-BE49-F238E27FC236}">
                      <a16:creationId xmlns:a16="http://schemas.microsoft.com/office/drawing/2014/main" id="{CF611373-D106-12C6-3DF8-50E357DF67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52" name="Freeform 168">
                    <a:extLst>
                      <a:ext uri="{FF2B5EF4-FFF2-40B4-BE49-F238E27FC236}">
                        <a16:creationId xmlns:a16="http://schemas.microsoft.com/office/drawing/2014/main" id="{D41DBA0F-BBE4-FD39-E9E5-77694AF118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053" name="Freeform 169">
                    <a:extLst>
                      <a:ext uri="{FF2B5EF4-FFF2-40B4-BE49-F238E27FC236}">
                        <a16:creationId xmlns:a16="http://schemas.microsoft.com/office/drawing/2014/main" id="{23271D8A-DCF7-12FD-CA8E-2A0519E882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0050" name="Line 170">
                  <a:extLst>
                    <a:ext uri="{FF2B5EF4-FFF2-40B4-BE49-F238E27FC236}">
                      <a16:creationId xmlns:a16="http://schemas.microsoft.com/office/drawing/2014/main" id="{1ABED04F-4890-ABE6-97E5-2BDE0FA352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51" name="Line 171">
                  <a:extLst>
                    <a:ext uri="{FF2B5EF4-FFF2-40B4-BE49-F238E27FC236}">
                      <a16:creationId xmlns:a16="http://schemas.microsoft.com/office/drawing/2014/main" id="{ADC19C65-8058-18B5-D4C3-772D23D51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0044" name="Line 172">
                <a:extLst>
                  <a:ext uri="{FF2B5EF4-FFF2-40B4-BE49-F238E27FC236}">
                    <a16:creationId xmlns:a16="http://schemas.microsoft.com/office/drawing/2014/main" id="{4609E063-06DE-6B1C-DCB0-1BC26BC31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045" name="Text Box 580">
                <a:extLst>
                  <a:ext uri="{FF2B5EF4-FFF2-40B4-BE49-F238E27FC236}">
                    <a16:creationId xmlns:a16="http://schemas.microsoft.com/office/drawing/2014/main" id="{CCEEBBBA-364B-3020-7E2C-C749D028B5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</a:rPr>
                  <a:t>ISP</a:t>
                </a:r>
              </a:p>
            </p:txBody>
          </p:sp>
        </p:grpSp>
        <p:grpSp>
          <p:nvGrpSpPr>
            <p:cNvPr id="39993" name="Group 347">
              <a:extLst>
                <a:ext uri="{FF2B5EF4-FFF2-40B4-BE49-F238E27FC236}">
                  <a16:creationId xmlns:a16="http://schemas.microsoft.com/office/drawing/2014/main" id="{A337AB23-21AA-E3FF-0388-9197FBA7DD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4066A0C6-AF0A-B048-BB8F-476D6F908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89C3C13E-621B-DF42-A872-4261BC8AE5EC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A6A4C9F6-B1B4-5F49-8376-5360D01BD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484567C-F308-A64C-9CEA-ED3CF3D51853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56C84E72-E085-674B-B26A-0102F040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D2751F2-9494-1D41-A0A4-9E0EAF90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387316D9-7FE9-F344-A764-FF911FC7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7F020502-06E1-4845-9E3E-8AAC4F03F7A6}"/>
                  </a:ext>
                </a:extLst>
              </p:cNvPr>
              <p:cNvCxnSpPr>
                <a:cxnSpLocks noChangeShapeType="1"/>
                <a:endCxn id="137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8519CE2F-66B5-FC41-9648-AF18CBB597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4" name="Group 347">
              <a:extLst>
                <a:ext uri="{FF2B5EF4-FFF2-40B4-BE49-F238E27FC236}">
                  <a16:creationId xmlns:a16="http://schemas.microsoft.com/office/drawing/2014/main" id="{B1B103E6-7F10-9815-DE0D-C692BFF87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6C5F98EC-E513-2643-80C5-B9F650CB7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17246447-DF53-4040-8C88-FB67AC5CAE8D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606458FD-A37A-C849-9B15-D00E5B9C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62D5F3EF-4189-7B4B-B793-2B758CED7BAF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BD20F953-941F-ED48-ACA3-C04DC1D23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29CAF4A7-1642-FC4C-8FD6-8A3E9A3A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7FF5C9F-2201-F94D-B1E6-059A55834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6BF62604-4BA6-F14A-9267-796714984B47}"/>
                  </a:ext>
                </a:extLst>
              </p:cNvPr>
              <p:cNvCxnSpPr>
                <a:cxnSpLocks noChangeShapeType="1"/>
                <a:endCxn id="128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F37B0188-9602-254B-91F2-EE44D51B20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5" name="Group 347">
              <a:extLst>
                <a:ext uri="{FF2B5EF4-FFF2-40B4-BE49-F238E27FC236}">
                  <a16:creationId xmlns:a16="http://schemas.microsoft.com/office/drawing/2014/main" id="{56F8282A-B022-7181-AD8E-41601BA37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C71B2A39-F0F4-104B-A12D-FAB6695D1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F13FD731-70AC-8248-9FD6-C41F4CFBAD63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CD04F4B-9E50-154E-A293-630B55A1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21FD802F-898F-1A4C-B5A5-0ABDF7E2788A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2C385D30-8430-9245-9993-58D7EC962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65ECB0C-44F6-C24F-A897-939D9FDB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B106D948-A06D-8946-B260-299FA3CE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D7EB2BD8-037E-A943-BE66-AD76EB770ECA}"/>
                  </a:ext>
                </a:extLst>
              </p:cNvPr>
              <p:cNvCxnSpPr>
                <a:cxnSpLocks noChangeShapeType="1"/>
                <a:endCxn id="119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3B9B9EEA-B40E-2B48-B562-C6F7DFA8EF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6" name="Group 347">
              <a:extLst>
                <a:ext uri="{FF2B5EF4-FFF2-40B4-BE49-F238E27FC236}">
                  <a16:creationId xmlns:a16="http://schemas.microsoft.com/office/drawing/2014/main" id="{5B1CFFB0-AE65-FA38-A546-998A2C912D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40648614-F1B7-D74A-AD0A-AC110B01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60" y="1694963"/>
                <a:ext cx="11266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ED01489D-905D-3941-B322-AE272F1B897F}"/>
                  </a:ext>
                </a:extLst>
              </p:cNvPr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B7A14574-99C2-DB45-85EE-799B7007B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712" y="1576347"/>
                <a:ext cx="1126660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0D326F35-3362-0946-8B86-7EEED3DF15B5}"/>
                  </a:ext>
                </a:extLst>
              </p:cNvPr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44C2061-3C6A-434F-9D7D-1EDE1C97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597" y="1633076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1B791611-873B-954B-AD76-12A8B2E8F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896" y="1728486"/>
                <a:ext cx="242327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CA283A24-19B0-824F-8AE4-66539DA3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009" y="1731063"/>
                <a:ext cx="2391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706007BD-112C-F74C-90AD-E874598090B0}"/>
                  </a:ext>
                </a:extLst>
              </p:cNvPr>
              <p:cNvCxnSpPr>
                <a:cxnSpLocks noChangeShapeType="1"/>
                <a:endCxn id="110" idx="2"/>
              </p:cNvCxnSpPr>
              <p:nvPr/>
            </p:nvCxnSpPr>
            <p:spPr bwMode="auto">
              <a:xfrm flipH="1" flipV="1">
                <a:off x="1870712" y="1736221"/>
                <a:ext cx="3148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07EB7621-6D9F-104E-90FD-53218C0EFF7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72" y="1736221"/>
                <a:ext cx="3148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9938" name="Footer Placeholder 2">
            <a:extLst>
              <a:ext uri="{FF2B5EF4-FFF2-40B4-BE49-F238E27FC236}">
                <a16:creationId xmlns:a16="http://schemas.microsoft.com/office/drawing/2014/main" id="{2447877D-7EB2-0EA9-3F24-BDA54544A7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39939" name="Picture 4" descr="underline_base">
            <a:extLst>
              <a:ext uri="{FF2B5EF4-FFF2-40B4-BE49-F238E27FC236}">
                <a16:creationId xmlns:a16="http://schemas.microsoft.com/office/drawing/2014/main" id="{FB2B906E-5183-F438-D707-0259E2C3890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860425"/>
            <a:ext cx="834866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0" name="Title 41">
            <a:extLst>
              <a:ext uri="{FF2B5EF4-FFF2-40B4-BE49-F238E27FC236}">
                <a16:creationId xmlns:a16="http://schemas.microsoft.com/office/drawing/2014/main" id="{CF2041A2-947C-9BB5-DF51-51309003B51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28600"/>
            <a:ext cx="8567738" cy="835025"/>
          </a:xfrm>
        </p:spPr>
        <p:txBody>
          <a:bodyPr/>
          <a:lstStyle/>
          <a:p>
            <a:pPr eaLnBrk="1" hangingPunct="1"/>
            <a:r>
              <a:rPr lang="en-US" altLang="zh-CN" sz="3600" dirty="0">
                <a:ea typeface="ＭＳ Ｐゴシック" panose="020B0600070205080204" pitchFamily="34" charset="-128"/>
              </a:rPr>
              <a:t>Access network: digital subscriber line </a:t>
            </a:r>
            <a:r>
              <a:rPr lang="en-US" altLang="zh-CN" sz="2800" dirty="0">
                <a:ea typeface="ＭＳ Ｐゴシック" panose="020B0600070205080204" pitchFamily="34" charset="-128"/>
              </a:rPr>
              <a:t>(DSL)</a:t>
            </a:r>
          </a:p>
        </p:txBody>
      </p:sp>
      <p:sp>
        <p:nvSpPr>
          <p:cNvPr id="39941" name="Freeform 3">
            <a:extLst>
              <a:ext uri="{FF2B5EF4-FFF2-40B4-BE49-F238E27FC236}">
                <a16:creationId xmlns:a16="http://schemas.microsoft.com/office/drawing/2014/main" id="{0D5DFC02-6A7F-34B3-4110-8E7B208FCED4}"/>
              </a:ext>
            </a:extLst>
          </p:cNvPr>
          <p:cNvSpPr>
            <a:spLocks/>
          </p:cNvSpPr>
          <p:nvPr/>
        </p:nvSpPr>
        <p:spPr bwMode="auto">
          <a:xfrm>
            <a:off x="4305300" y="1501775"/>
            <a:ext cx="2216150" cy="1477963"/>
          </a:xfrm>
          <a:custGeom>
            <a:avLst/>
            <a:gdLst>
              <a:gd name="T0" fmla="*/ 2147483646 w 1396"/>
              <a:gd name="T1" fmla="*/ 2147483646 h 931"/>
              <a:gd name="T2" fmla="*/ 2147483646 w 1396"/>
              <a:gd name="T3" fmla="*/ 2147483646 h 931"/>
              <a:gd name="T4" fmla="*/ 2147483646 w 1396"/>
              <a:gd name="T5" fmla="*/ 2147483646 h 931"/>
              <a:gd name="T6" fmla="*/ 2147483646 w 1396"/>
              <a:gd name="T7" fmla="*/ 2147483646 h 931"/>
              <a:gd name="T8" fmla="*/ 2147483646 w 1396"/>
              <a:gd name="T9" fmla="*/ 2147483646 h 931"/>
              <a:gd name="T10" fmla="*/ 2147483646 w 1396"/>
              <a:gd name="T11" fmla="*/ 2147483646 h 931"/>
              <a:gd name="T12" fmla="*/ 2147483646 w 1396"/>
              <a:gd name="T13" fmla="*/ 2147483646 h 931"/>
              <a:gd name="T14" fmla="*/ 2147483646 w 1396"/>
              <a:gd name="T15" fmla="*/ 2147483646 h 931"/>
              <a:gd name="T16" fmla="*/ 2147483646 w 1396"/>
              <a:gd name="T17" fmla="*/ 2147483646 h 931"/>
              <a:gd name="T18" fmla="*/ 2147483646 w 1396"/>
              <a:gd name="T19" fmla="*/ 2147483646 h 931"/>
              <a:gd name="T20" fmla="*/ 2147483646 w 1396"/>
              <a:gd name="T21" fmla="*/ 2147483646 h 931"/>
              <a:gd name="T22" fmla="*/ 2147483646 w 1396"/>
              <a:gd name="T23" fmla="*/ 2147483646 h 931"/>
              <a:gd name="T24" fmla="*/ 2147483646 w 1396"/>
              <a:gd name="T25" fmla="*/ 2147483646 h 931"/>
              <a:gd name="T26" fmla="*/ 2147483646 w 1396"/>
              <a:gd name="T27" fmla="*/ 2147483646 h 931"/>
              <a:gd name="T28" fmla="*/ 2147483646 w 1396"/>
              <a:gd name="T29" fmla="*/ 2147483646 h 931"/>
              <a:gd name="T30" fmla="*/ 2147483646 w 1396"/>
              <a:gd name="T31" fmla="*/ 2147483646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42" name="Oval 9">
            <a:extLst>
              <a:ext uri="{FF2B5EF4-FFF2-40B4-BE49-F238E27FC236}">
                <a16:creationId xmlns:a16="http://schemas.microsoft.com/office/drawing/2014/main" id="{EF040042-6396-B117-3D2A-1170C9835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20821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39943" name="Oval 12">
            <a:extLst>
              <a:ext uri="{FF2B5EF4-FFF2-40B4-BE49-F238E27FC236}">
                <a16:creationId xmlns:a16="http://schemas.microsoft.com/office/drawing/2014/main" id="{06E17CC3-83F6-6431-AB3F-43A6EC2D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183673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39944" name="Line 15">
            <a:extLst>
              <a:ext uri="{FF2B5EF4-FFF2-40B4-BE49-F238E27FC236}">
                <a16:creationId xmlns:a16="http://schemas.microsoft.com/office/drawing/2014/main" id="{2CD321DF-65CA-5831-EE4E-7DD97B3AF7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2738" y="197802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9945" name="Line 16">
            <a:extLst>
              <a:ext uri="{FF2B5EF4-FFF2-40B4-BE49-F238E27FC236}">
                <a16:creationId xmlns:a16="http://schemas.microsoft.com/office/drawing/2014/main" id="{917CA3C3-62D9-D766-833B-3B093E56A32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6438" y="195421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9946" name="Rectangle 44">
            <a:extLst>
              <a:ext uri="{FF2B5EF4-FFF2-40B4-BE49-F238E27FC236}">
                <a16:creationId xmlns:a16="http://schemas.microsoft.com/office/drawing/2014/main" id="{14111A2A-0AFE-18C7-ABD9-B5939CB2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4700" y="195738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39947" name="Text Box 45">
            <a:extLst>
              <a:ext uri="{FF2B5EF4-FFF2-40B4-BE49-F238E27FC236}">
                <a16:creationId xmlns:a16="http://schemas.microsoft.com/office/drawing/2014/main" id="{78738125-70BA-52F9-E843-055867FF9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147637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central office</a:t>
            </a:r>
          </a:p>
        </p:txBody>
      </p:sp>
      <p:sp>
        <p:nvSpPr>
          <p:cNvPr id="39948" name="Line 14">
            <a:extLst>
              <a:ext uri="{FF2B5EF4-FFF2-40B4-BE49-F238E27FC236}">
                <a16:creationId xmlns:a16="http://schemas.microsoft.com/office/drawing/2014/main" id="{EAAEB6D4-43E9-CDD6-3F52-6222090459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36378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9949" name="Text Box 17">
            <a:extLst>
              <a:ext uri="{FF2B5EF4-FFF2-40B4-BE49-F238E27FC236}">
                <a16:creationId xmlns:a16="http://schemas.microsoft.com/office/drawing/2014/main" id="{5632B17B-8520-57E1-368A-72559DA1B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2013" y="153035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telephone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network</a:t>
            </a:r>
          </a:p>
        </p:txBody>
      </p:sp>
      <p:grpSp>
        <p:nvGrpSpPr>
          <p:cNvPr id="39950" name="Group 108">
            <a:extLst>
              <a:ext uri="{FF2B5EF4-FFF2-40B4-BE49-F238E27FC236}">
                <a16:creationId xmlns:a16="http://schemas.microsoft.com/office/drawing/2014/main" id="{982E6BFE-EBAE-7DD8-B082-14152C790A47}"/>
              </a:ext>
            </a:extLst>
          </p:cNvPr>
          <p:cNvGrpSpPr>
            <a:grpSpLocks/>
          </p:cNvGrpSpPr>
          <p:nvPr/>
        </p:nvGrpSpPr>
        <p:grpSpPr bwMode="auto">
          <a:xfrm>
            <a:off x="4641850" y="2074863"/>
            <a:ext cx="368300" cy="519112"/>
            <a:chOff x="1852" y="2562"/>
            <a:chExt cx="355" cy="471"/>
          </a:xfrm>
        </p:grpSpPr>
        <p:sp>
          <p:nvSpPr>
            <p:cNvPr id="39986" name="Freeform 109">
              <a:extLst>
                <a:ext uri="{FF2B5EF4-FFF2-40B4-BE49-F238E27FC236}">
                  <a16:creationId xmlns:a16="http://schemas.microsoft.com/office/drawing/2014/main" id="{001D3051-925E-838C-6D87-64B0BEF4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7" name="Freeform 110">
              <a:extLst>
                <a:ext uri="{FF2B5EF4-FFF2-40B4-BE49-F238E27FC236}">
                  <a16:creationId xmlns:a16="http://schemas.microsoft.com/office/drawing/2014/main" id="{982B26DE-800D-A335-8E7A-B84B6DB4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8" name="Line 111">
              <a:extLst>
                <a:ext uri="{FF2B5EF4-FFF2-40B4-BE49-F238E27FC236}">
                  <a16:creationId xmlns:a16="http://schemas.microsoft.com/office/drawing/2014/main" id="{3D51A7B4-4952-A1CA-C9C8-553C40936A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9" name="Line 112">
              <a:extLst>
                <a:ext uri="{FF2B5EF4-FFF2-40B4-BE49-F238E27FC236}">
                  <a16:creationId xmlns:a16="http://schemas.microsoft.com/office/drawing/2014/main" id="{19854727-FCA6-5DE8-6683-11D2752058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0" name="Freeform 113">
              <a:extLst>
                <a:ext uri="{FF2B5EF4-FFF2-40B4-BE49-F238E27FC236}">
                  <a16:creationId xmlns:a16="http://schemas.microsoft.com/office/drawing/2014/main" id="{BDA1C1F6-6D06-7EA1-212A-69525B75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1" name="Freeform 114">
              <a:extLst>
                <a:ext uri="{FF2B5EF4-FFF2-40B4-BE49-F238E27FC236}">
                  <a16:creationId xmlns:a16="http://schemas.microsoft.com/office/drawing/2014/main" id="{9EF7FF2F-25F7-536E-F5EC-8C1DC974D5C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951" name="Text Box 115">
            <a:extLst>
              <a:ext uri="{FF2B5EF4-FFF2-40B4-BE49-F238E27FC236}">
                <a16:creationId xmlns:a16="http://schemas.microsoft.com/office/drawing/2014/main" id="{80634FC0-916A-F028-1621-C3233D0848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1175" y="261937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DSLAM</a:t>
            </a:r>
          </a:p>
        </p:txBody>
      </p:sp>
      <p:grpSp>
        <p:nvGrpSpPr>
          <p:cNvPr id="39952" name="Group 118">
            <a:extLst>
              <a:ext uri="{FF2B5EF4-FFF2-40B4-BE49-F238E27FC236}">
                <a16:creationId xmlns:a16="http://schemas.microsoft.com/office/drawing/2014/main" id="{794CF680-9C0D-92AD-9DFD-43B3BB90B1A7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1362075"/>
            <a:ext cx="796925" cy="658813"/>
            <a:chOff x="1671" y="1861"/>
            <a:chExt cx="502" cy="415"/>
          </a:xfrm>
        </p:grpSpPr>
        <p:sp>
          <p:nvSpPr>
            <p:cNvPr id="39984" name="Rectangle 116">
              <a:extLst>
                <a:ext uri="{FF2B5EF4-FFF2-40B4-BE49-F238E27FC236}">
                  <a16:creationId xmlns:a16="http://schemas.microsoft.com/office/drawing/2014/main" id="{942039A3-1577-7E99-6106-D77687004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85" name="AutoShape 117">
              <a:extLst>
                <a:ext uri="{FF2B5EF4-FFF2-40B4-BE49-F238E27FC236}">
                  <a16:creationId xmlns:a16="http://schemas.microsoft.com/office/drawing/2014/main" id="{4AA74D51-4511-1EA0-4B39-EB11A3D6B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sp>
        <p:nvSpPr>
          <p:cNvPr id="39953" name="Freeform 119">
            <a:extLst>
              <a:ext uri="{FF2B5EF4-FFF2-40B4-BE49-F238E27FC236}">
                <a16:creationId xmlns:a16="http://schemas.microsoft.com/office/drawing/2014/main" id="{24A91319-4057-7D68-DDAA-D4ABB71A45B1}"/>
              </a:ext>
            </a:extLst>
          </p:cNvPr>
          <p:cNvSpPr>
            <a:spLocks/>
          </p:cNvSpPr>
          <p:nvPr/>
        </p:nvSpPr>
        <p:spPr bwMode="auto">
          <a:xfrm>
            <a:off x="3986213" y="195103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6 h 151"/>
              <a:gd name="T4" fmla="*/ 2147483646 w 425"/>
              <a:gd name="T5" fmla="*/ 2147483646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4" name="Line 120">
            <a:extLst>
              <a:ext uri="{FF2B5EF4-FFF2-40B4-BE49-F238E27FC236}">
                <a16:creationId xmlns:a16="http://schemas.microsoft.com/office/drawing/2014/main" id="{33A9BB25-574A-4383-AD54-E4067CDDA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4913" y="231616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55" name="Freeform 123">
            <a:extLst>
              <a:ext uri="{FF2B5EF4-FFF2-40B4-BE49-F238E27FC236}">
                <a16:creationId xmlns:a16="http://schemas.microsoft.com/office/drawing/2014/main" id="{18B56625-8A16-EDAB-9AB3-DABA967DBF57}"/>
              </a:ext>
            </a:extLst>
          </p:cNvPr>
          <p:cNvSpPr>
            <a:spLocks/>
          </p:cNvSpPr>
          <p:nvPr/>
        </p:nvSpPr>
        <p:spPr bwMode="auto">
          <a:xfrm>
            <a:off x="5014913" y="238442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6 w 292"/>
              <a:gd name="T3" fmla="*/ 0 h 636"/>
              <a:gd name="T4" fmla="*/ 2147483646 w 292"/>
              <a:gd name="T5" fmla="*/ 2147483646 h 636"/>
              <a:gd name="T6" fmla="*/ 2147483646 w 292"/>
              <a:gd name="T7" fmla="*/ 2147483646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" name="Group 135">
            <a:extLst>
              <a:ext uri="{FF2B5EF4-FFF2-40B4-BE49-F238E27FC236}">
                <a16:creationId xmlns:a16="http://schemas.microsoft.com/office/drawing/2014/main" id="{5BA7E7BF-71D7-D0D4-902F-AF4233F296A0}"/>
              </a:ext>
            </a:extLst>
          </p:cNvPr>
          <p:cNvGrpSpPr>
            <a:grpSpLocks/>
          </p:cNvGrpSpPr>
          <p:nvPr/>
        </p:nvGrpSpPr>
        <p:grpSpPr bwMode="auto">
          <a:xfrm>
            <a:off x="777875" y="2441575"/>
            <a:ext cx="3117850" cy="1611313"/>
            <a:chOff x="490" y="1538"/>
            <a:chExt cx="1964" cy="1015"/>
          </a:xfrm>
        </p:grpSpPr>
        <p:sp>
          <p:nvSpPr>
            <p:cNvPr id="39982" name="Text Box 124">
              <a:extLst>
                <a:ext uri="{FF2B5EF4-FFF2-40B4-BE49-F238E27FC236}">
                  <a16:creationId xmlns:a16="http://schemas.microsoft.com/office/drawing/2014/main" id="{30A335AA-7A7E-A8D1-AACE-DB7805DAA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voice, data transmitted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at different frequencies over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</a:rPr>
                <a:t>dedicated </a:t>
              </a:r>
              <a:r>
                <a:rPr lang="en-US" altLang="zh-CN" sz="1600" i="1">
                  <a:latin typeface="Arial" panose="020B0604020202020204" pitchFamily="34" charset="0"/>
                </a:rPr>
                <a:t>line to central office</a:t>
              </a:r>
            </a:p>
          </p:txBody>
        </p:sp>
        <p:sp>
          <p:nvSpPr>
            <p:cNvPr id="39983" name="Line 125">
              <a:extLst>
                <a:ext uri="{FF2B5EF4-FFF2-40B4-BE49-F238E27FC236}">
                  <a16:creationId xmlns:a16="http://schemas.microsoft.com/office/drawing/2014/main" id="{740AD4CD-2D08-E6BA-7571-D8607221E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4384" name="Rectangle 52">
            <a:extLst>
              <a:ext uri="{FF2B5EF4-FFF2-40B4-BE49-F238E27FC236}">
                <a16:creationId xmlns:a16="http://schemas.microsoft.com/office/drawing/2014/main" id="{59FE1D57-6B38-A607-AF4A-2715594D7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995738"/>
            <a:ext cx="9118600" cy="240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38188" indent="-28098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7763" indent="-233363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Tx/>
              <a:buNone/>
            </a:pPr>
            <a:endParaRPr lang="en-US" altLang="zh-CN" sz="2400" dirty="0">
              <a:solidFill>
                <a:srgbClr val="FF0000"/>
              </a:solidFill>
              <a:latin typeface="Comic Sans MS" panose="030F0902030302020204" pitchFamily="66" charset="0"/>
            </a:endParaRPr>
          </a:p>
          <a:p>
            <a:pPr lvl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dirty="0">
                <a:ea typeface="ＭＳ Ｐゴシック" panose="020B0600070205080204" pitchFamily="34" charset="-128"/>
              </a:rPr>
              <a:t>use </a:t>
            </a:r>
            <a:r>
              <a:rPr lang="en-US" altLang="zh-CN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existing</a:t>
            </a:r>
            <a:r>
              <a:rPr lang="en-US" altLang="zh-CN" dirty="0">
                <a:ea typeface="ＭＳ Ｐゴシック" panose="020B0600070205080204" pitchFamily="34" charset="-128"/>
              </a:rPr>
              <a:t> telephone line to central office DSLAM</a:t>
            </a:r>
          </a:p>
          <a:p>
            <a:pPr lvl="2">
              <a:lnSpc>
                <a:spcPct val="85000"/>
              </a:lnSpc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zh-CN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data over DSL phone line goes to Internet</a:t>
            </a:r>
          </a:p>
          <a:p>
            <a:pPr lvl="2">
              <a:lnSpc>
                <a:spcPct val="85000"/>
              </a:lnSpc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zh-CN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voice over DSL phone line goes to telephone net</a:t>
            </a:r>
          </a:p>
          <a:p>
            <a:pPr lvl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dirty="0">
                <a:ea typeface="ＭＳ Ｐゴシック" panose="020B0600070205080204" pitchFamily="34" charset="-128"/>
              </a:rPr>
              <a:t>&lt; 2.5 Mbps upstream transmission rate (typically &lt; 1 Mbps)</a:t>
            </a:r>
          </a:p>
          <a:p>
            <a:pPr lvl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dirty="0">
                <a:ea typeface="ＭＳ Ｐゴシック" panose="020B0600070205080204" pitchFamily="34" charset="-128"/>
              </a:rPr>
              <a:t>&lt; 24 Mbps downstream transmission rate (typically &lt; 10 Mbps)</a:t>
            </a:r>
          </a:p>
        </p:txBody>
      </p:sp>
      <p:sp>
        <p:nvSpPr>
          <p:cNvPr id="39958" name="Rectangle 90">
            <a:extLst>
              <a:ext uri="{FF2B5EF4-FFF2-40B4-BE49-F238E27FC236}">
                <a16:creationId xmlns:a16="http://schemas.microsoft.com/office/drawing/2014/main" id="{9842C1B5-3126-7479-26E6-AD2631ECA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8250" y="181451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39959" name="Line 7">
            <a:extLst>
              <a:ext uri="{FF2B5EF4-FFF2-40B4-BE49-F238E27FC236}">
                <a16:creationId xmlns:a16="http://schemas.microsoft.com/office/drawing/2014/main" id="{141BC600-7F55-0213-5267-39180E3C1B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4025" y="236537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9960" name="Text Box 39">
            <a:extLst>
              <a:ext uri="{FF2B5EF4-FFF2-40B4-BE49-F238E27FC236}">
                <a16:creationId xmlns:a16="http://schemas.microsoft.com/office/drawing/2014/main" id="{F279490F-80F4-C5B4-FDF2-C166950343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5963" y="247173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DSL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modem</a:t>
            </a:r>
          </a:p>
        </p:txBody>
      </p:sp>
      <p:sp>
        <p:nvSpPr>
          <p:cNvPr id="39961" name="Text Box 41">
            <a:extLst>
              <a:ext uri="{FF2B5EF4-FFF2-40B4-BE49-F238E27FC236}">
                <a16:creationId xmlns:a16="http://schemas.microsoft.com/office/drawing/2014/main" id="{0520D1B2-578C-3A26-AFD3-A290ACD8C3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3825" y="249555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splitter</a:t>
            </a:r>
          </a:p>
        </p:txBody>
      </p:sp>
      <p:grpSp>
        <p:nvGrpSpPr>
          <p:cNvPr id="39962" name="Group 94">
            <a:extLst>
              <a:ext uri="{FF2B5EF4-FFF2-40B4-BE49-F238E27FC236}">
                <a16:creationId xmlns:a16="http://schemas.microsoft.com/office/drawing/2014/main" id="{C792ED8A-B4B7-94E1-16E4-9AB14E79A780}"/>
              </a:ext>
            </a:extLst>
          </p:cNvPr>
          <p:cNvGrpSpPr>
            <a:grpSpLocks/>
          </p:cNvGrpSpPr>
          <p:nvPr/>
        </p:nvGrpSpPr>
        <p:grpSpPr bwMode="auto">
          <a:xfrm>
            <a:off x="2079625" y="2252663"/>
            <a:ext cx="614363" cy="220662"/>
            <a:chOff x="322" y="890"/>
            <a:chExt cx="872" cy="339"/>
          </a:xfrm>
        </p:grpSpPr>
        <p:sp>
          <p:nvSpPr>
            <p:cNvPr id="39976" name="Rectangle 95">
              <a:extLst>
                <a:ext uri="{FF2B5EF4-FFF2-40B4-BE49-F238E27FC236}">
                  <a16:creationId xmlns:a16="http://schemas.microsoft.com/office/drawing/2014/main" id="{2F5A485D-F129-99AE-E756-69250B65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77" name="Rectangle 96">
              <a:extLst>
                <a:ext uri="{FF2B5EF4-FFF2-40B4-BE49-F238E27FC236}">
                  <a16:creationId xmlns:a16="http://schemas.microsoft.com/office/drawing/2014/main" id="{1BB2F383-19E1-FDE5-303B-B33D0BC9B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78" name="Rectangle 97">
              <a:extLst>
                <a:ext uri="{FF2B5EF4-FFF2-40B4-BE49-F238E27FC236}">
                  <a16:creationId xmlns:a16="http://schemas.microsoft.com/office/drawing/2014/main" id="{5B01A8CC-609D-89CA-8793-32E57A487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79" name="Rectangle 98">
              <a:extLst>
                <a:ext uri="{FF2B5EF4-FFF2-40B4-BE49-F238E27FC236}">
                  <a16:creationId xmlns:a16="http://schemas.microsoft.com/office/drawing/2014/main" id="{36281F00-E57C-2570-8786-0DC8FE2C5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80" name="Rectangle 99">
              <a:extLst>
                <a:ext uri="{FF2B5EF4-FFF2-40B4-BE49-F238E27FC236}">
                  <a16:creationId xmlns:a16="http://schemas.microsoft.com/office/drawing/2014/main" id="{FCC5F221-9412-ED45-1661-44B9D961F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39981" name="AutoShape 100">
              <a:extLst>
                <a:ext uri="{FF2B5EF4-FFF2-40B4-BE49-F238E27FC236}">
                  <a16:creationId xmlns:a16="http://schemas.microsoft.com/office/drawing/2014/main" id="{10C0D2D0-B420-D5A4-F4CC-32AE760B01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39963" name="AutoShape 102">
            <a:extLst>
              <a:ext uri="{FF2B5EF4-FFF2-40B4-BE49-F238E27FC236}">
                <a16:creationId xmlns:a16="http://schemas.microsoft.com/office/drawing/2014/main" id="{DB76BDFC-079C-4018-D227-C281DE60B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675" y="140335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39964" name="Rectangle 103">
            <a:extLst>
              <a:ext uri="{FF2B5EF4-FFF2-40B4-BE49-F238E27FC236}">
                <a16:creationId xmlns:a16="http://schemas.microsoft.com/office/drawing/2014/main" id="{72BC25C0-879F-DE73-76D6-D4FB923C0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230346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39965" name="Freeform 104">
            <a:extLst>
              <a:ext uri="{FF2B5EF4-FFF2-40B4-BE49-F238E27FC236}">
                <a16:creationId xmlns:a16="http://schemas.microsoft.com/office/drawing/2014/main" id="{B3800EF0-3A30-BB01-5E5E-D625FA07CAF9}"/>
              </a:ext>
            </a:extLst>
          </p:cNvPr>
          <p:cNvSpPr>
            <a:spLocks/>
          </p:cNvSpPr>
          <p:nvPr/>
        </p:nvSpPr>
        <p:spPr bwMode="auto">
          <a:xfrm>
            <a:off x="2409825" y="1858963"/>
            <a:ext cx="604838" cy="434975"/>
          </a:xfrm>
          <a:custGeom>
            <a:avLst/>
            <a:gdLst>
              <a:gd name="T0" fmla="*/ 2147483646 w 381"/>
              <a:gd name="T1" fmla="*/ 2147483646 h 274"/>
              <a:gd name="T2" fmla="*/ 2147483646 w 381"/>
              <a:gd name="T3" fmla="*/ 2147483646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aphicFrame>
        <p:nvGraphicFramePr>
          <p:cNvPr id="39966" name="Object 3">
            <a:extLst>
              <a:ext uri="{FF2B5EF4-FFF2-40B4-BE49-F238E27FC236}">
                <a16:creationId xmlns:a16="http://schemas.microsoft.com/office/drawing/2014/main" id="{49C770E2-43E4-BEF6-3EC6-DA8CD1DA662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967" name="Line 130">
            <a:extLst>
              <a:ext uri="{FF2B5EF4-FFF2-40B4-BE49-F238E27FC236}">
                <a16:creationId xmlns:a16="http://schemas.microsoft.com/office/drawing/2014/main" id="{2A842B00-BD06-7010-6C3B-286044353F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97163" y="236537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968" name="AutoShape 131">
            <a:extLst>
              <a:ext uri="{FF2B5EF4-FFF2-40B4-BE49-F238E27FC236}">
                <a16:creationId xmlns:a16="http://schemas.microsoft.com/office/drawing/2014/main" id="{5B92C55E-2523-EB55-5D5F-859D7877F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170338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grpSp>
        <p:nvGrpSpPr>
          <p:cNvPr id="15" name="Group 136">
            <a:extLst>
              <a:ext uri="{FF2B5EF4-FFF2-40B4-BE49-F238E27FC236}">
                <a16:creationId xmlns:a16="http://schemas.microsoft.com/office/drawing/2014/main" id="{E1F9D0B7-9A6E-EB27-D9B8-4FB53F18379F}"/>
              </a:ext>
            </a:extLst>
          </p:cNvPr>
          <p:cNvGrpSpPr>
            <a:grpSpLocks/>
          </p:cNvGrpSpPr>
          <p:nvPr/>
        </p:nvGrpSpPr>
        <p:grpSpPr bwMode="auto">
          <a:xfrm>
            <a:off x="3678238" y="2867025"/>
            <a:ext cx="1323975" cy="1174750"/>
            <a:chOff x="2317" y="1806"/>
            <a:chExt cx="834" cy="740"/>
          </a:xfrm>
        </p:grpSpPr>
        <p:sp>
          <p:nvSpPr>
            <p:cNvPr id="39974" name="Line 132">
              <a:extLst>
                <a:ext uri="{FF2B5EF4-FFF2-40B4-BE49-F238E27FC236}">
                  <a16:creationId xmlns:a16="http://schemas.microsoft.com/office/drawing/2014/main" id="{F009921D-5704-4B3E-371B-669DE8F44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5" name="Text Box 133">
              <a:extLst>
                <a:ext uri="{FF2B5EF4-FFF2-40B4-BE49-F238E27FC236}">
                  <a16:creationId xmlns:a16="http://schemas.microsoft.com/office/drawing/2014/main" id="{504E62A1-B1AF-BF15-3337-B61615DF4C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DSL access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multiplexer</a:t>
              </a:r>
            </a:p>
          </p:txBody>
        </p:sp>
      </p:grpSp>
      <p:grpSp>
        <p:nvGrpSpPr>
          <p:cNvPr id="39970" name="Group 141">
            <a:extLst>
              <a:ext uri="{FF2B5EF4-FFF2-40B4-BE49-F238E27FC236}">
                <a16:creationId xmlns:a16="http://schemas.microsoft.com/office/drawing/2014/main" id="{899F2B48-BE6B-B487-659C-CC0A412C8E39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043113"/>
            <a:ext cx="642938" cy="644525"/>
            <a:chOff x="-44" y="1473"/>
            <a:chExt cx="981" cy="1105"/>
          </a:xfrm>
        </p:grpSpPr>
        <p:pic>
          <p:nvPicPr>
            <p:cNvPr id="39972" name="Picture 142" descr="desktop_computer_stylized_medium">
              <a:extLst>
                <a:ext uri="{FF2B5EF4-FFF2-40B4-BE49-F238E27FC236}">
                  <a16:creationId xmlns:a16="http://schemas.microsoft.com/office/drawing/2014/main" id="{F246215D-A8D7-6E75-0C3D-ED9E2432D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73" name="Freeform 143">
              <a:extLst>
                <a:ext uri="{FF2B5EF4-FFF2-40B4-BE49-F238E27FC236}">
                  <a16:creationId xmlns:a16="http://schemas.microsoft.com/office/drawing/2014/main" id="{0F5903E7-4D57-4DC9-2B3F-8D3188FC8D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9971" name="Slide Number Placeholder 3">
            <a:extLst>
              <a:ext uri="{FF2B5EF4-FFF2-40B4-BE49-F238E27FC236}">
                <a16:creationId xmlns:a16="http://schemas.microsoft.com/office/drawing/2014/main" id="{1D200090-E50C-7EB2-B06F-B00649B7FD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02EDFDC4-B3FA-A540-AD64-943A62566B63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7B0D29EF-26AE-ECEF-E144-8CC1AD7D88CE}"/>
              </a:ext>
            </a:extLst>
          </p:cNvPr>
          <p:cNvSpPr txBox="1"/>
          <p:nvPr/>
        </p:nvSpPr>
        <p:spPr>
          <a:xfrm>
            <a:off x="1768078" y="74613"/>
            <a:ext cx="729059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200" b="1" dirty="0">
                <a:solidFill>
                  <a:srgbClr val="C00000"/>
                </a:solidFill>
                <a:latin typeface="FZKai-Z03" panose="03000509000000000000" pitchFamily="66" charset="-122"/>
                <a:ea typeface="FZKai-Z03" panose="03000509000000000000" pitchFamily="66" charset="-122"/>
              </a:rPr>
              <a:t>数据用户线路</a:t>
            </a:r>
            <a:r>
              <a:rPr lang="en-US" altLang="zh-CN" sz="2200" b="1" dirty="0">
                <a:solidFill>
                  <a:srgbClr val="C00000"/>
                </a:solidFill>
                <a:latin typeface="FZKai-Z03" panose="03000509000000000000" pitchFamily="66" charset="-122"/>
                <a:ea typeface="FZKai-Z03" panose="03000509000000000000" pitchFamily="66" charset="-122"/>
              </a:rPr>
              <a:t>:</a:t>
            </a:r>
            <a:r>
              <a:rPr lang="zh-CN" altLang="en-US" sz="2200" b="1" i="0" u="none" strike="noStrike" dirty="0">
                <a:solidFill>
                  <a:srgbClr val="C00000"/>
                </a:solidFill>
                <a:effectLst/>
                <a:latin typeface="FZKai-Z03" panose="03000509000000000000" pitchFamily="66" charset="-122"/>
                <a:ea typeface="FZKai-Z03" panose="03000509000000000000" pitchFamily="66" charset="-122"/>
              </a:rPr>
              <a:t>指以电话线为传输介质的传输技术组合</a:t>
            </a:r>
            <a:endParaRPr lang="zh-CN" altLang="en-US" sz="2200" b="1" dirty="0">
              <a:solidFill>
                <a:srgbClr val="C00000"/>
              </a:solidFill>
              <a:latin typeface="FZKai-Z03" panose="03000509000000000000" pitchFamily="66" charset="-122"/>
              <a:ea typeface="FZKai-Z03" panose="03000509000000000000" pitchFamily="66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4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384" grpId="0"/>
      <p:bldP spid="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Footer Placeholder 2">
            <a:extLst>
              <a:ext uri="{FF2B5EF4-FFF2-40B4-BE49-F238E27FC236}">
                <a16:creationId xmlns:a16="http://schemas.microsoft.com/office/drawing/2014/main" id="{5DD4B993-85C3-5A4A-749D-C4AFD762B6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0962" name="Title 41">
            <a:extLst>
              <a:ext uri="{FF2B5EF4-FFF2-40B4-BE49-F238E27FC236}">
                <a16:creationId xmlns:a16="http://schemas.microsoft.com/office/drawing/2014/main" id="{2DC93349-E1CF-26C2-614D-B0F4207BCAC3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70469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600">
                <a:solidFill>
                  <a:srgbClr val="000099"/>
                </a:solidFill>
              </a:rPr>
              <a:t>Access network: cable network</a:t>
            </a:r>
          </a:p>
        </p:txBody>
      </p:sp>
      <p:sp>
        <p:nvSpPr>
          <p:cNvPr id="40963" name="Rectangle 60">
            <a:extLst>
              <a:ext uri="{FF2B5EF4-FFF2-40B4-BE49-F238E27FC236}">
                <a16:creationId xmlns:a16="http://schemas.microsoft.com/office/drawing/2014/main" id="{E6EA3691-7FC5-60ED-8D52-271E0450D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0964" name="Line 7">
            <a:extLst>
              <a:ext uri="{FF2B5EF4-FFF2-40B4-BE49-F238E27FC236}">
                <a16:creationId xmlns:a16="http://schemas.microsoft.com/office/drawing/2014/main" id="{B6437B9C-9B37-EC41-E758-D6FB932966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0965" name="Text Box 39">
            <a:extLst>
              <a:ext uri="{FF2B5EF4-FFF2-40B4-BE49-F238E27FC236}">
                <a16:creationId xmlns:a16="http://schemas.microsoft.com/office/drawing/2014/main" id="{E122103C-32EF-CDEA-9611-9DB49A0104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cable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modem</a:t>
            </a:r>
          </a:p>
        </p:txBody>
      </p:sp>
      <p:sp>
        <p:nvSpPr>
          <p:cNvPr id="40966" name="Text Box 41">
            <a:extLst>
              <a:ext uri="{FF2B5EF4-FFF2-40B4-BE49-F238E27FC236}">
                <a16:creationId xmlns:a16="http://schemas.microsoft.com/office/drawing/2014/main" id="{C6F3E5CD-A288-40B8-65CB-F5F73B817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splitter</a:t>
            </a:r>
          </a:p>
        </p:txBody>
      </p:sp>
      <p:grpSp>
        <p:nvGrpSpPr>
          <p:cNvPr id="40967" name="Group 64">
            <a:extLst>
              <a:ext uri="{FF2B5EF4-FFF2-40B4-BE49-F238E27FC236}">
                <a16:creationId xmlns:a16="http://schemas.microsoft.com/office/drawing/2014/main" id="{11BAEDC4-E861-A3CA-A2E3-4C439E9328E5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1123" name="Rectangle 65">
              <a:extLst>
                <a:ext uri="{FF2B5EF4-FFF2-40B4-BE49-F238E27FC236}">
                  <a16:creationId xmlns:a16="http://schemas.microsoft.com/office/drawing/2014/main" id="{8F6761C7-8040-FD25-8E39-ED2223DA6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1124" name="Rectangle 66">
              <a:extLst>
                <a:ext uri="{FF2B5EF4-FFF2-40B4-BE49-F238E27FC236}">
                  <a16:creationId xmlns:a16="http://schemas.microsoft.com/office/drawing/2014/main" id="{7FBBDB84-6AA6-4609-4257-123859C82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1125" name="Rectangle 67">
              <a:extLst>
                <a:ext uri="{FF2B5EF4-FFF2-40B4-BE49-F238E27FC236}">
                  <a16:creationId xmlns:a16="http://schemas.microsoft.com/office/drawing/2014/main" id="{28EADA9E-58BE-A41A-13EA-E2219F5BA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1126" name="Rectangle 68">
              <a:extLst>
                <a:ext uri="{FF2B5EF4-FFF2-40B4-BE49-F238E27FC236}">
                  <a16:creationId xmlns:a16="http://schemas.microsoft.com/office/drawing/2014/main" id="{0D740B0B-D996-6D39-BED2-91EC97535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1127" name="Rectangle 69">
              <a:extLst>
                <a:ext uri="{FF2B5EF4-FFF2-40B4-BE49-F238E27FC236}">
                  <a16:creationId xmlns:a16="http://schemas.microsoft.com/office/drawing/2014/main" id="{7BB3EE4E-0FC8-1526-86A1-23DF58DB1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1128" name="AutoShape 70">
              <a:extLst>
                <a:ext uri="{FF2B5EF4-FFF2-40B4-BE49-F238E27FC236}">
                  <a16:creationId xmlns:a16="http://schemas.microsoft.com/office/drawing/2014/main" id="{CAACF53A-0F56-C989-C522-C2D0DB304D7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40968" name="AutoShape 72">
            <a:extLst>
              <a:ext uri="{FF2B5EF4-FFF2-40B4-BE49-F238E27FC236}">
                <a16:creationId xmlns:a16="http://schemas.microsoft.com/office/drawing/2014/main" id="{14E2F107-8BCF-D533-9008-4C1107A99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0969" name="Rectangle 73">
            <a:extLst>
              <a:ext uri="{FF2B5EF4-FFF2-40B4-BE49-F238E27FC236}">
                <a16:creationId xmlns:a16="http://schemas.microsoft.com/office/drawing/2014/main" id="{819EB406-2C2C-39FF-E3E2-55C4B4ADB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0970" name="Freeform 74">
            <a:extLst>
              <a:ext uri="{FF2B5EF4-FFF2-40B4-BE49-F238E27FC236}">
                <a16:creationId xmlns:a16="http://schemas.microsoft.com/office/drawing/2014/main" id="{25715B8C-C5B0-03A5-D026-A7DC43A6FDF0}"/>
              </a:ext>
            </a:extLst>
          </p:cNvPr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6 w 381"/>
              <a:gd name="T1" fmla="*/ 2147483646 h 274"/>
              <a:gd name="T2" fmla="*/ 2147483646 w 381"/>
              <a:gd name="T3" fmla="*/ 2147483646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71" name="Line 95">
            <a:extLst>
              <a:ext uri="{FF2B5EF4-FFF2-40B4-BE49-F238E27FC236}">
                <a16:creationId xmlns:a16="http://schemas.microsoft.com/office/drawing/2014/main" id="{397245E5-9D6A-6EBB-3211-5BCCE5C80A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pic>
        <p:nvPicPr>
          <p:cNvPr id="40972" name="Picture 96" descr="tv">
            <a:extLst>
              <a:ext uri="{FF2B5EF4-FFF2-40B4-BE49-F238E27FC236}">
                <a16:creationId xmlns:a16="http://schemas.microsoft.com/office/drawing/2014/main" id="{A66349D8-6F59-50F0-D120-5593E38ABA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73" name="Group 117">
            <a:extLst>
              <a:ext uri="{FF2B5EF4-FFF2-40B4-BE49-F238E27FC236}">
                <a16:creationId xmlns:a16="http://schemas.microsoft.com/office/drawing/2014/main" id="{8C3893EA-0D7F-D131-3247-97964412BC5C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1107" name="AutoShape 111">
              <a:extLst>
                <a:ext uri="{FF2B5EF4-FFF2-40B4-BE49-F238E27FC236}">
                  <a16:creationId xmlns:a16="http://schemas.microsoft.com/office/drawing/2014/main" id="{C597CB6D-E82F-F2BF-5E21-1E0631ABB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1108" name="Group 116">
              <a:extLst>
                <a:ext uri="{FF2B5EF4-FFF2-40B4-BE49-F238E27FC236}">
                  <a16:creationId xmlns:a16="http://schemas.microsoft.com/office/drawing/2014/main" id="{254DF159-653E-9309-AC9A-EEAE78A507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109" name="Rectangle 99">
                <a:extLst>
                  <a:ext uri="{FF2B5EF4-FFF2-40B4-BE49-F238E27FC236}">
                    <a16:creationId xmlns:a16="http://schemas.microsoft.com/office/drawing/2014/main" id="{0E2479D8-4992-8FE3-DC61-D7D819AD4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110" name="Line 7">
                <a:extLst>
                  <a:ext uri="{FF2B5EF4-FFF2-40B4-BE49-F238E27FC236}">
                    <a16:creationId xmlns:a16="http://schemas.microsoft.com/office/drawing/2014/main" id="{4B9C0C77-9F62-4B2E-6AD9-4F66F31EB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1111" name="Group 103">
                <a:extLst>
                  <a:ext uri="{FF2B5EF4-FFF2-40B4-BE49-F238E27FC236}">
                    <a16:creationId xmlns:a16="http://schemas.microsoft.com/office/drawing/2014/main" id="{DF53E307-13B9-3880-629A-6D032E40A1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17" name="Rectangle 104">
                  <a:extLst>
                    <a:ext uri="{FF2B5EF4-FFF2-40B4-BE49-F238E27FC236}">
                      <a16:creationId xmlns:a16="http://schemas.microsoft.com/office/drawing/2014/main" id="{05D62BAB-9281-8842-DEB4-FFBE1DB583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18" name="Rectangle 105">
                  <a:extLst>
                    <a:ext uri="{FF2B5EF4-FFF2-40B4-BE49-F238E27FC236}">
                      <a16:creationId xmlns:a16="http://schemas.microsoft.com/office/drawing/2014/main" id="{D1C9C717-E882-A50B-55B7-680BECE90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19" name="Rectangle 106">
                  <a:extLst>
                    <a:ext uri="{FF2B5EF4-FFF2-40B4-BE49-F238E27FC236}">
                      <a16:creationId xmlns:a16="http://schemas.microsoft.com/office/drawing/2014/main" id="{9012BC8E-BBF2-5F0C-A11F-44B8C168F4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20" name="Rectangle 107">
                  <a:extLst>
                    <a:ext uri="{FF2B5EF4-FFF2-40B4-BE49-F238E27FC236}">
                      <a16:creationId xmlns:a16="http://schemas.microsoft.com/office/drawing/2014/main" id="{9C75B5B4-0AE7-0A45-ABD5-2A6A632691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21" name="Rectangle 108">
                  <a:extLst>
                    <a:ext uri="{FF2B5EF4-FFF2-40B4-BE49-F238E27FC236}">
                      <a16:creationId xmlns:a16="http://schemas.microsoft.com/office/drawing/2014/main" id="{75D7D5B9-C05E-278B-1ADE-1342B6FB23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22" name="AutoShape 109">
                  <a:extLst>
                    <a:ext uri="{FF2B5EF4-FFF2-40B4-BE49-F238E27FC236}">
                      <a16:creationId xmlns:a16="http://schemas.microsoft.com/office/drawing/2014/main" id="{80C54F7F-B9BA-C9FC-16F6-64F3520787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1112" name="Picture 110" descr="desktop_computer_stylized_small">
                <a:extLst>
                  <a:ext uri="{FF2B5EF4-FFF2-40B4-BE49-F238E27FC236}">
                    <a16:creationId xmlns:a16="http://schemas.microsoft.com/office/drawing/2014/main" id="{C3AAD270-7177-A6C2-C267-97F81A91D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113" name="Rectangle 112">
                <a:extLst>
                  <a:ext uri="{FF2B5EF4-FFF2-40B4-BE49-F238E27FC236}">
                    <a16:creationId xmlns:a16="http://schemas.microsoft.com/office/drawing/2014/main" id="{1CC83154-BAD0-7B38-854E-D476F556C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114" name="Freeform 113">
                <a:extLst>
                  <a:ext uri="{FF2B5EF4-FFF2-40B4-BE49-F238E27FC236}">
                    <a16:creationId xmlns:a16="http://schemas.microsoft.com/office/drawing/2014/main" id="{8E483EB8-8F9D-3C2D-E49C-E0160911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15" name="Line 114">
                <a:extLst>
                  <a:ext uri="{FF2B5EF4-FFF2-40B4-BE49-F238E27FC236}">
                    <a16:creationId xmlns:a16="http://schemas.microsoft.com/office/drawing/2014/main" id="{4F205848-DC43-902B-9318-ED7A6FD3C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1116" name="Picture 115" descr="tv">
                <a:extLst>
                  <a:ext uri="{FF2B5EF4-FFF2-40B4-BE49-F238E27FC236}">
                    <a16:creationId xmlns:a16="http://schemas.microsoft.com/office/drawing/2014/main" id="{28FE8D5E-3270-E606-9975-52DE2F674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4" name="Group 118">
            <a:extLst>
              <a:ext uri="{FF2B5EF4-FFF2-40B4-BE49-F238E27FC236}">
                <a16:creationId xmlns:a16="http://schemas.microsoft.com/office/drawing/2014/main" id="{90497547-92A8-BB9A-3529-758FCE663D7E}"/>
              </a:ext>
            </a:extLst>
          </p:cNvPr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1091" name="AutoShape 119">
              <a:extLst>
                <a:ext uri="{FF2B5EF4-FFF2-40B4-BE49-F238E27FC236}">
                  <a16:creationId xmlns:a16="http://schemas.microsoft.com/office/drawing/2014/main" id="{EE95F053-225E-EA09-4232-7EDAF214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1092" name="Group 120">
              <a:extLst>
                <a:ext uri="{FF2B5EF4-FFF2-40B4-BE49-F238E27FC236}">
                  <a16:creationId xmlns:a16="http://schemas.microsoft.com/office/drawing/2014/main" id="{0E364264-49A4-EFCE-60C0-252508A1D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93" name="Rectangle 121">
                <a:extLst>
                  <a:ext uri="{FF2B5EF4-FFF2-40B4-BE49-F238E27FC236}">
                    <a16:creationId xmlns:a16="http://schemas.microsoft.com/office/drawing/2014/main" id="{B1D3C951-47B7-F70F-EE06-2D17A975C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94" name="Line 7">
                <a:extLst>
                  <a:ext uri="{FF2B5EF4-FFF2-40B4-BE49-F238E27FC236}">
                    <a16:creationId xmlns:a16="http://schemas.microsoft.com/office/drawing/2014/main" id="{9E7D1097-8B8B-97C4-EAB8-FC7EAA665A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1095" name="Group 123">
                <a:extLst>
                  <a:ext uri="{FF2B5EF4-FFF2-40B4-BE49-F238E27FC236}">
                    <a16:creationId xmlns:a16="http://schemas.microsoft.com/office/drawing/2014/main" id="{4182253A-6E0E-1511-6832-5F8A843D9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01" name="Rectangle 124">
                  <a:extLst>
                    <a:ext uri="{FF2B5EF4-FFF2-40B4-BE49-F238E27FC236}">
                      <a16:creationId xmlns:a16="http://schemas.microsoft.com/office/drawing/2014/main" id="{00CB392E-3363-5552-A925-2438A55DDC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02" name="Rectangle 125">
                  <a:extLst>
                    <a:ext uri="{FF2B5EF4-FFF2-40B4-BE49-F238E27FC236}">
                      <a16:creationId xmlns:a16="http://schemas.microsoft.com/office/drawing/2014/main" id="{DB7EE069-7135-5631-E8E8-3B7DB0A125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03" name="Rectangle 126">
                  <a:extLst>
                    <a:ext uri="{FF2B5EF4-FFF2-40B4-BE49-F238E27FC236}">
                      <a16:creationId xmlns:a16="http://schemas.microsoft.com/office/drawing/2014/main" id="{E5278C32-FDF5-FEEC-C6E8-A0F4C520B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04" name="Rectangle 127">
                  <a:extLst>
                    <a:ext uri="{FF2B5EF4-FFF2-40B4-BE49-F238E27FC236}">
                      <a16:creationId xmlns:a16="http://schemas.microsoft.com/office/drawing/2014/main" id="{D429C3BC-9B4D-F6D4-D67B-CD76DAF2C7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05" name="Rectangle 128">
                  <a:extLst>
                    <a:ext uri="{FF2B5EF4-FFF2-40B4-BE49-F238E27FC236}">
                      <a16:creationId xmlns:a16="http://schemas.microsoft.com/office/drawing/2014/main" id="{52EB8436-0530-9E00-D732-D31FBDB533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106" name="AutoShape 129">
                  <a:extLst>
                    <a:ext uri="{FF2B5EF4-FFF2-40B4-BE49-F238E27FC236}">
                      <a16:creationId xmlns:a16="http://schemas.microsoft.com/office/drawing/2014/main" id="{61322BEF-486B-BF07-C67F-417D0076DB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1096" name="Picture 130" descr="desktop_computer_stylized_small">
                <a:extLst>
                  <a:ext uri="{FF2B5EF4-FFF2-40B4-BE49-F238E27FC236}">
                    <a16:creationId xmlns:a16="http://schemas.microsoft.com/office/drawing/2014/main" id="{1475EC4A-D541-33C4-A11D-B0DC3168A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97" name="Rectangle 131">
                <a:extLst>
                  <a:ext uri="{FF2B5EF4-FFF2-40B4-BE49-F238E27FC236}">
                    <a16:creationId xmlns:a16="http://schemas.microsoft.com/office/drawing/2014/main" id="{AB430973-93EB-0445-FA90-76A376CFB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98" name="Freeform 132">
                <a:extLst>
                  <a:ext uri="{FF2B5EF4-FFF2-40B4-BE49-F238E27FC236}">
                    <a16:creationId xmlns:a16="http://schemas.microsoft.com/office/drawing/2014/main" id="{FE00BB02-8431-E4CB-6FAD-56ECB3C9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99" name="Line 133">
                <a:extLst>
                  <a:ext uri="{FF2B5EF4-FFF2-40B4-BE49-F238E27FC236}">
                    <a16:creationId xmlns:a16="http://schemas.microsoft.com/office/drawing/2014/main" id="{E9FE31FF-8AC1-CEC3-CD77-0CD822C130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1100" name="Picture 134" descr="tv">
                <a:extLst>
                  <a:ext uri="{FF2B5EF4-FFF2-40B4-BE49-F238E27FC236}">
                    <a16:creationId xmlns:a16="http://schemas.microsoft.com/office/drawing/2014/main" id="{3EE88ED3-7F4B-7E60-8DC9-EA49D47B6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5" name="Group 135">
            <a:extLst>
              <a:ext uri="{FF2B5EF4-FFF2-40B4-BE49-F238E27FC236}">
                <a16:creationId xmlns:a16="http://schemas.microsoft.com/office/drawing/2014/main" id="{CCAE6815-EA4B-FFDB-7077-E04E468CC224}"/>
              </a:ext>
            </a:extLst>
          </p:cNvPr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1075" name="AutoShape 136">
              <a:extLst>
                <a:ext uri="{FF2B5EF4-FFF2-40B4-BE49-F238E27FC236}">
                  <a16:creationId xmlns:a16="http://schemas.microsoft.com/office/drawing/2014/main" id="{3D634114-FC55-4935-5962-64EFC1204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1076" name="Group 137">
              <a:extLst>
                <a:ext uri="{FF2B5EF4-FFF2-40B4-BE49-F238E27FC236}">
                  <a16:creationId xmlns:a16="http://schemas.microsoft.com/office/drawing/2014/main" id="{C643BC26-4658-C0AC-92B5-B5EB502E5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77" name="Rectangle 138">
                <a:extLst>
                  <a:ext uri="{FF2B5EF4-FFF2-40B4-BE49-F238E27FC236}">
                    <a16:creationId xmlns:a16="http://schemas.microsoft.com/office/drawing/2014/main" id="{832C28C0-B023-B7D9-B47F-B4CF644D2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78" name="Line 7">
                <a:extLst>
                  <a:ext uri="{FF2B5EF4-FFF2-40B4-BE49-F238E27FC236}">
                    <a16:creationId xmlns:a16="http://schemas.microsoft.com/office/drawing/2014/main" id="{BAFF251F-5A15-DC95-20A2-1AA223DA7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1079" name="Group 140">
                <a:extLst>
                  <a:ext uri="{FF2B5EF4-FFF2-40B4-BE49-F238E27FC236}">
                    <a16:creationId xmlns:a16="http://schemas.microsoft.com/office/drawing/2014/main" id="{60E79489-F91D-9812-DD4A-E77B1BA9EE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85" name="Rectangle 141">
                  <a:extLst>
                    <a:ext uri="{FF2B5EF4-FFF2-40B4-BE49-F238E27FC236}">
                      <a16:creationId xmlns:a16="http://schemas.microsoft.com/office/drawing/2014/main" id="{F90501C0-529B-140E-C7E7-BA68E82F91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86" name="Rectangle 142">
                  <a:extLst>
                    <a:ext uri="{FF2B5EF4-FFF2-40B4-BE49-F238E27FC236}">
                      <a16:creationId xmlns:a16="http://schemas.microsoft.com/office/drawing/2014/main" id="{FD923CE7-C816-BFBB-FF84-E485F331BD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87" name="Rectangle 143">
                  <a:extLst>
                    <a:ext uri="{FF2B5EF4-FFF2-40B4-BE49-F238E27FC236}">
                      <a16:creationId xmlns:a16="http://schemas.microsoft.com/office/drawing/2014/main" id="{F6162985-A5C4-259C-944F-070DEABE5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88" name="Rectangle 144">
                  <a:extLst>
                    <a:ext uri="{FF2B5EF4-FFF2-40B4-BE49-F238E27FC236}">
                      <a16:creationId xmlns:a16="http://schemas.microsoft.com/office/drawing/2014/main" id="{5DD85D39-CE8A-A32C-0424-1AFCED842A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89" name="Rectangle 145">
                  <a:extLst>
                    <a:ext uri="{FF2B5EF4-FFF2-40B4-BE49-F238E27FC236}">
                      <a16:creationId xmlns:a16="http://schemas.microsoft.com/office/drawing/2014/main" id="{FA00F283-3D39-441A-ACAD-EC771C9199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90" name="AutoShape 146">
                  <a:extLst>
                    <a:ext uri="{FF2B5EF4-FFF2-40B4-BE49-F238E27FC236}">
                      <a16:creationId xmlns:a16="http://schemas.microsoft.com/office/drawing/2014/main" id="{12D47810-8AAF-672E-3BC4-46B6AE5D3D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1080" name="Picture 147" descr="desktop_computer_stylized_small">
                <a:extLst>
                  <a:ext uri="{FF2B5EF4-FFF2-40B4-BE49-F238E27FC236}">
                    <a16:creationId xmlns:a16="http://schemas.microsoft.com/office/drawing/2014/main" id="{3C5735CB-E2D1-465A-E074-2CF36B452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81" name="Rectangle 148">
                <a:extLst>
                  <a:ext uri="{FF2B5EF4-FFF2-40B4-BE49-F238E27FC236}">
                    <a16:creationId xmlns:a16="http://schemas.microsoft.com/office/drawing/2014/main" id="{0F75B9D1-9188-0A25-99B7-2762C3A8D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82" name="Freeform 149">
                <a:extLst>
                  <a:ext uri="{FF2B5EF4-FFF2-40B4-BE49-F238E27FC236}">
                    <a16:creationId xmlns:a16="http://schemas.microsoft.com/office/drawing/2014/main" id="{77DE1962-B0E2-593C-37FB-4FB761794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83" name="Line 150">
                <a:extLst>
                  <a:ext uri="{FF2B5EF4-FFF2-40B4-BE49-F238E27FC236}">
                    <a16:creationId xmlns:a16="http://schemas.microsoft.com/office/drawing/2014/main" id="{3DC28DC9-1939-7109-36D9-662759B73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1084" name="Picture 151" descr="tv">
                <a:extLst>
                  <a:ext uri="{FF2B5EF4-FFF2-40B4-BE49-F238E27FC236}">
                    <a16:creationId xmlns:a16="http://schemas.microsoft.com/office/drawing/2014/main" id="{2A54A549-7707-B6FB-31DD-1FE639E1D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6" name="Group 152">
            <a:extLst>
              <a:ext uri="{FF2B5EF4-FFF2-40B4-BE49-F238E27FC236}">
                <a16:creationId xmlns:a16="http://schemas.microsoft.com/office/drawing/2014/main" id="{806BC0C8-3414-1299-AC90-E6B4EC788856}"/>
              </a:ext>
            </a:extLst>
          </p:cNvPr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1059" name="AutoShape 153">
              <a:extLst>
                <a:ext uri="{FF2B5EF4-FFF2-40B4-BE49-F238E27FC236}">
                  <a16:creationId xmlns:a16="http://schemas.microsoft.com/office/drawing/2014/main" id="{B75A499D-CF51-23BB-36C3-ECFE7C02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1060" name="Group 154">
              <a:extLst>
                <a:ext uri="{FF2B5EF4-FFF2-40B4-BE49-F238E27FC236}">
                  <a16:creationId xmlns:a16="http://schemas.microsoft.com/office/drawing/2014/main" id="{EE4FA2B2-2FB2-EC97-6676-BA0766DD29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61" name="Rectangle 155">
                <a:extLst>
                  <a:ext uri="{FF2B5EF4-FFF2-40B4-BE49-F238E27FC236}">
                    <a16:creationId xmlns:a16="http://schemas.microsoft.com/office/drawing/2014/main" id="{8A55AE3F-1EE3-A5FD-59D9-A5B14F734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62" name="Line 7">
                <a:extLst>
                  <a:ext uri="{FF2B5EF4-FFF2-40B4-BE49-F238E27FC236}">
                    <a16:creationId xmlns:a16="http://schemas.microsoft.com/office/drawing/2014/main" id="{45EBCDC2-FAA1-F99B-FF66-7AE6DA288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1063" name="Group 157">
                <a:extLst>
                  <a:ext uri="{FF2B5EF4-FFF2-40B4-BE49-F238E27FC236}">
                    <a16:creationId xmlns:a16="http://schemas.microsoft.com/office/drawing/2014/main" id="{42F884D1-905E-28E1-ED6C-E15EF8FD75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69" name="Rectangle 158">
                  <a:extLst>
                    <a:ext uri="{FF2B5EF4-FFF2-40B4-BE49-F238E27FC236}">
                      <a16:creationId xmlns:a16="http://schemas.microsoft.com/office/drawing/2014/main" id="{FC87CA0C-DA58-87A6-E3E2-E6713584FA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70" name="Rectangle 159">
                  <a:extLst>
                    <a:ext uri="{FF2B5EF4-FFF2-40B4-BE49-F238E27FC236}">
                      <a16:creationId xmlns:a16="http://schemas.microsoft.com/office/drawing/2014/main" id="{46B3E93D-4C56-CF4A-9BE6-2B3973B75D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71" name="Rectangle 160">
                  <a:extLst>
                    <a:ext uri="{FF2B5EF4-FFF2-40B4-BE49-F238E27FC236}">
                      <a16:creationId xmlns:a16="http://schemas.microsoft.com/office/drawing/2014/main" id="{7AD7BEC5-FB48-2837-70AB-0EF2FD637E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72" name="Rectangle 161">
                  <a:extLst>
                    <a:ext uri="{FF2B5EF4-FFF2-40B4-BE49-F238E27FC236}">
                      <a16:creationId xmlns:a16="http://schemas.microsoft.com/office/drawing/2014/main" id="{929F80C3-EB50-40B9-3E16-B366C655F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73" name="Rectangle 162">
                  <a:extLst>
                    <a:ext uri="{FF2B5EF4-FFF2-40B4-BE49-F238E27FC236}">
                      <a16:creationId xmlns:a16="http://schemas.microsoft.com/office/drawing/2014/main" id="{DA8F4CF0-EDCA-0E39-69D8-49D244C284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74" name="AutoShape 163">
                  <a:extLst>
                    <a:ext uri="{FF2B5EF4-FFF2-40B4-BE49-F238E27FC236}">
                      <a16:creationId xmlns:a16="http://schemas.microsoft.com/office/drawing/2014/main" id="{30277A1A-0541-F562-E76D-28AA3CF14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1064" name="Picture 164" descr="desktop_computer_stylized_small">
                <a:extLst>
                  <a:ext uri="{FF2B5EF4-FFF2-40B4-BE49-F238E27FC236}">
                    <a16:creationId xmlns:a16="http://schemas.microsoft.com/office/drawing/2014/main" id="{1804B4C6-F23C-AB8A-B98C-9AFF7113A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65" name="Rectangle 165">
                <a:extLst>
                  <a:ext uri="{FF2B5EF4-FFF2-40B4-BE49-F238E27FC236}">
                    <a16:creationId xmlns:a16="http://schemas.microsoft.com/office/drawing/2014/main" id="{E44267EA-2E4A-9985-D53E-89A291D17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66" name="Freeform 166">
                <a:extLst>
                  <a:ext uri="{FF2B5EF4-FFF2-40B4-BE49-F238E27FC236}">
                    <a16:creationId xmlns:a16="http://schemas.microsoft.com/office/drawing/2014/main" id="{3D4EBFBE-E8F3-F1B1-23BB-3B80FB6E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67" name="Line 167">
                <a:extLst>
                  <a:ext uri="{FF2B5EF4-FFF2-40B4-BE49-F238E27FC236}">
                    <a16:creationId xmlns:a16="http://schemas.microsoft.com/office/drawing/2014/main" id="{08C05037-86A2-0CD0-8308-9FF283457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1068" name="Picture 168" descr="tv">
                <a:extLst>
                  <a:ext uri="{FF2B5EF4-FFF2-40B4-BE49-F238E27FC236}">
                    <a16:creationId xmlns:a16="http://schemas.microsoft.com/office/drawing/2014/main" id="{0481E708-5787-09C6-F7E8-2DC3AE8C1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7" name="Line 169">
            <a:extLst>
              <a:ext uri="{FF2B5EF4-FFF2-40B4-BE49-F238E27FC236}">
                <a16:creationId xmlns:a16="http://schemas.microsoft.com/office/drawing/2014/main" id="{D545BAB0-BDB4-1420-9FA6-4F2956DD945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978" name="Group 170">
            <a:extLst>
              <a:ext uri="{FF2B5EF4-FFF2-40B4-BE49-F238E27FC236}">
                <a16:creationId xmlns:a16="http://schemas.microsoft.com/office/drawing/2014/main" id="{C3710AE7-3037-2003-877E-23D66D7A3AFA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1043" name="AutoShape 171">
              <a:extLst>
                <a:ext uri="{FF2B5EF4-FFF2-40B4-BE49-F238E27FC236}">
                  <a16:creationId xmlns:a16="http://schemas.microsoft.com/office/drawing/2014/main" id="{2887E0B6-2E56-347B-2C2C-C2AFA4BC6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1044" name="Group 172">
              <a:extLst>
                <a:ext uri="{FF2B5EF4-FFF2-40B4-BE49-F238E27FC236}">
                  <a16:creationId xmlns:a16="http://schemas.microsoft.com/office/drawing/2014/main" id="{C4FCD67A-973F-FBE8-8EB7-35F7BFA7FA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45" name="Rectangle 173">
                <a:extLst>
                  <a:ext uri="{FF2B5EF4-FFF2-40B4-BE49-F238E27FC236}">
                    <a16:creationId xmlns:a16="http://schemas.microsoft.com/office/drawing/2014/main" id="{7544B504-C47A-4B92-99EE-D3F8C05AD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46" name="Line 7">
                <a:extLst>
                  <a:ext uri="{FF2B5EF4-FFF2-40B4-BE49-F238E27FC236}">
                    <a16:creationId xmlns:a16="http://schemas.microsoft.com/office/drawing/2014/main" id="{8DCC5C29-2A4E-186C-50D4-CE992FA72A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1047" name="Group 175">
                <a:extLst>
                  <a:ext uri="{FF2B5EF4-FFF2-40B4-BE49-F238E27FC236}">
                    <a16:creationId xmlns:a16="http://schemas.microsoft.com/office/drawing/2014/main" id="{1131F688-6572-EE87-C733-CDDA63A85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53" name="Rectangle 176">
                  <a:extLst>
                    <a:ext uri="{FF2B5EF4-FFF2-40B4-BE49-F238E27FC236}">
                      <a16:creationId xmlns:a16="http://schemas.microsoft.com/office/drawing/2014/main" id="{FD6C9F5E-4BA6-3AC9-F71A-737329E278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54" name="Rectangle 177">
                  <a:extLst>
                    <a:ext uri="{FF2B5EF4-FFF2-40B4-BE49-F238E27FC236}">
                      <a16:creationId xmlns:a16="http://schemas.microsoft.com/office/drawing/2014/main" id="{914AC5FA-F8F9-5805-4BA5-DD2D38C5BC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55" name="Rectangle 178">
                  <a:extLst>
                    <a:ext uri="{FF2B5EF4-FFF2-40B4-BE49-F238E27FC236}">
                      <a16:creationId xmlns:a16="http://schemas.microsoft.com/office/drawing/2014/main" id="{7A2FB5D4-351D-DD3A-7CC2-AFBD0884AB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56" name="Rectangle 179">
                  <a:extLst>
                    <a:ext uri="{FF2B5EF4-FFF2-40B4-BE49-F238E27FC236}">
                      <a16:creationId xmlns:a16="http://schemas.microsoft.com/office/drawing/2014/main" id="{4CC0652D-A29B-5DA2-4C9B-3B7BEB2E9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57" name="Rectangle 180">
                  <a:extLst>
                    <a:ext uri="{FF2B5EF4-FFF2-40B4-BE49-F238E27FC236}">
                      <a16:creationId xmlns:a16="http://schemas.microsoft.com/office/drawing/2014/main" id="{21AB7575-012B-4F2B-9E0E-BEF652C97F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1058" name="AutoShape 181">
                  <a:extLst>
                    <a:ext uri="{FF2B5EF4-FFF2-40B4-BE49-F238E27FC236}">
                      <a16:creationId xmlns:a16="http://schemas.microsoft.com/office/drawing/2014/main" id="{6D646F93-2E0C-E8E1-4A6D-5F08AA2C7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1048" name="Picture 182" descr="desktop_computer_stylized_small">
                <a:extLst>
                  <a:ext uri="{FF2B5EF4-FFF2-40B4-BE49-F238E27FC236}">
                    <a16:creationId xmlns:a16="http://schemas.microsoft.com/office/drawing/2014/main" id="{9CD18E95-2DBE-4903-02B6-451B654834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49" name="Rectangle 183">
                <a:extLst>
                  <a:ext uri="{FF2B5EF4-FFF2-40B4-BE49-F238E27FC236}">
                    <a16:creationId xmlns:a16="http://schemas.microsoft.com/office/drawing/2014/main" id="{325317D7-954B-1BA8-AECB-FCDCCD9F7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1050" name="Freeform 184">
                <a:extLst>
                  <a:ext uri="{FF2B5EF4-FFF2-40B4-BE49-F238E27FC236}">
                    <a16:creationId xmlns:a16="http://schemas.microsoft.com/office/drawing/2014/main" id="{CDE56134-8C5E-6DAF-5A66-192D36A8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51" name="Line 185">
                <a:extLst>
                  <a:ext uri="{FF2B5EF4-FFF2-40B4-BE49-F238E27FC236}">
                    <a16:creationId xmlns:a16="http://schemas.microsoft.com/office/drawing/2014/main" id="{A361F389-05FC-D7C1-79F1-2C583DFEA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1052" name="Picture 186" descr="tv">
                <a:extLst>
                  <a:ext uri="{FF2B5EF4-FFF2-40B4-BE49-F238E27FC236}">
                    <a16:creationId xmlns:a16="http://schemas.microsoft.com/office/drawing/2014/main" id="{7BBBDC4F-2E33-3A74-4139-3A754B427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9" name="Text Box 204">
            <a:extLst>
              <a:ext uri="{FF2B5EF4-FFF2-40B4-BE49-F238E27FC236}">
                <a16:creationId xmlns:a16="http://schemas.microsoft.com/office/drawing/2014/main" id="{0F2189FD-58A6-62BC-BC8D-AB63E6225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969696"/>
                </a:solidFill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40980" name="Line 205">
            <a:extLst>
              <a:ext uri="{FF2B5EF4-FFF2-40B4-BE49-F238E27FC236}">
                <a16:creationId xmlns:a16="http://schemas.microsoft.com/office/drawing/2014/main" id="{A0C9BEA8-B8AB-B17B-D86E-18377491C9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81" name="Line 206">
            <a:extLst>
              <a:ext uri="{FF2B5EF4-FFF2-40B4-BE49-F238E27FC236}">
                <a16:creationId xmlns:a16="http://schemas.microsoft.com/office/drawing/2014/main" id="{7DB9B124-7D04-4C38-E33C-314114751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82" name="Line 207">
            <a:extLst>
              <a:ext uri="{FF2B5EF4-FFF2-40B4-BE49-F238E27FC236}">
                <a16:creationId xmlns:a16="http://schemas.microsoft.com/office/drawing/2014/main" id="{C17184E3-4918-843C-5FEC-587B6FACE2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83" name="Freeform 208">
            <a:extLst>
              <a:ext uri="{FF2B5EF4-FFF2-40B4-BE49-F238E27FC236}">
                <a16:creationId xmlns:a16="http://schemas.microsoft.com/office/drawing/2014/main" id="{6EF9FE65-9D52-F415-5DBC-3D6B47801F1E}"/>
              </a:ext>
            </a:extLst>
          </p:cNvPr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6 h 300"/>
              <a:gd name="T2" fmla="*/ 2147483646 w 80"/>
              <a:gd name="T3" fmla="*/ 2147483646 h 300"/>
              <a:gd name="T4" fmla="*/ 2147483646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84" name="Freeform 209">
            <a:extLst>
              <a:ext uri="{FF2B5EF4-FFF2-40B4-BE49-F238E27FC236}">
                <a16:creationId xmlns:a16="http://schemas.microsoft.com/office/drawing/2014/main" id="{B6745508-B70E-05DF-4907-6F81D20CD440}"/>
              </a:ext>
            </a:extLst>
          </p:cNvPr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6 h 300"/>
              <a:gd name="T2" fmla="*/ 2147483646 w 80"/>
              <a:gd name="T3" fmla="*/ 2147483646 h 300"/>
              <a:gd name="T4" fmla="*/ 2147483646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85" name="Rectangle 44">
            <a:extLst>
              <a:ext uri="{FF2B5EF4-FFF2-40B4-BE49-F238E27FC236}">
                <a16:creationId xmlns:a16="http://schemas.microsoft.com/office/drawing/2014/main" id="{B707BED4-0AB4-E96F-86AB-29396691D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40986" name="Text Box 45">
            <a:extLst>
              <a:ext uri="{FF2B5EF4-FFF2-40B4-BE49-F238E27FC236}">
                <a16:creationId xmlns:a16="http://schemas.microsoft.com/office/drawing/2014/main" id="{9B450C6C-0411-6E69-2E95-EC106A7249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cable headend</a:t>
            </a:r>
          </a:p>
        </p:txBody>
      </p:sp>
      <p:sp>
        <p:nvSpPr>
          <p:cNvPr id="40987" name="Freeform 216">
            <a:extLst>
              <a:ext uri="{FF2B5EF4-FFF2-40B4-BE49-F238E27FC236}">
                <a16:creationId xmlns:a16="http://schemas.microsoft.com/office/drawing/2014/main" id="{E2C7BA53-8752-41A3-F637-99DF3EFEBC2F}"/>
              </a:ext>
            </a:extLst>
          </p:cNvPr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6 h 412"/>
              <a:gd name="T2" fmla="*/ 2147483646 w 318"/>
              <a:gd name="T3" fmla="*/ 2147483646 h 412"/>
              <a:gd name="T4" fmla="*/ 2147483646 w 318"/>
              <a:gd name="T5" fmla="*/ 0 h 412"/>
              <a:gd name="T6" fmla="*/ 2147483646 w 318"/>
              <a:gd name="T7" fmla="*/ 2147483646 h 412"/>
              <a:gd name="T8" fmla="*/ 2147483646 w 318"/>
              <a:gd name="T9" fmla="*/ 2147483646 h 412"/>
              <a:gd name="T10" fmla="*/ 2147483646 w 318"/>
              <a:gd name="T11" fmla="*/ 2147483646 h 412"/>
              <a:gd name="T12" fmla="*/ 2147483646 w 318"/>
              <a:gd name="T13" fmla="*/ 2147483646 h 412"/>
              <a:gd name="T14" fmla="*/ 2147483646 w 318"/>
              <a:gd name="T15" fmla="*/ 2147483646 h 412"/>
              <a:gd name="T16" fmla="*/ 0 w 318"/>
              <a:gd name="T17" fmla="*/ 2147483646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0988" name="Freeform 217">
            <a:extLst>
              <a:ext uri="{FF2B5EF4-FFF2-40B4-BE49-F238E27FC236}">
                <a16:creationId xmlns:a16="http://schemas.microsoft.com/office/drawing/2014/main" id="{E82A0E4E-9D5A-D9A7-D566-91C556BA1855}"/>
              </a:ext>
            </a:extLst>
          </p:cNvPr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6 h 369"/>
              <a:gd name="T2" fmla="*/ 2147483646 w 353"/>
              <a:gd name="T3" fmla="*/ 0 h 369"/>
              <a:gd name="T4" fmla="*/ 2147483646 w 353"/>
              <a:gd name="T5" fmla="*/ 0 h 369"/>
              <a:gd name="T6" fmla="*/ 2147483646 w 353"/>
              <a:gd name="T7" fmla="*/ 2147483646 h 369"/>
              <a:gd name="T8" fmla="*/ 2147483646 w 353"/>
              <a:gd name="T9" fmla="*/ 2147483646 h 369"/>
              <a:gd name="T10" fmla="*/ 2147483646 w 353"/>
              <a:gd name="T11" fmla="*/ 2147483646 h 369"/>
              <a:gd name="T12" fmla="*/ 2147483646 w 353"/>
              <a:gd name="T13" fmla="*/ 2147483646 h 369"/>
              <a:gd name="T14" fmla="*/ 2147483646 w 353"/>
              <a:gd name="T15" fmla="*/ 2147483646 h 369"/>
              <a:gd name="T16" fmla="*/ 2147483646 w 353"/>
              <a:gd name="T17" fmla="*/ 2147483646 h 369"/>
              <a:gd name="T18" fmla="*/ 2147483646 w 353"/>
              <a:gd name="T19" fmla="*/ 2147483646 h 369"/>
              <a:gd name="T20" fmla="*/ 0 w 353"/>
              <a:gd name="T21" fmla="*/ 2147483646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0989" name="Line 218">
            <a:extLst>
              <a:ext uri="{FF2B5EF4-FFF2-40B4-BE49-F238E27FC236}">
                <a16:creationId xmlns:a16="http://schemas.microsoft.com/office/drawing/2014/main" id="{59734A27-D638-F045-3AEE-BE7D13A675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90" name="Line 219">
            <a:extLst>
              <a:ext uri="{FF2B5EF4-FFF2-40B4-BE49-F238E27FC236}">
                <a16:creationId xmlns:a16="http://schemas.microsoft.com/office/drawing/2014/main" id="{AF26F661-F552-270A-DA3B-5AE1E13A4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91" name="Freeform 220">
            <a:extLst>
              <a:ext uri="{FF2B5EF4-FFF2-40B4-BE49-F238E27FC236}">
                <a16:creationId xmlns:a16="http://schemas.microsoft.com/office/drawing/2014/main" id="{6F82E849-CC0F-E43F-F929-90663FC89252}"/>
              </a:ext>
            </a:extLst>
          </p:cNvPr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6 w 264"/>
              <a:gd name="T3" fmla="*/ 0 h 105"/>
              <a:gd name="T4" fmla="*/ 2147483646 w 264"/>
              <a:gd name="T5" fmla="*/ 2147483646 h 105"/>
              <a:gd name="T6" fmla="*/ 2147483646 w 264"/>
              <a:gd name="T7" fmla="*/ 2147483646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92" name="Freeform 221">
            <a:extLst>
              <a:ext uri="{FF2B5EF4-FFF2-40B4-BE49-F238E27FC236}">
                <a16:creationId xmlns:a16="http://schemas.microsoft.com/office/drawing/2014/main" id="{D6A7CDCD-C721-D5A5-173D-F7F46E4927F9}"/>
              </a:ext>
            </a:extLst>
          </p:cNvPr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6 w 264"/>
              <a:gd name="T3" fmla="*/ 0 h 105"/>
              <a:gd name="T4" fmla="*/ 2147483646 w 264"/>
              <a:gd name="T5" fmla="*/ 2147483646 h 105"/>
              <a:gd name="T6" fmla="*/ 2147483646 w 264"/>
              <a:gd name="T7" fmla="*/ 2147483646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93" name="AutoShape 225">
            <a:extLst>
              <a:ext uri="{FF2B5EF4-FFF2-40B4-BE49-F238E27FC236}">
                <a16:creationId xmlns:a16="http://schemas.microsoft.com/office/drawing/2014/main" id="{396EC0BC-B945-425C-7D27-50A9C28A3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grpSp>
        <p:nvGrpSpPr>
          <p:cNvPr id="18" name="Group 37">
            <a:extLst>
              <a:ext uri="{FF2B5EF4-FFF2-40B4-BE49-F238E27FC236}">
                <a16:creationId xmlns:a16="http://schemas.microsoft.com/office/drawing/2014/main" id="{A0A964F7-0691-8F7A-A995-C760DB7338F8}"/>
              </a:ext>
            </a:extLst>
          </p:cNvPr>
          <p:cNvGrpSpPr>
            <a:grpSpLocks/>
          </p:cNvGrpSpPr>
          <p:nvPr/>
        </p:nvGrpSpPr>
        <p:grpSpPr bwMode="auto">
          <a:xfrm>
            <a:off x="3417888" y="3186113"/>
            <a:ext cx="2043112" cy="958850"/>
            <a:chOff x="2505" y="826"/>
            <a:chExt cx="1287" cy="604"/>
          </a:xfrm>
        </p:grpSpPr>
        <p:sp>
          <p:nvSpPr>
            <p:cNvPr id="41039" name="Line 38">
              <a:extLst>
                <a:ext uri="{FF2B5EF4-FFF2-40B4-BE49-F238E27FC236}">
                  <a16:creationId xmlns:a16="http://schemas.microsoft.com/office/drawing/2014/main" id="{5E3DD1B6-B0E0-0F46-470E-A78ECDB9C3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0" name="Freeform 39">
              <a:extLst>
                <a:ext uri="{FF2B5EF4-FFF2-40B4-BE49-F238E27FC236}">
                  <a16:creationId xmlns:a16="http://schemas.microsoft.com/office/drawing/2014/main" id="{5795FE1C-5528-B1C1-155E-6448F4B9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1" name="Freeform 40">
              <a:extLst>
                <a:ext uri="{FF2B5EF4-FFF2-40B4-BE49-F238E27FC236}">
                  <a16:creationId xmlns:a16="http://schemas.microsoft.com/office/drawing/2014/main" id="{63478DF0-007F-FE5C-8B3F-FF0A0983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2" name="Line 41">
              <a:extLst>
                <a:ext uri="{FF2B5EF4-FFF2-40B4-BE49-F238E27FC236}">
                  <a16:creationId xmlns:a16="http://schemas.microsoft.com/office/drawing/2014/main" id="{FAA109B2-9811-1845-6B15-80EBB078A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" name="Group 42">
            <a:extLst>
              <a:ext uri="{FF2B5EF4-FFF2-40B4-BE49-F238E27FC236}">
                <a16:creationId xmlns:a16="http://schemas.microsoft.com/office/drawing/2014/main" id="{23C1E71C-4617-583D-4B29-AD20F7808CC1}"/>
              </a:ext>
            </a:extLst>
          </p:cNvPr>
          <p:cNvGrpSpPr>
            <a:grpSpLocks/>
          </p:cNvGrpSpPr>
          <p:nvPr/>
        </p:nvGrpSpPr>
        <p:grpSpPr bwMode="auto">
          <a:xfrm>
            <a:off x="2708275" y="3343275"/>
            <a:ext cx="3021013" cy="2114550"/>
            <a:chOff x="2606" y="951"/>
            <a:chExt cx="1903" cy="1332"/>
          </a:xfrm>
        </p:grpSpPr>
        <p:sp>
          <p:nvSpPr>
            <p:cNvPr id="41009" name="Text Box 43">
              <a:extLst>
                <a:ext uri="{FF2B5EF4-FFF2-40B4-BE49-F238E27FC236}">
                  <a16:creationId xmlns:a16="http://schemas.microsoft.com/office/drawing/2014/main" id="{73BF3E2F-8889-2516-ECF0-9A5E67DA21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Channels</a:t>
              </a:r>
            </a:p>
          </p:txBody>
        </p:sp>
        <p:sp>
          <p:nvSpPr>
            <p:cNvPr id="41010" name="Line 44">
              <a:extLst>
                <a:ext uri="{FF2B5EF4-FFF2-40B4-BE49-F238E27FC236}">
                  <a16:creationId xmlns:a16="http://schemas.microsoft.com/office/drawing/2014/main" id="{7EEC5A57-68E4-6E50-01DE-3A0599E98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1" name="Line 45">
              <a:extLst>
                <a:ext uri="{FF2B5EF4-FFF2-40B4-BE49-F238E27FC236}">
                  <a16:creationId xmlns:a16="http://schemas.microsoft.com/office/drawing/2014/main" id="{52157F6F-D4E3-DA6A-F434-BA0C709A7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2" name="Text Box 46">
              <a:extLst>
                <a:ext uri="{FF2B5EF4-FFF2-40B4-BE49-F238E27FC236}">
                  <a16:creationId xmlns:a16="http://schemas.microsoft.com/office/drawing/2014/main" id="{2D2F641D-AD52-1A5E-493C-F52DBC66F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3" name="Line 47">
              <a:extLst>
                <a:ext uri="{FF2B5EF4-FFF2-40B4-BE49-F238E27FC236}">
                  <a16:creationId xmlns:a16="http://schemas.microsoft.com/office/drawing/2014/main" id="{CBE35B51-11FD-4C67-AB21-E09FD2068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4" name="Text Box 48">
              <a:extLst>
                <a:ext uri="{FF2B5EF4-FFF2-40B4-BE49-F238E27FC236}">
                  <a16:creationId xmlns:a16="http://schemas.microsoft.com/office/drawing/2014/main" id="{329973B9-BEE7-8FD6-9179-0B9828C46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5" name="Text Box 49">
              <a:extLst>
                <a:ext uri="{FF2B5EF4-FFF2-40B4-BE49-F238E27FC236}">
                  <a16:creationId xmlns:a16="http://schemas.microsoft.com/office/drawing/2014/main" id="{7F7963A9-997A-CD0E-2C72-30BA4DAC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6" name="Text Box 50">
              <a:extLst>
                <a:ext uri="{FF2B5EF4-FFF2-40B4-BE49-F238E27FC236}">
                  <a16:creationId xmlns:a16="http://schemas.microsoft.com/office/drawing/2014/main" id="{AC8C923E-B119-A085-7671-73416CB53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7" name="Text Box 51">
              <a:extLst>
                <a:ext uri="{FF2B5EF4-FFF2-40B4-BE49-F238E27FC236}">
                  <a16:creationId xmlns:a16="http://schemas.microsoft.com/office/drawing/2014/main" id="{E5816DFF-065F-0860-6C12-3413E9E4D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8" name="Text Box 52">
              <a:extLst>
                <a:ext uri="{FF2B5EF4-FFF2-40B4-BE49-F238E27FC236}">
                  <a16:creationId xmlns:a16="http://schemas.microsoft.com/office/drawing/2014/main" id="{B84566A6-FB20-B254-3E24-0407AC2A5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V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I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E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</p:txBody>
        </p:sp>
        <p:sp>
          <p:nvSpPr>
            <p:cNvPr id="41019" name="Text Box 53">
              <a:extLst>
                <a:ext uri="{FF2B5EF4-FFF2-40B4-BE49-F238E27FC236}">
                  <a16:creationId xmlns:a16="http://schemas.microsoft.com/office/drawing/2014/main" id="{9479A59B-41BA-F1F0-A492-ADFFBD563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000">
                <a:latin typeface="Arial" panose="020B0604020202020204" pitchFamily="34" charset="0"/>
              </a:endParaRP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T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</a:t>
              </a:r>
            </a:p>
          </p:txBody>
        </p:sp>
        <p:sp>
          <p:nvSpPr>
            <p:cNvPr id="41020" name="Text Box 54">
              <a:extLst>
                <a:ext uri="{FF2B5EF4-FFF2-40B4-BE49-F238E27FC236}">
                  <a16:creationId xmlns:a16="http://schemas.microsoft.com/office/drawing/2014/main" id="{1E3AF3A7-9485-92A8-C16F-F1FEA5211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000">
                <a:latin typeface="Arial" panose="020B0604020202020204" pitchFamily="34" charset="0"/>
              </a:endParaRP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D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T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</a:t>
              </a:r>
            </a:p>
          </p:txBody>
        </p:sp>
        <p:sp>
          <p:nvSpPr>
            <p:cNvPr id="41021" name="Text Box 55">
              <a:extLst>
                <a:ext uri="{FF2B5EF4-FFF2-40B4-BE49-F238E27FC236}">
                  <a16:creationId xmlns:a16="http://schemas.microsoft.com/office/drawing/2014/main" id="{87B6B125-5608-C940-FFEF-E790E59EB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CN" sz="1000">
                <a:latin typeface="Arial" panose="020B0604020202020204" pitchFamily="34" charset="0"/>
              </a:endParaRP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C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T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R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O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41022" name="Line 56">
              <a:extLst>
                <a:ext uri="{FF2B5EF4-FFF2-40B4-BE49-F238E27FC236}">
                  <a16:creationId xmlns:a16="http://schemas.microsoft.com/office/drawing/2014/main" id="{4BF72168-27A2-B5EB-5625-1E0B1BD37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3" name="Line 57">
              <a:extLst>
                <a:ext uri="{FF2B5EF4-FFF2-40B4-BE49-F238E27FC236}">
                  <a16:creationId xmlns:a16="http://schemas.microsoft.com/office/drawing/2014/main" id="{E8856B3B-3DAC-F1E6-96EC-D170E8E4B0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4" name="Line 58">
              <a:extLst>
                <a:ext uri="{FF2B5EF4-FFF2-40B4-BE49-F238E27FC236}">
                  <a16:creationId xmlns:a16="http://schemas.microsoft.com/office/drawing/2014/main" id="{7429C474-FA62-1069-2867-4CD1A9752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5" name="Line 59">
              <a:extLst>
                <a:ext uri="{FF2B5EF4-FFF2-40B4-BE49-F238E27FC236}">
                  <a16:creationId xmlns:a16="http://schemas.microsoft.com/office/drawing/2014/main" id="{DF41FD50-12E4-53F1-A0D8-92C08A789D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6" name="Line 60">
              <a:extLst>
                <a:ext uri="{FF2B5EF4-FFF2-40B4-BE49-F238E27FC236}">
                  <a16:creationId xmlns:a16="http://schemas.microsoft.com/office/drawing/2014/main" id="{E8A6787E-4121-A691-D5EC-39C2E356B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7" name="Line 61">
              <a:extLst>
                <a:ext uri="{FF2B5EF4-FFF2-40B4-BE49-F238E27FC236}">
                  <a16:creationId xmlns:a16="http://schemas.microsoft.com/office/drawing/2014/main" id="{F2B81614-5B7A-A86C-1C9B-1F04DD0F5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8" name="Line 62">
              <a:extLst>
                <a:ext uri="{FF2B5EF4-FFF2-40B4-BE49-F238E27FC236}">
                  <a16:creationId xmlns:a16="http://schemas.microsoft.com/office/drawing/2014/main" id="{5B6B38C5-160F-38F7-E9A4-7E0B8B670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9" name="Text Box 63">
              <a:extLst>
                <a:ext uri="{FF2B5EF4-FFF2-40B4-BE49-F238E27FC236}">
                  <a16:creationId xmlns:a16="http://schemas.microsoft.com/office/drawing/2014/main" id="{00728172-2E08-3B8C-7E28-E9E0D0AF69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41030" name="Text Box 64">
              <a:extLst>
                <a:ext uri="{FF2B5EF4-FFF2-40B4-BE49-F238E27FC236}">
                  <a16:creationId xmlns:a16="http://schemas.microsoft.com/office/drawing/2014/main" id="{B0951E23-EB6D-CB30-A2E0-EE0CC4495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41031" name="Text Box 65">
              <a:extLst>
                <a:ext uri="{FF2B5EF4-FFF2-40B4-BE49-F238E27FC236}">
                  <a16:creationId xmlns:a16="http://schemas.microsoft.com/office/drawing/2014/main" id="{570A42BF-EB18-3F21-FBC7-2A3DBA64B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3</a:t>
              </a:r>
            </a:p>
          </p:txBody>
        </p:sp>
        <p:sp>
          <p:nvSpPr>
            <p:cNvPr id="41032" name="Text Box 66">
              <a:extLst>
                <a:ext uri="{FF2B5EF4-FFF2-40B4-BE49-F238E27FC236}">
                  <a16:creationId xmlns:a16="http://schemas.microsoft.com/office/drawing/2014/main" id="{E2FE2375-7557-FA84-4936-C39F9FC74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4</a:t>
              </a:r>
            </a:p>
          </p:txBody>
        </p:sp>
        <p:sp>
          <p:nvSpPr>
            <p:cNvPr id="41033" name="Text Box 67">
              <a:extLst>
                <a:ext uri="{FF2B5EF4-FFF2-40B4-BE49-F238E27FC236}">
                  <a16:creationId xmlns:a16="http://schemas.microsoft.com/office/drawing/2014/main" id="{FD59BF75-9487-C336-3071-ED51FFD58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5</a:t>
              </a:r>
            </a:p>
          </p:txBody>
        </p:sp>
        <p:sp>
          <p:nvSpPr>
            <p:cNvPr id="41034" name="Text Box 68">
              <a:extLst>
                <a:ext uri="{FF2B5EF4-FFF2-40B4-BE49-F238E27FC236}">
                  <a16:creationId xmlns:a16="http://schemas.microsoft.com/office/drawing/2014/main" id="{8DD9D677-088C-630F-1070-2E8178E7AD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6</a:t>
              </a:r>
            </a:p>
          </p:txBody>
        </p:sp>
        <p:sp>
          <p:nvSpPr>
            <p:cNvPr id="41035" name="Text Box 69">
              <a:extLst>
                <a:ext uri="{FF2B5EF4-FFF2-40B4-BE49-F238E27FC236}">
                  <a16:creationId xmlns:a16="http://schemas.microsoft.com/office/drawing/2014/main" id="{8C2E556F-546A-3150-F112-30CD0381D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7</a:t>
              </a:r>
            </a:p>
          </p:txBody>
        </p:sp>
        <p:sp>
          <p:nvSpPr>
            <p:cNvPr id="41036" name="Text Box 70">
              <a:extLst>
                <a:ext uri="{FF2B5EF4-FFF2-40B4-BE49-F238E27FC236}">
                  <a16:creationId xmlns:a16="http://schemas.microsoft.com/office/drawing/2014/main" id="{A3CABD52-D56F-CEE3-31FE-DC7FFC8CE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8</a:t>
              </a:r>
            </a:p>
          </p:txBody>
        </p:sp>
        <p:sp>
          <p:nvSpPr>
            <p:cNvPr id="41037" name="Text Box 71">
              <a:extLst>
                <a:ext uri="{FF2B5EF4-FFF2-40B4-BE49-F238E27FC236}">
                  <a16:creationId xmlns:a16="http://schemas.microsoft.com/office/drawing/2014/main" id="{C1907C99-67D1-0967-69EB-30D13D334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9</a:t>
              </a:r>
            </a:p>
          </p:txBody>
        </p:sp>
        <p:sp>
          <p:nvSpPr>
            <p:cNvPr id="41038" name="Freeform 72">
              <a:extLst>
                <a:ext uri="{FF2B5EF4-FFF2-40B4-BE49-F238E27FC236}">
                  <a16:creationId xmlns:a16="http://schemas.microsoft.com/office/drawing/2014/main" id="{C0A3E28A-CB6F-4D95-A3CD-3B5192C9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" name="Group 73">
            <a:extLst>
              <a:ext uri="{FF2B5EF4-FFF2-40B4-BE49-F238E27FC236}">
                <a16:creationId xmlns:a16="http://schemas.microsoft.com/office/drawing/2014/main" id="{0FC406FB-9D51-92D2-9161-9EC39BFB1FE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1039813" y="2238375"/>
            <a:ext cx="1666875" cy="2062163"/>
            <a:chOff x="1511" y="1371"/>
            <a:chExt cx="1050" cy="1299"/>
          </a:xfrm>
        </p:grpSpPr>
        <p:grpSp>
          <p:nvGrpSpPr>
            <p:cNvPr id="41003" name="Group 74">
              <a:extLst>
                <a:ext uri="{FF2B5EF4-FFF2-40B4-BE49-F238E27FC236}">
                  <a16:creationId xmlns:a16="http://schemas.microsoft.com/office/drawing/2014/main" id="{5EB9D2CE-E086-2E05-60D9-92358A7BD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41005" name="Rectangle 75">
                <a:extLst>
                  <a:ext uri="{FF2B5EF4-FFF2-40B4-BE49-F238E27FC236}">
                    <a16:creationId xmlns:a16="http://schemas.microsoft.com/office/drawing/2014/main" id="{7CB4673C-505F-15F4-C587-FE0B26F06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596" name="Freeform 76">
                <a:extLst>
                  <a:ext uri="{FF2B5EF4-FFF2-40B4-BE49-F238E27FC236}">
                    <a16:creationId xmlns:a16="http://schemas.microsoft.com/office/drawing/2014/main" id="{A0116806-C728-C444-89D1-5A2F7FFE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>
                  <a:defRPr/>
                </a:pPr>
                <a:endParaRPr lang="en-US" dirty="0">
                  <a:latin typeface="Times New Roman" pitchFamily="18" charset="0"/>
                  <a:ea typeface="+mn-ea"/>
                </a:endParaRPr>
              </a:p>
            </p:txBody>
          </p:sp>
          <p:sp>
            <p:nvSpPr>
              <p:cNvPr id="41007" name="Oval 77">
                <a:extLst>
                  <a:ext uri="{FF2B5EF4-FFF2-40B4-BE49-F238E27FC236}">
                    <a16:creationId xmlns:a16="http://schemas.microsoft.com/office/drawing/2014/main" id="{E2C0022E-A170-3B94-B099-89D2C25AE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008" name="Line 78">
                <a:extLst>
                  <a:ext uri="{FF2B5EF4-FFF2-40B4-BE49-F238E27FC236}">
                    <a16:creationId xmlns:a16="http://schemas.microsoft.com/office/drawing/2014/main" id="{15A10DD2-5711-FCB2-38D5-D1D1BF542B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004" name="Freeform 79">
              <a:extLst>
                <a:ext uri="{FF2B5EF4-FFF2-40B4-BE49-F238E27FC236}">
                  <a16:creationId xmlns:a16="http://schemas.microsoft.com/office/drawing/2014/main" id="{4DF17EDD-ECC1-5DC1-9311-AA44B521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tx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zh-CN" altLang="en-US"/>
            </a:p>
          </p:txBody>
        </p:sp>
      </p:grpSp>
      <p:sp>
        <p:nvSpPr>
          <p:cNvPr id="226628" name="Text Box 324">
            <a:extLst>
              <a:ext uri="{FF2B5EF4-FFF2-40B4-BE49-F238E27FC236}">
                <a16:creationId xmlns:a16="http://schemas.microsoft.com/office/drawing/2014/main" id="{7883BDE0-4207-4689-DBA6-66FD647CE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7400" y="5545138"/>
            <a:ext cx="7475538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CC0000"/>
                </a:solidFill>
              </a:rPr>
              <a:t>frequency division multiplexing:</a:t>
            </a:r>
            <a:r>
              <a:rPr lang="en-US" altLang="zh-CN" sz="2400"/>
              <a:t> different channels transmitted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/>
              <a:t>in different frequency bands</a:t>
            </a:r>
          </a:p>
        </p:txBody>
      </p:sp>
      <p:pic>
        <p:nvPicPr>
          <p:cNvPr id="40998" name="Picture 325" descr="underline_base">
            <a:extLst>
              <a:ext uri="{FF2B5EF4-FFF2-40B4-BE49-F238E27FC236}">
                <a16:creationId xmlns:a16="http://schemas.microsoft.com/office/drawing/2014/main" id="{28389AA9-20FE-9AFC-8E7E-3E2C5C5BFEBC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5951537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9" name="Group 326">
            <a:extLst>
              <a:ext uri="{FF2B5EF4-FFF2-40B4-BE49-F238E27FC236}">
                <a16:creationId xmlns:a16="http://schemas.microsoft.com/office/drawing/2014/main" id="{B6603602-7ECB-11B1-BC78-F2E6560E7FFA}"/>
              </a:ext>
            </a:extLst>
          </p:cNvPr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1001" name="Picture 327" descr="desktop_computer_stylized_medium">
              <a:extLst>
                <a:ext uri="{FF2B5EF4-FFF2-40B4-BE49-F238E27FC236}">
                  <a16:creationId xmlns:a16="http://schemas.microsoft.com/office/drawing/2014/main" id="{7F0D0ACC-5C4D-88AC-08CF-2209358D6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02" name="Freeform 328">
              <a:extLst>
                <a:ext uri="{FF2B5EF4-FFF2-40B4-BE49-F238E27FC236}">
                  <a16:creationId xmlns:a16="http://schemas.microsoft.com/office/drawing/2014/main" id="{91020936-5988-2F5A-FEC5-E66870344B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1000" name="Slide Number Placeholder 3">
            <a:extLst>
              <a:ext uri="{FF2B5EF4-FFF2-40B4-BE49-F238E27FC236}">
                <a16:creationId xmlns:a16="http://schemas.microsoft.com/office/drawing/2014/main" id="{815B0E5E-1D12-03D4-4A7D-2F7D7D3FD0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96F8697F-34A6-3340-9009-7674F66B7398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26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2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2">
            <a:extLst>
              <a:ext uri="{FF2B5EF4-FFF2-40B4-BE49-F238E27FC236}">
                <a16:creationId xmlns:a16="http://schemas.microsoft.com/office/drawing/2014/main" id="{0251970F-C3E7-1C67-FCB1-9AA65D09398B}"/>
              </a:ext>
            </a:extLst>
          </p:cNvPr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42119" name="Group 128">
              <a:extLst>
                <a:ext uri="{FF2B5EF4-FFF2-40B4-BE49-F238E27FC236}">
                  <a16:creationId xmlns:a16="http://schemas.microsoft.com/office/drawing/2014/main" id="{3D582448-29D7-A311-EEF5-479B584052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2160" name="Freeform 129">
                <a:extLst>
                  <a:ext uri="{FF2B5EF4-FFF2-40B4-BE49-F238E27FC236}">
                    <a16:creationId xmlns:a16="http://schemas.microsoft.com/office/drawing/2014/main" id="{E276E99A-989F-0B2D-0900-48AC582F6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2706359 w 765"/>
                  <a:gd name="T1" fmla="*/ 9024 h 459"/>
                  <a:gd name="T2" fmla="*/ 1841932 w 765"/>
                  <a:gd name="T3" fmla="*/ 63629 h 459"/>
                  <a:gd name="T4" fmla="*/ 611395 w 765"/>
                  <a:gd name="T5" fmla="*/ 91397 h 459"/>
                  <a:gd name="T6" fmla="*/ 89447 w 765"/>
                  <a:gd name="T7" fmla="*/ 306185 h 459"/>
                  <a:gd name="T8" fmla="*/ 1149489 w 765"/>
                  <a:gd name="T9" fmla="*/ 404483 h 459"/>
                  <a:gd name="T10" fmla="*/ 2212518 w 765"/>
                  <a:gd name="T11" fmla="*/ 388557 h 459"/>
                  <a:gd name="T12" fmla="*/ 3729760 w 765"/>
                  <a:gd name="T13" fmla="*/ 404483 h 459"/>
                  <a:gd name="T14" fmla="*/ 4458313 w 765"/>
                  <a:gd name="T15" fmla="*/ 395601 h 459"/>
                  <a:gd name="T16" fmla="*/ 4803937 w 765"/>
                  <a:gd name="T17" fmla="*/ 339191 h 459"/>
                  <a:gd name="T18" fmla="*/ 4790848 w 765"/>
                  <a:gd name="T19" fmla="*/ 143965 h 459"/>
                  <a:gd name="T20" fmla="*/ 4227927 w 765"/>
                  <a:gd name="T21" fmla="*/ 31235 h 459"/>
                  <a:gd name="T22" fmla="*/ 2706359 w 765"/>
                  <a:gd name="T23" fmla="*/ 9024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1" name="Line 130">
                <a:extLst>
                  <a:ext uri="{FF2B5EF4-FFF2-40B4-BE49-F238E27FC236}">
                    <a16:creationId xmlns:a16="http://schemas.microsoft.com/office/drawing/2014/main" id="{88CCB84C-4DB0-9C54-6092-FCAABAE38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2" name="Line 131">
                <a:extLst>
                  <a:ext uri="{FF2B5EF4-FFF2-40B4-BE49-F238E27FC236}">
                    <a16:creationId xmlns:a16="http://schemas.microsoft.com/office/drawing/2014/main" id="{FF2BB3A5-ACFB-F21A-3510-9FB84DA94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3" name="Line 132">
                <a:extLst>
                  <a:ext uri="{FF2B5EF4-FFF2-40B4-BE49-F238E27FC236}">
                    <a16:creationId xmlns:a16="http://schemas.microsoft.com/office/drawing/2014/main" id="{C798B70B-EF71-778E-167B-10734D22DA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4" name="Line 133">
                <a:extLst>
                  <a:ext uri="{FF2B5EF4-FFF2-40B4-BE49-F238E27FC236}">
                    <a16:creationId xmlns:a16="http://schemas.microsoft.com/office/drawing/2014/main" id="{B22B7203-6176-3CD5-2F51-79A7BA9CB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5" name="Line 134">
                <a:extLst>
                  <a:ext uri="{FF2B5EF4-FFF2-40B4-BE49-F238E27FC236}">
                    <a16:creationId xmlns:a16="http://schemas.microsoft.com/office/drawing/2014/main" id="{C23AB600-9EAD-48B9-B265-FBAAAB4D9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6" name="Line 135">
                <a:extLst>
                  <a:ext uri="{FF2B5EF4-FFF2-40B4-BE49-F238E27FC236}">
                    <a16:creationId xmlns:a16="http://schemas.microsoft.com/office/drawing/2014/main" id="{47ED45BF-43A4-8A94-5D29-54751FCB0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2167" name="Group 136">
                <a:extLst>
                  <a:ext uri="{FF2B5EF4-FFF2-40B4-BE49-F238E27FC236}">
                    <a16:creationId xmlns:a16="http://schemas.microsoft.com/office/drawing/2014/main" id="{DA809ECE-6951-A4FD-4FC0-05E3C3F107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2197" name="Oval 407">
                  <a:extLst>
                    <a:ext uri="{FF2B5EF4-FFF2-40B4-BE49-F238E27FC236}">
                      <a16:creationId xmlns:a16="http://schemas.microsoft.com/office/drawing/2014/main" id="{A043AE84-5803-CE64-5A46-A8FD2CDB9A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8" name="Rectangle 410">
                  <a:extLst>
                    <a:ext uri="{FF2B5EF4-FFF2-40B4-BE49-F238E27FC236}">
                      <a16:creationId xmlns:a16="http://schemas.microsoft.com/office/drawing/2014/main" id="{A55BC4CC-B9F8-1A6C-B680-D394163298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9" name="Oval 411">
                  <a:extLst>
                    <a:ext uri="{FF2B5EF4-FFF2-40B4-BE49-F238E27FC236}">
                      <a16:creationId xmlns:a16="http://schemas.microsoft.com/office/drawing/2014/main" id="{18A55AB0-3F4D-A7D7-FD84-0494FF216D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200" name="Group 140">
                  <a:extLst>
                    <a:ext uri="{FF2B5EF4-FFF2-40B4-BE49-F238E27FC236}">
                      <a16:creationId xmlns:a16="http://schemas.microsoft.com/office/drawing/2014/main" id="{D9EFC5C7-C420-BCD1-DF2E-ADD51BD6F7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203" name="Freeform 141">
                    <a:extLst>
                      <a:ext uri="{FF2B5EF4-FFF2-40B4-BE49-F238E27FC236}">
                        <a16:creationId xmlns:a16="http://schemas.microsoft.com/office/drawing/2014/main" id="{197456E6-A3E6-E558-A442-0D5AEC3AA4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204" name="Freeform 142">
                    <a:extLst>
                      <a:ext uri="{FF2B5EF4-FFF2-40B4-BE49-F238E27FC236}">
                        <a16:creationId xmlns:a16="http://schemas.microsoft.com/office/drawing/2014/main" id="{306496BB-B4A9-2A74-73A6-860FEC3CE8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2201" name="Line 143">
                  <a:extLst>
                    <a:ext uri="{FF2B5EF4-FFF2-40B4-BE49-F238E27FC236}">
                      <a16:creationId xmlns:a16="http://schemas.microsoft.com/office/drawing/2014/main" id="{31F4EBF3-4DC5-7560-F407-54468EBC47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202" name="Line 144">
                  <a:extLst>
                    <a:ext uri="{FF2B5EF4-FFF2-40B4-BE49-F238E27FC236}">
                      <a16:creationId xmlns:a16="http://schemas.microsoft.com/office/drawing/2014/main" id="{D2095BD5-EBEA-64FC-FBFD-6F5CDC23FB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168" name="Group 145">
                <a:extLst>
                  <a:ext uri="{FF2B5EF4-FFF2-40B4-BE49-F238E27FC236}">
                    <a16:creationId xmlns:a16="http://schemas.microsoft.com/office/drawing/2014/main" id="{D472356F-DB05-ADBB-2980-2C2F1F5405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2189" name="Oval 407">
                  <a:extLst>
                    <a:ext uri="{FF2B5EF4-FFF2-40B4-BE49-F238E27FC236}">
                      <a16:creationId xmlns:a16="http://schemas.microsoft.com/office/drawing/2014/main" id="{EF64BC88-E2AC-C626-B332-6CC96B6D6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0" name="Rectangle 410">
                  <a:extLst>
                    <a:ext uri="{FF2B5EF4-FFF2-40B4-BE49-F238E27FC236}">
                      <a16:creationId xmlns:a16="http://schemas.microsoft.com/office/drawing/2014/main" id="{97DA241D-9208-B38F-C0C1-E1CAB00B18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1" name="Oval 411">
                  <a:extLst>
                    <a:ext uri="{FF2B5EF4-FFF2-40B4-BE49-F238E27FC236}">
                      <a16:creationId xmlns:a16="http://schemas.microsoft.com/office/drawing/2014/main" id="{D54A52B7-F2D1-34EA-2D0B-64B968C1E5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92" name="Group 149">
                  <a:extLst>
                    <a:ext uri="{FF2B5EF4-FFF2-40B4-BE49-F238E27FC236}">
                      <a16:creationId xmlns:a16="http://schemas.microsoft.com/office/drawing/2014/main" id="{D3E50E71-3D10-1537-A4D0-6DFAFF10C9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95" name="Freeform 150">
                    <a:extLst>
                      <a:ext uri="{FF2B5EF4-FFF2-40B4-BE49-F238E27FC236}">
                        <a16:creationId xmlns:a16="http://schemas.microsoft.com/office/drawing/2014/main" id="{2DBFE59E-D58B-1CCC-BF89-A2C61EF434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196" name="Freeform 151">
                    <a:extLst>
                      <a:ext uri="{FF2B5EF4-FFF2-40B4-BE49-F238E27FC236}">
                        <a16:creationId xmlns:a16="http://schemas.microsoft.com/office/drawing/2014/main" id="{0C14AA98-D5FB-E3DF-B15E-C84D699E7B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2193" name="Line 152">
                  <a:extLst>
                    <a:ext uri="{FF2B5EF4-FFF2-40B4-BE49-F238E27FC236}">
                      <a16:creationId xmlns:a16="http://schemas.microsoft.com/office/drawing/2014/main" id="{8884E792-E503-FAB7-ACC6-3793AB0A19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194" name="Line 153">
                  <a:extLst>
                    <a:ext uri="{FF2B5EF4-FFF2-40B4-BE49-F238E27FC236}">
                      <a16:creationId xmlns:a16="http://schemas.microsoft.com/office/drawing/2014/main" id="{0B7AE7D9-A1DA-46E6-BC24-2739418F87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169" name="Group 154">
                <a:extLst>
                  <a:ext uri="{FF2B5EF4-FFF2-40B4-BE49-F238E27FC236}">
                    <a16:creationId xmlns:a16="http://schemas.microsoft.com/office/drawing/2014/main" id="{49F84C99-94D0-CE20-8D92-45878EE6B9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2181" name="Oval 407">
                  <a:extLst>
                    <a:ext uri="{FF2B5EF4-FFF2-40B4-BE49-F238E27FC236}">
                      <a16:creationId xmlns:a16="http://schemas.microsoft.com/office/drawing/2014/main" id="{9AC789F8-C4B1-6DF6-073E-A0120E79B9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82" name="Rectangle 410">
                  <a:extLst>
                    <a:ext uri="{FF2B5EF4-FFF2-40B4-BE49-F238E27FC236}">
                      <a16:creationId xmlns:a16="http://schemas.microsoft.com/office/drawing/2014/main" id="{BA65EDF2-6361-DE86-85FD-C5A13AC7E2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83" name="Oval 411">
                  <a:extLst>
                    <a:ext uri="{FF2B5EF4-FFF2-40B4-BE49-F238E27FC236}">
                      <a16:creationId xmlns:a16="http://schemas.microsoft.com/office/drawing/2014/main" id="{D35A8F7A-6A02-4844-DBDE-01863F2D24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84" name="Group 158">
                  <a:extLst>
                    <a:ext uri="{FF2B5EF4-FFF2-40B4-BE49-F238E27FC236}">
                      <a16:creationId xmlns:a16="http://schemas.microsoft.com/office/drawing/2014/main" id="{FC299458-8E83-5732-91DB-1D5AD8275C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87" name="Freeform 159">
                    <a:extLst>
                      <a:ext uri="{FF2B5EF4-FFF2-40B4-BE49-F238E27FC236}">
                        <a16:creationId xmlns:a16="http://schemas.microsoft.com/office/drawing/2014/main" id="{DB3D16D5-4A39-C0BC-8A26-4612CE8B05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188" name="Freeform 160">
                    <a:extLst>
                      <a:ext uri="{FF2B5EF4-FFF2-40B4-BE49-F238E27FC236}">
                        <a16:creationId xmlns:a16="http://schemas.microsoft.com/office/drawing/2014/main" id="{25CF5DEC-B699-3DAC-1534-E1887733B9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2185" name="Line 161">
                  <a:extLst>
                    <a:ext uri="{FF2B5EF4-FFF2-40B4-BE49-F238E27FC236}">
                      <a16:creationId xmlns:a16="http://schemas.microsoft.com/office/drawing/2014/main" id="{81C41F9E-932E-E086-987C-C9025815E8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186" name="Line 162">
                  <a:extLst>
                    <a:ext uri="{FF2B5EF4-FFF2-40B4-BE49-F238E27FC236}">
                      <a16:creationId xmlns:a16="http://schemas.microsoft.com/office/drawing/2014/main" id="{35C78CB6-D60C-646B-4840-3EB1FFE9E0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170" name="Group 163">
                <a:extLst>
                  <a:ext uri="{FF2B5EF4-FFF2-40B4-BE49-F238E27FC236}">
                    <a16:creationId xmlns:a16="http://schemas.microsoft.com/office/drawing/2014/main" id="{40C3F83B-86DD-7DA6-F23A-C25E0D3EAE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2173" name="Oval 407">
                  <a:extLst>
                    <a:ext uri="{FF2B5EF4-FFF2-40B4-BE49-F238E27FC236}">
                      <a16:creationId xmlns:a16="http://schemas.microsoft.com/office/drawing/2014/main" id="{E6EDC1FC-6A87-ED77-F51C-C25014440F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74" name="Rectangle 410">
                  <a:extLst>
                    <a:ext uri="{FF2B5EF4-FFF2-40B4-BE49-F238E27FC236}">
                      <a16:creationId xmlns:a16="http://schemas.microsoft.com/office/drawing/2014/main" id="{2B4569F5-A84F-E8A3-B9DB-7A0A3BA053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75" name="Oval 411">
                  <a:extLst>
                    <a:ext uri="{FF2B5EF4-FFF2-40B4-BE49-F238E27FC236}">
                      <a16:creationId xmlns:a16="http://schemas.microsoft.com/office/drawing/2014/main" id="{072881A5-E921-1B86-002A-2999524348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76" name="Group 167">
                  <a:extLst>
                    <a:ext uri="{FF2B5EF4-FFF2-40B4-BE49-F238E27FC236}">
                      <a16:creationId xmlns:a16="http://schemas.microsoft.com/office/drawing/2014/main" id="{09065F02-17DE-C02E-E91B-4A0FD1DDEE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79" name="Freeform 168">
                    <a:extLst>
                      <a:ext uri="{FF2B5EF4-FFF2-40B4-BE49-F238E27FC236}">
                        <a16:creationId xmlns:a16="http://schemas.microsoft.com/office/drawing/2014/main" id="{40470EBC-FF98-D49B-0495-D0541C8BF6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180" name="Freeform 169">
                    <a:extLst>
                      <a:ext uri="{FF2B5EF4-FFF2-40B4-BE49-F238E27FC236}">
                        <a16:creationId xmlns:a16="http://schemas.microsoft.com/office/drawing/2014/main" id="{FA007343-DFAE-846D-35A6-DB408F939E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2177" name="Line 170">
                  <a:extLst>
                    <a:ext uri="{FF2B5EF4-FFF2-40B4-BE49-F238E27FC236}">
                      <a16:creationId xmlns:a16="http://schemas.microsoft.com/office/drawing/2014/main" id="{233734C0-F56C-77EA-0EA4-AECE2FA47B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178" name="Line 171">
                  <a:extLst>
                    <a:ext uri="{FF2B5EF4-FFF2-40B4-BE49-F238E27FC236}">
                      <a16:creationId xmlns:a16="http://schemas.microsoft.com/office/drawing/2014/main" id="{78242C87-2104-FE7D-026F-2936242FF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2171" name="Line 172">
                <a:extLst>
                  <a:ext uri="{FF2B5EF4-FFF2-40B4-BE49-F238E27FC236}">
                    <a16:creationId xmlns:a16="http://schemas.microsoft.com/office/drawing/2014/main" id="{6A6303C9-DF79-DA11-F74C-3FCBA935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2" name="Text Box 580">
                <a:extLst>
                  <a:ext uri="{FF2B5EF4-FFF2-40B4-BE49-F238E27FC236}">
                    <a16:creationId xmlns:a16="http://schemas.microsoft.com/office/drawing/2014/main" id="{0B2EC2A3-6007-B44D-10CF-EF91F0F5F1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>
                    <a:latin typeface="Arial" panose="020B0604020202020204" pitchFamily="34" charset="0"/>
                  </a:rPr>
                  <a:t>ISP</a:t>
                </a:r>
              </a:p>
            </p:txBody>
          </p:sp>
        </p:grpSp>
        <p:grpSp>
          <p:nvGrpSpPr>
            <p:cNvPr id="42120" name="Group 347">
              <a:extLst>
                <a:ext uri="{FF2B5EF4-FFF2-40B4-BE49-F238E27FC236}">
                  <a16:creationId xmlns:a16="http://schemas.microsoft.com/office/drawing/2014/main" id="{5EE6D731-49FB-5254-4CE3-17349CC67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35F01B78-1DA2-324B-99BB-8EAD75778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93ED1545-4321-6F4D-B29D-3E936965EF72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1948484B-FB56-7B4A-8153-43571795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010B335-4B3F-934B-8995-905D351B9B9F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3AF172DA-74B6-5743-AD74-8A6422440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B3566CDA-C317-9340-8DF4-D2328B81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B41FD599-EBA7-404C-95E2-7349B593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89" name="Straight Connector 188">
                <a:extLst>
                  <a:ext uri="{FF2B5EF4-FFF2-40B4-BE49-F238E27FC236}">
                    <a16:creationId xmlns:a16="http://schemas.microsoft.com/office/drawing/2014/main" id="{B344870C-FE06-554F-852E-6BD5ABF0DFA6}"/>
                  </a:ext>
                </a:extLst>
              </p:cNvPr>
              <p:cNvCxnSpPr>
                <a:cxnSpLocks noChangeShapeType="1"/>
                <a:endCxn id="18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1EE35674-C1ED-E145-86C1-BCB38A7770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1" name="Group 347">
              <a:extLst>
                <a:ext uri="{FF2B5EF4-FFF2-40B4-BE49-F238E27FC236}">
                  <a16:creationId xmlns:a16="http://schemas.microsoft.com/office/drawing/2014/main" id="{9D0B846C-1261-F62E-BA94-324E71563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B5F54D4B-0D67-184C-9F32-199EF8B79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3159F58E-7D0B-4740-B6A1-01EB1803A172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6751178F-EEC7-2544-BF7F-6D825080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A875A4A3-306B-984C-B669-59447AF14072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4DE65C0-C72C-9449-A77E-61A6F20A7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4C6EAD60-2D72-2243-9D0B-546BB538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0E7227FD-AF7E-4842-B535-B20EA0E31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A02370EF-5FF7-4E43-AB05-B8B008B1FD25}"/>
                  </a:ext>
                </a:extLst>
              </p:cNvPr>
              <p:cNvCxnSpPr>
                <a:cxnSpLocks noChangeShapeType="1"/>
                <a:endCxn id="19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0" name="Straight Connector 199">
                <a:extLst>
                  <a:ext uri="{FF2B5EF4-FFF2-40B4-BE49-F238E27FC236}">
                    <a16:creationId xmlns:a16="http://schemas.microsoft.com/office/drawing/2014/main" id="{CE13B19B-96EA-8A43-8961-3817E88682C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2" name="Group 347">
              <a:extLst>
                <a:ext uri="{FF2B5EF4-FFF2-40B4-BE49-F238E27FC236}">
                  <a16:creationId xmlns:a16="http://schemas.microsoft.com/office/drawing/2014/main" id="{6BBF871F-B4E5-83B2-CC94-89C77B8CB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5C4E515-3832-FA41-B6AB-FBDBCBE30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5D1BEA14-58FF-8646-B254-67D01D01A0F7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B4A80BEF-FAEF-6844-9B78-6047F55B2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0DE79F8C-6A21-9140-AFBB-7E779AB59452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89FB204B-8A1A-1A4F-9D9D-5A0709F1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69470B00-D48B-424E-8947-F145EB160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077BA64D-47BC-BC4F-A750-F7C86C5C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D7F8A628-805E-8843-9FFD-32BE5EB8129C}"/>
                  </a:ext>
                </a:extLst>
              </p:cNvPr>
              <p:cNvCxnSpPr>
                <a:cxnSpLocks noChangeShapeType="1"/>
                <a:endCxn id="20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6B2FF7A3-259A-8F40-9AAC-93AFC8B02A0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3" name="Group 347">
              <a:extLst>
                <a:ext uri="{FF2B5EF4-FFF2-40B4-BE49-F238E27FC236}">
                  <a16:creationId xmlns:a16="http://schemas.microsoft.com/office/drawing/2014/main" id="{B4E208D5-C531-9BBB-468B-88A8AAD8A6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40E18548-3AAA-7045-9F11-86EC3C53F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60" y="1694963"/>
                <a:ext cx="1126660" cy="31974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9D25F58C-1F81-754F-8C7C-706C3B8B31E2}"/>
                  </a:ext>
                </a:extLst>
              </p:cNvPr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8ECF9ED3-FF1F-1C41-B55F-464F9CDD4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712" y="1576347"/>
                <a:ext cx="1126660" cy="31974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D7570E2C-E9EE-0B45-A464-14B4CF2855BD}"/>
                  </a:ext>
                </a:extLst>
              </p:cNvPr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435D318A-A91E-684F-814C-D88492B04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597" y="1633076"/>
                <a:ext cx="660890" cy="11088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0291E74F-8817-984B-890D-C2B25276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896" y="1728486"/>
                <a:ext cx="242327" cy="95408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799ED06A-FF19-4148-81AD-6A333BC7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009" y="1731063"/>
                <a:ext cx="239179" cy="9540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3EA710E3-5CCA-374C-A16D-4545BB741281}"/>
                  </a:ext>
                </a:extLst>
              </p:cNvPr>
              <p:cNvCxnSpPr>
                <a:cxnSpLocks noChangeShapeType="1"/>
                <a:endCxn id="214" idx="2"/>
              </p:cNvCxnSpPr>
              <p:nvPr/>
            </p:nvCxnSpPr>
            <p:spPr bwMode="auto">
              <a:xfrm flipH="1" flipV="1">
                <a:off x="1870712" y="1736221"/>
                <a:ext cx="3148" cy="1237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C225700-3487-A84C-B557-2898CF42FD4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372" y="1736221"/>
                <a:ext cx="3148" cy="1211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41986" name="Footer Placeholder 2">
            <a:extLst>
              <a:ext uri="{FF2B5EF4-FFF2-40B4-BE49-F238E27FC236}">
                <a16:creationId xmlns:a16="http://schemas.microsoft.com/office/drawing/2014/main" id="{8AACFE5A-10CA-1E7B-3E8C-059E9FF6D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62A2F403-1D21-1096-3B1E-439CB2159C1E}"/>
              </a:ext>
            </a:extLst>
          </p:cNvPr>
          <p:cNvGrpSpPr>
            <a:grpSpLocks/>
          </p:cNvGrpSpPr>
          <p:nvPr/>
        </p:nvGrpSpPr>
        <p:grpSpPr bwMode="auto">
          <a:xfrm>
            <a:off x="406400" y="2290763"/>
            <a:ext cx="3092450" cy="1417637"/>
            <a:chOff x="256" y="1443"/>
            <a:chExt cx="1948" cy="893"/>
          </a:xfrm>
        </p:grpSpPr>
        <p:sp>
          <p:nvSpPr>
            <p:cNvPr id="42117" name="Text Box 6">
              <a:extLst>
                <a:ext uri="{FF2B5EF4-FFF2-40B4-BE49-F238E27FC236}">
                  <a16:creationId xmlns:a16="http://schemas.microsoft.com/office/drawing/2014/main" id="{2757E48F-D045-BBEB-8D1F-3274E9914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data, TV transmitted at different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frequencies over </a:t>
              </a:r>
              <a:r>
                <a:rPr lang="en-US" altLang="zh-CN" sz="1600" i="1">
                  <a:solidFill>
                    <a:srgbClr val="CC0000"/>
                  </a:solidFill>
                  <a:latin typeface="Arial" panose="020B0604020202020204" pitchFamily="34" charset="0"/>
                </a:rPr>
                <a:t>shared </a:t>
              </a:r>
              <a:r>
                <a:rPr lang="en-US" altLang="zh-CN" sz="1600" i="1">
                  <a:latin typeface="Arial" panose="020B0604020202020204" pitchFamily="34" charset="0"/>
                </a:rPr>
                <a:t>cable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distribution network</a:t>
              </a:r>
            </a:p>
          </p:txBody>
        </p:sp>
        <p:sp>
          <p:nvSpPr>
            <p:cNvPr id="42118" name="Line 7">
              <a:extLst>
                <a:ext uri="{FF2B5EF4-FFF2-40B4-BE49-F238E27FC236}">
                  <a16:creationId xmlns:a16="http://schemas.microsoft.com/office/drawing/2014/main" id="{0F13A337-882E-6F81-BE47-BA74A007D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1988" name="Rectangle 9">
            <a:extLst>
              <a:ext uri="{FF2B5EF4-FFF2-40B4-BE49-F238E27FC236}">
                <a16:creationId xmlns:a16="http://schemas.microsoft.com/office/drawing/2014/main" id="{DD66CC81-EEDB-ED41-180A-25802496F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1989" name="Line 7">
            <a:extLst>
              <a:ext uri="{FF2B5EF4-FFF2-40B4-BE49-F238E27FC236}">
                <a16:creationId xmlns:a16="http://schemas.microsoft.com/office/drawing/2014/main" id="{DD5C8B82-3CE1-25DD-EF17-5E83A10F96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41990" name="Text Box 39">
            <a:extLst>
              <a:ext uri="{FF2B5EF4-FFF2-40B4-BE49-F238E27FC236}">
                <a16:creationId xmlns:a16="http://schemas.microsoft.com/office/drawing/2014/main" id="{706A8117-4E0B-FFB8-5763-BCCAB29D2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cable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modem</a:t>
            </a:r>
          </a:p>
        </p:txBody>
      </p:sp>
      <p:sp>
        <p:nvSpPr>
          <p:cNvPr id="41991" name="Text Box 41">
            <a:extLst>
              <a:ext uri="{FF2B5EF4-FFF2-40B4-BE49-F238E27FC236}">
                <a16:creationId xmlns:a16="http://schemas.microsoft.com/office/drawing/2014/main" id="{578B5D19-3063-D0DB-8B41-9695E2DD2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splitter</a:t>
            </a:r>
          </a:p>
        </p:txBody>
      </p:sp>
      <p:grpSp>
        <p:nvGrpSpPr>
          <p:cNvPr id="41992" name="Group 13">
            <a:extLst>
              <a:ext uri="{FF2B5EF4-FFF2-40B4-BE49-F238E27FC236}">
                <a16:creationId xmlns:a16="http://schemas.microsoft.com/office/drawing/2014/main" id="{8C409B1E-C707-2F0E-0803-F5BC39A68AAB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2111" name="Rectangle 14">
              <a:extLst>
                <a:ext uri="{FF2B5EF4-FFF2-40B4-BE49-F238E27FC236}">
                  <a16:creationId xmlns:a16="http://schemas.microsoft.com/office/drawing/2014/main" id="{FA5C499F-2405-5D67-0A69-1EA4232FB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2112" name="Rectangle 15">
              <a:extLst>
                <a:ext uri="{FF2B5EF4-FFF2-40B4-BE49-F238E27FC236}">
                  <a16:creationId xmlns:a16="http://schemas.microsoft.com/office/drawing/2014/main" id="{D15F85D2-90E1-5747-D597-CD13B7B47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2113" name="Rectangle 16">
              <a:extLst>
                <a:ext uri="{FF2B5EF4-FFF2-40B4-BE49-F238E27FC236}">
                  <a16:creationId xmlns:a16="http://schemas.microsoft.com/office/drawing/2014/main" id="{3584A2FC-6F50-A511-E21E-7EC35D7EB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2114" name="Rectangle 17">
              <a:extLst>
                <a:ext uri="{FF2B5EF4-FFF2-40B4-BE49-F238E27FC236}">
                  <a16:creationId xmlns:a16="http://schemas.microsoft.com/office/drawing/2014/main" id="{FEEA063A-79E6-4724-6CAB-F649F5046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2115" name="Rectangle 18">
              <a:extLst>
                <a:ext uri="{FF2B5EF4-FFF2-40B4-BE49-F238E27FC236}">
                  <a16:creationId xmlns:a16="http://schemas.microsoft.com/office/drawing/2014/main" id="{D0B0E60D-21E1-6DF6-9C3D-F9489C11C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2116" name="AutoShape 19">
              <a:extLst>
                <a:ext uri="{FF2B5EF4-FFF2-40B4-BE49-F238E27FC236}">
                  <a16:creationId xmlns:a16="http://schemas.microsoft.com/office/drawing/2014/main" id="{190C551C-A3C4-8AEB-F679-7367F20FBB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41993" name="AutoShape 21">
            <a:extLst>
              <a:ext uri="{FF2B5EF4-FFF2-40B4-BE49-F238E27FC236}">
                <a16:creationId xmlns:a16="http://schemas.microsoft.com/office/drawing/2014/main" id="{C87B5E49-C53C-B381-C9B4-B610A9B78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1994" name="Rectangle 22">
            <a:extLst>
              <a:ext uri="{FF2B5EF4-FFF2-40B4-BE49-F238E27FC236}">
                <a16:creationId xmlns:a16="http://schemas.microsoft.com/office/drawing/2014/main" id="{92CC7F70-B445-06A0-2C3A-6A1BDCC2A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1995" name="Freeform 23">
            <a:extLst>
              <a:ext uri="{FF2B5EF4-FFF2-40B4-BE49-F238E27FC236}">
                <a16:creationId xmlns:a16="http://schemas.microsoft.com/office/drawing/2014/main" id="{34124DE3-F839-B18F-BC11-C4FA1A56ACE6}"/>
              </a:ext>
            </a:extLst>
          </p:cNvPr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6 w 381"/>
              <a:gd name="T1" fmla="*/ 2147483646 h 274"/>
              <a:gd name="T2" fmla="*/ 2147483646 w 381"/>
              <a:gd name="T3" fmla="*/ 2147483646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6" name="Line 24">
            <a:extLst>
              <a:ext uri="{FF2B5EF4-FFF2-40B4-BE49-F238E27FC236}">
                <a16:creationId xmlns:a16="http://schemas.microsoft.com/office/drawing/2014/main" id="{0338CB2B-1EB7-3FB8-0B42-25311FE8CE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pic>
        <p:nvPicPr>
          <p:cNvPr id="41997" name="Picture 25" descr="tv">
            <a:extLst>
              <a:ext uri="{FF2B5EF4-FFF2-40B4-BE49-F238E27FC236}">
                <a16:creationId xmlns:a16="http://schemas.microsoft.com/office/drawing/2014/main" id="{B8A67FED-130F-00F8-D3AC-939306199F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998" name="Group 26">
            <a:extLst>
              <a:ext uri="{FF2B5EF4-FFF2-40B4-BE49-F238E27FC236}">
                <a16:creationId xmlns:a16="http://schemas.microsoft.com/office/drawing/2014/main" id="{2E601D03-6D8E-045D-1309-F45FD0514EBA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2095" name="AutoShape 27">
              <a:extLst>
                <a:ext uri="{FF2B5EF4-FFF2-40B4-BE49-F238E27FC236}">
                  <a16:creationId xmlns:a16="http://schemas.microsoft.com/office/drawing/2014/main" id="{D4E59BED-C398-998B-F3EE-4CDC5C4F5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2096" name="Group 28">
              <a:extLst>
                <a:ext uri="{FF2B5EF4-FFF2-40B4-BE49-F238E27FC236}">
                  <a16:creationId xmlns:a16="http://schemas.microsoft.com/office/drawing/2014/main" id="{1777EBB7-230E-E891-5574-ADFCEC824F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97" name="Rectangle 29">
                <a:extLst>
                  <a:ext uri="{FF2B5EF4-FFF2-40B4-BE49-F238E27FC236}">
                    <a16:creationId xmlns:a16="http://schemas.microsoft.com/office/drawing/2014/main" id="{455D6209-750D-581C-8738-C3EA05282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98" name="Line 7">
                <a:extLst>
                  <a:ext uri="{FF2B5EF4-FFF2-40B4-BE49-F238E27FC236}">
                    <a16:creationId xmlns:a16="http://schemas.microsoft.com/office/drawing/2014/main" id="{DBC1EDBB-9B2D-5212-148A-B7085C09F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2099" name="Group 31">
                <a:extLst>
                  <a:ext uri="{FF2B5EF4-FFF2-40B4-BE49-F238E27FC236}">
                    <a16:creationId xmlns:a16="http://schemas.microsoft.com/office/drawing/2014/main" id="{49E4F772-FFB6-C77C-FE16-9381824828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105" name="Rectangle 32">
                  <a:extLst>
                    <a:ext uri="{FF2B5EF4-FFF2-40B4-BE49-F238E27FC236}">
                      <a16:creationId xmlns:a16="http://schemas.microsoft.com/office/drawing/2014/main" id="{087AD132-805B-163F-81CA-533427EB8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106" name="Rectangle 33">
                  <a:extLst>
                    <a:ext uri="{FF2B5EF4-FFF2-40B4-BE49-F238E27FC236}">
                      <a16:creationId xmlns:a16="http://schemas.microsoft.com/office/drawing/2014/main" id="{22350AA0-3078-CC19-33D8-4B9B967F86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107" name="Rectangle 34">
                  <a:extLst>
                    <a:ext uri="{FF2B5EF4-FFF2-40B4-BE49-F238E27FC236}">
                      <a16:creationId xmlns:a16="http://schemas.microsoft.com/office/drawing/2014/main" id="{4E71FDA9-BBD8-0AF8-990E-8BD178BFBC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108" name="Rectangle 35">
                  <a:extLst>
                    <a:ext uri="{FF2B5EF4-FFF2-40B4-BE49-F238E27FC236}">
                      <a16:creationId xmlns:a16="http://schemas.microsoft.com/office/drawing/2014/main" id="{108157C5-8B52-1DEA-E645-4C29942BA9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109" name="Rectangle 36">
                  <a:extLst>
                    <a:ext uri="{FF2B5EF4-FFF2-40B4-BE49-F238E27FC236}">
                      <a16:creationId xmlns:a16="http://schemas.microsoft.com/office/drawing/2014/main" id="{575A3939-70C8-78B9-D1B5-636545BA32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110" name="AutoShape 37">
                  <a:extLst>
                    <a:ext uri="{FF2B5EF4-FFF2-40B4-BE49-F238E27FC236}">
                      <a16:creationId xmlns:a16="http://schemas.microsoft.com/office/drawing/2014/main" id="{85D07164-ECEF-11D2-8A07-1D2C55C7A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2100" name="Picture 38" descr="desktop_computer_stylized_small">
                <a:extLst>
                  <a:ext uri="{FF2B5EF4-FFF2-40B4-BE49-F238E27FC236}">
                    <a16:creationId xmlns:a16="http://schemas.microsoft.com/office/drawing/2014/main" id="{70406B47-9D9F-ADB1-5255-7ACB9F8DB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101" name="Rectangle 39">
                <a:extLst>
                  <a:ext uri="{FF2B5EF4-FFF2-40B4-BE49-F238E27FC236}">
                    <a16:creationId xmlns:a16="http://schemas.microsoft.com/office/drawing/2014/main" id="{D324A66B-83F6-6279-DA6F-6878BF6E1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102" name="Freeform 40">
                <a:extLst>
                  <a:ext uri="{FF2B5EF4-FFF2-40B4-BE49-F238E27FC236}">
                    <a16:creationId xmlns:a16="http://schemas.microsoft.com/office/drawing/2014/main" id="{C6AB2CF8-2C74-F7A9-FECB-B6A44FEE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3" name="Line 41">
                <a:extLst>
                  <a:ext uri="{FF2B5EF4-FFF2-40B4-BE49-F238E27FC236}">
                    <a16:creationId xmlns:a16="http://schemas.microsoft.com/office/drawing/2014/main" id="{BEF03C3A-0ECE-A714-34F0-E3CC3131C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2104" name="Picture 42" descr="tv">
                <a:extLst>
                  <a:ext uri="{FF2B5EF4-FFF2-40B4-BE49-F238E27FC236}">
                    <a16:creationId xmlns:a16="http://schemas.microsoft.com/office/drawing/2014/main" id="{18111EC9-C79B-93BF-01B4-E73BBD92E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999" name="Group 43">
            <a:extLst>
              <a:ext uri="{FF2B5EF4-FFF2-40B4-BE49-F238E27FC236}">
                <a16:creationId xmlns:a16="http://schemas.microsoft.com/office/drawing/2014/main" id="{3F7BD282-28B5-7DC7-B3E3-1F1C533FDFF6}"/>
              </a:ext>
            </a:extLst>
          </p:cNvPr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2079" name="AutoShape 44">
              <a:extLst>
                <a:ext uri="{FF2B5EF4-FFF2-40B4-BE49-F238E27FC236}">
                  <a16:creationId xmlns:a16="http://schemas.microsoft.com/office/drawing/2014/main" id="{6E6255F0-292F-FBE6-D71A-671E36656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2080" name="Group 45">
              <a:extLst>
                <a:ext uri="{FF2B5EF4-FFF2-40B4-BE49-F238E27FC236}">
                  <a16:creationId xmlns:a16="http://schemas.microsoft.com/office/drawing/2014/main" id="{8867D59E-396B-1C3D-7733-1F8B80C9BD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81" name="Rectangle 46">
                <a:extLst>
                  <a:ext uri="{FF2B5EF4-FFF2-40B4-BE49-F238E27FC236}">
                    <a16:creationId xmlns:a16="http://schemas.microsoft.com/office/drawing/2014/main" id="{2627C691-A983-72E2-DE6D-91F951D26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82" name="Line 7">
                <a:extLst>
                  <a:ext uri="{FF2B5EF4-FFF2-40B4-BE49-F238E27FC236}">
                    <a16:creationId xmlns:a16="http://schemas.microsoft.com/office/drawing/2014/main" id="{645C57F9-BACE-BED7-6022-2B34F74D0A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2083" name="Group 48">
                <a:extLst>
                  <a:ext uri="{FF2B5EF4-FFF2-40B4-BE49-F238E27FC236}">
                    <a16:creationId xmlns:a16="http://schemas.microsoft.com/office/drawing/2014/main" id="{DEDD058E-5BD5-CB5F-72AE-E76E4ABDE2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89" name="Rectangle 49">
                  <a:extLst>
                    <a:ext uri="{FF2B5EF4-FFF2-40B4-BE49-F238E27FC236}">
                      <a16:creationId xmlns:a16="http://schemas.microsoft.com/office/drawing/2014/main" id="{994AF4B8-7236-70E7-5CE7-2EEFE880A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90" name="Rectangle 50">
                  <a:extLst>
                    <a:ext uri="{FF2B5EF4-FFF2-40B4-BE49-F238E27FC236}">
                      <a16:creationId xmlns:a16="http://schemas.microsoft.com/office/drawing/2014/main" id="{05E78F0D-02A2-27F1-1EFA-519681E62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91" name="Rectangle 51">
                  <a:extLst>
                    <a:ext uri="{FF2B5EF4-FFF2-40B4-BE49-F238E27FC236}">
                      <a16:creationId xmlns:a16="http://schemas.microsoft.com/office/drawing/2014/main" id="{CF30F0B8-EFDF-D140-4512-49288CF98B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92" name="Rectangle 52">
                  <a:extLst>
                    <a:ext uri="{FF2B5EF4-FFF2-40B4-BE49-F238E27FC236}">
                      <a16:creationId xmlns:a16="http://schemas.microsoft.com/office/drawing/2014/main" id="{D1B6FAE5-DAD0-53CA-F269-479B15219F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93" name="Rectangle 53">
                  <a:extLst>
                    <a:ext uri="{FF2B5EF4-FFF2-40B4-BE49-F238E27FC236}">
                      <a16:creationId xmlns:a16="http://schemas.microsoft.com/office/drawing/2014/main" id="{9C85E303-BAB3-FF22-A39F-26D8B0B765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94" name="AutoShape 54">
                  <a:extLst>
                    <a:ext uri="{FF2B5EF4-FFF2-40B4-BE49-F238E27FC236}">
                      <a16:creationId xmlns:a16="http://schemas.microsoft.com/office/drawing/2014/main" id="{23BA47B8-5D48-D984-87CF-C0C8926F0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2084" name="Picture 55" descr="desktop_computer_stylized_small">
                <a:extLst>
                  <a:ext uri="{FF2B5EF4-FFF2-40B4-BE49-F238E27FC236}">
                    <a16:creationId xmlns:a16="http://schemas.microsoft.com/office/drawing/2014/main" id="{0828A8BA-E074-24A6-2978-3D399D097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85" name="Rectangle 56">
                <a:extLst>
                  <a:ext uri="{FF2B5EF4-FFF2-40B4-BE49-F238E27FC236}">
                    <a16:creationId xmlns:a16="http://schemas.microsoft.com/office/drawing/2014/main" id="{80E52FEC-B633-502A-4EEF-CD73D08B9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86" name="Freeform 57">
                <a:extLst>
                  <a:ext uri="{FF2B5EF4-FFF2-40B4-BE49-F238E27FC236}">
                    <a16:creationId xmlns:a16="http://schemas.microsoft.com/office/drawing/2014/main" id="{90AFE212-F281-2EE2-3074-266EEBA7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7" name="Line 58">
                <a:extLst>
                  <a:ext uri="{FF2B5EF4-FFF2-40B4-BE49-F238E27FC236}">
                    <a16:creationId xmlns:a16="http://schemas.microsoft.com/office/drawing/2014/main" id="{33249B50-3B90-5878-83E9-13B3BE097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2088" name="Picture 59" descr="tv">
                <a:extLst>
                  <a:ext uri="{FF2B5EF4-FFF2-40B4-BE49-F238E27FC236}">
                    <a16:creationId xmlns:a16="http://schemas.microsoft.com/office/drawing/2014/main" id="{51100B44-93F6-45C3-A205-9F480AC43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0" name="Group 60">
            <a:extLst>
              <a:ext uri="{FF2B5EF4-FFF2-40B4-BE49-F238E27FC236}">
                <a16:creationId xmlns:a16="http://schemas.microsoft.com/office/drawing/2014/main" id="{13E64040-851F-FDC6-0CD8-61BBAEB6FDE8}"/>
              </a:ext>
            </a:extLst>
          </p:cNvPr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2063" name="AutoShape 61">
              <a:extLst>
                <a:ext uri="{FF2B5EF4-FFF2-40B4-BE49-F238E27FC236}">
                  <a16:creationId xmlns:a16="http://schemas.microsoft.com/office/drawing/2014/main" id="{1D4305DB-2037-E7AE-57C1-94B6B28CE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2064" name="Group 62">
              <a:extLst>
                <a:ext uri="{FF2B5EF4-FFF2-40B4-BE49-F238E27FC236}">
                  <a16:creationId xmlns:a16="http://schemas.microsoft.com/office/drawing/2014/main" id="{F92D3520-F8CB-9A44-8DC1-3C02C45438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65" name="Rectangle 63">
                <a:extLst>
                  <a:ext uri="{FF2B5EF4-FFF2-40B4-BE49-F238E27FC236}">
                    <a16:creationId xmlns:a16="http://schemas.microsoft.com/office/drawing/2014/main" id="{C495B106-CB46-8389-C2D3-CFC488E5D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66" name="Line 7">
                <a:extLst>
                  <a:ext uri="{FF2B5EF4-FFF2-40B4-BE49-F238E27FC236}">
                    <a16:creationId xmlns:a16="http://schemas.microsoft.com/office/drawing/2014/main" id="{BD1FBB7F-3FFF-BE2B-2BE3-F7C9FB5C3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2067" name="Group 65">
                <a:extLst>
                  <a:ext uri="{FF2B5EF4-FFF2-40B4-BE49-F238E27FC236}">
                    <a16:creationId xmlns:a16="http://schemas.microsoft.com/office/drawing/2014/main" id="{CC9F7CF6-51C3-166B-36CA-68CFE6EBB7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73" name="Rectangle 66">
                  <a:extLst>
                    <a:ext uri="{FF2B5EF4-FFF2-40B4-BE49-F238E27FC236}">
                      <a16:creationId xmlns:a16="http://schemas.microsoft.com/office/drawing/2014/main" id="{41D3A472-8996-29AC-760C-0B501855B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74" name="Rectangle 67">
                  <a:extLst>
                    <a:ext uri="{FF2B5EF4-FFF2-40B4-BE49-F238E27FC236}">
                      <a16:creationId xmlns:a16="http://schemas.microsoft.com/office/drawing/2014/main" id="{B7702D50-FC0F-96F1-B680-7B5F1E2AC2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75" name="Rectangle 68">
                  <a:extLst>
                    <a:ext uri="{FF2B5EF4-FFF2-40B4-BE49-F238E27FC236}">
                      <a16:creationId xmlns:a16="http://schemas.microsoft.com/office/drawing/2014/main" id="{3150A88F-7792-835E-50FE-9163E86B7C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76" name="Rectangle 69">
                  <a:extLst>
                    <a:ext uri="{FF2B5EF4-FFF2-40B4-BE49-F238E27FC236}">
                      <a16:creationId xmlns:a16="http://schemas.microsoft.com/office/drawing/2014/main" id="{3AF3431A-3E9C-D7CD-8D21-4506FE369A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77" name="Rectangle 70">
                  <a:extLst>
                    <a:ext uri="{FF2B5EF4-FFF2-40B4-BE49-F238E27FC236}">
                      <a16:creationId xmlns:a16="http://schemas.microsoft.com/office/drawing/2014/main" id="{EBCF47A4-F18B-C4DA-8ADA-94BDA09E9C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78" name="AutoShape 71">
                  <a:extLst>
                    <a:ext uri="{FF2B5EF4-FFF2-40B4-BE49-F238E27FC236}">
                      <a16:creationId xmlns:a16="http://schemas.microsoft.com/office/drawing/2014/main" id="{D14FB1E9-B946-F752-BA90-7FDF5D02F3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2068" name="Picture 72" descr="desktop_computer_stylized_small">
                <a:extLst>
                  <a:ext uri="{FF2B5EF4-FFF2-40B4-BE49-F238E27FC236}">
                    <a16:creationId xmlns:a16="http://schemas.microsoft.com/office/drawing/2014/main" id="{775DFFC3-DE32-593E-944E-E01186348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69" name="Rectangle 73">
                <a:extLst>
                  <a:ext uri="{FF2B5EF4-FFF2-40B4-BE49-F238E27FC236}">
                    <a16:creationId xmlns:a16="http://schemas.microsoft.com/office/drawing/2014/main" id="{D37BAB22-5AA4-A0F7-EA8D-DA632C021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70" name="Freeform 74">
                <a:extLst>
                  <a:ext uri="{FF2B5EF4-FFF2-40B4-BE49-F238E27FC236}">
                    <a16:creationId xmlns:a16="http://schemas.microsoft.com/office/drawing/2014/main" id="{6FA38BE0-C3DA-F0C7-23AB-E47BE829F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1" name="Line 75">
                <a:extLst>
                  <a:ext uri="{FF2B5EF4-FFF2-40B4-BE49-F238E27FC236}">
                    <a16:creationId xmlns:a16="http://schemas.microsoft.com/office/drawing/2014/main" id="{2E2B7AE2-334B-3E2F-71F2-7666EF5E4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2072" name="Picture 76" descr="tv">
                <a:extLst>
                  <a:ext uri="{FF2B5EF4-FFF2-40B4-BE49-F238E27FC236}">
                    <a16:creationId xmlns:a16="http://schemas.microsoft.com/office/drawing/2014/main" id="{FBFE9FE4-8B46-D950-64E9-C53D6BF08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1" name="Group 77">
            <a:extLst>
              <a:ext uri="{FF2B5EF4-FFF2-40B4-BE49-F238E27FC236}">
                <a16:creationId xmlns:a16="http://schemas.microsoft.com/office/drawing/2014/main" id="{72561A4A-FAE2-8802-86D4-5C315759F22E}"/>
              </a:ext>
            </a:extLst>
          </p:cNvPr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2047" name="AutoShape 78">
              <a:extLst>
                <a:ext uri="{FF2B5EF4-FFF2-40B4-BE49-F238E27FC236}">
                  <a16:creationId xmlns:a16="http://schemas.microsoft.com/office/drawing/2014/main" id="{9BC769F7-0309-9295-810B-E642A7DD6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2048" name="Group 79">
              <a:extLst>
                <a:ext uri="{FF2B5EF4-FFF2-40B4-BE49-F238E27FC236}">
                  <a16:creationId xmlns:a16="http://schemas.microsoft.com/office/drawing/2014/main" id="{84C228B1-57B6-5524-7407-E6CDEBF299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49" name="Rectangle 80">
                <a:extLst>
                  <a:ext uri="{FF2B5EF4-FFF2-40B4-BE49-F238E27FC236}">
                    <a16:creationId xmlns:a16="http://schemas.microsoft.com/office/drawing/2014/main" id="{627EE242-CD54-EE2A-C9A1-8F9FC5CF7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50" name="Line 7">
                <a:extLst>
                  <a:ext uri="{FF2B5EF4-FFF2-40B4-BE49-F238E27FC236}">
                    <a16:creationId xmlns:a16="http://schemas.microsoft.com/office/drawing/2014/main" id="{3C3A3528-23DF-BFD6-71CF-12E265F87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2051" name="Group 82">
                <a:extLst>
                  <a:ext uri="{FF2B5EF4-FFF2-40B4-BE49-F238E27FC236}">
                    <a16:creationId xmlns:a16="http://schemas.microsoft.com/office/drawing/2014/main" id="{C4027445-55F1-D576-A7B0-D89FC7AD6C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57" name="Rectangle 83">
                  <a:extLst>
                    <a:ext uri="{FF2B5EF4-FFF2-40B4-BE49-F238E27FC236}">
                      <a16:creationId xmlns:a16="http://schemas.microsoft.com/office/drawing/2014/main" id="{F23A1BA3-0DD6-FB23-A4C4-1375B5D98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58" name="Rectangle 84">
                  <a:extLst>
                    <a:ext uri="{FF2B5EF4-FFF2-40B4-BE49-F238E27FC236}">
                      <a16:creationId xmlns:a16="http://schemas.microsoft.com/office/drawing/2014/main" id="{D728D079-8B1F-E99E-AD60-002F818E54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59" name="Rectangle 85">
                  <a:extLst>
                    <a:ext uri="{FF2B5EF4-FFF2-40B4-BE49-F238E27FC236}">
                      <a16:creationId xmlns:a16="http://schemas.microsoft.com/office/drawing/2014/main" id="{A4D8BF48-37A7-F665-72DB-A82183D22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60" name="Rectangle 86">
                  <a:extLst>
                    <a:ext uri="{FF2B5EF4-FFF2-40B4-BE49-F238E27FC236}">
                      <a16:creationId xmlns:a16="http://schemas.microsoft.com/office/drawing/2014/main" id="{C3A407BA-1206-5637-38A1-0F83D86A16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61" name="Rectangle 87">
                  <a:extLst>
                    <a:ext uri="{FF2B5EF4-FFF2-40B4-BE49-F238E27FC236}">
                      <a16:creationId xmlns:a16="http://schemas.microsoft.com/office/drawing/2014/main" id="{C05C010D-2EBC-1F07-AF24-8FCC5A9A9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62" name="AutoShape 88">
                  <a:extLst>
                    <a:ext uri="{FF2B5EF4-FFF2-40B4-BE49-F238E27FC236}">
                      <a16:creationId xmlns:a16="http://schemas.microsoft.com/office/drawing/2014/main" id="{EE86AF32-9953-8227-35C3-F863D5761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2052" name="Picture 89" descr="desktop_computer_stylized_small">
                <a:extLst>
                  <a:ext uri="{FF2B5EF4-FFF2-40B4-BE49-F238E27FC236}">
                    <a16:creationId xmlns:a16="http://schemas.microsoft.com/office/drawing/2014/main" id="{B25CFA5C-CC9C-0091-CD61-919972567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53" name="Rectangle 90">
                <a:extLst>
                  <a:ext uri="{FF2B5EF4-FFF2-40B4-BE49-F238E27FC236}">
                    <a16:creationId xmlns:a16="http://schemas.microsoft.com/office/drawing/2014/main" id="{CB4B1330-27D4-0AD4-080E-05F96056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54" name="Freeform 91">
                <a:extLst>
                  <a:ext uri="{FF2B5EF4-FFF2-40B4-BE49-F238E27FC236}">
                    <a16:creationId xmlns:a16="http://schemas.microsoft.com/office/drawing/2014/main" id="{B8340013-F897-D3F3-E516-6F4645D2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5" name="Line 92">
                <a:extLst>
                  <a:ext uri="{FF2B5EF4-FFF2-40B4-BE49-F238E27FC236}">
                    <a16:creationId xmlns:a16="http://schemas.microsoft.com/office/drawing/2014/main" id="{191B9184-3F02-9552-2759-563E89461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2056" name="Picture 93" descr="tv">
                <a:extLst>
                  <a:ext uri="{FF2B5EF4-FFF2-40B4-BE49-F238E27FC236}">
                    <a16:creationId xmlns:a16="http://schemas.microsoft.com/office/drawing/2014/main" id="{D64B0D1F-DAF7-72FD-D9A3-657B88B37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2" name="Line 94">
            <a:extLst>
              <a:ext uri="{FF2B5EF4-FFF2-40B4-BE49-F238E27FC236}">
                <a16:creationId xmlns:a16="http://schemas.microsoft.com/office/drawing/2014/main" id="{58D3A9F5-51D4-6A3D-193E-A7AF6D41F9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003" name="Group 95">
            <a:extLst>
              <a:ext uri="{FF2B5EF4-FFF2-40B4-BE49-F238E27FC236}">
                <a16:creationId xmlns:a16="http://schemas.microsoft.com/office/drawing/2014/main" id="{BDA87E63-8A67-34D9-EBF8-6DE9760BE027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2031" name="AutoShape 96">
              <a:extLst>
                <a:ext uri="{FF2B5EF4-FFF2-40B4-BE49-F238E27FC236}">
                  <a16:creationId xmlns:a16="http://schemas.microsoft.com/office/drawing/2014/main" id="{57DD2867-B6B2-BBB0-787F-EC5C6B1D2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2032" name="Group 97">
              <a:extLst>
                <a:ext uri="{FF2B5EF4-FFF2-40B4-BE49-F238E27FC236}">
                  <a16:creationId xmlns:a16="http://schemas.microsoft.com/office/drawing/2014/main" id="{69F6CCC6-C29B-35B6-20CD-8CE58004F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33" name="Rectangle 98">
                <a:extLst>
                  <a:ext uri="{FF2B5EF4-FFF2-40B4-BE49-F238E27FC236}">
                    <a16:creationId xmlns:a16="http://schemas.microsoft.com/office/drawing/2014/main" id="{5067E185-2839-D52B-0EB8-EE9EC9E45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34" name="Line 7">
                <a:extLst>
                  <a:ext uri="{FF2B5EF4-FFF2-40B4-BE49-F238E27FC236}">
                    <a16:creationId xmlns:a16="http://schemas.microsoft.com/office/drawing/2014/main" id="{B0D858C2-7CDF-4713-7FD6-20D243469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42035" name="Group 100">
                <a:extLst>
                  <a:ext uri="{FF2B5EF4-FFF2-40B4-BE49-F238E27FC236}">
                    <a16:creationId xmlns:a16="http://schemas.microsoft.com/office/drawing/2014/main" id="{EA08FC13-B741-D161-91F2-FE931ABC63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41" name="Rectangle 101">
                  <a:extLst>
                    <a:ext uri="{FF2B5EF4-FFF2-40B4-BE49-F238E27FC236}">
                      <a16:creationId xmlns:a16="http://schemas.microsoft.com/office/drawing/2014/main" id="{FE068E85-5586-57B0-1320-F4938E1BBB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42" name="Rectangle 102">
                  <a:extLst>
                    <a:ext uri="{FF2B5EF4-FFF2-40B4-BE49-F238E27FC236}">
                      <a16:creationId xmlns:a16="http://schemas.microsoft.com/office/drawing/2014/main" id="{69D4F422-EACC-27B3-964A-DDCF4D2183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43" name="Rectangle 103">
                  <a:extLst>
                    <a:ext uri="{FF2B5EF4-FFF2-40B4-BE49-F238E27FC236}">
                      <a16:creationId xmlns:a16="http://schemas.microsoft.com/office/drawing/2014/main" id="{48FECD8B-53FA-5687-57EA-A726A44648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44" name="Rectangle 104">
                  <a:extLst>
                    <a:ext uri="{FF2B5EF4-FFF2-40B4-BE49-F238E27FC236}">
                      <a16:creationId xmlns:a16="http://schemas.microsoft.com/office/drawing/2014/main" id="{D464EE1F-2A8F-16ED-3F26-2547269D8D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45" name="Rectangle 105">
                  <a:extLst>
                    <a:ext uri="{FF2B5EF4-FFF2-40B4-BE49-F238E27FC236}">
                      <a16:creationId xmlns:a16="http://schemas.microsoft.com/office/drawing/2014/main" id="{06487FD6-3E85-2182-319D-7E1DF44C0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046" name="AutoShape 106">
                  <a:extLst>
                    <a:ext uri="{FF2B5EF4-FFF2-40B4-BE49-F238E27FC236}">
                      <a16:creationId xmlns:a16="http://schemas.microsoft.com/office/drawing/2014/main" id="{028F0BAC-283E-BC0D-F080-E2D42D5D2D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pic>
            <p:nvPicPr>
              <p:cNvPr id="42036" name="Picture 107" descr="desktop_computer_stylized_small">
                <a:extLst>
                  <a:ext uri="{FF2B5EF4-FFF2-40B4-BE49-F238E27FC236}">
                    <a16:creationId xmlns:a16="http://schemas.microsoft.com/office/drawing/2014/main" id="{98DD1C29-AAF3-08DE-DDC9-3C7E66A34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37" name="Rectangle 108">
                <a:extLst>
                  <a:ext uri="{FF2B5EF4-FFF2-40B4-BE49-F238E27FC236}">
                    <a16:creationId xmlns:a16="http://schemas.microsoft.com/office/drawing/2014/main" id="{82CB21FC-E562-D856-1017-7690F7953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2038" name="Freeform 109">
                <a:extLst>
                  <a:ext uri="{FF2B5EF4-FFF2-40B4-BE49-F238E27FC236}">
                    <a16:creationId xmlns:a16="http://schemas.microsoft.com/office/drawing/2014/main" id="{45FE4539-9215-311C-5181-E31ED920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1 w 381"/>
                  <a:gd name="T1" fmla="*/ 274 h 274"/>
                  <a:gd name="T2" fmla="*/ 11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9" name="Line 110">
                <a:extLst>
                  <a:ext uri="{FF2B5EF4-FFF2-40B4-BE49-F238E27FC236}">
                    <a16:creationId xmlns:a16="http://schemas.microsoft.com/office/drawing/2014/main" id="{C2060921-0508-8DD9-E84A-67D2088B06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2040" name="Picture 111" descr="tv">
                <a:extLst>
                  <a:ext uri="{FF2B5EF4-FFF2-40B4-BE49-F238E27FC236}">
                    <a16:creationId xmlns:a16="http://schemas.microsoft.com/office/drawing/2014/main" id="{5C702CCA-6DC0-CF5D-5E51-21F412B89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4" name="Text Box 112">
            <a:extLst>
              <a:ext uri="{FF2B5EF4-FFF2-40B4-BE49-F238E27FC236}">
                <a16:creationId xmlns:a16="http://schemas.microsoft.com/office/drawing/2014/main" id="{6D8E9ED1-7B31-D74E-14B0-A6A40DCF74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969696"/>
                </a:solidFill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42005" name="Line 113">
            <a:extLst>
              <a:ext uri="{FF2B5EF4-FFF2-40B4-BE49-F238E27FC236}">
                <a16:creationId xmlns:a16="http://schemas.microsoft.com/office/drawing/2014/main" id="{7E84FFE6-059A-ECF2-CE59-B0A6AF02A6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06" name="Line 114">
            <a:extLst>
              <a:ext uri="{FF2B5EF4-FFF2-40B4-BE49-F238E27FC236}">
                <a16:creationId xmlns:a16="http://schemas.microsoft.com/office/drawing/2014/main" id="{47EA3257-13CB-B4BD-6F94-3E6AFFC226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07" name="Line 115">
            <a:extLst>
              <a:ext uri="{FF2B5EF4-FFF2-40B4-BE49-F238E27FC236}">
                <a16:creationId xmlns:a16="http://schemas.microsoft.com/office/drawing/2014/main" id="{CC00718B-CBFC-C3E0-2D02-A18F84870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08" name="Freeform 116">
            <a:extLst>
              <a:ext uri="{FF2B5EF4-FFF2-40B4-BE49-F238E27FC236}">
                <a16:creationId xmlns:a16="http://schemas.microsoft.com/office/drawing/2014/main" id="{60B8AE76-C224-701C-071F-E581185CA5DE}"/>
              </a:ext>
            </a:extLst>
          </p:cNvPr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6 h 300"/>
              <a:gd name="T2" fmla="*/ 2147483646 w 80"/>
              <a:gd name="T3" fmla="*/ 2147483646 h 300"/>
              <a:gd name="T4" fmla="*/ 2147483646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09" name="Freeform 117">
            <a:extLst>
              <a:ext uri="{FF2B5EF4-FFF2-40B4-BE49-F238E27FC236}">
                <a16:creationId xmlns:a16="http://schemas.microsoft.com/office/drawing/2014/main" id="{7CB0F3BE-347C-793A-61B0-DB4AA8EDE565}"/>
              </a:ext>
            </a:extLst>
          </p:cNvPr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6 h 300"/>
              <a:gd name="T2" fmla="*/ 2147483646 w 80"/>
              <a:gd name="T3" fmla="*/ 2147483646 h 300"/>
              <a:gd name="T4" fmla="*/ 2147483646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10" name="Rectangle 44">
            <a:extLst>
              <a:ext uri="{FF2B5EF4-FFF2-40B4-BE49-F238E27FC236}">
                <a16:creationId xmlns:a16="http://schemas.microsoft.com/office/drawing/2014/main" id="{8B618D33-6C98-C866-A93A-B76BFBE46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42011" name="Text Box 45">
            <a:extLst>
              <a:ext uri="{FF2B5EF4-FFF2-40B4-BE49-F238E27FC236}">
                <a16:creationId xmlns:a16="http://schemas.microsoft.com/office/drawing/2014/main" id="{E5F3ED3D-AC09-24BC-5383-7D554530E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cable headend</a:t>
            </a:r>
          </a:p>
        </p:txBody>
      </p:sp>
      <p:sp>
        <p:nvSpPr>
          <p:cNvPr id="42012" name="Freeform 120">
            <a:extLst>
              <a:ext uri="{FF2B5EF4-FFF2-40B4-BE49-F238E27FC236}">
                <a16:creationId xmlns:a16="http://schemas.microsoft.com/office/drawing/2014/main" id="{7039AB80-3348-E575-E02D-8E2FC15637FF}"/>
              </a:ext>
            </a:extLst>
          </p:cNvPr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6 h 412"/>
              <a:gd name="T2" fmla="*/ 2147483646 w 318"/>
              <a:gd name="T3" fmla="*/ 2147483646 h 412"/>
              <a:gd name="T4" fmla="*/ 2147483646 w 318"/>
              <a:gd name="T5" fmla="*/ 0 h 412"/>
              <a:gd name="T6" fmla="*/ 2147483646 w 318"/>
              <a:gd name="T7" fmla="*/ 2147483646 h 412"/>
              <a:gd name="T8" fmla="*/ 2147483646 w 318"/>
              <a:gd name="T9" fmla="*/ 2147483646 h 412"/>
              <a:gd name="T10" fmla="*/ 2147483646 w 318"/>
              <a:gd name="T11" fmla="*/ 2147483646 h 412"/>
              <a:gd name="T12" fmla="*/ 2147483646 w 318"/>
              <a:gd name="T13" fmla="*/ 2147483646 h 412"/>
              <a:gd name="T14" fmla="*/ 2147483646 w 318"/>
              <a:gd name="T15" fmla="*/ 2147483646 h 412"/>
              <a:gd name="T16" fmla="*/ 0 w 318"/>
              <a:gd name="T17" fmla="*/ 2147483646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013" name="Freeform 121">
            <a:extLst>
              <a:ext uri="{FF2B5EF4-FFF2-40B4-BE49-F238E27FC236}">
                <a16:creationId xmlns:a16="http://schemas.microsoft.com/office/drawing/2014/main" id="{3B9E937A-F17E-3E08-D7E5-E7BAFC266F04}"/>
              </a:ext>
            </a:extLst>
          </p:cNvPr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6 h 369"/>
              <a:gd name="T2" fmla="*/ 2147483646 w 353"/>
              <a:gd name="T3" fmla="*/ 0 h 369"/>
              <a:gd name="T4" fmla="*/ 2147483646 w 353"/>
              <a:gd name="T5" fmla="*/ 0 h 369"/>
              <a:gd name="T6" fmla="*/ 2147483646 w 353"/>
              <a:gd name="T7" fmla="*/ 2147483646 h 369"/>
              <a:gd name="T8" fmla="*/ 2147483646 w 353"/>
              <a:gd name="T9" fmla="*/ 2147483646 h 369"/>
              <a:gd name="T10" fmla="*/ 2147483646 w 353"/>
              <a:gd name="T11" fmla="*/ 2147483646 h 369"/>
              <a:gd name="T12" fmla="*/ 2147483646 w 353"/>
              <a:gd name="T13" fmla="*/ 2147483646 h 369"/>
              <a:gd name="T14" fmla="*/ 2147483646 w 353"/>
              <a:gd name="T15" fmla="*/ 2147483646 h 369"/>
              <a:gd name="T16" fmla="*/ 2147483646 w 353"/>
              <a:gd name="T17" fmla="*/ 2147483646 h 369"/>
              <a:gd name="T18" fmla="*/ 2147483646 w 353"/>
              <a:gd name="T19" fmla="*/ 2147483646 h 369"/>
              <a:gd name="T20" fmla="*/ 0 w 353"/>
              <a:gd name="T21" fmla="*/ 2147483646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014" name="Line 122">
            <a:extLst>
              <a:ext uri="{FF2B5EF4-FFF2-40B4-BE49-F238E27FC236}">
                <a16:creationId xmlns:a16="http://schemas.microsoft.com/office/drawing/2014/main" id="{B12F9112-4864-76A7-718B-6DF4CA7DE3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15" name="Line 123">
            <a:extLst>
              <a:ext uri="{FF2B5EF4-FFF2-40B4-BE49-F238E27FC236}">
                <a16:creationId xmlns:a16="http://schemas.microsoft.com/office/drawing/2014/main" id="{6EBF422A-6FA1-9834-2A67-A4090BD0FE8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16" name="Freeform 124">
            <a:extLst>
              <a:ext uri="{FF2B5EF4-FFF2-40B4-BE49-F238E27FC236}">
                <a16:creationId xmlns:a16="http://schemas.microsoft.com/office/drawing/2014/main" id="{F5C2B17D-A91E-D5B2-1F2E-98B2E0E20D69}"/>
              </a:ext>
            </a:extLst>
          </p:cNvPr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6 w 264"/>
              <a:gd name="T3" fmla="*/ 0 h 105"/>
              <a:gd name="T4" fmla="*/ 2147483646 w 264"/>
              <a:gd name="T5" fmla="*/ 2147483646 h 105"/>
              <a:gd name="T6" fmla="*/ 2147483646 w 264"/>
              <a:gd name="T7" fmla="*/ 2147483646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17" name="Freeform 125">
            <a:extLst>
              <a:ext uri="{FF2B5EF4-FFF2-40B4-BE49-F238E27FC236}">
                <a16:creationId xmlns:a16="http://schemas.microsoft.com/office/drawing/2014/main" id="{636B6CF2-0F80-ACCD-A88C-01D72476066F}"/>
              </a:ext>
            </a:extLst>
          </p:cNvPr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6 w 264"/>
              <a:gd name="T3" fmla="*/ 0 h 105"/>
              <a:gd name="T4" fmla="*/ 2147483646 w 264"/>
              <a:gd name="T5" fmla="*/ 2147483646 h 105"/>
              <a:gd name="T6" fmla="*/ 2147483646 w 264"/>
              <a:gd name="T7" fmla="*/ 2147483646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18" name="Text Box 126">
            <a:extLst>
              <a:ext uri="{FF2B5EF4-FFF2-40B4-BE49-F238E27FC236}">
                <a16:creationId xmlns:a16="http://schemas.microsoft.com/office/drawing/2014/main" id="{F614E4F3-6A34-ABAD-BD1F-AAFEC5E4B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1825" y="2449513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CMTS</a:t>
            </a:r>
          </a:p>
        </p:txBody>
      </p:sp>
      <p:sp>
        <p:nvSpPr>
          <p:cNvPr id="42019" name="AutoShape 127">
            <a:extLst>
              <a:ext uri="{FF2B5EF4-FFF2-40B4-BE49-F238E27FC236}">
                <a16:creationId xmlns:a16="http://schemas.microsoft.com/office/drawing/2014/main" id="{88C360E1-1DF4-15E3-6EF8-040015D78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2020" name="Freeform 174">
            <a:extLst>
              <a:ext uri="{FF2B5EF4-FFF2-40B4-BE49-F238E27FC236}">
                <a16:creationId xmlns:a16="http://schemas.microsoft.com/office/drawing/2014/main" id="{7EF421A5-A492-D3EC-D37C-E8128EAB1311}"/>
              </a:ext>
            </a:extLst>
          </p:cNvPr>
          <p:cNvSpPr>
            <a:spLocks/>
          </p:cNvSpPr>
          <p:nvPr/>
        </p:nvSpPr>
        <p:spPr bwMode="auto">
          <a:xfrm>
            <a:off x="6251575" y="2193925"/>
            <a:ext cx="206375" cy="927100"/>
          </a:xfrm>
          <a:custGeom>
            <a:avLst/>
            <a:gdLst>
              <a:gd name="T0" fmla="*/ 0 w 130"/>
              <a:gd name="T1" fmla="*/ 0 h 584"/>
              <a:gd name="T2" fmla="*/ 2147483646 w 130"/>
              <a:gd name="T3" fmla="*/ 0 h 584"/>
              <a:gd name="T4" fmla="*/ 2147483646 w 130"/>
              <a:gd name="T5" fmla="*/ 2147483646 h 584"/>
              <a:gd name="T6" fmla="*/ 0 60000 65536"/>
              <a:gd name="T7" fmla="*/ 0 60000 65536"/>
              <a:gd name="T8" fmla="*/ 0 60000 65536"/>
              <a:gd name="T9" fmla="*/ 0 w 130"/>
              <a:gd name="T10" fmla="*/ 0 h 584"/>
              <a:gd name="T11" fmla="*/ 130 w 130"/>
              <a:gd name="T12" fmla="*/ 584 h 5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0" h="584">
                <a:moveTo>
                  <a:pt x="0" y="0"/>
                </a:moveTo>
                <a:lnTo>
                  <a:pt x="130" y="0"/>
                </a:lnTo>
                <a:lnTo>
                  <a:pt x="130" y="58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" name="Group 175">
            <a:extLst>
              <a:ext uri="{FF2B5EF4-FFF2-40B4-BE49-F238E27FC236}">
                <a16:creationId xmlns:a16="http://schemas.microsoft.com/office/drawing/2014/main" id="{110457BC-3904-C004-9173-7B8BDB27867C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2355850"/>
            <a:ext cx="2517775" cy="508000"/>
            <a:chOff x="3912" y="1484"/>
            <a:chExt cx="1586" cy="320"/>
          </a:xfrm>
        </p:grpSpPr>
        <p:sp>
          <p:nvSpPr>
            <p:cNvPr id="42029" name="Line 176">
              <a:extLst>
                <a:ext uri="{FF2B5EF4-FFF2-40B4-BE49-F238E27FC236}">
                  <a16:creationId xmlns:a16="http://schemas.microsoft.com/office/drawing/2014/main" id="{A2622F24-2F3B-75CC-3BA0-5DCC4450A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12" y="1497"/>
              <a:ext cx="711" cy="9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0" name="Text Box 177">
              <a:extLst>
                <a:ext uri="{FF2B5EF4-FFF2-40B4-BE49-F238E27FC236}">
                  <a16:creationId xmlns:a16="http://schemas.microsoft.com/office/drawing/2014/main" id="{5F18A126-2E85-023F-7C2B-A1EA62139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7" y="1484"/>
              <a:ext cx="119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cable modem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i="1">
                  <a:latin typeface="Arial" panose="020B0604020202020204" pitchFamily="34" charset="0"/>
                </a:rPr>
                <a:t>termination system</a:t>
              </a:r>
            </a:p>
          </p:txBody>
        </p:sp>
      </p:grpSp>
      <p:sp>
        <p:nvSpPr>
          <p:cNvPr id="55334" name="Rectangle 3">
            <a:extLst>
              <a:ext uri="{FF2B5EF4-FFF2-40B4-BE49-F238E27FC236}">
                <a16:creationId xmlns:a16="http://schemas.microsoft.com/office/drawing/2014/main" id="{65CD8CA8-835B-C048-9C56-9B54E0DAA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246563"/>
            <a:ext cx="8401050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287338" indent="-2873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asymmetric: up to 30Mbps downstream transmission rate, 2 Mbps upstream transmission rate</a:t>
            </a:r>
          </a:p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network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homes </a:t>
            </a: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share access network</a:t>
            </a:r>
            <a:r>
              <a:rPr lang="en-US" dirty="0">
                <a:solidFill>
                  <a:srgbClr val="FF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unlike DSL, which has dedicated access to central office</a:t>
            </a:r>
          </a:p>
          <a:p>
            <a:pPr marL="742950" lvl="1" indent="-28575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None/>
              <a:defRPr/>
            </a:pPr>
            <a:endParaRPr lang="en-US" sz="2000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2023" name="Title 41">
            <a:extLst>
              <a:ext uri="{FF2B5EF4-FFF2-40B4-BE49-F238E27FC236}">
                <a16:creationId xmlns:a16="http://schemas.microsoft.com/office/drawing/2014/main" id="{35CE873F-BC32-2681-B18F-F990DB0BF1E8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6337300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600">
                <a:solidFill>
                  <a:srgbClr val="000099"/>
                </a:solidFill>
              </a:rPr>
              <a:t>Access network: cable network</a:t>
            </a:r>
          </a:p>
        </p:txBody>
      </p:sp>
      <p:pic>
        <p:nvPicPr>
          <p:cNvPr id="42024" name="Picture 180" descr="underline_base">
            <a:extLst>
              <a:ext uri="{FF2B5EF4-FFF2-40B4-BE49-F238E27FC236}">
                <a16:creationId xmlns:a16="http://schemas.microsoft.com/office/drawing/2014/main" id="{68BD1208-418A-9B43-F61D-20685E65567A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5895975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025" name="Group 181">
            <a:extLst>
              <a:ext uri="{FF2B5EF4-FFF2-40B4-BE49-F238E27FC236}">
                <a16:creationId xmlns:a16="http://schemas.microsoft.com/office/drawing/2014/main" id="{A7E1D045-D54F-CB09-39F2-91105299BDC8}"/>
              </a:ext>
            </a:extLst>
          </p:cNvPr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2027" name="Picture 182" descr="desktop_computer_stylized_medium">
              <a:extLst>
                <a:ext uri="{FF2B5EF4-FFF2-40B4-BE49-F238E27FC236}">
                  <a16:creationId xmlns:a16="http://schemas.microsoft.com/office/drawing/2014/main" id="{F24CB07E-4AAE-CE3C-06C6-A6446533FC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8" name="Freeform 183">
              <a:extLst>
                <a:ext uri="{FF2B5EF4-FFF2-40B4-BE49-F238E27FC236}">
                  <a16:creationId xmlns:a16="http://schemas.microsoft.com/office/drawing/2014/main" id="{B3A511BA-9B49-68AA-43D8-3B9EF64313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2026" name="Slide Number Placeholder 3">
            <a:extLst>
              <a:ext uri="{FF2B5EF4-FFF2-40B4-BE49-F238E27FC236}">
                <a16:creationId xmlns:a16="http://schemas.microsoft.com/office/drawing/2014/main" id="{3A923630-B4C8-7220-2D28-612E6E1CD1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2F991EF2-8814-BA49-9942-16869C992B2B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EA4A97BE-11BE-8802-6C25-40A1241FC8E8}"/>
              </a:ext>
            </a:extLst>
          </p:cNvPr>
          <p:cNvSpPr txBox="1"/>
          <p:nvPr/>
        </p:nvSpPr>
        <p:spPr>
          <a:xfrm>
            <a:off x="3630613" y="4235411"/>
            <a:ext cx="196070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200" b="1" dirty="0">
                <a:solidFill>
                  <a:srgbClr val="C00000"/>
                </a:solidFill>
                <a:latin typeface="FZKai-Z03" panose="03000509000000000000" pitchFamily="66" charset="-122"/>
                <a:ea typeface="FZKai-Z03" panose="03000509000000000000" pitchFamily="66" charset="-122"/>
              </a:rPr>
              <a:t>混合光纤同轴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Footer Placeholder 2">
            <a:extLst>
              <a:ext uri="{FF2B5EF4-FFF2-40B4-BE49-F238E27FC236}">
                <a16:creationId xmlns:a16="http://schemas.microsoft.com/office/drawing/2014/main" id="{89307C78-507D-9AD0-6FBB-9B6C00F4C3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3010" name="Title 41">
            <a:extLst>
              <a:ext uri="{FF2B5EF4-FFF2-40B4-BE49-F238E27FC236}">
                <a16:creationId xmlns:a16="http://schemas.microsoft.com/office/drawing/2014/main" id="{4E943F74-3854-113F-2DFB-813E1CBED5D8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63103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600">
                <a:solidFill>
                  <a:srgbClr val="000099"/>
                </a:solidFill>
              </a:rPr>
              <a:t>Access network: home network</a:t>
            </a:r>
          </a:p>
        </p:txBody>
      </p:sp>
      <p:pic>
        <p:nvPicPr>
          <p:cNvPr id="43011" name="Picture 85" descr="underline_base">
            <a:extLst>
              <a:ext uri="{FF2B5EF4-FFF2-40B4-BE49-F238E27FC236}">
                <a16:creationId xmlns:a16="http://schemas.microsoft.com/office/drawing/2014/main" id="{E847CB5B-999F-7852-138A-BBC3813F1AE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6046787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2" name="AutoShape 99">
            <a:extLst>
              <a:ext uri="{FF2B5EF4-FFF2-40B4-BE49-F238E27FC236}">
                <a16:creationId xmlns:a16="http://schemas.microsoft.com/office/drawing/2014/main" id="{726A8894-97AE-C8B1-50BA-76D394F76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3" y="115887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11289" name="Text Box 26">
            <a:extLst>
              <a:ext uri="{FF2B5EF4-FFF2-40B4-BE49-F238E27FC236}">
                <a16:creationId xmlns:a16="http://schemas.microsoft.com/office/drawing/2014/main" id="{07E02E0B-8E93-9B98-DDFC-925041228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3178175"/>
            <a:ext cx="28971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to/from headend or central office</a:t>
            </a:r>
          </a:p>
        </p:txBody>
      </p:sp>
      <p:sp>
        <p:nvSpPr>
          <p:cNvPr id="43014" name="Rectangle 87">
            <a:extLst>
              <a:ext uri="{FF2B5EF4-FFF2-40B4-BE49-F238E27FC236}">
                <a16:creationId xmlns:a16="http://schemas.microsoft.com/office/drawing/2014/main" id="{3C5AA27D-3629-DF3D-3D4B-06422EC4C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9038" y="191293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grpSp>
        <p:nvGrpSpPr>
          <p:cNvPr id="43015" name="Group 105">
            <a:extLst>
              <a:ext uri="{FF2B5EF4-FFF2-40B4-BE49-F238E27FC236}">
                <a16:creationId xmlns:a16="http://schemas.microsoft.com/office/drawing/2014/main" id="{5F0D0082-CD20-34C2-ACBB-5B7AD4D84C01}"/>
              </a:ext>
            </a:extLst>
          </p:cNvPr>
          <p:cNvGrpSpPr>
            <a:grpSpLocks/>
          </p:cNvGrpSpPr>
          <p:nvPr/>
        </p:nvGrpSpPr>
        <p:grpSpPr bwMode="auto">
          <a:xfrm>
            <a:off x="4287838" y="3252788"/>
            <a:ext cx="3000375" cy="361950"/>
            <a:chOff x="2434" y="2109"/>
            <a:chExt cx="1890" cy="228"/>
          </a:xfrm>
        </p:grpSpPr>
        <p:grpSp>
          <p:nvGrpSpPr>
            <p:cNvPr id="43095" name="Group 91">
              <a:extLst>
                <a:ext uri="{FF2B5EF4-FFF2-40B4-BE49-F238E27FC236}">
                  <a16:creationId xmlns:a16="http://schemas.microsoft.com/office/drawing/2014/main" id="{39311B21-648F-C189-84EA-628CC58B63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43098" name="Rectangle 92">
                <a:extLst>
                  <a:ext uri="{FF2B5EF4-FFF2-40B4-BE49-F238E27FC236}">
                    <a16:creationId xmlns:a16="http://schemas.microsoft.com/office/drawing/2014/main" id="{049C2DFE-14F7-C82D-ED31-7635CC52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3099" name="Rectangle 93">
                <a:extLst>
                  <a:ext uri="{FF2B5EF4-FFF2-40B4-BE49-F238E27FC236}">
                    <a16:creationId xmlns:a16="http://schemas.microsoft.com/office/drawing/2014/main" id="{7BF27E50-2F8C-D591-9170-BB284D0DA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3100" name="Rectangle 94">
                <a:extLst>
                  <a:ext uri="{FF2B5EF4-FFF2-40B4-BE49-F238E27FC236}">
                    <a16:creationId xmlns:a16="http://schemas.microsoft.com/office/drawing/2014/main" id="{3E168804-AAA9-E413-A2EC-338D87619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3101" name="Rectangle 95">
                <a:extLst>
                  <a:ext uri="{FF2B5EF4-FFF2-40B4-BE49-F238E27FC236}">
                    <a16:creationId xmlns:a16="http://schemas.microsoft.com/office/drawing/2014/main" id="{BF09C58B-7DEC-F3E7-ECB7-9F4748D47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3102" name="Rectangle 96">
                <a:extLst>
                  <a:ext uri="{FF2B5EF4-FFF2-40B4-BE49-F238E27FC236}">
                    <a16:creationId xmlns:a16="http://schemas.microsoft.com/office/drawing/2014/main" id="{2380B015-0254-C52A-260F-93B16D1F8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3103" name="AutoShape 97">
                <a:extLst>
                  <a:ext uri="{FF2B5EF4-FFF2-40B4-BE49-F238E27FC236}">
                    <a16:creationId xmlns:a16="http://schemas.microsoft.com/office/drawing/2014/main" id="{6D7DF7E0-4A90-556E-54A1-6D4809F54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43096" name="Line 102">
              <a:extLst>
                <a:ext uri="{FF2B5EF4-FFF2-40B4-BE49-F238E27FC236}">
                  <a16:creationId xmlns:a16="http://schemas.microsoft.com/office/drawing/2014/main" id="{4CE7D1F3-EE6F-9C53-1689-F8535CDA0B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7" name="Line 104">
              <a:extLst>
                <a:ext uri="{FF2B5EF4-FFF2-40B4-BE49-F238E27FC236}">
                  <a16:creationId xmlns:a16="http://schemas.microsoft.com/office/drawing/2014/main" id="{F560A695-641D-4A47-3056-5C006C9DF4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016" name="Group 107">
            <a:extLst>
              <a:ext uri="{FF2B5EF4-FFF2-40B4-BE49-F238E27FC236}">
                <a16:creationId xmlns:a16="http://schemas.microsoft.com/office/drawing/2014/main" id="{C44DB19D-1C36-C5EC-56E8-607EC5D57EED}"/>
              </a:ext>
            </a:extLst>
          </p:cNvPr>
          <p:cNvGrpSpPr>
            <a:grpSpLocks/>
          </p:cNvGrpSpPr>
          <p:nvPr/>
        </p:nvGrpSpPr>
        <p:grpSpPr bwMode="auto">
          <a:xfrm>
            <a:off x="3273425" y="3227388"/>
            <a:ext cx="1065213" cy="455612"/>
            <a:chOff x="2356" y="1300"/>
            <a:chExt cx="555" cy="194"/>
          </a:xfrm>
        </p:grpSpPr>
        <p:sp>
          <p:nvSpPr>
            <p:cNvPr id="43087" name="Oval 407">
              <a:extLst>
                <a:ext uri="{FF2B5EF4-FFF2-40B4-BE49-F238E27FC236}">
                  <a16:creationId xmlns:a16="http://schemas.microsoft.com/office/drawing/2014/main" id="{FBFC816B-B1CD-5A3C-7B67-F330A51D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3088" name="Rectangle 410">
              <a:extLst>
                <a:ext uri="{FF2B5EF4-FFF2-40B4-BE49-F238E27FC236}">
                  <a16:creationId xmlns:a16="http://schemas.microsoft.com/office/drawing/2014/main" id="{66E8EEB1-06E7-D541-6D33-32493E26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3089" name="Oval 411">
              <a:extLst>
                <a:ext uri="{FF2B5EF4-FFF2-40B4-BE49-F238E27FC236}">
                  <a16:creationId xmlns:a16="http://schemas.microsoft.com/office/drawing/2014/main" id="{0ECDC307-5FA1-4C5A-D51A-59218FD0F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3090" name="Group 111">
              <a:extLst>
                <a:ext uri="{FF2B5EF4-FFF2-40B4-BE49-F238E27FC236}">
                  <a16:creationId xmlns:a16="http://schemas.microsoft.com/office/drawing/2014/main" id="{526E4C9B-D8C0-A195-2B9F-A8DA3A8D0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3093" name="Freeform 112">
                <a:extLst>
                  <a:ext uri="{FF2B5EF4-FFF2-40B4-BE49-F238E27FC236}">
                    <a16:creationId xmlns:a16="http://schemas.microsoft.com/office/drawing/2014/main" id="{343C3DE9-5625-8CBA-9CEE-37376434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4" name="Freeform 113">
                <a:extLst>
                  <a:ext uri="{FF2B5EF4-FFF2-40B4-BE49-F238E27FC236}">
                    <a16:creationId xmlns:a16="http://schemas.microsoft.com/office/drawing/2014/main" id="{570A7334-F36D-7680-CA11-02258D82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091" name="Line 114">
              <a:extLst>
                <a:ext uri="{FF2B5EF4-FFF2-40B4-BE49-F238E27FC236}">
                  <a16:creationId xmlns:a16="http://schemas.microsoft.com/office/drawing/2014/main" id="{4F8ED26C-4CE2-35C2-1A64-E8852821C9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2" name="Line 115">
              <a:extLst>
                <a:ext uri="{FF2B5EF4-FFF2-40B4-BE49-F238E27FC236}">
                  <a16:creationId xmlns:a16="http://schemas.microsoft.com/office/drawing/2014/main" id="{E83C4019-4A31-29FA-1127-F47E7D099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017" name="Line 116">
            <a:extLst>
              <a:ext uri="{FF2B5EF4-FFF2-40B4-BE49-F238E27FC236}">
                <a16:creationId xmlns:a16="http://schemas.microsoft.com/office/drawing/2014/main" id="{8CAE99BD-508F-17E6-9D0D-40844CE4ED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5225" y="3463925"/>
            <a:ext cx="822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018" name="Group 119">
            <a:extLst>
              <a:ext uri="{FF2B5EF4-FFF2-40B4-BE49-F238E27FC236}">
                <a16:creationId xmlns:a16="http://schemas.microsoft.com/office/drawing/2014/main" id="{3D812A2C-6D81-E97B-C182-C47D78935E9A}"/>
              </a:ext>
            </a:extLst>
          </p:cNvPr>
          <p:cNvGrpSpPr>
            <a:grpSpLocks/>
          </p:cNvGrpSpPr>
          <p:nvPr/>
        </p:nvGrpSpPr>
        <p:grpSpPr bwMode="auto">
          <a:xfrm>
            <a:off x="1814513" y="2884488"/>
            <a:ext cx="1068387" cy="820737"/>
            <a:chOff x="2967" y="478"/>
            <a:chExt cx="788" cy="625"/>
          </a:xfrm>
        </p:grpSpPr>
        <p:pic>
          <p:nvPicPr>
            <p:cNvPr id="43085" name="Picture 120" descr="access_point_stylized_small">
              <a:extLst>
                <a:ext uri="{FF2B5EF4-FFF2-40B4-BE49-F238E27FC236}">
                  <a16:creationId xmlns:a16="http://schemas.microsoft.com/office/drawing/2014/main" id="{A9318940-DDE2-9CDF-43A4-3C3B49B319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86" name="Picture 121" descr="antenna_radiation_stylized">
              <a:extLst>
                <a:ext uri="{FF2B5EF4-FFF2-40B4-BE49-F238E27FC236}">
                  <a16:creationId xmlns:a16="http://schemas.microsoft.com/office/drawing/2014/main" id="{D7D4DA03-CBF3-1954-C1EB-1422208FF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19" name="Line 122">
            <a:extLst>
              <a:ext uri="{FF2B5EF4-FFF2-40B4-BE49-F238E27FC236}">
                <a16:creationId xmlns:a16="http://schemas.microsoft.com/office/drawing/2014/main" id="{071BE23C-FA80-5583-8A44-E612C6EF66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56025" y="27670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" name="Group 138">
            <a:extLst>
              <a:ext uri="{FF2B5EF4-FFF2-40B4-BE49-F238E27FC236}">
                <a16:creationId xmlns:a16="http://schemas.microsoft.com/office/drawing/2014/main" id="{B81243EB-4441-C98C-B906-1E88B4B3F21E}"/>
              </a:ext>
            </a:extLst>
          </p:cNvPr>
          <p:cNvGrpSpPr>
            <a:grpSpLocks/>
          </p:cNvGrpSpPr>
          <p:nvPr/>
        </p:nvGrpSpPr>
        <p:grpSpPr bwMode="auto">
          <a:xfrm>
            <a:off x="5326063" y="3703638"/>
            <a:ext cx="2527300" cy="1265237"/>
            <a:chOff x="3355" y="2333"/>
            <a:chExt cx="1592" cy="797"/>
          </a:xfrm>
        </p:grpSpPr>
        <p:sp>
          <p:nvSpPr>
            <p:cNvPr id="43083" name="Text Box 39">
              <a:extLst>
                <a:ext uri="{FF2B5EF4-FFF2-40B4-BE49-F238E27FC236}">
                  <a16:creationId xmlns:a16="http://schemas.microsoft.com/office/drawing/2014/main" id="{20C1518D-F275-DC4B-912F-5DF7B84D3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</a:rPr>
                <a:t>cable or DSL modem</a:t>
              </a:r>
            </a:p>
          </p:txBody>
        </p:sp>
        <p:sp>
          <p:nvSpPr>
            <p:cNvPr id="43084" name="Line 129">
              <a:extLst>
                <a:ext uri="{FF2B5EF4-FFF2-40B4-BE49-F238E27FC236}">
                  <a16:creationId xmlns:a16="http://schemas.microsoft.com/office/drawing/2014/main" id="{1E613C07-B8B5-8485-A32F-DF9B2B3C38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" name="Group 139">
            <a:extLst>
              <a:ext uri="{FF2B5EF4-FFF2-40B4-BE49-F238E27FC236}">
                <a16:creationId xmlns:a16="http://schemas.microsoft.com/office/drawing/2014/main" id="{7BF942F3-8AEC-A4CD-4A73-B2A42F563065}"/>
              </a:ext>
            </a:extLst>
          </p:cNvPr>
          <p:cNvGrpSpPr>
            <a:grpSpLocks/>
          </p:cNvGrpSpPr>
          <p:nvPr/>
        </p:nvGrpSpPr>
        <p:grpSpPr bwMode="auto">
          <a:xfrm>
            <a:off x="4060825" y="3695700"/>
            <a:ext cx="2593975" cy="1778000"/>
            <a:chOff x="2558" y="2328"/>
            <a:chExt cx="1634" cy="1120"/>
          </a:xfrm>
        </p:grpSpPr>
        <p:sp>
          <p:nvSpPr>
            <p:cNvPr id="43081" name="Text Box 39">
              <a:extLst>
                <a:ext uri="{FF2B5EF4-FFF2-40B4-BE49-F238E27FC236}">
                  <a16:creationId xmlns:a16="http://schemas.microsoft.com/office/drawing/2014/main" id="{1418A165-9EB4-5869-AE70-30BC129E3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</a:rPr>
                <a:t>router, firewall, NAT</a:t>
              </a:r>
            </a:p>
          </p:txBody>
        </p:sp>
        <p:sp>
          <p:nvSpPr>
            <p:cNvPr id="43082" name="Line 133">
              <a:extLst>
                <a:ext uri="{FF2B5EF4-FFF2-40B4-BE49-F238E27FC236}">
                  <a16:creationId xmlns:a16="http://schemas.microsoft.com/office/drawing/2014/main" id="{BE1F87D6-5FCE-2FF8-863B-9F586BF9F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9" name="Group 141">
            <a:extLst>
              <a:ext uri="{FF2B5EF4-FFF2-40B4-BE49-F238E27FC236}">
                <a16:creationId xmlns:a16="http://schemas.microsoft.com/office/drawing/2014/main" id="{84BC7F76-E33C-E288-1890-CB5D57533BE2}"/>
              </a:ext>
            </a:extLst>
          </p:cNvPr>
          <p:cNvGrpSpPr>
            <a:grpSpLocks/>
          </p:cNvGrpSpPr>
          <p:nvPr/>
        </p:nvGrpSpPr>
        <p:grpSpPr bwMode="auto">
          <a:xfrm>
            <a:off x="3605213" y="4576763"/>
            <a:ext cx="2927350" cy="1403350"/>
            <a:chOff x="2062" y="2532"/>
            <a:chExt cx="1844" cy="1220"/>
          </a:xfrm>
        </p:grpSpPr>
        <p:sp>
          <p:nvSpPr>
            <p:cNvPr id="43079" name="Line 134">
              <a:extLst>
                <a:ext uri="{FF2B5EF4-FFF2-40B4-BE49-F238E27FC236}">
                  <a16:creationId xmlns:a16="http://schemas.microsoft.com/office/drawing/2014/main" id="{B6BFF624-5BBF-DB8C-27A5-A478B9C9E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0" name="Text Box 39">
              <a:extLst>
                <a:ext uri="{FF2B5EF4-FFF2-40B4-BE49-F238E27FC236}">
                  <a16:creationId xmlns:a16="http://schemas.microsoft.com/office/drawing/2014/main" id="{654C61BA-EA1B-E59B-1460-5EE602E64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</a:rPr>
                <a:t>wired Ethernet (1 Gbps)</a:t>
              </a:r>
            </a:p>
          </p:txBody>
        </p:sp>
      </p:grpSp>
      <p:grpSp>
        <p:nvGrpSpPr>
          <p:cNvPr id="10" name="Group 140">
            <a:extLst>
              <a:ext uri="{FF2B5EF4-FFF2-40B4-BE49-F238E27FC236}">
                <a16:creationId xmlns:a16="http://schemas.microsoft.com/office/drawing/2014/main" id="{0AC9B978-834B-EA5F-2722-B8EDA5FC8593}"/>
              </a:ext>
            </a:extLst>
          </p:cNvPr>
          <p:cNvGrpSpPr>
            <a:grpSpLocks/>
          </p:cNvGrpSpPr>
          <p:nvPr/>
        </p:nvGrpSpPr>
        <p:grpSpPr bwMode="auto">
          <a:xfrm>
            <a:off x="423863" y="3725863"/>
            <a:ext cx="1966912" cy="2043112"/>
            <a:chOff x="267" y="2347"/>
            <a:chExt cx="1239" cy="1287"/>
          </a:xfrm>
        </p:grpSpPr>
        <p:sp>
          <p:nvSpPr>
            <p:cNvPr id="43077" name="Line 136">
              <a:extLst>
                <a:ext uri="{FF2B5EF4-FFF2-40B4-BE49-F238E27FC236}">
                  <a16:creationId xmlns:a16="http://schemas.microsoft.com/office/drawing/2014/main" id="{E5FEA339-D599-08FD-D641-89D860FF0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8" name="Text Box 39">
              <a:extLst>
                <a:ext uri="{FF2B5EF4-FFF2-40B4-BE49-F238E27FC236}">
                  <a16:creationId xmlns:a16="http://schemas.microsoft.com/office/drawing/2014/main" id="{050ADDB0-B62D-49EA-6C75-06902B0CA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" y="3300"/>
              <a:ext cx="1239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</a:rPr>
                <a:t>wireless access </a:t>
              </a:r>
            </a:p>
            <a:p>
              <a:pPr algn="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latin typeface="Arial" panose="020B0604020202020204" pitchFamily="34" charset="0"/>
                </a:rPr>
                <a:t>point (54 Mbps)</a:t>
              </a:r>
            </a:p>
          </p:txBody>
        </p:sp>
      </p:grpSp>
      <p:sp>
        <p:nvSpPr>
          <p:cNvPr id="11406" name="Text Box 142">
            <a:extLst>
              <a:ext uri="{FF2B5EF4-FFF2-40B4-BE49-F238E27FC236}">
                <a16:creationId xmlns:a16="http://schemas.microsoft.com/office/drawing/2014/main" id="{E3327A3E-6420-6422-9B8B-2D4AE2D85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8225" y="1303338"/>
            <a:ext cx="11033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wireless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devices</a:t>
            </a:r>
          </a:p>
        </p:txBody>
      </p:sp>
      <p:grpSp>
        <p:nvGrpSpPr>
          <p:cNvPr id="43025" name="Group 143">
            <a:extLst>
              <a:ext uri="{FF2B5EF4-FFF2-40B4-BE49-F238E27FC236}">
                <a16:creationId xmlns:a16="http://schemas.microsoft.com/office/drawing/2014/main" id="{443678E5-07FF-B9B1-D953-899B2E2FD685}"/>
              </a:ext>
            </a:extLst>
          </p:cNvPr>
          <p:cNvGrpSpPr>
            <a:grpSpLocks/>
          </p:cNvGrpSpPr>
          <p:nvPr/>
        </p:nvGrpSpPr>
        <p:grpSpPr bwMode="auto">
          <a:xfrm>
            <a:off x="1384300" y="1954213"/>
            <a:ext cx="733425" cy="758825"/>
            <a:chOff x="2751" y="1851"/>
            <a:chExt cx="462" cy="478"/>
          </a:xfrm>
        </p:grpSpPr>
        <p:pic>
          <p:nvPicPr>
            <p:cNvPr id="43075" name="Picture 144" descr="iphone_stylized_small">
              <a:extLst>
                <a:ext uri="{FF2B5EF4-FFF2-40B4-BE49-F238E27FC236}">
                  <a16:creationId xmlns:a16="http://schemas.microsoft.com/office/drawing/2014/main" id="{50866E28-89AE-5D3E-9D12-868584CF4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76" name="Picture 145" descr="antenna_radiation_stylized">
              <a:extLst>
                <a:ext uri="{FF2B5EF4-FFF2-40B4-BE49-F238E27FC236}">
                  <a16:creationId xmlns:a16="http://schemas.microsoft.com/office/drawing/2014/main" id="{DED6C071-6BB4-5D99-59BE-D440D9BA2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26" name="Line 146">
            <a:extLst>
              <a:ext uri="{FF2B5EF4-FFF2-40B4-BE49-F238E27FC236}">
                <a16:creationId xmlns:a16="http://schemas.microsoft.com/office/drawing/2014/main" id="{7FF642E7-90B9-0A49-3BCA-73E8907500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3679825"/>
            <a:ext cx="12700" cy="217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11" name="Oval 147">
            <a:extLst>
              <a:ext uri="{FF2B5EF4-FFF2-40B4-BE49-F238E27FC236}">
                <a16:creationId xmlns:a16="http://schemas.microsoft.com/office/drawing/2014/main" id="{C8310D50-FDF5-2944-2A9E-21989D989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1113" y="2801938"/>
            <a:ext cx="3359150" cy="1050925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grpSp>
        <p:nvGrpSpPr>
          <p:cNvPr id="12" name="Group 150">
            <a:extLst>
              <a:ext uri="{FF2B5EF4-FFF2-40B4-BE49-F238E27FC236}">
                <a16:creationId xmlns:a16="http://schemas.microsoft.com/office/drawing/2014/main" id="{556ACE99-A621-2370-1DA7-F12429DF3961}"/>
              </a:ext>
            </a:extLst>
          </p:cNvPr>
          <p:cNvGrpSpPr>
            <a:grpSpLocks/>
          </p:cNvGrpSpPr>
          <p:nvPr/>
        </p:nvGrpSpPr>
        <p:grpSpPr bwMode="auto">
          <a:xfrm>
            <a:off x="136525" y="3532188"/>
            <a:ext cx="1630363" cy="717550"/>
            <a:chOff x="86" y="2225"/>
            <a:chExt cx="1027" cy="452"/>
          </a:xfrm>
        </p:grpSpPr>
        <p:sp>
          <p:nvSpPr>
            <p:cNvPr id="43073" name="Text Box 148">
              <a:extLst>
                <a:ext uri="{FF2B5EF4-FFF2-40B4-BE49-F238E27FC236}">
                  <a16:creationId xmlns:a16="http://schemas.microsoft.com/office/drawing/2014/main" id="{6DEF34DB-1E27-2AE1-3776-34F77ADFD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" y="2357"/>
              <a:ext cx="1027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often combined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latin typeface="Arial" panose="020B0604020202020204" pitchFamily="34" charset="0"/>
                </a:rPr>
                <a:t>in single box</a:t>
              </a:r>
            </a:p>
          </p:txBody>
        </p:sp>
        <p:sp>
          <p:nvSpPr>
            <p:cNvPr id="43074" name="Line 149">
              <a:extLst>
                <a:ext uri="{FF2B5EF4-FFF2-40B4-BE49-F238E27FC236}">
                  <a16:creationId xmlns:a16="http://schemas.microsoft.com/office/drawing/2014/main" id="{A55441B9-E5D6-5CEB-746A-0D963F237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029" name="Group 151">
            <a:extLst>
              <a:ext uri="{FF2B5EF4-FFF2-40B4-BE49-F238E27FC236}">
                <a16:creationId xmlns:a16="http://schemas.microsoft.com/office/drawing/2014/main" id="{1405B473-CECA-A6E9-C673-2940A3147360}"/>
              </a:ext>
            </a:extLst>
          </p:cNvPr>
          <p:cNvGrpSpPr>
            <a:grpSpLocks/>
          </p:cNvGrpSpPr>
          <p:nvPr/>
        </p:nvGrpSpPr>
        <p:grpSpPr bwMode="auto">
          <a:xfrm>
            <a:off x="2379663" y="1566863"/>
            <a:ext cx="954087" cy="1027112"/>
            <a:chOff x="877" y="1008"/>
            <a:chExt cx="2747" cy="2591"/>
          </a:xfrm>
        </p:grpSpPr>
        <p:pic>
          <p:nvPicPr>
            <p:cNvPr id="43050" name="Picture 152" descr="antenna_stylized">
              <a:extLst>
                <a:ext uri="{FF2B5EF4-FFF2-40B4-BE49-F238E27FC236}">
                  <a16:creationId xmlns:a16="http://schemas.microsoft.com/office/drawing/2014/main" id="{79BD0598-0FFD-5B2C-29F9-CC35599D4A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51" name="Picture 153" descr="laptop_keyboard">
              <a:extLst>
                <a:ext uri="{FF2B5EF4-FFF2-40B4-BE49-F238E27FC236}">
                  <a16:creationId xmlns:a16="http://schemas.microsoft.com/office/drawing/2014/main" id="{FDC9EC3A-6AE8-803D-4A33-607EB121E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2" name="Freeform 154">
              <a:extLst>
                <a:ext uri="{FF2B5EF4-FFF2-40B4-BE49-F238E27FC236}">
                  <a16:creationId xmlns:a16="http://schemas.microsoft.com/office/drawing/2014/main" id="{D2087F70-2121-ADCD-440F-5543CACE0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3053" name="Picture 155" descr="screen">
              <a:extLst>
                <a:ext uri="{FF2B5EF4-FFF2-40B4-BE49-F238E27FC236}">
                  <a16:creationId xmlns:a16="http://schemas.microsoft.com/office/drawing/2014/main" id="{A5B27AD1-5D27-1559-A001-90C4AF09A7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4" name="Freeform 156">
              <a:extLst>
                <a:ext uri="{FF2B5EF4-FFF2-40B4-BE49-F238E27FC236}">
                  <a16:creationId xmlns:a16="http://schemas.microsoft.com/office/drawing/2014/main" id="{8F84DBDC-220B-93C0-4636-DE9D679A0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5" name="Freeform 157">
              <a:extLst>
                <a:ext uri="{FF2B5EF4-FFF2-40B4-BE49-F238E27FC236}">
                  <a16:creationId xmlns:a16="http://schemas.microsoft.com/office/drawing/2014/main" id="{05410879-6892-4BD7-5E65-5B84EA9B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6" name="Freeform 158">
              <a:extLst>
                <a:ext uri="{FF2B5EF4-FFF2-40B4-BE49-F238E27FC236}">
                  <a16:creationId xmlns:a16="http://schemas.microsoft.com/office/drawing/2014/main" id="{F426B180-C899-C393-149E-34B55902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7" name="Freeform 159">
              <a:extLst>
                <a:ext uri="{FF2B5EF4-FFF2-40B4-BE49-F238E27FC236}">
                  <a16:creationId xmlns:a16="http://schemas.microsoft.com/office/drawing/2014/main" id="{C102E638-2C81-992B-3ACB-6536AC831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8" name="Freeform 160">
              <a:extLst>
                <a:ext uri="{FF2B5EF4-FFF2-40B4-BE49-F238E27FC236}">
                  <a16:creationId xmlns:a16="http://schemas.microsoft.com/office/drawing/2014/main" id="{20EC283C-CFD3-45B9-FFD2-07D6561E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9" name="Freeform 161">
              <a:extLst>
                <a:ext uri="{FF2B5EF4-FFF2-40B4-BE49-F238E27FC236}">
                  <a16:creationId xmlns:a16="http://schemas.microsoft.com/office/drawing/2014/main" id="{AE1B9F23-DB6B-3FCB-A53E-DDA2D069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060" name="Group 162">
              <a:extLst>
                <a:ext uri="{FF2B5EF4-FFF2-40B4-BE49-F238E27FC236}">
                  <a16:creationId xmlns:a16="http://schemas.microsoft.com/office/drawing/2014/main" id="{E67B3C07-BC83-D754-4C9A-16B48E8BC2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3067" name="Freeform 163">
                <a:extLst>
                  <a:ext uri="{FF2B5EF4-FFF2-40B4-BE49-F238E27FC236}">
                    <a16:creationId xmlns:a16="http://schemas.microsoft.com/office/drawing/2014/main" id="{BC08DCD9-7ED7-E209-7D88-F663A0300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8" name="Freeform 164">
                <a:extLst>
                  <a:ext uri="{FF2B5EF4-FFF2-40B4-BE49-F238E27FC236}">
                    <a16:creationId xmlns:a16="http://schemas.microsoft.com/office/drawing/2014/main" id="{B299A891-24E3-170A-0EFE-D85DE398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9" name="Freeform 165">
                <a:extLst>
                  <a:ext uri="{FF2B5EF4-FFF2-40B4-BE49-F238E27FC236}">
                    <a16:creationId xmlns:a16="http://schemas.microsoft.com/office/drawing/2014/main" id="{638BE610-981D-B167-8ADB-8A54B239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0" name="Freeform 166">
                <a:extLst>
                  <a:ext uri="{FF2B5EF4-FFF2-40B4-BE49-F238E27FC236}">
                    <a16:creationId xmlns:a16="http://schemas.microsoft.com/office/drawing/2014/main" id="{579D2820-8828-48BF-7072-35D1F6037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1" name="Freeform 167">
                <a:extLst>
                  <a:ext uri="{FF2B5EF4-FFF2-40B4-BE49-F238E27FC236}">
                    <a16:creationId xmlns:a16="http://schemas.microsoft.com/office/drawing/2014/main" id="{A538056F-2845-8230-A530-1B935A7D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2" name="Freeform 168">
                <a:extLst>
                  <a:ext uri="{FF2B5EF4-FFF2-40B4-BE49-F238E27FC236}">
                    <a16:creationId xmlns:a16="http://schemas.microsoft.com/office/drawing/2014/main" id="{778F3143-E12A-CD7C-47DF-FDF962668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061" name="Freeform 169">
              <a:extLst>
                <a:ext uri="{FF2B5EF4-FFF2-40B4-BE49-F238E27FC236}">
                  <a16:creationId xmlns:a16="http://schemas.microsoft.com/office/drawing/2014/main" id="{FC16770C-0B6B-4875-373F-B7CCAB749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2" name="Freeform 170">
              <a:extLst>
                <a:ext uri="{FF2B5EF4-FFF2-40B4-BE49-F238E27FC236}">
                  <a16:creationId xmlns:a16="http://schemas.microsoft.com/office/drawing/2014/main" id="{EAAEA599-B548-39A1-5C62-605C68D3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3" name="Freeform 171">
              <a:extLst>
                <a:ext uri="{FF2B5EF4-FFF2-40B4-BE49-F238E27FC236}">
                  <a16:creationId xmlns:a16="http://schemas.microsoft.com/office/drawing/2014/main" id="{43FC4829-AA07-6DA1-2D8A-6FB5DDDA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4" name="Freeform 172">
              <a:extLst>
                <a:ext uri="{FF2B5EF4-FFF2-40B4-BE49-F238E27FC236}">
                  <a16:creationId xmlns:a16="http://schemas.microsoft.com/office/drawing/2014/main" id="{9A7C4FFE-590F-0F23-4EB8-5647C80D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5" name="Freeform 173">
              <a:extLst>
                <a:ext uri="{FF2B5EF4-FFF2-40B4-BE49-F238E27FC236}">
                  <a16:creationId xmlns:a16="http://schemas.microsoft.com/office/drawing/2014/main" id="{58C7678F-03DB-853B-8D5A-403A7F98B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6" name="Freeform 174">
              <a:extLst>
                <a:ext uri="{FF2B5EF4-FFF2-40B4-BE49-F238E27FC236}">
                  <a16:creationId xmlns:a16="http://schemas.microsoft.com/office/drawing/2014/main" id="{A8600830-C0DA-B000-F145-EDBC39D0218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030" name="Group 175">
            <a:extLst>
              <a:ext uri="{FF2B5EF4-FFF2-40B4-BE49-F238E27FC236}">
                <a16:creationId xmlns:a16="http://schemas.microsoft.com/office/drawing/2014/main" id="{2F99EC22-28A2-D7D6-3E00-A69007179C29}"/>
              </a:ext>
            </a:extLst>
          </p:cNvPr>
          <p:cNvGrpSpPr>
            <a:grpSpLocks/>
          </p:cNvGrpSpPr>
          <p:nvPr/>
        </p:nvGrpSpPr>
        <p:grpSpPr bwMode="auto">
          <a:xfrm>
            <a:off x="3149600" y="2032000"/>
            <a:ext cx="1123950" cy="862013"/>
            <a:chOff x="-44" y="1473"/>
            <a:chExt cx="981" cy="1105"/>
          </a:xfrm>
        </p:grpSpPr>
        <p:pic>
          <p:nvPicPr>
            <p:cNvPr id="43048" name="Picture 176" descr="desktop_computer_stylized_medium">
              <a:extLst>
                <a:ext uri="{FF2B5EF4-FFF2-40B4-BE49-F238E27FC236}">
                  <a16:creationId xmlns:a16="http://schemas.microsoft.com/office/drawing/2014/main" id="{17B2A54C-417B-CCF2-C389-1B4063F42D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9" name="Freeform 177">
              <a:extLst>
                <a:ext uri="{FF2B5EF4-FFF2-40B4-BE49-F238E27FC236}">
                  <a16:creationId xmlns:a16="http://schemas.microsoft.com/office/drawing/2014/main" id="{18863EFB-41CA-A2DB-916C-AEF4101B586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3031" name="Group 178">
            <a:extLst>
              <a:ext uri="{FF2B5EF4-FFF2-40B4-BE49-F238E27FC236}">
                <a16:creationId xmlns:a16="http://schemas.microsoft.com/office/drawing/2014/main" id="{0DB29DBA-BFB7-8F80-C0FB-E331866ED351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3838575"/>
            <a:ext cx="849312" cy="712788"/>
            <a:chOff x="-44" y="1473"/>
            <a:chExt cx="981" cy="1105"/>
          </a:xfrm>
        </p:grpSpPr>
        <p:pic>
          <p:nvPicPr>
            <p:cNvPr id="43046" name="Picture 179" descr="desktop_computer_stylized_medium">
              <a:extLst>
                <a:ext uri="{FF2B5EF4-FFF2-40B4-BE49-F238E27FC236}">
                  <a16:creationId xmlns:a16="http://schemas.microsoft.com/office/drawing/2014/main" id="{6FD54C26-820A-E85E-D3CD-F705D2A11B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7" name="Freeform 180">
              <a:extLst>
                <a:ext uri="{FF2B5EF4-FFF2-40B4-BE49-F238E27FC236}">
                  <a16:creationId xmlns:a16="http://schemas.microsoft.com/office/drawing/2014/main" id="{79830167-3E32-030E-7874-E507D156D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3032" name="Slide Number Placeholder 3">
            <a:extLst>
              <a:ext uri="{FF2B5EF4-FFF2-40B4-BE49-F238E27FC236}">
                <a16:creationId xmlns:a16="http://schemas.microsoft.com/office/drawing/2014/main" id="{5194DDA8-9694-5E3E-7502-0CD0CA3BBA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A30C3EC0-B7AC-EB47-9B83-51704FA02335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43033" name="Group 98">
            <a:extLst>
              <a:ext uri="{FF2B5EF4-FFF2-40B4-BE49-F238E27FC236}">
                <a16:creationId xmlns:a16="http://schemas.microsoft.com/office/drawing/2014/main" id="{8A4D48A5-D715-435C-2F97-A698070B4C88}"/>
              </a:ext>
            </a:extLst>
          </p:cNvPr>
          <p:cNvGrpSpPr>
            <a:grpSpLocks/>
          </p:cNvGrpSpPr>
          <p:nvPr/>
        </p:nvGrpSpPr>
        <p:grpSpPr bwMode="auto">
          <a:xfrm>
            <a:off x="4486275" y="1708150"/>
            <a:ext cx="958850" cy="1276350"/>
            <a:chOff x="5806938" y="3011924"/>
            <a:chExt cx="347997" cy="396620"/>
          </a:xfrm>
        </p:grpSpPr>
        <p:pic>
          <p:nvPicPr>
            <p:cNvPr id="43044" name="Picture 101" descr="fridge2.png">
              <a:extLst>
                <a:ext uri="{FF2B5EF4-FFF2-40B4-BE49-F238E27FC236}">
                  <a16:creationId xmlns:a16="http://schemas.microsoft.com/office/drawing/2014/main" id="{00173ECF-4AFA-D040-CBC9-DF6A9A540BB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45" name="Picture 1115" descr="antenna_stylized">
              <a:extLst>
                <a:ext uri="{FF2B5EF4-FFF2-40B4-BE49-F238E27FC236}">
                  <a16:creationId xmlns:a16="http://schemas.microsoft.com/office/drawing/2014/main" id="{05801EFF-DF6A-6786-CE98-9148677E12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3034" name="Group 347">
            <a:extLst>
              <a:ext uri="{FF2B5EF4-FFF2-40B4-BE49-F238E27FC236}">
                <a16:creationId xmlns:a16="http://schemas.microsoft.com/office/drawing/2014/main" id="{62E207EC-06BC-5885-3BE9-FE067F674ABE}"/>
              </a:ext>
            </a:extLst>
          </p:cNvPr>
          <p:cNvGrpSpPr>
            <a:grpSpLocks/>
          </p:cNvGrpSpPr>
          <p:nvPr/>
        </p:nvGrpSpPr>
        <p:grpSpPr bwMode="auto">
          <a:xfrm>
            <a:off x="3236913" y="3187700"/>
            <a:ext cx="1114425" cy="541338"/>
            <a:chOff x="1871277" y="1576300"/>
            <a:chExt cx="1128371" cy="437861"/>
          </a:xfrm>
        </p:grpSpPr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1D43BEE2-C286-F143-9348-AF2F89ADFB2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92" y="1694432"/>
              <a:ext cx="1125156" cy="319729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7373BB53-5C6A-0D4F-B68C-A0FEC7CE16E5}"/>
                </a:ext>
              </a:extLst>
            </p:cNvPr>
            <p:cNvSpPr/>
            <p:nvPr/>
          </p:nvSpPr>
          <p:spPr bwMode="auto">
            <a:xfrm>
              <a:off x="1871277" y="1739375"/>
              <a:ext cx="1128371" cy="11684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2DF25DD2-EDD7-E647-816E-23A7BD5B3C9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56" cy="31972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EACF6C0-EA3C-A044-B9D1-09D74EFE86CB}"/>
                </a:ext>
              </a:extLst>
            </p:cNvPr>
            <p:cNvSpPr/>
            <p:nvPr/>
          </p:nvSpPr>
          <p:spPr bwMode="auto">
            <a:xfrm>
              <a:off x="2158995" y="1673888"/>
              <a:ext cx="549719" cy="16050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269AA1C5-D5E4-214A-9E32-0EBD7E93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738" y="1632798"/>
              <a:ext cx="662235" cy="11171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E8D90E9B-3575-3448-9842-D8A1CD0E0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727" y="1727818"/>
              <a:ext cx="244320" cy="9758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60D75251-CFF9-F441-A3B8-28F794D31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879" y="1730386"/>
              <a:ext cx="241105" cy="9630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A35F66F0-9BC2-3842-9E8C-FFE3DC29A8BD}"/>
                </a:ext>
              </a:extLst>
            </p:cNvPr>
            <p:cNvCxnSpPr>
              <a:cxnSpLocks noChangeShapeType="1"/>
              <a:endCxn id="90" idx="2"/>
            </p:cNvCxnSpPr>
            <p:nvPr/>
          </p:nvCxnSpPr>
          <p:spPr bwMode="auto">
            <a:xfrm flipH="1" flipV="1">
              <a:off x="1871277" y="1736806"/>
              <a:ext cx="3215" cy="12326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A24F362-20AC-3C4A-8EF9-167DA0D7BA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33" y="1734238"/>
              <a:ext cx="3215" cy="12326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89" grpId="0"/>
      <p:bldP spid="11406" grpId="0"/>
      <p:bldP spid="11411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Footer Placeholder 2">
            <a:extLst>
              <a:ext uri="{FF2B5EF4-FFF2-40B4-BE49-F238E27FC236}">
                <a16:creationId xmlns:a16="http://schemas.microsoft.com/office/drawing/2014/main" id="{E445E13D-8C57-FC4C-07A6-66B37DB361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5058" name="Title 50">
            <a:extLst>
              <a:ext uri="{FF2B5EF4-FFF2-40B4-BE49-F238E27FC236}">
                <a16:creationId xmlns:a16="http://schemas.microsoft.com/office/drawing/2014/main" id="{94C4B26A-B008-1993-963A-91D490A4D6C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zh-CN" sz="4000" dirty="0">
                <a:ea typeface="ＭＳ Ｐゴシック" panose="020B0600070205080204" pitchFamily="34" charset="-128"/>
              </a:rPr>
              <a:t>Enterprise access networks (Ethernet)</a:t>
            </a:r>
          </a:p>
        </p:txBody>
      </p:sp>
      <p:sp>
        <p:nvSpPr>
          <p:cNvPr id="58371" name="Content Placeholder 52">
            <a:extLst>
              <a:ext uri="{FF2B5EF4-FFF2-40B4-BE49-F238E27FC236}">
                <a16:creationId xmlns:a16="http://schemas.microsoft.com/office/drawing/2014/main" id="{312CD0A3-50D8-384B-80A7-1509E3AB6B1F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455613" y="4783138"/>
            <a:ext cx="8043862" cy="1414462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typically used in companies, universities, etc.</a:t>
            </a:r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10 Mbps, 100Mbps, 1Gbps, 10Gbps transmission rates</a:t>
            </a:r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today, end systems typically connect into Ethernet switch</a:t>
            </a:r>
          </a:p>
          <a:p>
            <a:pPr eaLnBrk="1" hangingPunct="1">
              <a:buFont typeface="Wingdings" charset="2"/>
              <a:buChar char="§"/>
              <a:defRPr/>
            </a:pPr>
            <a:endParaRPr lang="en-US" sz="2400" dirty="0"/>
          </a:p>
        </p:txBody>
      </p:sp>
      <p:sp>
        <p:nvSpPr>
          <p:cNvPr id="45060" name="Line 2">
            <a:extLst>
              <a:ext uri="{FF2B5EF4-FFF2-40B4-BE49-F238E27FC236}">
                <a16:creationId xmlns:a16="http://schemas.microsoft.com/office/drawing/2014/main" id="{C1179A90-6AFD-031C-5CF1-381EFD3B3B8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31861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61" name="Line 3">
            <a:extLst>
              <a:ext uri="{FF2B5EF4-FFF2-40B4-BE49-F238E27FC236}">
                <a16:creationId xmlns:a16="http://schemas.microsoft.com/office/drawing/2014/main" id="{346CAFF4-8173-907C-446B-15A58C05A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6838" y="3194050"/>
            <a:ext cx="0" cy="558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62" name="Line 4">
            <a:extLst>
              <a:ext uri="{FF2B5EF4-FFF2-40B4-BE49-F238E27FC236}">
                <a16:creationId xmlns:a16="http://schemas.microsoft.com/office/drawing/2014/main" id="{C99D35EA-0774-FA06-B474-53C44CF61F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14488" y="3167063"/>
            <a:ext cx="696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063" name="Group 51">
            <a:extLst>
              <a:ext uri="{FF2B5EF4-FFF2-40B4-BE49-F238E27FC236}">
                <a16:creationId xmlns:a16="http://schemas.microsoft.com/office/drawing/2014/main" id="{6CD30C67-5D63-ED05-64E0-89D6C610933C}"/>
              </a:ext>
            </a:extLst>
          </p:cNvPr>
          <p:cNvGrpSpPr>
            <a:grpSpLocks/>
          </p:cNvGrpSpPr>
          <p:nvPr/>
        </p:nvGrpSpPr>
        <p:grpSpPr bwMode="auto">
          <a:xfrm>
            <a:off x="2016125" y="2873375"/>
            <a:ext cx="1052513" cy="355600"/>
            <a:chOff x="4410" y="1365"/>
            <a:chExt cx="663" cy="224"/>
          </a:xfrm>
        </p:grpSpPr>
        <p:sp>
          <p:nvSpPr>
            <p:cNvPr id="45261" name="Rectangle 52">
              <a:extLst>
                <a:ext uri="{FF2B5EF4-FFF2-40B4-BE49-F238E27FC236}">
                  <a16:creationId xmlns:a16="http://schemas.microsoft.com/office/drawing/2014/main" id="{62023D80-6C20-DC4C-E40E-B78F44436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262" name="AutoShape 53">
              <a:extLst>
                <a:ext uri="{FF2B5EF4-FFF2-40B4-BE49-F238E27FC236}">
                  <a16:creationId xmlns:a16="http://schemas.microsoft.com/office/drawing/2014/main" id="{177A1CD4-10E9-911C-9023-F972D851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263" name="Freeform 54">
              <a:extLst>
                <a:ext uri="{FF2B5EF4-FFF2-40B4-BE49-F238E27FC236}">
                  <a16:creationId xmlns:a16="http://schemas.microsoft.com/office/drawing/2014/main" id="{56390282-CA41-F34B-3167-B31BD062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4" name="Freeform 55">
              <a:extLst>
                <a:ext uri="{FF2B5EF4-FFF2-40B4-BE49-F238E27FC236}">
                  <a16:creationId xmlns:a16="http://schemas.microsoft.com/office/drawing/2014/main" id="{959BACA4-EA38-E6FF-CC3C-E5D81873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287 h 63"/>
                <a:gd name="T2" fmla="*/ 265937 w 280"/>
                <a:gd name="T3" fmla="*/ 2225 h 63"/>
                <a:gd name="T4" fmla="*/ 1569482 w 280"/>
                <a:gd name="T5" fmla="*/ 0 h 63"/>
                <a:gd name="T6" fmla="*/ 200378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5265" name="Freeform 56">
              <a:extLst>
                <a:ext uri="{FF2B5EF4-FFF2-40B4-BE49-F238E27FC236}">
                  <a16:creationId xmlns:a16="http://schemas.microsoft.com/office/drawing/2014/main" id="{D33F029E-B47C-B42E-3527-F02E2CA5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5064" name="Line 59">
            <a:extLst>
              <a:ext uri="{FF2B5EF4-FFF2-40B4-BE49-F238E27FC236}">
                <a16:creationId xmlns:a16="http://schemas.microsoft.com/office/drawing/2014/main" id="{0C571249-13D9-A2B9-8E5A-6692D8E802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8075" y="2946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65" name="Line 61">
            <a:extLst>
              <a:ext uri="{FF2B5EF4-FFF2-40B4-BE49-F238E27FC236}">
                <a16:creationId xmlns:a16="http://schemas.microsoft.com/office/drawing/2014/main" id="{B33930E8-78F3-0F33-52AF-03346583D0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89188" y="2328863"/>
            <a:ext cx="0" cy="53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066" name="Group 62">
            <a:extLst>
              <a:ext uri="{FF2B5EF4-FFF2-40B4-BE49-F238E27FC236}">
                <a16:creationId xmlns:a16="http://schemas.microsoft.com/office/drawing/2014/main" id="{237585C2-0836-1A95-6013-20517C4840CB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876425"/>
            <a:ext cx="873125" cy="627063"/>
            <a:chOff x="2967" y="478"/>
            <a:chExt cx="788" cy="625"/>
          </a:xfrm>
        </p:grpSpPr>
        <p:pic>
          <p:nvPicPr>
            <p:cNvPr id="45259" name="Picture 63" descr="access_point_stylized_small">
              <a:extLst>
                <a:ext uri="{FF2B5EF4-FFF2-40B4-BE49-F238E27FC236}">
                  <a16:creationId xmlns:a16="http://schemas.microsoft.com/office/drawing/2014/main" id="{E33AE7D8-4B44-153B-0974-5D0E915BB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60" name="Picture 64" descr="antenna_radiation_stylized">
              <a:extLst>
                <a:ext uri="{FF2B5EF4-FFF2-40B4-BE49-F238E27FC236}">
                  <a16:creationId xmlns:a16="http://schemas.microsoft.com/office/drawing/2014/main" id="{F0BB8AD4-54A2-EFFE-08C0-4F5B243263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067" name="Group 65">
            <a:extLst>
              <a:ext uri="{FF2B5EF4-FFF2-40B4-BE49-F238E27FC236}">
                <a16:creationId xmlns:a16="http://schemas.microsoft.com/office/drawing/2014/main" id="{E4B82D47-9E8C-B9D8-CE61-1BB7E77D347E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1231900"/>
            <a:ext cx="622300" cy="706438"/>
            <a:chOff x="877" y="1008"/>
            <a:chExt cx="2747" cy="2591"/>
          </a:xfrm>
        </p:grpSpPr>
        <p:pic>
          <p:nvPicPr>
            <p:cNvPr id="45236" name="Picture 66" descr="antenna_stylized">
              <a:extLst>
                <a:ext uri="{FF2B5EF4-FFF2-40B4-BE49-F238E27FC236}">
                  <a16:creationId xmlns:a16="http://schemas.microsoft.com/office/drawing/2014/main" id="{12776459-9824-07A1-9041-C8AA87EAE3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37" name="Picture 67" descr="laptop_keyboard">
              <a:extLst>
                <a:ext uri="{FF2B5EF4-FFF2-40B4-BE49-F238E27FC236}">
                  <a16:creationId xmlns:a16="http://schemas.microsoft.com/office/drawing/2014/main" id="{BA88B174-E361-F9F0-3AE2-A580F9863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38" name="Freeform 68">
              <a:extLst>
                <a:ext uri="{FF2B5EF4-FFF2-40B4-BE49-F238E27FC236}">
                  <a16:creationId xmlns:a16="http://schemas.microsoft.com/office/drawing/2014/main" id="{30A9A3D5-A429-9DED-B5AF-528AD4D3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5239" name="Picture 69" descr="screen">
              <a:extLst>
                <a:ext uri="{FF2B5EF4-FFF2-40B4-BE49-F238E27FC236}">
                  <a16:creationId xmlns:a16="http://schemas.microsoft.com/office/drawing/2014/main" id="{819A2E09-BB58-44E8-424D-B9063E7CC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40" name="Freeform 70">
              <a:extLst>
                <a:ext uri="{FF2B5EF4-FFF2-40B4-BE49-F238E27FC236}">
                  <a16:creationId xmlns:a16="http://schemas.microsoft.com/office/drawing/2014/main" id="{CD9E14CB-9E3A-535D-7A49-DA8B5702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1" name="Freeform 71">
              <a:extLst>
                <a:ext uri="{FF2B5EF4-FFF2-40B4-BE49-F238E27FC236}">
                  <a16:creationId xmlns:a16="http://schemas.microsoft.com/office/drawing/2014/main" id="{0B760E68-D59B-6F6C-A35A-E3A9ABE3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2" name="Freeform 72">
              <a:extLst>
                <a:ext uri="{FF2B5EF4-FFF2-40B4-BE49-F238E27FC236}">
                  <a16:creationId xmlns:a16="http://schemas.microsoft.com/office/drawing/2014/main" id="{E451ED7E-3E9B-160D-75D4-D1B3335F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3" name="Freeform 73">
              <a:extLst>
                <a:ext uri="{FF2B5EF4-FFF2-40B4-BE49-F238E27FC236}">
                  <a16:creationId xmlns:a16="http://schemas.microsoft.com/office/drawing/2014/main" id="{BC8A55F3-A8DE-7B58-A0C4-39F264C6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4" name="Freeform 74">
              <a:extLst>
                <a:ext uri="{FF2B5EF4-FFF2-40B4-BE49-F238E27FC236}">
                  <a16:creationId xmlns:a16="http://schemas.microsoft.com/office/drawing/2014/main" id="{12CE9242-15D0-AE4A-163F-F4C367BE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5" name="Freeform 75">
              <a:extLst>
                <a:ext uri="{FF2B5EF4-FFF2-40B4-BE49-F238E27FC236}">
                  <a16:creationId xmlns:a16="http://schemas.microsoft.com/office/drawing/2014/main" id="{D02A44F1-7A5C-6BF9-49D2-89B75FCC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46" name="Group 76">
              <a:extLst>
                <a:ext uri="{FF2B5EF4-FFF2-40B4-BE49-F238E27FC236}">
                  <a16:creationId xmlns:a16="http://schemas.microsoft.com/office/drawing/2014/main" id="{5599DD7F-6F9A-F934-A1E4-B7FB01D42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53" name="Freeform 77">
                <a:extLst>
                  <a:ext uri="{FF2B5EF4-FFF2-40B4-BE49-F238E27FC236}">
                    <a16:creationId xmlns:a16="http://schemas.microsoft.com/office/drawing/2014/main" id="{D75C72CE-0166-8DD0-DF34-FC4552C02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54" name="Freeform 78">
                <a:extLst>
                  <a:ext uri="{FF2B5EF4-FFF2-40B4-BE49-F238E27FC236}">
                    <a16:creationId xmlns:a16="http://schemas.microsoft.com/office/drawing/2014/main" id="{A130A280-C4FD-0684-D7E4-2F387A5C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55" name="Freeform 79">
                <a:extLst>
                  <a:ext uri="{FF2B5EF4-FFF2-40B4-BE49-F238E27FC236}">
                    <a16:creationId xmlns:a16="http://schemas.microsoft.com/office/drawing/2014/main" id="{F7F5EA02-CC51-9808-B33E-44466BDF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56" name="Freeform 80">
                <a:extLst>
                  <a:ext uri="{FF2B5EF4-FFF2-40B4-BE49-F238E27FC236}">
                    <a16:creationId xmlns:a16="http://schemas.microsoft.com/office/drawing/2014/main" id="{49B20659-8785-1041-24CE-F55FE33A7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57" name="Freeform 81">
                <a:extLst>
                  <a:ext uri="{FF2B5EF4-FFF2-40B4-BE49-F238E27FC236}">
                    <a16:creationId xmlns:a16="http://schemas.microsoft.com/office/drawing/2014/main" id="{9951D839-3AC8-DA96-3665-FAC7A01D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58" name="Freeform 82">
                <a:extLst>
                  <a:ext uri="{FF2B5EF4-FFF2-40B4-BE49-F238E27FC236}">
                    <a16:creationId xmlns:a16="http://schemas.microsoft.com/office/drawing/2014/main" id="{1649F191-6853-BDEF-55B4-3639383D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247" name="Freeform 83">
              <a:extLst>
                <a:ext uri="{FF2B5EF4-FFF2-40B4-BE49-F238E27FC236}">
                  <a16:creationId xmlns:a16="http://schemas.microsoft.com/office/drawing/2014/main" id="{761A574E-2489-E103-F84D-BAF4590B4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8" name="Freeform 84">
              <a:extLst>
                <a:ext uri="{FF2B5EF4-FFF2-40B4-BE49-F238E27FC236}">
                  <a16:creationId xmlns:a16="http://schemas.microsoft.com/office/drawing/2014/main" id="{291689B2-0B79-E18E-47B1-253BD9D9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9" name="Freeform 85">
              <a:extLst>
                <a:ext uri="{FF2B5EF4-FFF2-40B4-BE49-F238E27FC236}">
                  <a16:creationId xmlns:a16="http://schemas.microsoft.com/office/drawing/2014/main" id="{C244F6DE-C51E-A8D8-4760-283BBE16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0" name="Freeform 86">
              <a:extLst>
                <a:ext uri="{FF2B5EF4-FFF2-40B4-BE49-F238E27FC236}">
                  <a16:creationId xmlns:a16="http://schemas.microsoft.com/office/drawing/2014/main" id="{6C3602AE-E1C9-F32C-73BF-308985C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1" name="Freeform 87">
              <a:extLst>
                <a:ext uri="{FF2B5EF4-FFF2-40B4-BE49-F238E27FC236}">
                  <a16:creationId xmlns:a16="http://schemas.microsoft.com/office/drawing/2014/main" id="{9FBAEA9E-449F-DA99-FFAC-75F368E4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2" name="Freeform 88">
              <a:extLst>
                <a:ext uri="{FF2B5EF4-FFF2-40B4-BE49-F238E27FC236}">
                  <a16:creationId xmlns:a16="http://schemas.microsoft.com/office/drawing/2014/main" id="{EB3FBC1A-4DA2-58DE-688D-91ADE9CECC8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68" name="Group 89">
            <a:extLst>
              <a:ext uri="{FF2B5EF4-FFF2-40B4-BE49-F238E27FC236}">
                <a16:creationId xmlns:a16="http://schemas.microsoft.com/office/drawing/2014/main" id="{FC15D879-A772-AB8A-B23A-A8D7031F4EA8}"/>
              </a:ext>
            </a:extLst>
          </p:cNvPr>
          <p:cNvGrpSpPr>
            <a:grpSpLocks/>
          </p:cNvGrpSpPr>
          <p:nvPr/>
        </p:nvGrpSpPr>
        <p:grpSpPr bwMode="auto">
          <a:xfrm>
            <a:off x="1216025" y="1511300"/>
            <a:ext cx="566738" cy="625475"/>
            <a:chOff x="877" y="1008"/>
            <a:chExt cx="2747" cy="2591"/>
          </a:xfrm>
        </p:grpSpPr>
        <p:pic>
          <p:nvPicPr>
            <p:cNvPr id="45213" name="Picture 90" descr="antenna_stylized">
              <a:extLst>
                <a:ext uri="{FF2B5EF4-FFF2-40B4-BE49-F238E27FC236}">
                  <a16:creationId xmlns:a16="http://schemas.microsoft.com/office/drawing/2014/main" id="{3E086C58-D497-D644-AF31-A25299444A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14" name="Picture 91" descr="laptop_keyboard">
              <a:extLst>
                <a:ext uri="{FF2B5EF4-FFF2-40B4-BE49-F238E27FC236}">
                  <a16:creationId xmlns:a16="http://schemas.microsoft.com/office/drawing/2014/main" id="{4092E165-1186-C59A-6018-124BFAB32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5" name="Freeform 92">
              <a:extLst>
                <a:ext uri="{FF2B5EF4-FFF2-40B4-BE49-F238E27FC236}">
                  <a16:creationId xmlns:a16="http://schemas.microsoft.com/office/drawing/2014/main" id="{52CF39B4-AAFE-CD85-E41F-F8AF961B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5216" name="Picture 93" descr="screen">
              <a:extLst>
                <a:ext uri="{FF2B5EF4-FFF2-40B4-BE49-F238E27FC236}">
                  <a16:creationId xmlns:a16="http://schemas.microsoft.com/office/drawing/2014/main" id="{BAA0B943-21F4-B5D2-3B23-0315B9E349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7" name="Freeform 94">
              <a:extLst>
                <a:ext uri="{FF2B5EF4-FFF2-40B4-BE49-F238E27FC236}">
                  <a16:creationId xmlns:a16="http://schemas.microsoft.com/office/drawing/2014/main" id="{75A6706E-D39E-2603-400F-A4309224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8" name="Freeform 95">
              <a:extLst>
                <a:ext uri="{FF2B5EF4-FFF2-40B4-BE49-F238E27FC236}">
                  <a16:creationId xmlns:a16="http://schemas.microsoft.com/office/drawing/2014/main" id="{B3C1F0D9-D4BD-17B5-FAFF-E8BD1F9A8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9" name="Freeform 96">
              <a:extLst>
                <a:ext uri="{FF2B5EF4-FFF2-40B4-BE49-F238E27FC236}">
                  <a16:creationId xmlns:a16="http://schemas.microsoft.com/office/drawing/2014/main" id="{0D1149EE-30D6-76B8-F121-E1FA29D9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0" name="Freeform 97">
              <a:extLst>
                <a:ext uri="{FF2B5EF4-FFF2-40B4-BE49-F238E27FC236}">
                  <a16:creationId xmlns:a16="http://schemas.microsoft.com/office/drawing/2014/main" id="{1630AB04-53DE-DD6C-6FD5-DD16C6AC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1" name="Freeform 98">
              <a:extLst>
                <a:ext uri="{FF2B5EF4-FFF2-40B4-BE49-F238E27FC236}">
                  <a16:creationId xmlns:a16="http://schemas.microsoft.com/office/drawing/2014/main" id="{8ACE56C5-A066-A1A1-9C8D-D87A0919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2" name="Freeform 99">
              <a:extLst>
                <a:ext uri="{FF2B5EF4-FFF2-40B4-BE49-F238E27FC236}">
                  <a16:creationId xmlns:a16="http://schemas.microsoft.com/office/drawing/2014/main" id="{28A9CB2C-88FE-BA02-9B1C-DCBC58BE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23" name="Group 100">
              <a:extLst>
                <a:ext uri="{FF2B5EF4-FFF2-40B4-BE49-F238E27FC236}">
                  <a16:creationId xmlns:a16="http://schemas.microsoft.com/office/drawing/2014/main" id="{705E1988-B20F-4028-B7A3-AA0AB892E8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30" name="Freeform 101">
                <a:extLst>
                  <a:ext uri="{FF2B5EF4-FFF2-40B4-BE49-F238E27FC236}">
                    <a16:creationId xmlns:a16="http://schemas.microsoft.com/office/drawing/2014/main" id="{AE2F56C3-5DA6-D4E7-A311-9C1526B4D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1" name="Freeform 102">
                <a:extLst>
                  <a:ext uri="{FF2B5EF4-FFF2-40B4-BE49-F238E27FC236}">
                    <a16:creationId xmlns:a16="http://schemas.microsoft.com/office/drawing/2014/main" id="{B837FC4B-A114-A6CB-6F86-EE06F621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2" name="Freeform 103">
                <a:extLst>
                  <a:ext uri="{FF2B5EF4-FFF2-40B4-BE49-F238E27FC236}">
                    <a16:creationId xmlns:a16="http://schemas.microsoft.com/office/drawing/2014/main" id="{A460AF51-3FE3-EA5F-5009-975472359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3" name="Freeform 104">
                <a:extLst>
                  <a:ext uri="{FF2B5EF4-FFF2-40B4-BE49-F238E27FC236}">
                    <a16:creationId xmlns:a16="http://schemas.microsoft.com/office/drawing/2014/main" id="{90FC021D-FC90-5D47-36E4-64801368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4" name="Freeform 105">
                <a:extLst>
                  <a:ext uri="{FF2B5EF4-FFF2-40B4-BE49-F238E27FC236}">
                    <a16:creationId xmlns:a16="http://schemas.microsoft.com/office/drawing/2014/main" id="{4ACC683A-2AEF-4C02-BEEF-460AC5738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5" name="Freeform 106">
                <a:extLst>
                  <a:ext uri="{FF2B5EF4-FFF2-40B4-BE49-F238E27FC236}">
                    <a16:creationId xmlns:a16="http://schemas.microsoft.com/office/drawing/2014/main" id="{D073A4E3-9E64-2E38-083A-39266262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224" name="Freeform 107">
              <a:extLst>
                <a:ext uri="{FF2B5EF4-FFF2-40B4-BE49-F238E27FC236}">
                  <a16:creationId xmlns:a16="http://schemas.microsoft.com/office/drawing/2014/main" id="{27534C79-4221-7ACE-7729-7FACBD49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5" name="Freeform 108">
              <a:extLst>
                <a:ext uri="{FF2B5EF4-FFF2-40B4-BE49-F238E27FC236}">
                  <a16:creationId xmlns:a16="http://schemas.microsoft.com/office/drawing/2014/main" id="{6A0E2C40-3250-2B2A-53CD-8029E4CCD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6" name="Freeform 109">
              <a:extLst>
                <a:ext uri="{FF2B5EF4-FFF2-40B4-BE49-F238E27FC236}">
                  <a16:creationId xmlns:a16="http://schemas.microsoft.com/office/drawing/2014/main" id="{EC0AF3D0-BBB1-5630-D20B-7330E4B1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7" name="Freeform 110">
              <a:extLst>
                <a:ext uri="{FF2B5EF4-FFF2-40B4-BE49-F238E27FC236}">
                  <a16:creationId xmlns:a16="http://schemas.microsoft.com/office/drawing/2014/main" id="{0A9881C6-C091-9605-E91A-DB95CA47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8" name="Freeform 111">
              <a:extLst>
                <a:ext uri="{FF2B5EF4-FFF2-40B4-BE49-F238E27FC236}">
                  <a16:creationId xmlns:a16="http://schemas.microsoft.com/office/drawing/2014/main" id="{046553C4-DA1B-79D8-43BA-AA0E1CEF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9" name="Freeform 112">
              <a:extLst>
                <a:ext uri="{FF2B5EF4-FFF2-40B4-BE49-F238E27FC236}">
                  <a16:creationId xmlns:a16="http://schemas.microsoft.com/office/drawing/2014/main" id="{8152C849-7201-F1F7-A093-73C94647E7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69" name="Group 113">
            <a:extLst>
              <a:ext uri="{FF2B5EF4-FFF2-40B4-BE49-F238E27FC236}">
                <a16:creationId xmlns:a16="http://schemas.microsoft.com/office/drawing/2014/main" id="{A71885E1-3006-E2ED-4E0F-9EA13E11B26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1203325"/>
            <a:ext cx="635000" cy="615950"/>
            <a:chOff x="877" y="1008"/>
            <a:chExt cx="2747" cy="2591"/>
          </a:xfrm>
        </p:grpSpPr>
        <p:pic>
          <p:nvPicPr>
            <p:cNvPr id="45190" name="Picture 114" descr="antenna_stylized">
              <a:extLst>
                <a:ext uri="{FF2B5EF4-FFF2-40B4-BE49-F238E27FC236}">
                  <a16:creationId xmlns:a16="http://schemas.microsoft.com/office/drawing/2014/main" id="{ECE21287-D8E1-B104-FE24-D0F6E4390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91" name="Picture 115" descr="laptop_keyboard">
              <a:extLst>
                <a:ext uri="{FF2B5EF4-FFF2-40B4-BE49-F238E27FC236}">
                  <a16:creationId xmlns:a16="http://schemas.microsoft.com/office/drawing/2014/main" id="{F02238F6-63D6-F130-7A57-3114118A1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2" name="Freeform 116">
              <a:extLst>
                <a:ext uri="{FF2B5EF4-FFF2-40B4-BE49-F238E27FC236}">
                  <a16:creationId xmlns:a16="http://schemas.microsoft.com/office/drawing/2014/main" id="{E5D3C9B6-B17F-5905-1F9B-A14F25AEF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5193" name="Picture 117" descr="screen">
              <a:extLst>
                <a:ext uri="{FF2B5EF4-FFF2-40B4-BE49-F238E27FC236}">
                  <a16:creationId xmlns:a16="http://schemas.microsoft.com/office/drawing/2014/main" id="{2B24E50A-2316-551A-26F9-2FB8CB72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4" name="Freeform 118">
              <a:extLst>
                <a:ext uri="{FF2B5EF4-FFF2-40B4-BE49-F238E27FC236}">
                  <a16:creationId xmlns:a16="http://schemas.microsoft.com/office/drawing/2014/main" id="{AE17C751-56F6-F0B0-7C31-49FFD6BE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5" name="Freeform 119">
              <a:extLst>
                <a:ext uri="{FF2B5EF4-FFF2-40B4-BE49-F238E27FC236}">
                  <a16:creationId xmlns:a16="http://schemas.microsoft.com/office/drawing/2014/main" id="{0BC4FAF0-7412-40CA-C9C4-063BB1F8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6" name="Freeform 120">
              <a:extLst>
                <a:ext uri="{FF2B5EF4-FFF2-40B4-BE49-F238E27FC236}">
                  <a16:creationId xmlns:a16="http://schemas.microsoft.com/office/drawing/2014/main" id="{54CCD164-035C-715B-7262-63902B5A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7" name="Freeform 121">
              <a:extLst>
                <a:ext uri="{FF2B5EF4-FFF2-40B4-BE49-F238E27FC236}">
                  <a16:creationId xmlns:a16="http://schemas.microsoft.com/office/drawing/2014/main" id="{BA94D14E-5D08-87CD-B634-110A1EFD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8" name="Freeform 122">
              <a:extLst>
                <a:ext uri="{FF2B5EF4-FFF2-40B4-BE49-F238E27FC236}">
                  <a16:creationId xmlns:a16="http://schemas.microsoft.com/office/drawing/2014/main" id="{AD4950F4-79CD-3E99-F367-29A8E951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9" name="Freeform 123">
              <a:extLst>
                <a:ext uri="{FF2B5EF4-FFF2-40B4-BE49-F238E27FC236}">
                  <a16:creationId xmlns:a16="http://schemas.microsoft.com/office/drawing/2014/main" id="{0900BAEA-4B3D-C84D-DFF1-FDB83DEE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00" name="Group 124">
              <a:extLst>
                <a:ext uri="{FF2B5EF4-FFF2-40B4-BE49-F238E27FC236}">
                  <a16:creationId xmlns:a16="http://schemas.microsoft.com/office/drawing/2014/main" id="{2872C512-249B-43A3-2496-A28822644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07" name="Freeform 125">
                <a:extLst>
                  <a:ext uri="{FF2B5EF4-FFF2-40B4-BE49-F238E27FC236}">
                    <a16:creationId xmlns:a16="http://schemas.microsoft.com/office/drawing/2014/main" id="{D8093F24-02FB-EED1-6CF4-D078BD4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08" name="Freeform 126">
                <a:extLst>
                  <a:ext uri="{FF2B5EF4-FFF2-40B4-BE49-F238E27FC236}">
                    <a16:creationId xmlns:a16="http://schemas.microsoft.com/office/drawing/2014/main" id="{342596FA-5D70-3EE8-D3CE-98AB05A36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09" name="Freeform 127">
                <a:extLst>
                  <a:ext uri="{FF2B5EF4-FFF2-40B4-BE49-F238E27FC236}">
                    <a16:creationId xmlns:a16="http://schemas.microsoft.com/office/drawing/2014/main" id="{F8CBF355-56F1-2AD2-0F80-7DBE026A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10" name="Freeform 128">
                <a:extLst>
                  <a:ext uri="{FF2B5EF4-FFF2-40B4-BE49-F238E27FC236}">
                    <a16:creationId xmlns:a16="http://schemas.microsoft.com/office/drawing/2014/main" id="{DFC02BA2-6D4D-F17B-ECBD-855CB2173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11" name="Freeform 129">
                <a:extLst>
                  <a:ext uri="{FF2B5EF4-FFF2-40B4-BE49-F238E27FC236}">
                    <a16:creationId xmlns:a16="http://schemas.microsoft.com/office/drawing/2014/main" id="{C92E336A-D2E8-AD10-D940-9CB783C0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12" name="Freeform 130">
                <a:extLst>
                  <a:ext uri="{FF2B5EF4-FFF2-40B4-BE49-F238E27FC236}">
                    <a16:creationId xmlns:a16="http://schemas.microsoft.com/office/drawing/2014/main" id="{BBF26DE6-0DBF-1AD9-B079-E95FD6D7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201" name="Freeform 131">
              <a:extLst>
                <a:ext uri="{FF2B5EF4-FFF2-40B4-BE49-F238E27FC236}">
                  <a16:creationId xmlns:a16="http://schemas.microsoft.com/office/drawing/2014/main" id="{DDBE4680-0166-0FB0-B628-92FCCEBAE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2" name="Freeform 132">
              <a:extLst>
                <a:ext uri="{FF2B5EF4-FFF2-40B4-BE49-F238E27FC236}">
                  <a16:creationId xmlns:a16="http://schemas.microsoft.com/office/drawing/2014/main" id="{50EC6A7E-61DE-B21A-37ED-56544C26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3" name="Freeform 133">
              <a:extLst>
                <a:ext uri="{FF2B5EF4-FFF2-40B4-BE49-F238E27FC236}">
                  <a16:creationId xmlns:a16="http://schemas.microsoft.com/office/drawing/2014/main" id="{BB7327B2-A7E8-94D8-C852-A9142667E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4" name="Freeform 134">
              <a:extLst>
                <a:ext uri="{FF2B5EF4-FFF2-40B4-BE49-F238E27FC236}">
                  <a16:creationId xmlns:a16="http://schemas.microsoft.com/office/drawing/2014/main" id="{282D22B4-B26D-4139-AC72-2CA35036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5" name="Freeform 135">
              <a:extLst>
                <a:ext uri="{FF2B5EF4-FFF2-40B4-BE49-F238E27FC236}">
                  <a16:creationId xmlns:a16="http://schemas.microsoft.com/office/drawing/2014/main" id="{52EF1217-002A-8FF4-7FD8-5AE2F50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6" name="Freeform 136">
              <a:extLst>
                <a:ext uri="{FF2B5EF4-FFF2-40B4-BE49-F238E27FC236}">
                  <a16:creationId xmlns:a16="http://schemas.microsoft.com/office/drawing/2014/main" id="{C55D9E97-3BCC-7942-499D-16470395B18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70" name="Group 296">
            <a:extLst>
              <a:ext uri="{FF2B5EF4-FFF2-40B4-BE49-F238E27FC236}">
                <a16:creationId xmlns:a16="http://schemas.microsoft.com/office/drawing/2014/main" id="{70BA2D64-08D3-90DE-E469-9A1DBBE9E376}"/>
              </a:ext>
            </a:extLst>
          </p:cNvPr>
          <p:cNvGrpSpPr>
            <a:grpSpLocks/>
          </p:cNvGrpSpPr>
          <p:nvPr/>
        </p:nvGrpSpPr>
        <p:grpSpPr bwMode="auto">
          <a:xfrm>
            <a:off x="4429125" y="1851025"/>
            <a:ext cx="1166813" cy="479425"/>
            <a:chOff x="2356" y="1300"/>
            <a:chExt cx="555" cy="194"/>
          </a:xfrm>
        </p:grpSpPr>
        <p:sp>
          <p:nvSpPr>
            <p:cNvPr id="45182" name="Oval 407">
              <a:extLst>
                <a:ext uri="{FF2B5EF4-FFF2-40B4-BE49-F238E27FC236}">
                  <a16:creationId xmlns:a16="http://schemas.microsoft.com/office/drawing/2014/main" id="{B03D55A3-34AD-D065-228D-2D191CB62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5183" name="Rectangle 410">
              <a:extLst>
                <a:ext uri="{FF2B5EF4-FFF2-40B4-BE49-F238E27FC236}">
                  <a16:creationId xmlns:a16="http://schemas.microsoft.com/office/drawing/2014/main" id="{CF7ADA13-1EA8-0420-F030-666D1C9A5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5184" name="Oval 411">
              <a:extLst>
                <a:ext uri="{FF2B5EF4-FFF2-40B4-BE49-F238E27FC236}">
                  <a16:creationId xmlns:a16="http://schemas.microsoft.com/office/drawing/2014/main" id="{6725E1AA-2D0A-EC37-33A4-AC2D9B584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5185" name="Group 300">
              <a:extLst>
                <a:ext uri="{FF2B5EF4-FFF2-40B4-BE49-F238E27FC236}">
                  <a16:creationId xmlns:a16="http://schemas.microsoft.com/office/drawing/2014/main" id="{4E39DECF-42BE-B273-8CE1-BAB36BA9A0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5188" name="Freeform 301">
                <a:extLst>
                  <a:ext uri="{FF2B5EF4-FFF2-40B4-BE49-F238E27FC236}">
                    <a16:creationId xmlns:a16="http://schemas.microsoft.com/office/drawing/2014/main" id="{FB064B15-39C4-3483-1FE9-E62B7AEE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189" name="Freeform 302">
                <a:extLst>
                  <a:ext uri="{FF2B5EF4-FFF2-40B4-BE49-F238E27FC236}">
                    <a16:creationId xmlns:a16="http://schemas.microsoft.com/office/drawing/2014/main" id="{48A22383-38B1-41C7-0F7F-F5B02626F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186" name="Line 303">
              <a:extLst>
                <a:ext uri="{FF2B5EF4-FFF2-40B4-BE49-F238E27FC236}">
                  <a16:creationId xmlns:a16="http://schemas.microsoft.com/office/drawing/2014/main" id="{C06D05E6-3431-4386-E5F3-0BED3E163A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7" name="Line 304">
              <a:extLst>
                <a:ext uri="{FF2B5EF4-FFF2-40B4-BE49-F238E27FC236}">
                  <a16:creationId xmlns:a16="http://schemas.microsoft.com/office/drawing/2014/main" id="{7041C1EC-DB12-668F-5C5F-239C5FBCE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071" name="Line 305">
            <a:extLst>
              <a:ext uri="{FF2B5EF4-FFF2-40B4-BE49-F238E27FC236}">
                <a16:creationId xmlns:a16="http://schemas.microsoft.com/office/drawing/2014/main" id="{83CAC0AE-7A72-3F53-4F22-FA966C2F50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8125" y="2111375"/>
            <a:ext cx="1668463" cy="766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2" name="Line 306">
            <a:extLst>
              <a:ext uri="{FF2B5EF4-FFF2-40B4-BE49-F238E27FC236}">
                <a16:creationId xmlns:a16="http://schemas.microsoft.com/office/drawing/2014/main" id="{AE1F4931-806E-B07A-95F0-B1925294C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4225" y="3005138"/>
            <a:ext cx="0" cy="6524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3" name="Line 340">
            <a:extLst>
              <a:ext uri="{FF2B5EF4-FFF2-40B4-BE49-F238E27FC236}">
                <a16:creationId xmlns:a16="http://schemas.microsoft.com/office/drawing/2014/main" id="{E73BDD13-58D2-D538-6BA8-8D3492308FE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5225" y="2997200"/>
            <a:ext cx="0" cy="6524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074" name="Group 230">
            <a:extLst>
              <a:ext uri="{FF2B5EF4-FFF2-40B4-BE49-F238E27FC236}">
                <a16:creationId xmlns:a16="http://schemas.microsoft.com/office/drawing/2014/main" id="{E0705EF3-2D5A-1316-A5A2-EB903FB9273F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3616325"/>
            <a:ext cx="365125" cy="766763"/>
            <a:chOff x="4140" y="429"/>
            <a:chExt cx="1425" cy="2396"/>
          </a:xfrm>
        </p:grpSpPr>
        <p:sp>
          <p:nvSpPr>
            <p:cNvPr id="45150" name="Freeform 231">
              <a:extLst>
                <a:ext uri="{FF2B5EF4-FFF2-40B4-BE49-F238E27FC236}">
                  <a16:creationId xmlns:a16="http://schemas.microsoft.com/office/drawing/2014/main" id="{AEC694E5-980B-AAAC-9253-2F43AAC5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1" name="Rectangle 232">
              <a:extLst>
                <a:ext uri="{FF2B5EF4-FFF2-40B4-BE49-F238E27FC236}">
                  <a16:creationId xmlns:a16="http://schemas.microsoft.com/office/drawing/2014/main" id="{0190BFC5-D4E0-C866-11BF-5FDFA92AB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52" name="Freeform 233">
              <a:extLst>
                <a:ext uri="{FF2B5EF4-FFF2-40B4-BE49-F238E27FC236}">
                  <a16:creationId xmlns:a16="http://schemas.microsoft.com/office/drawing/2014/main" id="{70964DCE-1CDE-4695-0B0B-2090D411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3" name="Freeform 234">
              <a:extLst>
                <a:ext uri="{FF2B5EF4-FFF2-40B4-BE49-F238E27FC236}">
                  <a16:creationId xmlns:a16="http://schemas.microsoft.com/office/drawing/2014/main" id="{BADFBAEE-BDF0-BE06-48BB-A9CEA60C5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4" name="Rectangle 235">
              <a:extLst>
                <a:ext uri="{FF2B5EF4-FFF2-40B4-BE49-F238E27FC236}">
                  <a16:creationId xmlns:a16="http://schemas.microsoft.com/office/drawing/2014/main" id="{4E7E030A-19F7-73F5-418D-7BA5571C4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55" name="Group 236">
              <a:extLst>
                <a:ext uri="{FF2B5EF4-FFF2-40B4-BE49-F238E27FC236}">
                  <a16:creationId xmlns:a16="http://schemas.microsoft.com/office/drawing/2014/main" id="{92FFCC1E-8CEF-DD95-8AA2-8783C2A683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80" name="AutoShape 237">
                <a:extLst>
                  <a:ext uri="{FF2B5EF4-FFF2-40B4-BE49-F238E27FC236}">
                    <a16:creationId xmlns:a16="http://schemas.microsoft.com/office/drawing/2014/main" id="{8B611856-C410-91D6-76D4-0F364C25C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81" name="AutoShape 238">
                <a:extLst>
                  <a:ext uri="{FF2B5EF4-FFF2-40B4-BE49-F238E27FC236}">
                    <a16:creationId xmlns:a16="http://schemas.microsoft.com/office/drawing/2014/main" id="{6748B21B-F8CA-AF19-ADC2-BE3705BC0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56" name="Rectangle 239">
              <a:extLst>
                <a:ext uri="{FF2B5EF4-FFF2-40B4-BE49-F238E27FC236}">
                  <a16:creationId xmlns:a16="http://schemas.microsoft.com/office/drawing/2014/main" id="{1083826F-256D-B881-7920-25223425E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57" name="Group 240">
              <a:extLst>
                <a:ext uri="{FF2B5EF4-FFF2-40B4-BE49-F238E27FC236}">
                  <a16:creationId xmlns:a16="http://schemas.microsoft.com/office/drawing/2014/main" id="{42249BED-D096-4441-A3E2-6648DB0B62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78" name="AutoShape 241">
                <a:extLst>
                  <a:ext uri="{FF2B5EF4-FFF2-40B4-BE49-F238E27FC236}">
                    <a16:creationId xmlns:a16="http://schemas.microsoft.com/office/drawing/2014/main" id="{D183BBA7-DF1D-C491-01FA-9D1015AD7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79" name="AutoShape 242">
                <a:extLst>
                  <a:ext uri="{FF2B5EF4-FFF2-40B4-BE49-F238E27FC236}">
                    <a16:creationId xmlns:a16="http://schemas.microsoft.com/office/drawing/2014/main" id="{D747E24C-B474-E995-BD26-0F2831ABD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58" name="Rectangle 243">
              <a:extLst>
                <a:ext uri="{FF2B5EF4-FFF2-40B4-BE49-F238E27FC236}">
                  <a16:creationId xmlns:a16="http://schemas.microsoft.com/office/drawing/2014/main" id="{C4724AFE-C18D-3840-A68A-5DB3D7D66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59" name="Rectangle 244">
              <a:extLst>
                <a:ext uri="{FF2B5EF4-FFF2-40B4-BE49-F238E27FC236}">
                  <a16:creationId xmlns:a16="http://schemas.microsoft.com/office/drawing/2014/main" id="{53CC454F-15A0-13B5-F988-DF61B312C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60" name="Group 245">
              <a:extLst>
                <a:ext uri="{FF2B5EF4-FFF2-40B4-BE49-F238E27FC236}">
                  <a16:creationId xmlns:a16="http://schemas.microsoft.com/office/drawing/2014/main" id="{3C109F19-DA58-B706-0276-676B09BF6F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76" name="AutoShape 246">
                <a:extLst>
                  <a:ext uri="{FF2B5EF4-FFF2-40B4-BE49-F238E27FC236}">
                    <a16:creationId xmlns:a16="http://schemas.microsoft.com/office/drawing/2014/main" id="{16E0495F-7EA8-E280-B3F0-4636BBDB8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77" name="AutoShape 247">
                <a:extLst>
                  <a:ext uri="{FF2B5EF4-FFF2-40B4-BE49-F238E27FC236}">
                    <a16:creationId xmlns:a16="http://schemas.microsoft.com/office/drawing/2014/main" id="{3BA1D5A5-EB24-52FB-49F4-BAD43560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61" name="Freeform 248">
              <a:extLst>
                <a:ext uri="{FF2B5EF4-FFF2-40B4-BE49-F238E27FC236}">
                  <a16:creationId xmlns:a16="http://schemas.microsoft.com/office/drawing/2014/main" id="{0F516DCF-7B56-E35B-4C9B-156DBC2F7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162" name="Group 249">
              <a:extLst>
                <a:ext uri="{FF2B5EF4-FFF2-40B4-BE49-F238E27FC236}">
                  <a16:creationId xmlns:a16="http://schemas.microsoft.com/office/drawing/2014/main" id="{D41B1F9F-3AF6-4527-60B7-F908784469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74" name="AutoShape 250">
                <a:extLst>
                  <a:ext uri="{FF2B5EF4-FFF2-40B4-BE49-F238E27FC236}">
                    <a16:creationId xmlns:a16="http://schemas.microsoft.com/office/drawing/2014/main" id="{EC5C6C05-FD6C-4066-60EC-86BC7B8D8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75" name="AutoShape 251">
                <a:extLst>
                  <a:ext uri="{FF2B5EF4-FFF2-40B4-BE49-F238E27FC236}">
                    <a16:creationId xmlns:a16="http://schemas.microsoft.com/office/drawing/2014/main" id="{7D2372DD-F4B3-2636-AECE-3B75EEF31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63" name="Rectangle 252">
              <a:extLst>
                <a:ext uri="{FF2B5EF4-FFF2-40B4-BE49-F238E27FC236}">
                  <a16:creationId xmlns:a16="http://schemas.microsoft.com/office/drawing/2014/main" id="{9C0DD7D5-C69D-BBF8-6B3B-78DBA0313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64" name="Freeform 253">
              <a:extLst>
                <a:ext uri="{FF2B5EF4-FFF2-40B4-BE49-F238E27FC236}">
                  <a16:creationId xmlns:a16="http://schemas.microsoft.com/office/drawing/2014/main" id="{7A2A3A97-D29F-6C40-F932-2FBE5A549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5" name="Freeform 254">
              <a:extLst>
                <a:ext uri="{FF2B5EF4-FFF2-40B4-BE49-F238E27FC236}">
                  <a16:creationId xmlns:a16="http://schemas.microsoft.com/office/drawing/2014/main" id="{1F1C58F6-630D-3B0F-8B0C-5CD17F68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6" name="Oval 255">
              <a:extLst>
                <a:ext uri="{FF2B5EF4-FFF2-40B4-BE49-F238E27FC236}">
                  <a16:creationId xmlns:a16="http://schemas.microsoft.com/office/drawing/2014/main" id="{E7F77F7F-EBA0-8CC3-BF66-27BA23B16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67" name="Freeform 256">
              <a:extLst>
                <a:ext uri="{FF2B5EF4-FFF2-40B4-BE49-F238E27FC236}">
                  <a16:creationId xmlns:a16="http://schemas.microsoft.com/office/drawing/2014/main" id="{29665C81-88B1-C0ED-3A2B-476BA5A4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8" name="AutoShape 257">
              <a:extLst>
                <a:ext uri="{FF2B5EF4-FFF2-40B4-BE49-F238E27FC236}">
                  <a16:creationId xmlns:a16="http://schemas.microsoft.com/office/drawing/2014/main" id="{A3F60D39-4C97-31E5-3E72-D945C658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69" name="AutoShape 258">
              <a:extLst>
                <a:ext uri="{FF2B5EF4-FFF2-40B4-BE49-F238E27FC236}">
                  <a16:creationId xmlns:a16="http://schemas.microsoft.com/office/drawing/2014/main" id="{9281951B-5D58-C57E-115B-674DB8E81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70" name="Oval 259">
              <a:extLst>
                <a:ext uri="{FF2B5EF4-FFF2-40B4-BE49-F238E27FC236}">
                  <a16:creationId xmlns:a16="http://schemas.microsoft.com/office/drawing/2014/main" id="{383C8409-9227-0077-8A1F-4CD5FE99C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71" name="Oval 260">
              <a:extLst>
                <a:ext uri="{FF2B5EF4-FFF2-40B4-BE49-F238E27FC236}">
                  <a16:creationId xmlns:a16="http://schemas.microsoft.com/office/drawing/2014/main" id="{69EF5C8B-82D1-C317-0019-DFF1F5D93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5172" name="Oval 261">
              <a:extLst>
                <a:ext uri="{FF2B5EF4-FFF2-40B4-BE49-F238E27FC236}">
                  <a16:creationId xmlns:a16="http://schemas.microsoft.com/office/drawing/2014/main" id="{564D6109-3F7C-65BE-792B-AED3D4321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73" name="Rectangle 262">
              <a:extLst>
                <a:ext uri="{FF2B5EF4-FFF2-40B4-BE49-F238E27FC236}">
                  <a16:creationId xmlns:a16="http://schemas.microsoft.com/office/drawing/2014/main" id="{D286CB57-EED1-9E94-AD21-E4BEBA4D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sp>
        <p:nvSpPr>
          <p:cNvPr id="45075" name="Line 342">
            <a:extLst>
              <a:ext uri="{FF2B5EF4-FFF2-40B4-BE49-F238E27FC236}">
                <a16:creationId xmlns:a16="http://schemas.microsoft.com/office/drawing/2014/main" id="{493CAEB7-FDFC-4F82-5B5F-E69CF4F7F3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7838" y="3208338"/>
            <a:ext cx="503237" cy="3317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6" name="Text Box 343">
            <a:extLst>
              <a:ext uri="{FF2B5EF4-FFF2-40B4-BE49-F238E27FC236}">
                <a16:creationId xmlns:a16="http://schemas.microsoft.com/office/drawing/2014/main" id="{7E4086B8-3E9E-5EDB-C2B7-5A116C63D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1175" y="3538538"/>
            <a:ext cx="12128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Ethernet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switch</a:t>
            </a:r>
          </a:p>
        </p:txBody>
      </p:sp>
      <p:sp>
        <p:nvSpPr>
          <p:cNvPr id="45077" name="Line 344">
            <a:extLst>
              <a:ext uri="{FF2B5EF4-FFF2-40B4-BE49-F238E27FC236}">
                <a16:creationId xmlns:a16="http://schemas.microsoft.com/office/drawing/2014/main" id="{497E042F-3A32-C42A-58E0-C0A2CA3C17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7013" y="3954463"/>
            <a:ext cx="525462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8" name="Text Box 345">
            <a:extLst>
              <a:ext uri="{FF2B5EF4-FFF2-40B4-BE49-F238E27FC236}">
                <a16:creationId xmlns:a16="http://schemas.microsoft.com/office/drawing/2014/main" id="{A1BECBFF-A6E0-CCA0-5C85-754CA7E946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3552825"/>
            <a:ext cx="20621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institutional mail,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web servers</a:t>
            </a:r>
          </a:p>
        </p:txBody>
      </p:sp>
      <p:sp>
        <p:nvSpPr>
          <p:cNvPr id="45079" name="Text Box 346">
            <a:extLst>
              <a:ext uri="{FF2B5EF4-FFF2-40B4-BE49-F238E27FC236}">
                <a16:creationId xmlns:a16="http://schemas.microsoft.com/office/drawing/2014/main" id="{09B9F2F3-A0F4-F141-D23B-3667AB9C1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2538" y="2986088"/>
            <a:ext cx="218757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institutional router</a:t>
            </a:r>
          </a:p>
        </p:txBody>
      </p:sp>
      <p:sp>
        <p:nvSpPr>
          <p:cNvPr id="45080" name="Line 347">
            <a:extLst>
              <a:ext uri="{FF2B5EF4-FFF2-40B4-BE49-F238E27FC236}">
                <a16:creationId xmlns:a16="http://schemas.microsoft.com/office/drawing/2014/main" id="{1DC69C47-B884-7712-272C-9570F6EA50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0" y="2368550"/>
            <a:ext cx="1006475" cy="6635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81" name="Line 348">
            <a:extLst>
              <a:ext uri="{FF2B5EF4-FFF2-40B4-BE49-F238E27FC236}">
                <a16:creationId xmlns:a16="http://schemas.microsoft.com/office/drawing/2014/main" id="{EC4D7743-9CB5-FD1F-56F8-8E4774C395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475" y="2032000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82" name="Line 349">
            <a:extLst>
              <a:ext uri="{FF2B5EF4-FFF2-40B4-BE49-F238E27FC236}">
                <a16:creationId xmlns:a16="http://schemas.microsoft.com/office/drawing/2014/main" id="{9480D901-B9FE-D809-655E-9CD8E35BD3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8763" y="2028825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83" name="Line 350">
            <a:extLst>
              <a:ext uri="{FF2B5EF4-FFF2-40B4-BE49-F238E27FC236}">
                <a16:creationId xmlns:a16="http://schemas.microsoft.com/office/drawing/2014/main" id="{AEEFBA65-D7A5-71FF-E805-372B422EEA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9163" y="2117725"/>
            <a:ext cx="503237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84" name="Text Box 351">
            <a:extLst>
              <a:ext uri="{FF2B5EF4-FFF2-40B4-BE49-F238E27FC236}">
                <a16:creationId xmlns:a16="http://schemas.microsoft.com/office/drawing/2014/main" id="{47039319-B7D9-83C0-EFDA-15EB7A2B8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3" y="2320925"/>
            <a:ext cx="2259012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Arial" panose="020B0604020202020204" pitchFamily="34" charset="0"/>
              </a:rPr>
              <a:t>institutional link to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Arial" panose="020B0604020202020204" pitchFamily="34" charset="0"/>
              </a:rPr>
              <a:t>ISP (Internet)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zh-CN" sz="2000" dirty="0">
              <a:latin typeface="Arial" panose="020B0604020202020204" pitchFamily="34" charset="0"/>
            </a:endParaRPr>
          </a:p>
        </p:txBody>
      </p:sp>
      <p:grpSp>
        <p:nvGrpSpPr>
          <p:cNvPr id="45085" name="Group 353">
            <a:extLst>
              <a:ext uri="{FF2B5EF4-FFF2-40B4-BE49-F238E27FC236}">
                <a16:creationId xmlns:a16="http://schemas.microsoft.com/office/drawing/2014/main" id="{E496B4FF-5508-F3ED-55AF-572CD1D672EA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636838"/>
            <a:ext cx="1052513" cy="355600"/>
            <a:chOff x="4410" y="1365"/>
            <a:chExt cx="663" cy="224"/>
          </a:xfrm>
        </p:grpSpPr>
        <p:sp>
          <p:nvSpPr>
            <p:cNvPr id="45145" name="Rectangle 354">
              <a:extLst>
                <a:ext uri="{FF2B5EF4-FFF2-40B4-BE49-F238E27FC236}">
                  <a16:creationId xmlns:a16="http://schemas.microsoft.com/office/drawing/2014/main" id="{85BC7336-0F38-3E53-FBBB-FE5AA22CE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46" name="AutoShape 355">
              <a:extLst>
                <a:ext uri="{FF2B5EF4-FFF2-40B4-BE49-F238E27FC236}">
                  <a16:creationId xmlns:a16="http://schemas.microsoft.com/office/drawing/2014/main" id="{7310CCDF-8A76-81D6-D849-F4D04FE15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47" name="Freeform 356">
              <a:extLst>
                <a:ext uri="{FF2B5EF4-FFF2-40B4-BE49-F238E27FC236}">
                  <a16:creationId xmlns:a16="http://schemas.microsoft.com/office/drawing/2014/main" id="{DCFB9CE2-922D-09E8-7D5D-6F2DAF8D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8" name="Freeform 357">
              <a:extLst>
                <a:ext uri="{FF2B5EF4-FFF2-40B4-BE49-F238E27FC236}">
                  <a16:creationId xmlns:a16="http://schemas.microsoft.com/office/drawing/2014/main" id="{58F4C7EE-EB18-6F16-1C84-64A9CCF32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287 h 63"/>
                <a:gd name="T2" fmla="*/ 265937 w 280"/>
                <a:gd name="T3" fmla="*/ 2225 h 63"/>
                <a:gd name="T4" fmla="*/ 1569482 w 280"/>
                <a:gd name="T5" fmla="*/ 0 h 63"/>
                <a:gd name="T6" fmla="*/ 200378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5149" name="Freeform 358">
              <a:extLst>
                <a:ext uri="{FF2B5EF4-FFF2-40B4-BE49-F238E27FC236}">
                  <a16:creationId xmlns:a16="http://schemas.microsoft.com/office/drawing/2014/main" id="{151D5E30-0105-8B58-C26D-C4CD18E1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5086" name="Line 359">
            <a:extLst>
              <a:ext uri="{FF2B5EF4-FFF2-40B4-BE49-F238E27FC236}">
                <a16:creationId xmlns:a16="http://schemas.microsoft.com/office/drawing/2014/main" id="{9CD0F5C3-5681-B95F-6A5B-A7DA5E1A9C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3163" y="2332038"/>
            <a:ext cx="0" cy="296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087" name="Group 360">
            <a:extLst>
              <a:ext uri="{FF2B5EF4-FFF2-40B4-BE49-F238E27FC236}">
                <a16:creationId xmlns:a16="http://schemas.microsoft.com/office/drawing/2014/main" id="{7FD0025E-731E-175E-81D9-2C687C933C73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3609975"/>
            <a:ext cx="365125" cy="766763"/>
            <a:chOff x="4140" y="429"/>
            <a:chExt cx="1425" cy="2396"/>
          </a:xfrm>
        </p:grpSpPr>
        <p:sp>
          <p:nvSpPr>
            <p:cNvPr id="45113" name="Freeform 361">
              <a:extLst>
                <a:ext uri="{FF2B5EF4-FFF2-40B4-BE49-F238E27FC236}">
                  <a16:creationId xmlns:a16="http://schemas.microsoft.com/office/drawing/2014/main" id="{0FDA6C84-B6AB-3731-C082-E4ABC67C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4" name="Rectangle 362">
              <a:extLst>
                <a:ext uri="{FF2B5EF4-FFF2-40B4-BE49-F238E27FC236}">
                  <a16:creationId xmlns:a16="http://schemas.microsoft.com/office/drawing/2014/main" id="{49D96255-83D9-9DF6-3E5C-7FA9E29E5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15" name="Freeform 363">
              <a:extLst>
                <a:ext uri="{FF2B5EF4-FFF2-40B4-BE49-F238E27FC236}">
                  <a16:creationId xmlns:a16="http://schemas.microsoft.com/office/drawing/2014/main" id="{74F3308F-2D0F-EBE6-F290-3953D32E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6" name="Freeform 364">
              <a:extLst>
                <a:ext uri="{FF2B5EF4-FFF2-40B4-BE49-F238E27FC236}">
                  <a16:creationId xmlns:a16="http://schemas.microsoft.com/office/drawing/2014/main" id="{BD762CF4-85D9-FB3B-59CB-C801E5EA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7" name="Rectangle 365">
              <a:extLst>
                <a:ext uri="{FF2B5EF4-FFF2-40B4-BE49-F238E27FC236}">
                  <a16:creationId xmlns:a16="http://schemas.microsoft.com/office/drawing/2014/main" id="{40B6C6CC-7F62-2EF5-0875-1966E8773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18" name="Group 366">
              <a:extLst>
                <a:ext uri="{FF2B5EF4-FFF2-40B4-BE49-F238E27FC236}">
                  <a16:creationId xmlns:a16="http://schemas.microsoft.com/office/drawing/2014/main" id="{24E20288-549F-FFB1-F6EA-559BF38D81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43" name="AutoShape 367">
                <a:extLst>
                  <a:ext uri="{FF2B5EF4-FFF2-40B4-BE49-F238E27FC236}">
                    <a16:creationId xmlns:a16="http://schemas.microsoft.com/office/drawing/2014/main" id="{272D1FD6-C7CD-1155-9274-BC01C723B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44" name="AutoShape 368">
                <a:extLst>
                  <a:ext uri="{FF2B5EF4-FFF2-40B4-BE49-F238E27FC236}">
                    <a16:creationId xmlns:a16="http://schemas.microsoft.com/office/drawing/2014/main" id="{76D684BD-8D4B-9541-C80F-0BFAC3410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19" name="Rectangle 369">
              <a:extLst>
                <a:ext uri="{FF2B5EF4-FFF2-40B4-BE49-F238E27FC236}">
                  <a16:creationId xmlns:a16="http://schemas.microsoft.com/office/drawing/2014/main" id="{E2A3F622-7468-EA16-8D97-EDF885A23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20" name="Group 370">
              <a:extLst>
                <a:ext uri="{FF2B5EF4-FFF2-40B4-BE49-F238E27FC236}">
                  <a16:creationId xmlns:a16="http://schemas.microsoft.com/office/drawing/2014/main" id="{2B5B33D0-7FD4-7DE5-B473-15E384B4B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41" name="AutoShape 371">
                <a:extLst>
                  <a:ext uri="{FF2B5EF4-FFF2-40B4-BE49-F238E27FC236}">
                    <a16:creationId xmlns:a16="http://schemas.microsoft.com/office/drawing/2014/main" id="{B6FBD6FE-360C-3356-C155-2B37CC4FE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42" name="AutoShape 372">
                <a:extLst>
                  <a:ext uri="{FF2B5EF4-FFF2-40B4-BE49-F238E27FC236}">
                    <a16:creationId xmlns:a16="http://schemas.microsoft.com/office/drawing/2014/main" id="{DA3632C4-D166-AB34-4542-0F74997F3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21" name="Rectangle 373">
              <a:extLst>
                <a:ext uri="{FF2B5EF4-FFF2-40B4-BE49-F238E27FC236}">
                  <a16:creationId xmlns:a16="http://schemas.microsoft.com/office/drawing/2014/main" id="{32802656-808B-3C2C-EEDC-8B49AC8E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22" name="Rectangle 374">
              <a:extLst>
                <a:ext uri="{FF2B5EF4-FFF2-40B4-BE49-F238E27FC236}">
                  <a16:creationId xmlns:a16="http://schemas.microsoft.com/office/drawing/2014/main" id="{85837812-7D14-6015-4841-D9C22FC86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45123" name="Group 375">
              <a:extLst>
                <a:ext uri="{FF2B5EF4-FFF2-40B4-BE49-F238E27FC236}">
                  <a16:creationId xmlns:a16="http://schemas.microsoft.com/office/drawing/2014/main" id="{35382618-E04B-6191-F08C-9F51D51CBE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39" name="AutoShape 376">
                <a:extLst>
                  <a:ext uri="{FF2B5EF4-FFF2-40B4-BE49-F238E27FC236}">
                    <a16:creationId xmlns:a16="http://schemas.microsoft.com/office/drawing/2014/main" id="{1163640C-0C6B-2433-389A-D4BFE0C3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40" name="AutoShape 377">
                <a:extLst>
                  <a:ext uri="{FF2B5EF4-FFF2-40B4-BE49-F238E27FC236}">
                    <a16:creationId xmlns:a16="http://schemas.microsoft.com/office/drawing/2014/main" id="{7E270B36-8FF0-DCD8-8273-7A30393C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24" name="Freeform 378">
              <a:extLst>
                <a:ext uri="{FF2B5EF4-FFF2-40B4-BE49-F238E27FC236}">
                  <a16:creationId xmlns:a16="http://schemas.microsoft.com/office/drawing/2014/main" id="{6D192428-EF88-DF36-9605-0F2417A4E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125" name="Group 379">
              <a:extLst>
                <a:ext uri="{FF2B5EF4-FFF2-40B4-BE49-F238E27FC236}">
                  <a16:creationId xmlns:a16="http://schemas.microsoft.com/office/drawing/2014/main" id="{588670C7-3AC8-D7F1-8D24-5BEB57ADB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37" name="AutoShape 380">
                <a:extLst>
                  <a:ext uri="{FF2B5EF4-FFF2-40B4-BE49-F238E27FC236}">
                    <a16:creationId xmlns:a16="http://schemas.microsoft.com/office/drawing/2014/main" id="{CCE32A05-5219-CCEC-66E8-E645543B9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45138" name="AutoShape 381">
                <a:extLst>
                  <a:ext uri="{FF2B5EF4-FFF2-40B4-BE49-F238E27FC236}">
                    <a16:creationId xmlns:a16="http://schemas.microsoft.com/office/drawing/2014/main" id="{2A9B3E18-710F-580E-6120-672D49BA6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5126" name="Rectangle 382">
              <a:extLst>
                <a:ext uri="{FF2B5EF4-FFF2-40B4-BE49-F238E27FC236}">
                  <a16:creationId xmlns:a16="http://schemas.microsoft.com/office/drawing/2014/main" id="{73076B21-9252-681C-A785-B7CCE8FBC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27" name="Freeform 383">
              <a:extLst>
                <a:ext uri="{FF2B5EF4-FFF2-40B4-BE49-F238E27FC236}">
                  <a16:creationId xmlns:a16="http://schemas.microsoft.com/office/drawing/2014/main" id="{46713EA9-306C-BE0F-7A58-8EB75B64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8" name="Freeform 384">
              <a:extLst>
                <a:ext uri="{FF2B5EF4-FFF2-40B4-BE49-F238E27FC236}">
                  <a16:creationId xmlns:a16="http://schemas.microsoft.com/office/drawing/2014/main" id="{68C61EA8-91DA-9B3B-C50F-266A3161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9" name="Oval 385">
              <a:extLst>
                <a:ext uri="{FF2B5EF4-FFF2-40B4-BE49-F238E27FC236}">
                  <a16:creationId xmlns:a16="http://schemas.microsoft.com/office/drawing/2014/main" id="{90BC69A4-4977-DBFA-68BE-CA4B0E023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30" name="Freeform 386">
              <a:extLst>
                <a:ext uri="{FF2B5EF4-FFF2-40B4-BE49-F238E27FC236}">
                  <a16:creationId xmlns:a16="http://schemas.microsoft.com/office/drawing/2014/main" id="{DD99DC7C-E112-5E0E-01B8-6C48295B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1" name="AutoShape 387">
              <a:extLst>
                <a:ext uri="{FF2B5EF4-FFF2-40B4-BE49-F238E27FC236}">
                  <a16:creationId xmlns:a16="http://schemas.microsoft.com/office/drawing/2014/main" id="{5738BE1D-7A1B-D0EE-B6BF-3D21EFAF6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32" name="AutoShape 388">
              <a:extLst>
                <a:ext uri="{FF2B5EF4-FFF2-40B4-BE49-F238E27FC236}">
                  <a16:creationId xmlns:a16="http://schemas.microsoft.com/office/drawing/2014/main" id="{2CF07C41-11FA-6247-440B-A2D56A4A8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33" name="Oval 389">
              <a:extLst>
                <a:ext uri="{FF2B5EF4-FFF2-40B4-BE49-F238E27FC236}">
                  <a16:creationId xmlns:a16="http://schemas.microsoft.com/office/drawing/2014/main" id="{E0E5814A-6578-78EE-696F-0A0D20C4E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34" name="Oval 390">
              <a:extLst>
                <a:ext uri="{FF2B5EF4-FFF2-40B4-BE49-F238E27FC236}">
                  <a16:creationId xmlns:a16="http://schemas.microsoft.com/office/drawing/2014/main" id="{CBBD2494-51AB-839E-03A8-8EF287FB9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5135" name="Oval 391">
              <a:extLst>
                <a:ext uri="{FF2B5EF4-FFF2-40B4-BE49-F238E27FC236}">
                  <a16:creationId xmlns:a16="http://schemas.microsoft.com/office/drawing/2014/main" id="{1FE9F795-6DFC-C911-1104-7D2B977E5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5136" name="Rectangle 392">
              <a:extLst>
                <a:ext uri="{FF2B5EF4-FFF2-40B4-BE49-F238E27FC236}">
                  <a16:creationId xmlns:a16="http://schemas.microsoft.com/office/drawing/2014/main" id="{1DD3A105-E61E-25A2-C3B1-6A1FD9F0A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sp>
        <p:nvSpPr>
          <p:cNvPr id="45088" name="Line 393">
            <a:extLst>
              <a:ext uri="{FF2B5EF4-FFF2-40B4-BE49-F238E27FC236}">
                <a16:creationId xmlns:a16="http://schemas.microsoft.com/office/drawing/2014/main" id="{D86FE308-1061-09B1-A87B-F0300AF9CD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8550" y="3051175"/>
            <a:ext cx="788988" cy="5032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pic>
        <p:nvPicPr>
          <p:cNvPr id="45089" name="Picture 394" descr="underline_base">
            <a:extLst>
              <a:ext uri="{FF2B5EF4-FFF2-40B4-BE49-F238E27FC236}">
                <a16:creationId xmlns:a16="http://schemas.microsoft.com/office/drawing/2014/main" id="{175D320E-B9CC-4916-5662-33263BD10306}"/>
              </a:ext>
            </a:extLst>
          </p:cNvPr>
          <p:cNvPicPr>
            <a:picLocks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090" name="Group 395">
            <a:extLst>
              <a:ext uri="{FF2B5EF4-FFF2-40B4-BE49-F238E27FC236}">
                <a16:creationId xmlns:a16="http://schemas.microsoft.com/office/drawing/2014/main" id="{1A488401-0A84-948E-F1AA-34D5AE76C590}"/>
              </a:ext>
            </a:extLst>
          </p:cNvPr>
          <p:cNvGrpSpPr>
            <a:grpSpLocks/>
          </p:cNvGrpSpPr>
          <p:nvPr/>
        </p:nvGrpSpPr>
        <p:grpSpPr bwMode="auto">
          <a:xfrm>
            <a:off x="606425" y="2566988"/>
            <a:ext cx="723900" cy="665162"/>
            <a:chOff x="-44" y="1473"/>
            <a:chExt cx="981" cy="1105"/>
          </a:xfrm>
        </p:grpSpPr>
        <p:pic>
          <p:nvPicPr>
            <p:cNvPr id="45111" name="Picture 396" descr="desktop_computer_stylized_medium">
              <a:extLst>
                <a:ext uri="{FF2B5EF4-FFF2-40B4-BE49-F238E27FC236}">
                  <a16:creationId xmlns:a16="http://schemas.microsoft.com/office/drawing/2014/main" id="{32FC176D-4921-A5CB-35F8-D84AF3B2D0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2" name="Freeform 397">
              <a:extLst>
                <a:ext uri="{FF2B5EF4-FFF2-40B4-BE49-F238E27FC236}">
                  <a16:creationId xmlns:a16="http://schemas.microsoft.com/office/drawing/2014/main" id="{C621E83B-F543-10F8-B0ED-0D232C6A6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5091" name="Group 398">
            <a:extLst>
              <a:ext uri="{FF2B5EF4-FFF2-40B4-BE49-F238E27FC236}">
                <a16:creationId xmlns:a16="http://schemas.microsoft.com/office/drawing/2014/main" id="{89C9A3C2-2982-75CB-68AE-C03DF4313E51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3016250"/>
            <a:ext cx="723900" cy="665163"/>
            <a:chOff x="-44" y="1473"/>
            <a:chExt cx="981" cy="1105"/>
          </a:xfrm>
        </p:grpSpPr>
        <p:pic>
          <p:nvPicPr>
            <p:cNvPr id="45109" name="Picture 399" descr="desktop_computer_stylized_medium">
              <a:extLst>
                <a:ext uri="{FF2B5EF4-FFF2-40B4-BE49-F238E27FC236}">
                  <a16:creationId xmlns:a16="http://schemas.microsoft.com/office/drawing/2014/main" id="{D54A5B55-402A-DF5C-A8C0-860E755041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0" name="Freeform 400">
              <a:extLst>
                <a:ext uri="{FF2B5EF4-FFF2-40B4-BE49-F238E27FC236}">
                  <a16:creationId xmlns:a16="http://schemas.microsoft.com/office/drawing/2014/main" id="{40D96235-EE4D-0B56-8DCA-59E24CDF70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5092" name="Group 401">
            <a:extLst>
              <a:ext uri="{FF2B5EF4-FFF2-40B4-BE49-F238E27FC236}">
                <a16:creationId xmlns:a16="http://schemas.microsoft.com/office/drawing/2014/main" id="{4A75581C-527E-1E1A-6F5B-1FB67293747D}"/>
              </a:ext>
            </a:extLst>
          </p:cNvPr>
          <p:cNvGrpSpPr>
            <a:grpSpLocks/>
          </p:cNvGrpSpPr>
          <p:nvPr/>
        </p:nvGrpSpPr>
        <p:grpSpPr bwMode="auto">
          <a:xfrm>
            <a:off x="1611313" y="3592513"/>
            <a:ext cx="723900" cy="665162"/>
            <a:chOff x="-44" y="1473"/>
            <a:chExt cx="981" cy="1105"/>
          </a:xfrm>
        </p:grpSpPr>
        <p:pic>
          <p:nvPicPr>
            <p:cNvPr id="45107" name="Picture 402" descr="desktop_computer_stylized_medium">
              <a:extLst>
                <a:ext uri="{FF2B5EF4-FFF2-40B4-BE49-F238E27FC236}">
                  <a16:creationId xmlns:a16="http://schemas.microsoft.com/office/drawing/2014/main" id="{DF4E5D0B-07C7-9073-886B-98FE33332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8" name="Freeform 403">
              <a:extLst>
                <a:ext uri="{FF2B5EF4-FFF2-40B4-BE49-F238E27FC236}">
                  <a16:creationId xmlns:a16="http://schemas.microsoft.com/office/drawing/2014/main" id="{04329088-3901-53C7-8245-208FC46E00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5093" name="Group 404">
            <a:extLst>
              <a:ext uri="{FF2B5EF4-FFF2-40B4-BE49-F238E27FC236}">
                <a16:creationId xmlns:a16="http://schemas.microsoft.com/office/drawing/2014/main" id="{3AE5B0D6-86E6-6BC7-E125-0B0674B0774A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3606800"/>
            <a:ext cx="723900" cy="665163"/>
            <a:chOff x="-44" y="1473"/>
            <a:chExt cx="981" cy="1105"/>
          </a:xfrm>
        </p:grpSpPr>
        <p:pic>
          <p:nvPicPr>
            <p:cNvPr id="45105" name="Picture 405" descr="desktop_computer_stylized_medium">
              <a:extLst>
                <a:ext uri="{FF2B5EF4-FFF2-40B4-BE49-F238E27FC236}">
                  <a16:creationId xmlns:a16="http://schemas.microsoft.com/office/drawing/2014/main" id="{76DF40D1-3B2E-1EB1-B656-3EB1A9AE3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6" name="Freeform 406">
              <a:extLst>
                <a:ext uri="{FF2B5EF4-FFF2-40B4-BE49-F238E27FC236}">
                  <a16:creationId xmlns:a16="http://schemas.microsoft.com/office/drawing/2014/main" id="{6B1669D5-858F-AEE9-0263-867DCEE0141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5094" name="Slide Number Placeholder 3">
            <a:extLst>
              <a:ext uri="{FF2B5EF4-FFF2-40B4-BE49-F238E27FC236}">
                <a16:creationId xmlns:a16="http://schemas.microsoft.com/office/drawing/2014/main" id="{0A305A5D-372A-3B6A-AAFF-5BCB1A945A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DFB4AA98-DFDB-ED4E-98E6-2600EDB0860D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45095" name="Group 347">
            <a:extLst>
              <a:ext uri="{FF2B5EF4-FFF2-40B4-BE49-F238E27FC236}">
                <a16:creationId xmlns:a16="http://schemas.microsoft.com/office/drawing/2014/main" id="{705EC52D-0828-776C-9D48-BC30F03F1B9F}"/>
              </a:ext>
            </a:extLst>
          </p:cNvPr>
          <p:cNvGrpSpPr>
            <a:grpSpLocks/>
          </p:cNvGrpSpPr>
          <p:nvPr/>
        </p:nvGrpSpPr>
        <p:grpSpPr bwMode="auto">
          <a:xfrm>
            <a:off x="4386263" y="1743075"/>
            <a:ext cx="1262062" cy="647700"/>
            <a:chOff x="1871277" y="1576300"/>
            <a:chExt cx="1128371" cy="437861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FEAC8BF-54C4-EE4D-983E-A31E2DA5C36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116" y="1694351"/>
              <a:ext cx="1125532" cy="31981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1FAB9815-7FBE-6C49-A818-518247758ED8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F038574-41B7-7D42-820E-87BE1B449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532" cy="31981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AD25223F-BDB5-0F44-8EC0-10AE5225273B}"/>
                </a:ext>
              </a:extLst>
            </p:cNvPr>
            <p:cNvSpPr/>
            <p:nvPr/>
          </p:nvSpPr>
          <p:spPr bwMode="auto">
            <a:xfrm>
              <a:off x="2159402" y="1672887"/>
              <a:ext cx="549283" cy="16097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3FF8DD98-8046-884D-99BF-92B78F3AC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28" y="1633179"/>
              <a:ext cx="662830" cy="11161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011BDFB4-68BC-E349-82CD-9F0EC699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945" y="1727620"/>
              <a:ext cx="244126" cy="9766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C4EA649B-B88B-E44F-B62E-C4F1F015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855" y="1729766"/>
              <a:ext cx="241287" cy="9766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9B5E532B-8BF1-734A-9E36-C7ADDFC2CD6B}"/>
                </a:ext>
              </a:extLst>
            </p:cNvPr>
            <p:cNvCxnSpPr>
              <a:cxnSpLocks noChangeShapeType="1"/>
              <a:endCxn id="204" idx="2"/>
            </p:cNvCxnSpPr>
            <p:nvPr/>
          </p:nvCxnSpPr>
          <p:spPr bwMode="auto">
            <a:xfrm flipH="1" flipV="1">
              <a:off x="1871277" y="1737278"/>
              <a:ext cx="2839" cy="12341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6B92914F-1963-D342-880E-30C7FDA6E0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09" y="1735132"/>
              <a:ext cx="2839" cy="1223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Footer Placeholder 2">
            <a:extLst>
              <a:ext uri="{FF2B5EF4-FFF2-40B4-BE49-F238E27FC236}">
                <a16:creationId xmlns:a16="http://schemas.microsoft.com/office/drawing/2014/main" id="{770FE6A9-8781-F387-1140-12E8985AB5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6082" name="Rectangle 2">
            <a:extLst>
              <a:ext uri="{FF2B5EF4-FFF2-40B4-BE49-F238E27FC236}">
                <a16:creationId xmlns:a16="http://schemas.microsoft.com/office/drawing/2014/main" id="{9C49E021-CE52-D490-BB8D-D790649A855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169863"/>
            <a:ext cx="8382000" cy="984250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Wireless access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46083" name="Rectangle 3">
            <a:extLst>
              <a:ext uri="{FF2B5EF4-FFF2-40B4-BE49-F238E27FC236}">
                <a16:creationId xmlns:a16="http://schemas.microsoft.com/office/drawing/2014/main" id="{E418FEFA-D8E4-5C99-9A93-D32AC4BF1B2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61938" y="1322388"/>
            <a:ext cx="8370887" cy="865187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shared </a:t>
            </a:r>
            <a:r>
              <a:rPr lang="en-US" altLang="zh-CN" sz="2400" i="1">
                <a:ea typeface="ＭＳ Ｐゴシック" panose="020B0600070205080204" pitchFamily="34" charset="-128"/>
              </a:rPr>
              <a:t>wireless</a:t>
            </a:r>
            <a:r>
              <a:rPr lang="en-US" altLang="zh-CN" sz="2400">
                <a:ea typeface="ＭＳ Ｐゴシック" panose="020B0600070205080204" pitchFamily="34" charset="-128"/>
              </a:rPr>
              <a:t> access network connects end system to router</a:t>
            </a:r>
          </a:p>
          <a:p>
            <a:pPr marL="682625" lvl="1" indent="-225425" eaLnBrk="1" hangingPunct="1"/>
            <a:r>
              <a:rPr lang="en-US" altLang="zh-CN" sz="2000">
                <a:ea typeface="宋体" panose="02010600030101010101" pitchFamily="2" charset="-122"/>
              </a:rPr>
              <a:t>via base station aka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>
                <a:ea typeface="ＭＳ Ｐゴシック" panose="020B0600070205080204" pitchFamily="34" charset="-128"/>
              </a:rPr>
              <a:t>access point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zh-CN" sz="2000">
              <a:ea typeface="宋体" panose="02010600030101010101" pitchFamily="2" charset="-122"/>
            </a:endParaRPr>
          </a:p>
        </p:txBody>
      </p:sp>
      <p:pic>
        <p:nvPicPr>
          <p:cNvPr id="46084" name="Picture 77" descr="underline_base">
            <a:extLst>
              <a:ext uri="{FF2B5EF4-FFF2-40B4-BE49-F238E27FC236}">
                <a16:creationId xmlns:a16="http://schemas.microsoft.com/office/drawing/2014/main" id="{AA696E7E-CC80-4C0A-7CB2-D3337CACD9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700" y="890588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5" name="Rectangle 3">
            <a:extLst>
              <a:ext uri="{FF2B5EF4-FFF2-40B4-BE49-F238E27FC236}">
                <a16:creationId xmlns:a16="http://schemas.microsoft.com/office/drawing/2014/main" id="{55943389-5102-9DE8-8D2C-D67DA2740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3" y="2214563"/>
            <a:ext cx="4079875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zh-CN" sz="2400" i="1">
                <a:solidFill>
                  <a:srgbClr val="CC0000"/>
                </a:solidFill>
              </a:rPr>
              <a:t>wireless LANs:</a:t>
            </a:r>
          </a:p>
          <a:p>
            <a:pPr lvl="1" eaLnBrk="1" hangingPunct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sz="2000">
                <a:ea typeface="ＭＳ Ｐゴシック" panose="020B0600070205080204" pitchFamily="34" charset="-128"/>
              </a:rPr>
              <a:t>within building (100 ft.)</a:t>
            </a:r>
          </a:p>
          <a:p>
            <a:pPr lvl="1" eaLnBrk="1" hangingPunct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sz="2000">
                <a:ea typeface="ＭＳ Ｐゴシック" panose="020B0600070205080204" pitchFamily="34" charset="-128"/>
              </a:rPr>
              <a:t>802.11b/g/n (WiFi): 11, 54, 450 Mbps transmission rate</a:t>
            </a:r>
          </a:p>
        </p:txBody>
      </p:sp>
      <p:sp>
        <p:nvSpPr>
          <p:cNvPr id="46086" name="Rectangle 3">
            <a:extLst>
              <a:ext uri="{FF2B5EF4-FFF2-40B4-BE49-F238E27FC236}">
                <a16:creationId xmlns:a16="http://schemas.microsoft.com/office/drawing/2014/main" id="{2053EC30-BC9F-9A7B-CCA2-F4DF2B2D8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137" y="1829720"/>
            <a:ext cx="4619625" cy="2625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65000"/>
              <a:buFont typeface="Wingdings" pitchFamily="2" charset="2"/>
              <a:buChar char="v"/>
            </a:pPr>
            <a:endParaRPr lang="en-US" altLang="zh-CN" sz="2400" dirty="0"/>
          </a:p>
          <a:p>
            <a:pPr eaLnBrk="1" hangingPunct="1"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zh-CN" sz="2400" dirty="0">
                <a:solidFill>
                  <a:srgbClr val="CC0000"/>
                </a:solidFill>
              </a:rPr>
              <a:t>wide-area wireless access</a:t>
            </a:r>
          </a:p>
          <a:p>
            <a:pPr lvl="1" eaLnBrk="1" hangingPunct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sz="2000" dirty="0">
                <a:ea typeface="ＭＳ Ｐゴシック" panose="020B0600070205080204" pitchFamily="34" charset="-128"/>
              </a:rPr>
              <a:t>provided by telco (cellular) operator</a:t>
            </a:r>
          </a:p>
          <a:p>
            <a:pPr lvl="1" eaLnBrk="1" hangingPunct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sz="2000" dirty="0">
                <a:ea typeface="ＭＳ Ｐゴシック" panose="020B0600070205080204" pitchFamily="34" charset="-128"/>
              </a:rPr>
              <a:t>between 1 and 10 Mbps </a:t>
            </a:r>
          </a:p>
          <a:p>
            <a:pPr lvl="1" eaLnBrk="1" hangingPunct="1"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sz="2000" dirty="0">
                <a:ea typeface="ＭＳ Ｐゴシック" panose="020B0600070205080204" pitchFamily="34" charset="-128"/>
              </a:rPr>
              <a:t>3G, 4G: LTE</a:t>
            </a:r>
          </a:p>
        </p:txBody>
      </p:sp>
      <p:grpSp>
        <p:nvGrpSpPr>
          <p:cNvPr id="46087" name="Group 85">
            <a:extLst>
              <a:ext uri="{FF2B5EF4-FFF2-40B4-BE49-F238E27FC236}">
                <a16:creationId xmlns:a16="http://schemas.microsoft.com/office/drawing/2014/main" id="{960F2540-2DDE-A0B5-9CB1-EDD42384A175}"/>
              </a:ext>
            </a:extLst>
          </p:cNvPr>
          <p:cNvGrpSpPr>
            <a:grpSpLocks/>
          </p:cNvGrpSpPr>
          <p:nvPr/>
        </p:nvGrpSpPr>
        <p:grpSpPr bwMode="auto">
          <a:xfrm>
            <a:off x="958850" y="3605213"/>
            <a:ext cx="2487613" cy="1562100"/>
            <a:chOff x="2889" y="1631"/>
            <a:chExt cx="980" cy="743"/>
          </a:xfrm>
        </p:grpSpPr>
        <p:sp>
          <p:nvSpPr>
            <p:cNvPr id="46212" name="Rectangle 86">
              <a:extLst>
                <a:ext uri="{FF2B5EF4-FFF2-40B4-BE49-F238E27FC236}">
                  <a16:creationId xmlns:a16="http://schemas.microsoft.com/office/drawing/2014/main" id="{4B620D5A-33EF-BD4C-35E9-66FD2102C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46213" name="AutoShape 87">
              <a:extLst>
                <a:ext uri="{FF2B5EF4-FFF2-40B4-BE49-F238E27FC236}">
                  <a16:creationId xmlns:a16="http://schemas.microsoft.com/office/drawing/2014/main" id="{1901C0C6-A1F2-C872-E093-B9E2585F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46088" name="Line 110">
            <a:extLst>
              <a:ext uri="{FF2B5EF4-FFF2-40B4-BE49-F238E27FC236}">
                <a16:creationId xmlns:a16="http://schemas.microsoft.com/office/drawing/2014/main" id="{C51159DE-566A-E88E-B903-B5222A3EC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3500" y="5010150"/>
            <a:ext cx="0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89" name="Line 116">
            <a:extLst>
              <a:ext uri="{FF2B5EF4-FFF2-40B4-BE49-F238E27FC236}">
                <a16:creationId xmlns:a16="http://schemas.microsoft.com/office/drawing/2014/main" id="{8F5AB951-B3EC-5AE0-50B4-58F9C64ACA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03425" y="4875213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6090" name="Group 228">
            <a:extLst>
              <a:ext uri="{FF2B5EF4-FFF2-40B4-BE49-F238E27FC236}">
                <a16:creationId xmlns:a16="http://schemas.microsoft.com/office/drawing/2014/main" id="{DE924B4D-B9D5-B018-E3FC-88EA4B841997}"/>
              </a:ext>
            </a:extLst>
          </p:cNvPr>
          <p:cNvGrpSpPr>
            <a:grpSpLocks/>
          </p:cNvGrpSpPr>
          <p:nvPr/>
        </p:nvGrpSpPr>
        <p:grpSpPr bwMode="auto">
          <a:xfrm>
            <a:off x="2279650" y="4718050"/>
            <a:ext cx="666750" cy="284163"/>
            <a:chOff x="4650" y="1129"/>
            <a:chExt cx="246" cy="95"/>
          </a:xfrm>
        </p:grpSpPr>
        <p:sp>
          <p:nvSpPr>
            <p:cNvPr id="46204" name="Oval 407">
              <a:extLst>
                <a:ext uri="{FF2B5EF4-FFF2-40B4-BE49-F238E27FC236}">
                  <a16:creationId xmlns:a16="http://schemas.microsoft.com/office/drawing/2014/main" id="{6EDBD0B1-272E-FA2E-C3E8-7B0605FEF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6205" name="Rectangle 410">
              <a:extLst>
                <a:ext uri="{FF2B5EF4-FFF2-40B4-BE49-F238E27FC236}">
                  <a16:creationId xmlns:a16="http://schemas.microsoft.com/office/drawing/2014/main" id="{8C7425FB-84B4-609D-BF3B-9DFBE9061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46206" name="Oval 411">
              <a:extLst>
                <a:ext uri="{FF2B5EF4-FFF2-40B4-BE49-F238E27FC236}">
                  <a16:creationId xmlns:a16="http://schemas.microsoft.com/office/drawing/2014/main" id="{654BA2F0-7D7F-115F-1B6C-E7A2862CC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46207" name="Group 232">
              <a:extLst>
                <a:ext uri="{FF2B5EF4-FFF2-40B4-BE49-F238E27FC236}">
                  <a16:creationId xmlns:a16="http://schemas.microsoft.com/office/drawing/2014/main" id="{9A7824D0-0170-191A-CF02-C4494BF0E1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6210" name="Freeform 233">
                <a:extLst>
                  <a:ext uri="{FF2B5EF4-FFF2-40B4-BE49-F238E27FC236}">
                    <a16:creationId xmlns:a16="http://schemas.microsoft.com/office/drawing/2014/main" id="{F839F520-610C-85C4-6899-C45D0D8A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211" name="Freeform 234">
                <a:extLst>
                  <a:ext uri="{FF2B5EF4-FFF2-40B4-BE49-F238E27FC236}">
                    <a16:creationId xmlns:a16="http://schemas.microsoft.com/office/drawing/2014/main" id="{FC85CF02-32ED-B297-C434-020EABA14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6208" name="Line 235">
              <a:extLst>
                <a:ext uri="{FF2B5EF4-FFF2-40B4-BE49-F238E27FC236}">
                  <a16:creationId xmlns:a16="http://schemas.microsoft.com/office/drawing/2014/main" id="{A81A48AF-6B7D-B154-64E6-8EA976BBA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09" name="Line 236">
              <a:extLst>
                <a:ext uri="{FF2B5EF4-FFF2-40B4-BE49-F238E27FC236}">
                  <a16:creationId xmlns:a16="http://schemas.microsoft.com/office/drawing/2014/main" id="{C1A82CDE-85FD-248A-E3DA-4AC16329E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091" name="Group 246">
            <a:extLst>
              <a:ext uri="{FF2B5EF4-FFF2-40B4-BE49-F238E27FC236}">
                <a16:creationId xmlns:a16="http://schemas.microsoft.com/office/drawing/2014/main" id="{F028FA22-5D4D-3A58-7531-929EF53F16F9}"/>
              </a:ext>
            </a:extLst>
          </p:cNvPr>
          <p:cNvGrpSpPr>
            <a:grpSpLocks/>
          </p:cNvGrpSpPr>
          <p:nvPr/>
        </p:nvGrpSpPr>
        <p:grpSpPr bwMode="auto">
          <a:xfrm>
            <a:off x="1527175" y="4484688"/>
            <a:ext cx="863600" cy="588962"/>
            <a:chOff x="2967" y="478"/>
            <a:chExt cx="788" cy="625"/>
          </a:xfrm>
        </p:grpSpPr>
        <p:pic>
          <p:nvPicPr>
            <p:cNvPr id="46202" name="Picture 247" descr="access_point_stylized_small">
              <a:extLst>
                <a:ext uri="{FF2B5EF4-FFF2-40B4-BE49-F238E27FC236}">
                  <a16:creationId xmlns:a16="http://schemas.microsoft.com/office/drawing/2014/main" id="{6951AD33-F8D4-8EFD-91B2-79B2DBD2F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203" name="Picture 248" descr="antenna_radiation_stylized">
              <a:extLst>
                <a:ext uri="{FF2B5EF4-FFF2-40B4-BE49-F238E27FC236}">
                  <a16:creationId xmlns:a16="http://schemas.microsoft.com/office/drawing/2014/main" id="{80D1A890-6FA7-85EE-EE4E-FADFD72B4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2" name="Group 390">
            <a:extLst>
              <a:ext uri="{FF2B5EF4-FFF2-40B4-BE49-F238E27FC236}">
                <a16:creationId xmlns:a16="http://schemas.microsoft.com/office/drawing/2014/main" id="{CF69580F-533B-2D96-0B72-CA2611EE06C6}"/>
              </a:ext>
            </a:extLst>
          </p:cNvPr>
          <p:cNvGrpSpPr>
            <a:grpSpLocks/>
          </p:cNvGrpSpPr>
          <p:nvPr/>
        </p:nvGrpSpPr>
        <p:grpSpPr bwMode="auto">
          <a:xfrm>
            <a:off x="1441450" y="3716338"/>
            <a:ext cx="757238" cy="682625"/>
            <a:chOff x="877" y="1008"/>
            <a:chExt cx="2747" cy="2591"/>
          </a:xfrm>
        </p:grpSpPr>
        <p:pic>
          <p:nvPicPr>
            <p:cNvPr id="46179" name="Picture 391" descr="antenna_stylized">
              <a:extLst>
                <a:ext uri="{FF2B5EF4-FFF2-40B4-BE49-F238E27FC236}">
                  <a16:creationId xmlns:a16="http://schemas.microsoft.com/office/drawing/2014/main" id="{666D5983-36BF-8F3C-A339-C122AC35A8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80" name="Picture 392" descr="laptop_keyboard">
              <a:extLst>
                <a:ext uri="{FF2B5EF4-FFF2-40B4-BE49-F238E27FC236}">
                  <a16:creationId xmlns:a16="http://schemas.microsoft.com/office/drawing/2014/main" id="{977EAE37-E72F-B1B7-69F7-1236EDDB57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1" name="Freeform 393">
              <a:extLst>
                <a:ext uri="{FF2B5EF4-FFF2-40B4-BE49-F238E27FC236}">
                  <a16:creationId xmlns:a16="http://schemas.microsoft.com/office/drawing/2014/main" id="{C8B5156A-C3B3-A630-D2C6-60F0F12A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6182" name="Picture 394" descr="screen">
              <a:extLst>
                <a:ext uri="{FF2B5EF4-FFF2-40B4-BE49-F238E27FC236}">
                  <a16:creationId xmlns:a16="http://schemas.microsoft.com/office/drawing/2014/main" id="{988A5C38-D914-9A83-64A5-80813A61D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3" name="Freeform 395">
              <a:extLst>
                <a:ext uri="{FF2B5EF4-FFF2-40B4-BE49-F238E27FC236}">
                  <a16:creationId xmlns:a16="http://schemas.microsoft.com/office/drawing/2014/main" id="{E165DA3D-4BDE-0F06-9001-2EB64B40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84" name="Freeform 396">
              <a:extLst>
                <a:ext uri="{FF2B5EF4-FFF2-40B4-BE49-F238E27FC236}">
                  <a16:creationId xmlns:a16="http://schemas.microsoft.com/office/drawing/2014/main" id="{74B543E3-E134-231B-B12E-8E51BEC9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85" name="Freeform 397">
              <a:extLst>
                <a:ext uri="{FF2B5EF4-FFF2-40B4-BE49-F238E27FC236}">
                  <a16:creationId xmlns:a16="http://schemas.microsoft.com/office/drawing/2014/main" id="{32B48A0B-AE9C-F152-B9E1-A32754AC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86" name="Freeform 398">
              <a:extLst>
                <a:ext uri="{FF2B5EF4-FFF2-40B4-BE49-F238E27FC236}">
                  <a16:creationId xmlns:a16="http://schemas.microsoft.com/office/drawing/2014/main" id="{C36D01E3-3B32-73A6-A2E9-DD848644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87" name="Freeform 399">
              <a:extLst>
                <a:ext uri="{FF2B5EF4-FFF2-40B4-BE49-F238E27FC236}">
                  <a16:creationId xmlns:a16="http://schemas.microsoft.com/office/drawing/2014/main" id="{55F30C10-A15E-3F4C-B5A7-6447D177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88" name="Freeform 400">
              <a:extLst>
                <a:ext uri="{FF2B5EF4-FFF2-40B4-BE49-F238E27FC236}">
                  <a16:creationId xmlns:a16="http://schemas.microsoft.com/office/drawing/2014/main" id="{84C91F0C-987A-FF6C-750D-A1F1F7CF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6189" name="Group 401">
              <a:extLst>
                <a:ext uri="{FF2B5EF4-FFF2-40B4-BE49-F238E27FC236}">
                  <a16:creationId xmlns:a16="http://schemas.microsoft.com/office/drawing/2014/main" id="{17107887-DB86-355B-DDFA-772F504FF7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196" name="Freeform 402">
                <a:extLst>
                  <a:ext uri="{FF2B5EF4-FFF2-40B4-BE49-F238E27FC236}">
                    <a16:creationId xmlns:a16="http://schemas.microsoft.com/office/drawing/2014/main" id="{EB66033A-A6ED-8364-89C3-FC0ECB7EA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7" name="Freeform 403">
                <a:extLst>
                  <a:ext uri="{FF2B5EF4-FFF2-40B4-BE49-F238E27FC236}">
                    <a16:creationId xmlns:a16="http://schemas.microsoft.com/office/drawing/2014/main" id="{122AD61E-D69C-E93E-20A6-ADABDB797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8" name="Freeform 404">
                <a:extLst>
                  <a:ext uri="{FF2B5EF4-FFF2-40B4-BE49-F238E27FC236}">
                    <a16:creationId xmlns:a16="http://schemas.microsoft.com/office/drawing/2014/main" id="{41194D76-573F-644C-50AE-687EA26C4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9" name="Freeform 405">
                <a:extLst>
                  <a:ext uri="{FF2B5EF4-FFF2-40B4-BE49-F238E27FC236}">
                    <a16:creationId xmlns:a16="http://schemas.microsoft.com/office/drawing/2014/main" id="{29B2924B-C573-9E69-893C-3C086F45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200" name="Freeform 406">
                <a:extLst>
                  <a:ext uri="{FF2B5EF4-FFF2-40B4-BE49-F238E27FC236}">
                    <a16:creationId xmlns:a16="http://schemas.microsoft.com/office/drawing/2014/main" id="{02AB0075-FEF0-6A48-4B83-B43605F5A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201" name="Freeform 407">
                <a:extLst>
                  <a:ext uri="{FF2B5EF4-FFF2-40B4-BE49-F238E27FC236}">
                    <a16:creationId xmlns:a16="http://schemas.microsoft.com/office/drawing/2014/main" id="{60829D40-5F44-C7BC-77A9-13E01BB1C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6190" name="Freeform 408">
              <a:extLst>
                <a:ext uri="{FF2B5EF4-FFF2-40B4-BE49-F238E27FC236}">
                  <a16:creationId xmlns:a16="http://schemas.microsoft.com/office/drawing/2014/main" id="{E3D140DA-AC40-BE3A-7680-1C2CABFE5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91" name="Freeform 409">
              <a:extLst>
                <a:ext uri="{FF2B5EF4-FFF2-40B4-BE49-F238E27FC236}">
                  <a16:creationId xmlns:a16="http://schemas.microsoft.com/office/drawing/2014/main" id="{6861584C-E425-2B33-BEC7-948FE7E77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92" name="Freeform 410">
              <a:extLst>
                <a:ext uri="{FF2B5EF4-FFF2-40B4-BE49-F238E27FC236}">
                  <a16:creationId xmlns:a16="http://schemas.microsoft.com/office/drawing/2014/main" id="{4BCFBF51-D74A-C763-369D-58A4868C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93" name="Freeform 411">
              <a:extLst>
                <a:ext uri="{FF2B5EF4-FFF2-40B4-BE49-F238E27FC236}">
                  <a16:creationId xmlns:a16="http://schemas.microsoft.com/office/drawing/2014/main" id="{DD07FE88-188C-26D1-877E-BB0A14F6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94" name="Freeform 412">
              <a:extLst>
                <a:ext uri="{FF2B5EF4-FFF2-40B4-BE49-F238E27FC236}">
                  <a16:creationId xmlns:a16="http://schemas.microsoft.com/office/drawing/2014/main" id="{7BA70A3E-255E-C002-451D-26E758DF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95" name="Freeform 413">
              <a:extLst>
                <a:ext uri="{FF2B5EF4-FFF2-40B4-BE49-F238E27FC236}">
                  <a16:creationId xmlns:a16="http://schemas.microsoft.com/office/drawing/2014/main" id="{3AB46543-FACB-F148-29FF-66B611D45FF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093" name="Group 445">
            <a:extLst>
              <a:ext uri="{FF2B5EF4-FFF2-40B4-BE49-F238E27FC236}">
                <a16:creationId xmlns:a16="http://schemas.microsoft.com/office/drawing/2014/main" id="{0D03BE8B-4AF4-216D-A06B-222E77729260}"/>
              </a:ext>
            </a:extLst>
          </p:cNvPr>
          <p:cNvGrpSpPr>
            <a:grpSpLocks/>
          </p:cNvGrpSpPr>
          <p:nvPr/>
        </p:nvGrpSpPr>
        <p:grpSpPr bwMode="auto">
          <a:xfrm>
            <a:off x="5146675" y="4071938"/>
            <a:ext cx="2709863" cy="1951037"/>
            <a:chOff x="3652" y="2846"/>
            <a:chExt cx="1253" cy="934"/>
          </a:xfrm>
        </p:grpSpPr>
        <p:sp>
          <p:nvSpPr>
            <p:cNvPr id="46120" name="Freeform 84">
              <a:extLst>
                <a:ext uri="{FF2B5EF4-FFF2-40B4-BE49-F238E27FC236}">
                  <a16:creationId xmlns:a16="http://schemas.microsoft.com/office/drawing/2014/main" id="{D43A7F96-D446-496D-75E4-7C736208B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4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1" name="Line 93">
              <a:extLst>
                <a:ext uri="{FF2B5EF4-FFF2-40B4-BE49-F238E27FC236}">
                  <a16:creationId xmlns:a16="http://schemas.microsoft.com/office/drawing/2014/main" id="{387F01B1-D01A-A6F8-099D-76BC5DA8A1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7" y="3386"/>
              <a:ext cx="96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46122" name="Picture 133" descr="car_icon_small">
              <a:extLst>
                <a:ext uri="{FF2B5EF4-FFF2-40B4-BE49-F238E27FC236}">
                  <a16:creationId xmlns:a16="http://schemas.microsoft.com/office/drawing/2014/main" id="{314C9994-294A-A157-E205-52AA8CFAD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0" y="2956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123" name="Group 134">
              <a:extLst>
                <a:ext uri="{FF2B5EF4-FFF2-40B4-BE49-F238E27FC236}">
                  <a16:creationId xmlns:a16="http://schemas.microsoft.com/office/drawing/2014/main" id="{2A9DB601-BA86-4F75-E2A4-4893D2BC51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1" y="2846"/>
              <a:ext cx="262" cy="243"/>
              <a:chOff x="2751" y="1851"/>
              <a:chExt cx="462" cy="478"/>
            </a:xfrm>
          </p:grpSpPr>
          <p:pic>
            <p:nvPicPr>
              <p:cNvPr id="46177" name="Picture 135" descr="iphone_stylized_small">
                <a:extLst>
                  <a:ext uri="{FF2B5EF4-FFF2-40B4-BE49-F238E27FC236}">
                    <a16:creationId xmlns:a16="http://schemas.microsoft.com/office/drawing/2014/main" id="{792C0DAE-3995-701D-221A-4B58C5333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78" name="Picture 136" descr="antenna_radiation_stylized">
                <a:extLst>
                  <a:ext uri="{FF2B5EF4-FFF2-40B4-BE49-F238E27FC236}">
                    <a16:creationId xmlns:a16="http://schemas.microsoft.com/office/drawing/2014/main" id="{EE883BBF-093D-10DF-8818-37118B893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24" name="Group 252">
              <a:extLst>
                <a:ext uri="{FF2B5EF4-FFF2-40B4-BE49-F238E27FC236}">
                  <a16:creationId xmlns:a16="http://schemas.microsoft.com/office/drawing/2014/main" id="{C0A866D6-4F23-459C-2F73-D982A2BB84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3" y="3034"/>
              <a:ext cx="288" cy="398"/>
              <a:chOff x="742" y="2409"/>
              <a:chExt cx="576" cy="881"/>
            </a:xfrm>
          </p:grpSpPr>
          <p:grpSp>
            <p:nvGrpSpPr>
              <p:cNvPr id="46159" name="Group 253">
                <a:extLst>
                  <a:ext uri="{FF2B5EF4-FFF2-40B4-BE49-F238E27FC236}">
                    <a16:creationId xmlns:a16="http://schemas.microsoft.com/office/drawing/2014/main" id="{60FD21EC-F51E-C1C5-FFC7-95CA1CB49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6162" name="Line 270">
                  <a:extLst>
                    <a:ext uri="{FF2B5EF4-FFF2-40B4-BE49-F238E27FC236}">
                      <a16:creationId xmlns:a16="http://schemas.microsoft.com/office/drawing/2014/main" id="{86FFA8B1-CF98-D8D3-E0AD-6D2772A254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3" name="Line 271">
                  <a:extLst>
                    <a:ext uri="{FF2B5EF4-FFF2-40B4-BE49-F238E27FC236}">
                      <a16:creationId xmlns:a16="http://schemas.microsoft.com/office/drawing/2014/main" id="{472E4C2E-259F-28BB-5CB1-0C5DF5751F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4" name="Line 272">
                  <a:extLst>
                    <a:ext uri="{FF2B5EF4-FFF2-40B4-BE49-F238E27FC236}">
                      <a16:creationId xmlns:a16="http://schemas.microsoft.com/office/drawing/2014/main" id="{9D7BE2E3-2FB5-D848-B066-664E763299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5" name="Line 273">
                  <a:extLst>
                    <a:ext uri="{FF2B5EF4-FFF2-40B4-BE49-F238E27FC236}">
                      <a16:creationId xmlns:a16="http://schemas.microsoft.com/office/drawing/2014/main" id="{C50959F4-0630-8FCC-FD8F-9AB64FD664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6" name="Line 274">
                  <a:extLst>
                    <a:ext uri="{FF2B5EF4-FFF2-40B4-BE49-F238E27FC236}">
                      <a16:creationId xmlns:a16="http://schemas.microsoft.com/office/drawing/2014/main" id="{E7D031A1-1FE9-538E-56DA-7746B48B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7" name="Line 275">
                  <a:extLst>
                    <a:ext uri="{FF2B5EF4-FFF2-40B4-BE49-F238E27FC236}">
                      <a16:creationId xmlns:a16="http://schemas.microsoft.com/office/drawing/2014/main" id="{3140D5C1-B805-8BE5-509B-6A34170D49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8" name="Line 276">
                  <a:extLst>
                    <a:ext uri="{FF2B5EF4-FFF2-40B4-BE49-F238E27FC236}">
                      <a16:creationId xmlns:a16="http://schemas.microsoft.com/office/drawing/2014/main" id="{9B78340C-5E86-3142-9BE1-F1C274D5B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69" name="Line 277">
                  <a:extLst>
                    <a:ext uri="{FF2B5EF4-FFF2-40B4-BE49-F238E27FC236}">
                      <a16:creationId xmlns:a16="http://schemas.microsoft.com/office/drawing/2014/main" id="{3D2EAA7E-AB40-6C73-F2AD-2875488BAB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0" name="Line 278">
                  <a:extLst>
                    <a:ext uri="{FF2B5EF4-FFF2-40B4-BE49-F238E27FC236}">
                      <a16:creationId xmlns:a16="http://schemas.microsoft.com/office/drawing/2014/main" id="{9A504472-5837-2322-E04C-7FF3EB856D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1" name="Line 279">
                  <a:extLst>
                    <a:ext uri="{FF2B5EF4-FFF2-40B4-BE49-F238E27FC236}">
                      <a16:creationId xmlns:a16="http://schemas.microsoft.com/office/drawing/2014/main" id="{7FA750E5-8DFA-5BEA-1E19-D5C7EA177A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2" name="Line 280">
                  <a:extLst>
                    <a:ext uri="{FF2B5EF4-FFF2-40B4-BE49-F238E27FC236}">
                      <a16:creationId xmlns:a16="http://schemas.microsoft.com/office/drawing/2014/main" id="{E2E38141-C316-5510-3F76-690A76FA17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3" name="Line 281">
                  <a:extLst>
                    <a:ext uri="{FF2B5EF4-FFF2-40B4-BE49-F238E27FC236}">
                      <a16:creationId xmlns:a16="http://schemas.microsoft.com/office/drawing/2014/main" id="{9FFF1025-42D8-9805-3600-C28E4E989C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4" name="Line 282">
                  <a:extLst>
                    <a:ext uri="{FF2B5EF4-FFF2-40B4-BE49-F238E27FC236}">
                      <a16:creationId xmlns:a16="http://schemas.microsoft.com/office/drawing/2014/main" id="{CDD790F9-8AF0-A8E2-10E9-23224C7B25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5" name="Line 283">
                  <a:extLst>
                    <a:ext uri="{FF2B5EF4-FFF2-40B4-BE49-F238E27FC236}">
                      <a16:creationId xmlns:a16="http://schemas.microsoft.com/office/drawing/2014/main" id="{4CFEDE1D-6F5F-7EEC-F77F-E868DFC04E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46176" name="Line 284">
                  <a:extLst>
                    <a:ext uri="{FF2B5EF4-FFF2-40B4-BE49-F238E27FC236}">
                      <a16:creationId xmlns:a16="http://schemas.microsoft.com/office/drawing/2014/main" id="{795B7981-9A31-B3F2-EBCA-C1A6795B69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pic>
            <p:nvPicPr>
              <p:cNvPr id="46160" name="Picture 269" descr="cell_tower_radiation copy">
                <a:extLst>
                  <a:ext uri="{FF2B5EF4-FFF2-40B4-BE49-F238E27FC236}">
                    <a16:creationId xmlns:a16="http://schemas.microsoft.com/office/drawing/2014/main" id="{D434FE5E-0ED3-EB42-ED23-3CE61C528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61" name="Oval 270">
                <a:extLst>
                  <a:ext uri="{FF2B5EF4-FFF2-40B4-BE49-F238E27FC236}">
                    <a16:creationId xmlns:a16="http://schemas.microsoft.com/office/drawing/2014/main" id="{7AAE91EB-EED4-5A12-345B-0ED29E302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6125" name="Group 342">
              <a:extLst>
                <a:ext uri="{FF2B5EF4-FFF2-40B4-BE49-F238E27FC236}">
                  <a16:creationId xmlns:a16="http://schemas.microsoft.com/office/drawing/2014/main" id="{ACF780F1-1B20-7537-4D48-6845EC043A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3159"/>
              <a:ext cx="337" cy="257"/>
              <a:chOff x="877" y="1008"/>
              <a:chExt cx="2747" cy="2591"/>
            </a:xfrm>
          </p:grpSpPr>
          <p:pic>
            <p:nvPicPr>
              <p:cNvPr id="46136" name="Picture 343" descr="antenna_stylized">
                <a:extLst>
                  <a:ext uri="{FF2B5EF4-FFF2-40B4-BE49-F238E27FC236}">
                    <a16:creationId xmlns:a16="http://schemas.microsoft.com/office/drawing/2014/main" id="{2A849D3E-9A28-D3AB-026C-6D3FF6DFA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37" name="Picture 344" descr="laptop_keyboard">
                <a:extLst>
                  <a:ext uri="{FF2B5EF4-FFF2-40B4-BE49-F238E27FC236}">
                    <a16:creationId xmlns:a16="http://schemas.microsoft.com/office/drawing/2014/main" id="{B758C362-F882-83DE-8703-A03B99CF9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38" name="Freeform 345">
                <a:extLst>
                  <a:ext uri="{FF2B5EF4-FFF2-40B4-BE49-F238E27FC236}">
                    <a16:creationId xmlns:a16="http://schemas.microsoft.com/office/drawing/2014/main" id="{1F7A41AF-3384-DFF8-DFB5-E6D9C3606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pic>
            <p:nvPicPr>
              <p:cNvPr id="46139" name="Picture 346" descr="screen">
                <a:extLst>
                  <a:ext uri="{FF2B5EF4-FFF2-40B4-BE49-F238E27FC236}">
                    <a16:creationId xmlns:a16="http://schemas.microsoft.com/office/drawing/2014/main" id="{0F8DC102-38B6-BFC2-CAF1-430A4E52D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40" name="Freeform 347">
                <a:extLst>
                  <a:ext uri="{FF2B5EF4-FFF2-40B4-BE49-F238E27FC236}">
                    <a16:creationId xmlns:a16="http://schemas.microsoft.com/office/drawing/2014/main" id="{B8FF79F5-39F8-A7F5-9BA1-F7FDF5175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1" name="Freeform 348">
                <a:extLst>
                  <a:ext uri="{FF2B5EF4-FFF2-40B4-BE49-F238E27FC236}">
                    <a16:creationId xmlns:a16="http://schemas.microsoft.com/office/drawing/2014/main" id="{24064F71-7BA2-FB65-CB4C-1FE0030E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2" name="Freeform 349">
                <a:extLst>
                  <a:ext uri="{FF2B5EF4-FFF2-40B4-BE49-F238E27FC236}">
                    <a16:creationId xmlns:a16="http://schemas.microsoft.com/office/drawing/2014/main" id="{E1429A4A-703D-4515-2D53-919BF832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3" name="Freeform 350">
                <a:extLst>
                  <a:ext uri="{FF2B5EF4-FFF2-40B4-BE49-F238E27FC236}">
                    <a16:creationId xmlns:a16="http://schemas.microsoft.com/office/drawing/2014/main" id="{7BE43359-D24D-2B0E-FB61-8D6EE056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4" name="Freeform 351">
                <a:extLst>
                  <a:ext uri="{FF2B5EF4-FFF2-40B4-BE49-F238E27FC236}">
                    <a16:creationId xmlns:a16="http://schemas.microsoft.com/office/drawing/2014/main" id="{A9864F44-8667-593B-6F4F-71DB5402D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5" name="Freeform 352">
                <a:extLst>
                  <a:ext uri="{FF2B5EF4-FFF2-40B4-BE49-F238E27FC236}">
                    <a16:creationId xmlns:a16="http://schemas.microsoft.com/office/drawing/2014/main" id="{3766B71E-8164-858D-598A-A6E10AE8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6146" name="Group 353">
                <a:extLst>
                  <a:ext uri="{FF2B5EF4-FFF2-40B4-BE49-F238E27FC236}">
                    <a16:creationId xmlns:a16="http://schemas.microsoft.com/office/drawing/2014/main" id="{CD58D58A-9969-C9D5-393F-C7ACE4FD50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53" name="Freeform 354">
                  <a:extLst>
                    <a:ext uri="{FF2B5EF4-FFF2-40B4-BE49-F238E27FC236}">
                      <a16:creationId xmlns:a16="http://schemas.microsoft.com/office/drawing/2014/main" id="{431E26B8-1915-8050-7FA1-FEB238E862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54" name="Freeform 355">
                  <a:extLst>
                    <a:ext uri="{FF2B5EF4-FFF2-40B4-BE49-F238E27FC236}">
                      <a16:creationId xmlns:a16="http://schemas.microsoft.com/office/drawing/2014/main" id="{51B4504E-3F0A-2DE3-BD58-2B97FF7DD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55" name="Freeform 356">
                  <a:extLst>
                    <a:ext uri="{FF2B5EF4-FFF2-40B4-BE49-F238E27FC236}">
                      <a16:creationId xmlns:a16="http://schemas.microsoft.com/office/drawing/2014/main" id="{334F9935-E3DA-82D9-28A3-B33CEA774E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56" name="Freeform 357">
                  <a:extLst>
                    <a:ext uri="{FF2B5EF4-FFF2-40B4-BE49-F238E27FC236}">
                      <a16:creationId xmlns:a16="http://schemas.microsoft.com/office/drawing/2014/main" id="{85A761B7-48C1-DB54-AEEE-C1EC4C8A3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57" name="Freeform 358">
                  <a:extLst>
                    <a:ext uri="{FF2B5EF4-FFF2-40B4-BE49-F238E27FC236}">
                      <a16:creationId xmlns:a16="http://schemas.microsoft.com/office/drawing/2014/main" id="{888F6323-900C-807B-4D17-3539C44F8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58" name="Freeform 359">
                  <a:extLst>
                    <a:ext uri="{FF2B5EF4-FFF2-40B4-BE49-F238E27FC236}">
                      <a16:creationId xmlns:a16="http://schemas.microsoft.com/office/drawing/2014/main" id="{EB344449-BF48-F2EA-52FD-E193DA020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6147" name="Freeform 360">
                <a:extLst>
                  <a:ext uri="{FF2B5EF4-FFF2-40B4-BE49-F238E27FC236}">
                    <a16:creationId xmlns:a16="http://schemas.microsoft.com/office/drawing/2014/main" id="{D0C5C766-25D3-655D-8661-DA6C9BE4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8" name="Freeform 361">
                <a:extLst>
                  <a:ext uri="{FF2B5EF4-FFF2-40B4-BE49-F238E27FC236}">
                    <a16:creationId xmlns:a16="http://schemas.microsoft.com/office/drawing/2014/main" id="{F526CA47-C6B2-DFA0-7FF7-71875D51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49" name="Freeform 362">
                <a:extLst>
                  <a:ext uri="{FF2B5EF4-FFF2-40B4-BE49-F238E27FC236}">
                    <a16:creationId xmlns:a16="http://schemas.microsoft.com/office/drawing/2014/main" id="{E98B6F3A-B57A-9475-1B32-D2C232551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50" name="Freeform 363">
                <a:extLst>
                  <a:ext uri="{FF2B5EF4-FFF2-40B4-BE49-F238E27FC236}">
                    <a16:creationId xmlns:a16="http://schemas.microsoft.com/office/drawing/2014/main" id="{D54BCAD3-A71E-68B4-0592-D53BE8A2E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51" name="Freeform 364">
                <a:extLst>
                  <a:ext uri="{FF2B5EF4-FFF2-40B4-BE49-F238E27FC236}">
                    <a16:creationId xmlns:a16="http://schemas.microsoft.com/office/drawing/2014/main" id="{BD5616E7-4B79-39FD-EEC7-CA5BD32ED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52" name="Freeform 365">
                <a:extLst>
                  <a:ext uri="{FF2B5EF4-FFF2-40B4-BE49-F238E27FC236}">
                    <a16:creationId xmlns:a16="http://schemas.microsoft.com/office/drawing/2014/main" id="{98EFBC66-CE11-9783-9FA9-371325477F7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6126" name="Group 237">
              <a:extLst>
                <a:ext uri="{FF2B5EF4-FFF2-40B4-BE49-F238E27FC236}">
                  <a16:creationId xmlns:a16="http://schemas.microsoft.com/office/drawing/2014/main" id="{6BE67DDF-CCED-15AF-D1DA-E662F5A7E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3439"/>
              <a:ext cx="246" cy="107"/>
              <a:chOff x="4650" y="1129"/>
              <a:chExt cx="246" cy="95"/>
            </a:xfrm>
          </p:grpSpPr>
          <p:sp>
            <p:nvSpPr>
              <p:cNvPr id="46128" name="Oval 407">
                <a:extLst>
                  <a:ext uri="{FF2B5EF4-FFF2-40B4-BE49-F238E27FC236}">
                    <a16:creationId xmlns:a16="http://schemas.microsoft.com/office/drawing/2014/main" id="{4C561642-7AEA-B0C7-E079-934BD045F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29" name="Rectangle 410">
                <a:extLst>
                  <a:ext uri="{FF2B5EF4-FFF2-40B4-BE49-F238E27FC236}">
                    <a16:creationId xmlns:a16="http://schemas.microsoft.com/office/drawing/2014/main" id="{F7E0EF8B-751C-1FD8-3C72-1A8E54E1F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30" name="Oval 411">
                <a:extLst>
                  <a:ext uri="{FF2B5EF4-FFF2-40B4-BE49-F238E27FC236}">
                    <a16:creationId xmlns:a16="http://schemas.microsoft.com/office/drawing/2014/main" id="{2D6F4A02-9506-3853-08B3-00261E58A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6131" name="Group 241">
                <a:extLst>
                  <a:ext uri="{FF2B5EF4-FFF2-40B4-BE49-F238E27FC236}">
                    <a16:creationId xmlns:a16="http://schemas.microsoft.com/office/drawing/2014/main" id="{C9DD01F4-0DF3-8D16-C9FF-F8A5C5B3C2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46134" name="Freeform 242">
                  <a:extLst>
                    <a:ext uri="{FF2B5EF4-FFF2-40B4-BE49-F238E27FC236}">
                      <a16:creationId xmlns:a16="http://schemas.microsoft.com/office/drawing/2014/main" id="{E7155A22-5C48-0A1A-9D92-CDD9CA1B7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35" name="Freeform 243">
                  <a:extLst>
                    <a:ext uri="{FF2B5EF4-FFF2-40B4-BE49-F238E27FC236}">
                      <a16:creationId xmlns:a16="http://schemas.microsoft.com/office/drawing/2014/main" id="{34565072-41CB-1FE8-C6B1-9F83121C8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6132" name="Line 244">
                <a:extLst>
                  <a:ext uri="{FF2B5EF4-FFF2-40B4-BE49-F238E27FC236}">
                    <a16:creationId xmlns:a16="http://schemas.microsoft.com/office/drawing/2014/main" id="{77021324-BBF6-0CDC-31EC-938F7B157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33" name="Line 245">
                <a:extLst>
                  <a:ext uri="{FF2B5EF4-FFF2-40B4-BE49-F238E27FC236}">
                    <a16:creationId xmlns:a16="http://schemas.microsoft.com/office/drawing/2014/main" id="{7787CAA4-1C59-17B0-A34D-1D9AA1463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6127" name="Line 444">
              <a:extLst>
                <a:ext uri="{FF2B5EF4-FFF2-40B4-BE49-F238E27FC236}">
                  <a16:creationId xmlns:a16="http://schemas.microsoft.com/office/drawing/2014/main" id="{225A5175-3D5B-4061-1854-4A5CC7AD8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4" y="3542"/>
              <a:ext cx="0" cy="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6094" name="Text Box 446">
            <a:extLst>
              <a:ext uri="{FF2B5EF4-FFF2-40B4-BE49-F238E27FC236}">
                <a16:creationId xmlns:a16="http://schemas.microsoft.com/office/drawing/2014/main" id="{EEF9EAD7-97E2-66C3-83D0-F8738147FC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4700" y="5254625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</a:rPr>
              <a:t>to Internet</a:t>
            </a:r>
          </a:p>
        </p:txBody>
      </p:sp>
      <p:sp>
        <p:nvSpPr>
          <p:cNvPr id="46095" name="Text Box 447">
            <a:extLst>
              <a:ext uri="{FF2B5EF4-FFF2-40B4-BE49-F238E27FC236}">
                <a16:creationId xmlns:a16="http://schemas.microsoft.com/office/drawing/2014/main" id="{C10010F2-B5F6-FD99-2605-01F8492DE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1950" y="5884863"/>
            <a:ext cx="1212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</a:rPr>
              <a:t>to Internet</a:t>
            </a:r>
          </a:p>
        </p:txBody>
      </p:sp>
      <p:sp>
        <p:nvSpPr>
          <p:cNvPr id="46096" name="Slide Number Placeholder 3">
            <a:extLst>
              <a:ext uri="{FF2B5EF4-FFF2-40B4-BE49-F238E27FC236}">
                <a16:creationId xmlns:a16="http://schemas.microsoft.com/office/drawing/2014/main" id="{94CE9FFC-3675-8360-B061-49D4F38EA1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11940EB4-D699-2448-9B52-CA5818E6777C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46097" name="Group 114">
            <a:extLst>
              <a:ext uri="{FF2B5EF4-FFF2-40B4-BE49-F238E27FC236}">
                <a16:creationId xmlns:a16="http://schemas.microsoft.com/office/drawing/2014/main" id="{CED27C98-3D66-BC75-A5C2-7B07B247BB8C}"/>
              </a:ext>
            </a:extLst>
          </p:cNvPr>
          <p:cNvGrpSpPr>
            <a:grpSpLocks/>
          </p:cNvGrpSpPr>
          <p:nvPr/>
        </p:nvGrpSpPr>
        <p:grpSpPr bwMode="auto">
          <a:xfrm>
            <a:off x="2330450" y="3776663"/>
            <a:ext cx="636588" cy="879475"/>
            <a:chOff x="5806938" y="3011924"/>
            <a:chExt cx="347997" cy="396620"/>
          </a:xfrm>
        </p:grpSpPr>
        <p:pic>
          <p:nvPicPr>
            <p:cNvPr id="46118" name="Picture 117" descr="fridge2.png">
              <a:extLst>
                <a:ext uri="{FF2B5EF4-FFF2-40B4-BE49-F238E27FC236}">
                  <a16:creationId xmlns:a16="http://schemas.microsoft.com/office/drawing/2014/main" id="{98E799F2-408C-E746-0911-689618B9289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19" name="Picture 1115" descr="antenna_stylized">
              <a:extLst>
                <a:ext uri="{FF2B5EF4-FFF2-40B4-BE49-F238E27FC236}">
                  <a16:creationId xmlns:a16="http://schemas.microsoft.com/office/drawing/2014/main" id="{AF57992F-9821-593F-5A87-16FF97C0A3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8" name="Group 347">
            <a:extLst>
              <a:ext uri="{FF2B5EF4-FFF2-40B4-BE49-F238E27FC236}">
                <a16:creationId xmlns:a16="http://schemas.microsoft.com/office/drawing/2014/main" id="{2F24013B-314D-9F60-0A70-F2F4F8E2C878}"/>
              </a:ext>
            </a:extLst>
          </p:cNvPr>
          <p:cNvGrpSpPr>
            <a:grpSpLocks/>
          </p:cNvGrpSpPr>
          <p:nvPr/>
        </p:nvGrpSpPr>
        <p:grpSpPr bwMode="auto">
          <a:xfrm>
            <a:off x="2268538" y="4703763"/>
            <a:ext cx="692150" cy="331787"/>
            <a:chOff x="1871277" y="1576300"/>
            <a:chExt cx="1128371" cy="437861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0F42391A-64A8-7244-9B40-0DB6F3F9E39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864" y="1693622"/>
              <a:ext cx="1125784" cy="320539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97B1FBA1-0AA5-B347-9834-3C05F05C9800}"/>
                </a:ext>
              </a:extLst>
            </p:cNvPr>
            <p:cNvSpPr/>
            <p:nvPr/>
          </p:nvSpPr>
          <p:spPr bwMode="auto">
            <a:xfrm>
              <a:off x="1871277" y="1739712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5698C75A-B668-C24E-9656-EE03D84EE6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782" cy="32053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115768F-B63D-EA46-9BAD-4B727665AB5B}"/>
                </a:ext>
              </a:extLst>
            </p:cNvPr>
            <p:cNvSpPr/>
            <p:nvPr/>
          </p:nvSpPr>
          <p:spPr bwMode="auto">
            <a:xfrm>
              <a:off x="2158545" y="1672671"/>
              <a:ext cx="548657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FB7B64F-C7ED-4D40-9CED-F60A74DF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609" y="1632865"/>
              <a:ext cx="662530" cy="111037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6CF76E12-F137-4C47-B596-6DE8144F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394" y="1727142"/>
              <a:ext cx="243273" cy="98466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08B3115-688C-4446-9204-D3E3CE67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257" y="1729237"/>
              <a:ext cx="240685" cy="9846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D98AC2D3-0B19-4940-A638-76E6EADF1284}"/>
                </a:ext>
              </a:extLst>
            </p:cNvPr>
            <p:cNvCxnSpPr>
              <a:cxnSpLocks noChangeShapeType="1"/>
              <a:endCxn id="118" idx="2"/>
            </p:cNvCxnSpPr>
            <p:nvPr/>
          </p:nvCxnSpPr>
          <p:spPr bwMode="auto">
            <a:xfrm flipH="1" flipV="1">
              <a:off x="1871277" y="1737617"/>
              <a:ext cx="2587" cy="12360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2CE093AA-20C9-964D-A4A7-F316A9A351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059" y="1735522"/>
              <a:ext cx="2589" cy="1215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6099" name="Group 347">
            <a:extLst>
              <a:ext uri="{FF2B5EF4-FFF2-40B4-BE49-F238E27FC236}">
                <a16:creationId xmlns:a16="http://schemas.microsoft.com/office/drawing/2014/main" id="{FC7379B9-ECD4-43E8-0D92-743E493F5456}"/>
              </a:ext>
            </a:extLst>
          </p:cNvPr>
          <p:cNvGrpSpPr>
            <a:grpSpLocks/>
          </p:cNvGrpSpPr>
          <p:nvPr/>
        </p:nvGrpSpPr>
        <p:grpSpPr bwMode="auto">
          <a:xfrm>
            <a:off x="6681788" y="5286375"/>
            <a:ext cx="569912" cy="269875"/>
            <a:chOff x="1871277" y="1576300"/>
            <a:chExt cx="1128371" cy="437861"/>
          </a:xfrm>
        </p:grpSpPr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1F6E46E2-5E0E-2346-93F3-71A684A4AD7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9" y="1694780"/>
              <a:ext cx="1125229" cy="31938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CA340655-59C3-684E-9D5D-4A72D1743F1A}"/>
                </a:ext>
              </a:extLst>
            </p:cNvPr>
            <p:cNvSpPr/>
            <p:nvPr/>
          </p:nvSpPr>
          <p:spPr bwMode="auto">
            <a:xfrm>
              <a:off x="1871277" y="1738567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3B0C1740-DBDA-654E-92AB-C128F0D6111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29" cy="31938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48830807-29E4-F646-A4AB-423D307784B6}"/>
                </a:ext>
              </a:extLst>
            </p:cNvPr>
            <p:cNvSpPr/>
            <p:nvPr/>
          </p:nvSpPr>
          <p:spPr bwMode="auto">
            <a:xfrm>
              <a:off x="2160442" y="1674175"/>
              <a:ext cx="546899" cy="15969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20C43F2-CDFA-B546-8031-253D5026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866" y="1632964"/>
              <a:ext cx="660050" cy="11075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7A357EA-AA64-CF45-A9A2-AF2CDC02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614" y="1728264"/>
              <a:ext cx="242018" cy="9529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59A36F4-66D8-164E-9976-40E118EC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294" y="1730839"/>
              <a:ext cx="238875" cy="9530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6F018A90-697F-A141-8A14-2EFCA71DFDAB}"/>
                </a:ext>
              </a:extLst>
            </p:cNvPr>
            <p:cNvCxnSpPr>
              <a:cxnSpLocks noChangeShapeType="1"/>
              <a:endCxn id="128" idx="2"/>
            </p:cNvCxnSpPr>
            <p:nvPr/>
          </p:nvCxnSpPr>
          <p:spPr bwMode="auto">
            <a:xfrm flipH="1" flipV="1">
              <a:off x="1871277" y="1735990"/>
              <a:ext cx="3142" cy="12363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0C593E7-0CD4-714F-ADEA-7BBDE5AC33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06" y="1735990"/>
              <a:ext cx="3142" cy="12105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219">
            <a:extLst>
              <a:ext uri="{FF2B5EF4-FFF2-40B4-BE49-F238E27FC236}">
                <a16:creationId xmlns:a16="http://schemas.microsoft.com/office/drawing/2014/main" id="{F21E140C-7152-F654-0F86-956B8DD6EA04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2803525"/>
            <a:ext cx="409575" cy="565150"/>
            <a:chOff x="375561" y="297711"/>
            <a:chExt cx="1252683" cy="2142487"/>
          </a:xfrm>
        </p:grpSpPr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4083B4B9-2CAE-294C-8915-AC2EB11F9786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C99FD4D3-CB13-864F-8CD6-94CE121FFF9B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87343398-8A05-1847-9EA9-C84CA6046277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0" name="Title 50">
            <a:extLst>
              <a:ext uri="{FF2B5EF4-FFF2-40B4-BE49-F238E27FC236}">
                <a16:creationId xmlns:a16="http://schemas.microsoft.com/office/drawing/2014/main" id="{3358578C-5424-210E-3F6E-F07C6266C22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Host: sends </a:t>
            </a:r>
            <a:r>
              <a:rPr lang="en-US" altLang="zh-CN" sz="4000" i="1">
                <a:ea typeface="ＭＳ Ｐゴシック" panose="020B0600070205080204" pitchFamily="34" charset="-128"/>
              </a:rPr>
              <a:t>packets</a:t>
            </a:r>
            <a:r>
              <a:rPr lang="en-US" altLang="zh-CN" sz="4000">
                <a:ea typeface="ＭＳ Ｐゴシック" panose="020B0600070205080204" pitchFamily="34" charset="-128"/>
              </a:rPr>
              <a:t> of data</a:t>
            </a:r>
          </a:p>
        </p:txBody>
      </p:sp>
      <p:sp>
        <p:nvSpPr>
          <p:cNvPr id="243750" name="Content Placeholder 52">
            <a:extLst>
              <a:ext uri="{FF2B5EF4-FFF2-40B4-BE49-F238E27FC236}">
                <a16:creationId xmlns:a16="http://schemas.microsoft.com/office/drawing/2014/main" id="{2458F157-0FD2-BF46-863C-D27D1DEF7471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428625" y="1296988"/>
            <a:ext cx="3775075" cy="34258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sz="2400" dirty="0">
                <a:ea typeface="+mn-ea"/>
              </a:rPr>
              <a:t>host sending function: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takes application message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breaks into smaller chunks, known as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packets</a:t>
            </a:r>
            <a:r>
              <a:rPr lang="en-US" sz="2400" dirty="0">
                <a:ea typeface="+mn-ea"/>
              </a:rPr>
              <a:t>, of length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L</a:t>
            </a:r>
            <a:r>
              <a:rPr lang="en-US" sz="2400" dirty="0">
                <a:ea typeface="+mn-ea"/>
              </a:rPr>
              <a:t> bits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transmits packet into access network at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transmission rate R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dirty="0"/>
              <a:t>link transmission rate, aka link </a:t>
            </a:r>
            <a:r>
              <a:rPr lang="en-US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sp>
        <p:nvSpPr>
          <p:cNvPr id="48132" name="Line 305">
            <a:extLst>
              <a:ext uri="{FF2B5EF4-FFF2-40B4-BE49-F238E27FC236}">
                <a16:creationId xmlns:a16="http://schemas.microsoft.com/office/drawing/2014/main" id="{96F7BA29-89E7-FA0C-A5F6-CC6FE6966D0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5475" y="3727450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pic>
        <p:nvPicPr>
          <p:cNvPr id="48133" name="Picture 394" descr="underline_base">
            <a:extLst>
              <a:ext uri="{FF2B5EF4-FFF2-40B4-BE49-F238E27FC236}">
                <a16:creationId xmlns:a16="http://schemas.microsoft.com/office/drawing/2014/main" id="{1C687293-5A03-7B67-E0F3-AE156883598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5749925" cy="16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8134" name="Group 51">
            <a:extLst>
              <a:ext uri="{FF2B5EF4-FFF2-40B4-BE49-F238E27FC236}">
                <a16:creationId xmlns:a16="http://schemas.microsoft.com/office/drawing/2014/main" id="{C7909642-A486-981E-88C1-A86772A6628F}"/>
              </a:ext>
            </a:extLst>
          </p:cNvPr>
          <p:cNvGrpSpPr>
            <a:grpSpLocks/>
          </p:cNvGrpSpPr>
          <p:nvPr/>
        </p:nvGrpSpPr>
        <p:grpSpPr bwMode="auto">
          <a:xfrm>
            <a:off x="7883525" y="3427413"/>
            <a:ext cx="1052513" cy="355600"/>
            <a:chOff x="4410" y="1365"/>
            <a:chExt cx="663" cy="224"/>
          </a:xfrm>
        </p:grpSpPr>
        <p:sp>
          <p:nvSpPr>
            <p:cNvPr id="48160" name="Rectangle 52">
              <a:extLst>
                <a:ext uri="{FF2B5EF4-FFF2-40B4-BE49-F238E27FC236}">
                  <a16:creationId xmlns:a16="http://schemas.microsoft.com/office/drawing/2014/main" id="{57AE5B99-B235-BE40-4FAF-04100C7F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1" name="AutoShape 53">
              <a:extLst>
                <a:ext uri="{FF2B5EF4-FFF2-40B4-BE49-F238E27FC236}">
                  <a16:creationId xmlns:a16="http://schemas.microsoft.com/office/drawing/2014/main" id="{21EF1741-081C-8C07-CBDD-1409D6A92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2" name="Freeform 54">
              <a:extLst>
                <a:ext uri="{FF2B5EF4-FFF2-40B4-BE49-F238E27FC236}">
                  <a16:creationId xmlns:a16="http://schemas.microsoft.com/office/drawing/2014/main" id="{A391C49E-48AA-6BA1-79DB-BF8FF411D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3" name="Freeform 55">
              <a:extLst>
                <a:ext uri="{FF2B5EF4-FFF2-40B4-BE49-F238E27FC236}">
                  <a16:creationId xmlns:a16="http://schemas.microsoft.com/office/drawing/2014/main" id="{C9F6441A-0605-FAD4-86CE-7C54EA50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287 h 63"/>
                <a:gd name="T2" fmla="*/ 265937 w 280"/>
                <a:gd name="T3" fmla="*/ 2225 h 63"/>
                <a:gd name="T4" fmla="*/ 1569482 w 280"/>
                <a:gd name="T5" fmla="*/ 0 h 63"/>
                <a:gd name="T6" fmla="*/ 200378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8164" name="Freeform 56">
              <a:extLst>
                <a:ext uri="{FF2B5EF4-FFF2-40B4-BE49-F238E27FC236}">
                  <a16:creationId xmlns:a16="http://schemas.microsoft.com/office/drawing/2014/main" id="{34BC04FF-BF53-1CF1-929B-12D000B81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48135" name="TextBox 1">
            <a:extLst>
              <a:ext uri="{FF2B5EF4-FFF2-40B4-BE49-F238E27FC236}">
                <a16:creationId xmlns:a16="http://schemas.microsoft.com/office/drawing/2014/main" id="{B9A6C65E-F0FD-36F5-C38F-22CA55072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6275" y="3759200"/>
            <a:ext cx="2646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</a:rPr>
              <a:t>R: </a:t>
            </a:r>
            <a:r>
              <a:rPr lang="en-US" altLang="zh-CN" sz="1800">
                <a:latin typeface="Arial" panose="020B0604020202020204" pitchFamily="34" charset="0"/>
              </a:rPr>
              <a:t>link transmission rate</a:t>
            </a:r>
          </a:p>
        </p:txBody>
      </p:sp>
      <p:grpSp>
        <p:nvGrpSpPr>
          <p:cNvPr id="48136" name="Group 201">
            <a:extLst>
              <a:ext uri="{FF2B5EF4-FFF2-40B4-BE49-F238E27FC236}">
                <a16:creationId xmlns:a16="http://schemas.microsoft.com/office/drawing/2014/main" id="{A3CD5218-7850-B9BB-DE13-12144A12CF5F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2809875"/>
            <a:ext cx="409575" cy="565150"/>
            <a:chOff x="375561" y="297711"/>
            <a:chExt cx="1252683" cy="2138362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274A6BB2-7E08-BC4D-A3BA-5A9372DED7B6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F3FAF080-09C6-C24A-B73F-785A16E5457B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F372A716-2FB0-CF4D-88A3-C85DB90C8717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7" name="TextBox 205">
            <a:extLst>
              <a:ext uri="{FF2B5EF4-FFF2-40B4-BE49-F238E27FC236}">
                <a16:creationId xmlns:a16="http://schemas.microsoft.com/office/drawing/2014/main" id="{851C0900-E3F0-CD1D-936F-C65ECFC3F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1075" y="3986213"/>
            <a:ext cx="6683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host</a:t>
            </a:r>
          </a:p>
        </p:txBody>
      </p:sp>
      <p:grpSp>
        <p:nvGrpSpPr>
          <p:cNvPr id="48138" name="Group 206">
            <a:extLst>
              <a:ext uri="{FF2B5EF4-FFF2-40B4-BE49-F238E27FC236}">
                <a16:creationId xmlns:a16="http://schemas.microsoft.com/office/drawing/2014/main" id="{D3C5846D-F14E-9526-AE4D-1C26A8B2D4E2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3535363"/>
            <a:ext cx="1295400" cy="506412"/>
            <a:chOff x="1816230" y="6118900"/>
            <a:chExt cx="1843339" cy="739100"/>
          </a:xfrm>
        </p:grpSpPr>
        <p:pic>
          <p:nvPicPr>
            <p:cNvPr id="48155" name="Picture 8">
              <a:extLst>
                <a:ext uri="{FF2B5EF4-FFF2-40B4-BE49-F238E27FC236}">
                  <a16:creationId xmlns:a16="http://schemas.microsoft.com/office/drawing/2014/main" id="{136568AD-D8B9-2665-604F-0B7EF906B9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D32DCA4D-5B25-6F4A-BA96-B08C1CE30DFC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48139" name="Group 209">
            <a:extLst>
              <a:ext uri="{FF2B5EF4-FFF2-40B4-BE49-F238E27FC236}">
                <a16:creationId xmlns:a16="http://schemas.microsoft.com/office/drawing/2014/main" id="{15C84826-9C64-69CC-AF48-51FD96BC0518}"/>
              </a:ext>
            </a:extLst>
          </p:cNvPr>
          <p:cNvGrpSpPr>
            <a:grpSpLocks/>
          </p:cNvGrpSpPr>
          <p:nvPr/>
        </p:nvGrpSpPr>
        <p:grpSpPr bwMode="auto">
          <a:xfrm>
            <a:off x="4699000" y="1919288"/>
            <a:ext cx="1409700" cy="877887"/>
            <a:chOff x="2387973" y="4309243"/>
            <a:chExt cx="1771787" cy="1282262"/>
          </a:xfrm>
        </p:grpSpPr>
        <p:pic>
          <p:nvPicPr>
            <p:cNvPr id="48153" name="Picture 9">
              <a:extLst>
                <a:ext uri="{FF2B5EF4-FFF2-40B4-BE49-F238E27FC236}">
                  <a16:creationId xmlns:a16="http://schemas.microsoft.com/office/drawing/2014/main" id="{ED13B2EE-8AEF-C836-4D6A-0062DF7EC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A7F82A27-6A89-B443-91B7-98FE73445B2B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40" name="TextBox 215">
            <a:extLst>
              <a:ext uri="{FF2B5EF4-FFF2-40B4-BE49-F238E27FC236}">
                <a16:creationId xmlns:a16="http://schemas.microsoft.com/office/drawing/2014/main" id="{3E5023BB-C3F3-791F-79CF-C7BDFCB532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8300" y="3341688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1</a:t>
            </a:r>
          </a:p>
        </p:txBody>
      </p:sp>
      <p:sp>
        <p:nvSpPr>
          <p:cNvPr id="48141" name="TextBox 216">
            <a:extLst>
              <a:ext uri="{FF2B5EF4-FFF2-40B4-BE49-F238E27FC236}">
                <a16:creationId xmlns:a16="http://schemas.microsoft.com/office/drawing/2014/main" id="{CC69FD78-E748-B965-76ED-1DB8CA83D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7000" y="3349625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2</a:t>
            </a:r>
          </a:p>
        </p:txBody>
      </p:sp>
      <p:cxnSp>
        <p:nvCxnSpPr>
          <p:cNvPr id="48142" name="Straight Connector 3">
            <a:extLst>
              <a:ext uri="{FF2B5EF4-FFF2-40B4-BE49-F238E27FC236}">
                <a16:creationId xmlns:a16="http://schemas.microsoft.com/office/drawing/2014/main" id="{C6B30950-BE43-91B8-D337-E2C91D8EAAC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697538" y="2363788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43" name="TextBox 234">
            <a:extLst>
              <a:ext uri="{FF2B5EF4-FFF2-40B4-BE49-F238E27FC236}">
                <a16:creationId xmlns:a16="http://schemas.microsoft.com/office/drawing/2014/main" id="{2DDFCEF0-02C7-33CA-35EA-A6C6AECE7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1175" y="2014538"/>
            <a:ext cx="15319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two packets,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</a:rPr>
              <a:t>L</a:t>
            </a:r>
            <a:r>
              <a:rPr lang="en-US" altLang="zh-CN" sz="1800">
                <a:latin typeface="Arial" panose="020B0604020202020204" pitchFamily="34" charset="0"/>
              </a:rPr>
              <a:t> bits each</a:t>
            </a:r>
          </a:p>
        </p:txBody>
      </p:sp>
      <p:sp>
        <p:nvSpPr>
          <p:cNvPr id="48144" name="TextBox 235">
            <a:extLst>
              <a:ext uri="{FF2B5EF4-FFF2-40B4-BE49-F238E27FC236}">
                <a16:creationId xmlns:a16="http://schemas.microsoft.com/office/drawing/2014/main" id="{79386CEC-40D4-73D5-0222-A2B6E866E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456238"/>
            <a:ext cx="1479550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packet</a:t>
            </a:r>
          </a:p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transmission</a:t>
            </a:r>
          </a:p>
          <a:p>
            <a:pPr algn="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delay</a:t>
            </a:r>
          </a:p>
        </p:txBody>
      </p:sp>
      <p:sp>
        <p:nvSpPr>
          <p:cNvPr id="48145" name="TextBox 237">
            <a:extLst>
              <a:ext uri="{FF2B5EF4-FFF2-40B4-BE49-F238E27FC236}">
                <a16:creationId xmlns:a16="http://schemas.microsoft.com/office/drawing/2014/main" id="{34575A13-0CC8-3570-55FB-3A882D616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0775" y="5453063"/>
            <a:ext cx="1711325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time needed to</a:t>
            </a:r>
          </a:p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transmit </a:t>
            </a:r>
            <a:r>
              <a:rPr lang="en-US" altLang="zh-CN" sz="1800" i="1">
                <a:latin typeface="Arial" panose="020B0604020202020204" pitchFamily="34" charset="0"/>
              </a:rPr>
              <a:t>L</a:t>
            </a:r>
            <a:r>
              <a:rPr lang="en-US" altLang="zh-CN" sz="1800">
                <a:latin typeface="Arial" panose="020B0604020202020204" pitchFamily="34" charset="0"/>
              </a:rPr>
              <a:t>-bit</a:t>
            </a:r>
          </a:p>
          <a:p>
            <a:pPr algn="ctr">
              <a:lnSpc>
                <a:spcPts val="18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packet into link</a:t>
            </a:r>
          </a:p>
        </p:txBody>
      </p:sp>
      <p:sp>
        <p:nvSpPr>
          <p:cNvPr id="48146" name="TextBox 4">
            <a:extLst>
              <a:ext uri="{FF2B5EF4-FFF2-40B4-BE49-F238E27FC236}">
                <a16:creationId xmlns:a16="http://schemas.microsoft.com/office/drawing/2014/main" id="{A3B25AF5-E9D2-3B7F-A692-932BCA348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5400675"/>
            <a:ext cx="1741487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L</a:t>
            </a:r>
            <a:r>
              <a:rPr lang="en-US" altLang="zh-CN" sz="2400">
                <a:latin typeface="Arial" panose="020B0604020202020204" pitchFamily="34" charset="0"/>
              </a:rPr>
              <a:t> (bits)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R</a:t>
            </a:r>
            <a:r>
              <a:rPr lang="en-US" altLang="zh-CN" sz="2400">
                <a:latin typeface="Arial" panose="020B0604020202020204" pitchFamily="34" charset="0"/>
              </a:rPr>
              <a:t> (bits/sec)</a:t>
            </a:r>
          </a:p>
        </p:txBody>
      </p:sp>
      <p:cxnSp>
        <p:nvCxnSpPr>
          <p:cNvPr id="48147" name="Straight Connector 9">
            <a:extLst>
              <a:ext uri="{FF2B5EF4-FFF2-40B4-BE49-F238E27FC236}">
                <a16:creationId xmlns:a16="http://schemas.microsoft.com/office/drawing/2014/main" id="{C9B4D6A7-C93B-A0F7-CD52-9D26FA0C97C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54750" y="5819775"/>
            <a:ext cx="1284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48" name="TextBox 10">
            <a:extLst>
              <a:ext uri="{FF2B5EF4-FFF2-40B4-BE49-F238E27FC236}">
                <a16:creationId xmlns:a16="http://schemas.microsoft.com/office/drawing/2014/main" id="{1CE56F1F-62D9-0C57-A2B5-6FE89E2AAA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5586413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=</a:t>
            </a:r>
          </a:p>
        </p:txBody>
      </p:sp>
      <p:sp>
        <p:nvSpPr>
          <p:cNvPr id="48149" name="TextBox 245">
            <a:extLst>
              <a:ext uri="{FF2B5EF4-FFF2-40B4-BE49-F238E27FC236}">
                <a16:creationId xmlns:a16="http://schemas.microsoft.com/office/drawing/2014/main" id="{6D1549A0-7272-F97B-0C18-31123BC396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0538" y="5602288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=</a:t>
            </a:r>
          </a:p>
        </p:txBody>
      </p:sp>
      <p:sp>
        <p:nvSpPr>
          <p:cNvPr id="48150" name="Rectangle 11">
            <a:extLst>
              <a:ext uri="{FF2B5EF4-FFF2-40B4-BE49-F238E27FC236}">
                <a16:creationId xmlns:a16="http://schemas.microsoft.com/office/drawing/2014/main" id="{62722D03-D1AA-D3A6-0486-3912F8E9C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663" y="5322888"/>
            <a:ext cx="7275512" cy="1001712"/>
          </a:xfrm>
          <a:prstGeom prst="rect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48151" name="Slide Number Placeholder 3">
            <a:extLst>
              <a:ext uri="{FF2B5EF4-FFF2-40B4-BE49-F238E27FC236}">
                <a16:creationId xmlns:a16="http://schemas.microsoft.com/office/drawing/2014/main" id="{F0C1280E-BF62-1B6B-FD35-E395C15240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D7D1FF1C-628E-4A4E-BB7D-545694BE10CE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48152" name="Footer Placeholder 2">
            <a:extLst>
              <a:ext uri="{FF2B5EF4-FFF2-40B4-BE49-F238E27FC236}">
                <a16:creationId xmlns:a16="http://schemas.microsoft.com/office/drawing/2014/main" id="{AE9099A0-59D8-66E9-D4E5-EE1E1F23BF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Footer Placeholder 2">
            <a:extLst>
              <a:ext uri="{FF2B5EF4-FFF2-40B4-BE49-F238E27FC236}">
                <a16:creationId xmlns:a16="http://schemas.microsoft.com/office/drawing/2014/main" id="{6355F372-CA03-3DF0-A718-DF90E0B1BD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49154" name="Picture 11" descr="underline_base">
            <a:extLst>
              <a:ext uri="{FF2B5EF4-FFF2-40B4-BE49-F238E27FC236}">
                <a16:creationId xmlns:a16="http://schemas.microsoft.com/office/drawing/2014/main" id="{7A69DB79-75B4-D0CE-D55A-1A3AC19919E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28962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5" name="Rectangle 2">
            <a:extLst>
              <a:ext uri="{FF2B5EF4-FFF2-40B4-BE49-F238E27FC236}">
                <a16:creationId xmlns:a16="http://schemas.microsoft.com/office/drawing/2014/main" id="{77E8ED64-F020-46D3-0557-8BFDA3864DA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96863"/>
            <a:ext cx="7772400" cy="879475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Physical media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49156" name="Rectangle 3">
            <a:extLst>
              <a:ext uri="{FF2B5EF4-FFF2-40B4-BE49-F238E27FC236}">
                <a16:creationId xmlns:a16="http://schemas.microsoft.com/office/drawing/2014/main" id="{6A4FD7C0-624E-C64B-2D29-A1F7D1711DB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482725"/>
            <a:ext cx="4322763" cy="4648200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bit:</a:t>
            </a:r>
            <a:r>
              <a:rPr lang="en-US" altLang="zh-CN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CN" sz="2400">
                <a:ea typeface="ＭＳ Ｐゴシック" panose="020B0600070205080204" pitchFamily="34" charset="-128"/>
              </a:rPr>
              <a:t>propagates between</a:t>
            </a:r>
            <a:br>
              <a:rPr lang="en-US" altLang="zh-CN" sz="2400">
                <a:ea typeface="ＭＳ Ｐゴシック" panose="020B0600070205080204" pitchFamily="34" charset="-128"/>
              </a:rPr>
            </a:br>
            <a:r>
              <a:rPr lang="en-US" altLang="zh-CN" sz="2400">
                <a:ea typeface="ＭＳ Ｐゴシック" panose="020B0600070205080204" pitchFamily="34" charset="-128"/>
              </a:rPr>
              <a:t>transmitter/receiver pairs</a:t>
            </a:r>
            <a:endParaRPr lang="en-US" altLang="zh-CN" sz="240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287338" indent="-287338" eaLnBrk="1" hangingPunct="1"/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physical link:</a:t>
            </a:r>
            <a:r>
              <a:rPr lang="en-US" altLang="zh-CN" sz="2400">
                <a:ea typeface="ＭＳ Ｐゴシック" panose="020B0600070205080204" pitchFamily="34" charset="-128"/>
              </a:rPr>
              <a:t> what lies between transmitter &amp; receiver</a:t>
            </a:r>
          </a:p>
          <a:p>
            <a:pPr marL="287338" indent="-287338" eaLnBrk="1" hangingPunct="1"/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guided media: 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signals propagate in solid media: copper, fiber, coax</a:t>
            </a:r>
          </a:p>
          <a:p>
            <a:pPr marL="287338" indent="-287338" eaLnBrk="1" hangingPunct="1"/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unguided media:</a:t>
            </a:r>
            <a:r>
              <a:rPr lang="en-US" altLang="zh-CN" sz="2400">
                <a:ea typeface="ＭＳ Ｐゴシック" panose="020B0600070205080204" pitchFamily="34" charset="-128"/>
              </a:rPr>
              <a:t> 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signals propagate freely, e.g., radio</a:t>
            </a:r>
          </a:p>
        </p:txBody>
      </p:sp>
      <p:sp>
        <p:nvSpPr>
          <p:cNvPr id="62469" name="Rectangle 4">
            <a:extLst>
              <a:ext uri="{FF2B5EF4-FFF2-40B4-BE49-F238E27FC236}">
                <a16:creationId xmlns:a16="http://schemas.microsoft.com/office/drawing/2014/main" id="{5E832839-34EF-5F49-821E-F7BE8813D8B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51413" y="2111375"/>
            <a:ext cx="3810000" cy="33464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</a:rPr>
              <a:t>twisted pair (TP</a:t>
            </a:r>
            <a:r>
              <a:rPr lang="en-US" sz="2400" i="1" dirty="0">
                <a:solidFill>
                  <a:srgbClr val="FF0000"/>
                </a:solidFill>
              </a:rPr>
              <a:t>)</a:t>
            </a:r>
            <a:endParaRPr lang="en-US" sz="2400" i="1" dirty="0"/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two insulated copper wires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5: 100 Mbps, 1 Gbps Ethernet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6: 10Gbps</a:t>
            </a:r>
          </a:p>
        </p:txBody>
      </p:sp>
      <p:pic>
        <p:nvPicPr>
          <p:cNvPr id="49158" name="Picture 6">
            <a:extLst>
              <a:ext uri="{FF2B5EF4-FFF2-40B4-BE49-F238E27FC236}">
                <a16:creationId xmlns:a16="http://schemas.microsoft.com/office/drawing/2014/main" id="{7BAA1422-38B3-EA18-4887-36267CEE56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5913" y="4187825"/>
            <a:ext cx="2276475" cy="170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9" name="Slide Number Placeholder 3">
            <a:extLst>
              <a:ext uri="{FF2B5EF4-FFF2-40B4-BE49-F238E27FC236}">
                <a16:creationId xmlns:a16="http://schemas.microsoft.com/office/drawing/2014/main" id="{3F821619-E686-E432-95F4-5A62CF7522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976A1B68-02D7-3844-9DF1-ECD110498EB0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Footer Placeholder 2">
            <a:extLst>
              <a:ext uri="{FF2B5EF4-FFF2-40B4-BE49-F238E27FC236}">
                <a16:creationId xmlns:a16="http://schemas.microsoft.com/office/drawing/2014/main" id="{3C819FC7-6E53-0699-6270-C39487D179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1202" name="Picture 6" descr="f-pict">
            <a:extLst>
              <a:ext uri="{FF2B5EF4-FFF2-40B4-BE49-F238E27FC236}">
                <a16:creationId xmlns:a16="http://schemas.microsoft.com/office/drawing/2014/main" id="{70A4D9E6-84D1-B5ED-6165-22820EB9B0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2950" y="4899025"/>
            <a:ext cx="2371725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3" name="Picture 12" descr="underline_base">
            <a:extLst>
              <a:ext uri="{FF2B5EF4-FFF2-40B4-BE49-F238E27FC236}">
                <a16:creationId xmlns:a16="http://schemas.microsoft.com/office/drawing/2014/main" id="{F0BAA3DB-4BF0-F7D2-8DC3-022DAF2913C7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550" y="857250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4" name="Rectangle 2">
            <a:extLst>
              <a:ext uri="{FF2B5EF4-FFF2-40B4-BE49-F238E27FC236}">
                <a16:creationId xmlns:a16="http://schemas.microsoft.com/office/drawing/2014/main" id="{482BE603-64AD-7CD3-BB25-E94B190F166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228600"/>
            <a:ext cx="8382000" cy="8794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Physical media: coax, fiber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64517" name="Rectangle 3">
            <a:extLst>
              <a:ext uri="{FF2B5EF4-FFF2-40B4-BE49-F238E27FC236}">
                <a16:creationId xmlns:a16="http://schemas.microsoft.com/office/drawing/2014/main" id="{EE677029-E455-2F42-BD1B-97BF10BE8E2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327525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coaxial cable:</a:t>
            </a:r>
            <a:endParaRPr lang="en-US" sz="2400" i="1" dirty="0">
              <a:solidFill>
                <a:srgbClr val="CC0000"/>
              </a:solidFill>
            </a:endParaRP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two concentric copper conductors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bidirectional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broadband: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/>
              <a:t>multiple channels on cable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/>
              <a:t>HFC</a:t>
            </a:r>
          </a:p>
        </p:txBody>
      </p:sp>
      <p:pic>
        <p:nvPicPr>
          <p:cNvPr id="51206" name="Picture 4" descr="coax">
            <a:extLst>
              <a:ext uri="{FF2B5EF4-FFF2-40B4-BE49-F238E27FC236}">
                <a16:creationId xmlns:a16="http://schemas.microsoft.com/office/drawing/2014/main" id="{245ED42D-3DE3-B82B-087E-B5B584DF31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3863975"/>
            <a:ext cx="2501900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7" name="Rectangle 5">
            <a:extLst>
              <a:ext uri="{FF2B5EF4-FFF2-40B4-BE49-F238E27FC236}">
                <a16:creationId xmlns:a16="http://schemas.microsoft.com/office/drawing/2014/main" id="{FECA582F-4136-0CC1-ED64-D9D6ECDA8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1317625"/>
            <a:ext cx="4230688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zh-CN" i="1" dirty="0">
                <a:solidFill>
                  <a:srgbClr val="CC0000"/>
                </a:solidFill>
              </a:rPr>
              <a:t>fiber optic cable:</a:t>
            </a:r>
            <a:endParaRPr lang="en-US" altLang="zh-CN" sz="2400" i="1" dirty="0">
              <a:solidFill>
                <a:srgbClr val="CC0000"/>
              </a:solidFill>
            </a:endParaRPr>
          </a:p>
          <a:p>
            <a:pPr>
              <a:buClr>
                <a:srgbClr val="000099"/>
              </a:buClr>
            </a:pPr>
            <a:r>
              <a:rPr lang="en-US" altLang="zh-CN" sz="2400" dirty="0"/>
              <a:t>glass fiber carrying light pulses, each pulse a bit</a:t>
            </a:r>
          </a:p>
          <a:p>
            <a:pPr>
              <a:buClr>
                <a:srgbClr val="000099"/>
              </a:buClr>
            </a:pPr>
            <a:r>
              <a:rPr lang="en-US" altLang="zh-CN" sz="2400" dirty="0"/>
              <a:t>high-speed operation:</a:t>
            </a:r>
          </a:p>
          <a:p>
            <a:pPr lvl="1">
              <a:buClr>
                <a:srgbClr val="000099"/>
              </a:buClr>
            </a:pPr>
            <a:r>
              <a:rPr lang="en-US" altLang="zh-CN" sz="2000" dirty="0">
                <a:ea typeface="ＭＳ Ｐゴシック" panose="020B0600070205080204" pitchFamily="34" charset="-128"/>
              </a:rPr>
              <a:t>high-speed point-to-point transmission (e.g., 10</a:t>
            </a:r>
            <a:r>
              <a:rPr lang="ja-JP" altLang="en-US" sz="2000">
                <a:ea typeface="ＭＳ Ｐゴシック" panose="020B0600070205080204" pitchFamily="34" charset="-128"/>
              </a:rPr>
              <a:t>’</a:t>
            </a:r>
            <a:r>
              <a:rPr lang="en-US" altLang="ja-JP" sz="2000" dirty="0">
                <a:ea typeface="ＭＳ Ｐゴシック" panose="020B0600070205080204" pitchFamily="34" charset="-128"/>
              </a:rPr>
              <a:t>s-100</a:t>
            </a:r>
            <a:r>
              <a:rPr lang="ja-JP" altLang="en-US" sz="2000">
                <a:ea typeface="ＭＳ Ｐゴシック" panose="020B0600070205080204" pitchFamily="34" charset="-128"/>
              </a:rPr>
              <a:t>’</a:t>
            </a:r>
            <a:r>
              <a:rPr lang="en-US" altLang="ja-JP" sz="2000" dirty="0">
                <a:ea typeface="ＭＳ Ｐゴシック" panose="020B0600070205080204" pitchFamily="34" charset="-128"/>
              </a:rPr>
              <a:t>s Gbps transmission rate)</a:t>
            </a:r>
          </a:p>
          <a:p>
            <a:pPr>
              <a:buClr>
                <a:srgbClr val="000099"/>
              </a:buClr>
            </a:pPr>
            <a:r>
              <a:rPr lang="en-US" altLang="zh-CN" sz="2400" dirty="0"/>
              <a:t>low error rate: </a:t>
            </a:r>
          </a:p>
          <a:p>
            <a:pPr lvl="1">
              <a:buClr>
                <a:srgbClr val="000099"/>
              </a:buClr>
            </a:pPr>
            <a:r>
              <a:rPr lang="en-US" altLang="zh-CN" sz="2000" dirty="0">
                <a:ea typeface="ＭＳ Ｐゴシック" panose="020B0600070205080204" pitchFamily="34" charset="-128"/>
              </a:rPr>
              <a:t>repeaters spaced far apart </a:t>
            </a:r>
          </a:p>
          <a:p>
            <a:pPr lvl="1">
              <a:buClr>
                <a:srgbClr val="000099"/>
              </a:buClr>
            </a:pPr>
            <a:r>
              <a:rPr lang="en-US" altLang="zh-CN" sz="2000" dirty="0">
                <a:ea typeface="ＭＳ Ｐゴシック" panose="020B0600070205080204" pitchFamily="34" charset="-128"/>
              </a:rPr>
              <a:t>immune to electromagnetic noise</a:t>
            </a:r>
          </a:p>
        </p:txBody>
      </p:sp>
      <p:sp>
        <p:nvSpPr>
          <p:cNvPr id="51208" name="Slide Number Placeholder 3">
            <a:extLst>
              <a:ext uri="{FF2B5EF4-FFF2-40B4-BE49-F238E27FC236}">
                <a16:creationId xmlns:a16="http://schemas.microsoft.com/office/drawing/2014/main" id="{8F440F2E-88C8-202C-BDF9-08C57B8218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AB96A8B9-A3F1-B544-8F60-A868888FF51E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C211C41F-2403-9B78-0977-280DCFBFD916}"/>
              </a:ext>
            </a:extLst>
          </p:cNvPr>
          <p:cNvSpPr txBox="1"/>
          <p:nvPr/>
        </p:nvSpPr>
        <p:spPr>
          <a:xfrm>
            <a:off x="2535096" y="1371600"/>
            <a:ext cx="1960704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200" b="1" dirty="0">
                <a:solidFill>
                  <a:schemeClr val="accent2">
                    <a:lumMod val="75000"/>
                  </a:schemeClr>
                </a:solidFill>
                <a:latin typeface="FZKai-Z03" panose="03000509000000000000" pitchFamily="66" charset="-122"/>
                <a:ea typeface="FZKai-Z03" panose="03000509000000000000" pitchFamily="66" charset="-122"/>
              </a:rPr>
              <a:t>同轴电缆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Footer Placeholder 2">
            <a:extLst>
              <a:ext uri="{FF2B5EF4-FFF2-40B4-BE49-F238E27FC236}">
                <a16:creationId xmlns:a16="http://schemas.microsoft.com/office/drawing/2014/main" id="{2344E267-7D6D-AAA5-B67A-5BA723E4DE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200">
                <a:latin typeface="Tahoma" panose="020B0604030504040204" pitchFamily="34" charset="0"/>
                <a:ea typeface="ＭＳ Ｐゴシック" panose="020B0600070205080204" pitchFamily="34" charset="-128"/>
              </a:rPr>
              <a:t>Introduction</a:t>
            </a:r>
          </a:p>
        </p:txBody>
      </p:sp>
      <p:pic>
        <p:nvPicPr>
          <p:cNvPr id="72706" name="Picture 11" descr="underline_base">
            <a:extLst>
              <a:ext uri="{FF2B5EF4-FFF2-40B4-BE49-F238E27FC236}">
                <a16:creationId xmlns:a16="http://schemas.microsoft.com/office/drawing/2014/main" id="{71A72F12-E1D5-64C0-096C-7546ADA6831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001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2">
            <a:extLst>
              <a:ext uri="{FF2B5EF4-FFF2-40B4-BE49-F238E27FC236}">
                <a16:creationId xmlns:a16="http://schemas.microsoft.com/office/drawing/2014/main" id="{C3C74603-DCB1-09DD-83A8-03BE4F937D6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42863"/>
            <a:ext cx="8382000" cy="1143000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宋体" panose="02010600030101010101" pitchFamily="2" charset="-122"/>
              </a:rPr>
              <a:t>Physical media: radio</a:t>
            </a:r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72708" name="Rectangle 3">
            <a:extLst>
              <a:ext uri="{FF2B5EF4-FFF2-40B4-BE49-F238E27FC236}">
                <a16:creationId xmlns:a16="http://schemas.microsoft.com/office/drawing/2014/main" id="{90CDEA42-1283-2DBD-6FFF-1E371207A28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876800"/>
          </a:xfrm>
        </p:spPr>
        <p:txBody>
          <a:bodyPr/>
          <a:lstStyle/>
          <a:p>
            <a:pPr eaLnBrk="1" hangingPunct="1">
              <a:buSzPct val="75000"/>
            </a:pPr>
            <a:r>
              <a:rPr lang="en-US" altLang="zh-CN" sz="2400" dirty="0">
                <a:ea typeface="宋体" panose="02010600030101010101" pitchFamily="2" charset="-122"/>
              </a:rPr>
              <a:t>signal carried in electromagnetic spectrum</a:t>
            </a:r>
          </a:p>
          <a:p>
            <a:pPr eaLnBrk="1" hangingPunct="1">
              <a:buSzPct val="75000"/>
            </a:pPr>
            <a:r>
              <a:rPr lang="en-US" altLang="zh-CN" sz="2400" dirty="0">
                <a:ea typeface="宋体" panose="02010600030101010101" pitchFamily="2" charset="-122"/>
              </a:rPr>
              <a:t>no physical </a:t>
            </a:r>
            <a:r>
              <a:rPr lang="ja-JP" altLang="en-US" sz="2400">
                <a:ea typeface="宋体" panose="02010600030101010101" pitchFamily="2" charset="-122"/>
              </a:rPr>
              <a:t>“</a:t>
            </a:r>
            <a:r>
              <a:rPr lang="en-US" altLang="ja-JP" sz="2400" dirty="0">
                <a:ea typeface="宋体" panose="02010600030101010101" pitchFamily="2" charset="-122"/>
              </a:rPr>
              <a:t>wire</a:t>
            </a:r>
            <a:r>
              <a:rPr lang="ja-JP" altLang="en-US" sz="2400">
                <a:ea typeface="宋体" panose="02010600030101010101" pitchFamily="2" charset="-122"/>
              </a:rPr>
              <a:t>”</a:t>
            </a:r>
            <a:endParaRPr lang="en-US" altLang="ja-JP" sz="2400" dirty="0">
              <a:ea typeface="宋体" panose="02010600030101010101" pitchFamily="2" charset="-122"/>
            </a:endParaRPr>
          </a:p>
          <a:p>
            <a:pPr eaLnBrk="1" hangingPunct="1">
              <a:buSzPct val="75000"/>
            </a:pPr>
            <a:r>
              <a:rPr lang="en-US" altLang="zh-CN" sz="2400" dirty="0">
                <a:ea typeface="宋体" panose="02010600030101010101" pitchFamily="2" charset="-122"/>
              </a:rPr>
              <a:t>bidirectional</a:t>
            </a:r>
          </a:p>
          <a:p>
            <a:pPr eaLnBrk="1" hangingPunct="1">
              <a:buSzPct val="75000"/>
            </a:pPr>
            <a:r>
              <a:rPr lang="en-US" altLang="zh-CN" sz="2400" dirty="0">
                <a:ea typeface="宋体" panose="02010600030101010101" pitchFamily="2" charset="-122"/>
              </a:rPr>
              <a:t>propagation environment effects:</a:t>
            </a:r>
          </a:p>
          <a:p>
            <a:pPr lvl="1" eaLnBrk="1" hangingPunct="1"/>
            <a:r>
              <a:rPr lang="en-US" altLang="zh-CN" dirty="0">
                <a:ea typeface="Arial" panose="020B0604020202020204" pitchFamily="34" charset="0"/>
              </a:rPr>
              <a:t>reflection </a:t>
            </a:r>
          </a:p>
          <a:p>
            <a:pPr lvl="1" eaLnBrk="1" hangingPunct="1"/>
            <a:r>
              <a:rPr lang="en-US" altLang="zh-CN" dirty="0">
                <a:ea typeface="Arial" panose="020B0604020202020204" pitchFamily="34" charset="0"/>
              </a:rPr>
              <a:t>obstruction by objects</a:t>
            </a:r>
          </a:p>
          <a:p>
            <a:pPr lvl="1" eaLnBrk="1" hangingPunct="1"/>
            <a:r>
              <a:rPr lang="en-US" altLang="zh-CN" dirty="0">
                <a:ea typeface="Arial" panose="020B0604020202020204" pitchFamily="34" charset="0"/>
              </a:rPr>
              <a:t>interference</a:t>
            </a:r>
          </a:p>
        </p:txBody>
      </p:sp>
      <p:sp>
        <p:nvSpPr>
          <p:cNvPr id="72709" name="Rectangle 4">
            <a:extLst>
              <a:ext uri="{FF2B5EF4-FFF2-40B4-BE49-F238E27FC236}">
                <a16:creationId xmlns:a16="http://schemas.microsoft.com/office/drawing/2014/main" id="{383FBA2B-DAE9-B502-56B3-362D44BF2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1238250"/>
            <a:ext cx="4457700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kumimoji="0" lang="en-US" altLang="zh-CN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radio link types:</a:t>
            </a:r>
            <a:endParaRPr kumimoji="0" lang="en-US" altLang="zh-CN" sz="24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buSzPct val="75000"/>
            </a:pPr>
            <a:r>
              <a:rPr kumimoji="0" lang="en-US" altLang="zh-CN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terrestrial  microwave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e.g. up to 45 Mbps channels</a:t>
            </a:r>
          </a:p>
          <a:p>
            <a:pPr>
              <a:buSzPct val="75000"/>
            </a:pPr>
            <a:r>
              <a:rPr kumimoji="0" lang="en-US" altLang="zh-CN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LAN</a:t>
            </a:r>
            <a:r>
              <a:rPr kumimoji="0" lang="en-US" altLang="zh-CN" sz="2400" dirty="0">
                <a:ea typeface="ＭＳ Ｐゴシック" panose="020B0600070205080204" pitchFamily="34" charset="-128"/>
              </a:rPr>
              <a:t> (e.g., </a:t>
            </a:r>
            <a:r>
              <a:rPr kumimoji="0" lang="en-US" altLang="zh-CN" sz="2400" dirty="0" err="1">
                <a:ea typeface="ＭＳ Ｐゴシック" panose="020B0600070205080204" pitchFamily="34" charset="-128"/>
              </a:rPr>
              <a:t>WiFi</a:t>
            </a:r>
            <a:r>
              <a:rPr kumimoji="0" lang="en-US" altLang="zh-CN" sz="2400" dirty="0">
                <a:ea typeface="ＭＳ Ｐゴシック" panose="020B0600070205080204" pitchFamily="34" charset="-128"/>
              </a:rPr>
              <a:t>)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11Mbps, 54 Mbps</a:t>
            </a:r>
          </a:p>
          <a:p>
            <a:pPr>
              <a:buSzPct val="75000"/>
            </a:pPr>
            <a:r>
              <a:rPr kumimoji="0" lang="en-US" altLang="zh-CN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wide-area</a:t>
            </a:r>
            <a:r>
              <a:rPr kumimoji="0" lang="en-US" altLang="zh-CN" sz="2400" dirty="0">
                <a:ea typeface="ＭＳ Ｐゴシック" panose="020B0600070205080204" pitchFamily="34" charset="-128"/>
              </a:rPr>
              <a:t> (e.g., cellular)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3G cellular: ~ few Mbps</a:t>
            </a:r>
          </a:p>
          <a:p>
            <a:pPr>
              <a:buSzPct val="75000"/>
            </a:pPr>
            <a:r>
              <a:rPr kumimoji="0" lang="en-US" altLang="zh-CN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satellite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Kbps to 45Mbps channel (or multiple smaller channels)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270 msec end-end delay</a:t>
            </a:r>
          </a:p>
          <a:p>
            <a:pPr lvl="1"/>
            <a:r>
              <a:rPr kumimoji="0" lang="en-US" altLang="zh-CN" sz="2000" dirty="0">
                <a:ea typeface="ＭＳ Ｐゴシック" panose="020B0600070205080204" pitchFamily="34" charset="-128"/>
              </a:rPr>
              <a:t>geosynchronous versus low altitude</a:t>
            </a:r>
          </a:p>
        </p:txBody>
      </p:sp>
      <p:sp>
        <p:nvSpPr>
          <p:cNvPr id="72710" name="Slide Number Placeholder 3">
            <a:extLst>
              <a:ext uri="{FF2B5EF4-FFF2-40B4-BE49-F238E27FC236}">
                <a16:creationId xmlns:a16="http://schemas.microsoft.com/office/drawing/2014/main" id="{9FCE2F2C-65F8-EE1C-2762-30C83C72BC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CN" sz="1200">
                <a:latin typeface="Tahoma" panose="020B0604030504040204" pitchFamily="34" charset="0"/>
                <a:ea typeface="ＭＳ Ｐゴシック" panose="020B0600070205080204" pitchFamily="34" charset="-128"/>
              </a:rPr>
              <a:t>1-</a:t>
            </a:r>
            <a:fld id="{D03A5DE6-2C79-504B-B15E-395032874D1B}" type="slidenum">
              <a:rPr kumimoji="0" lang="en-US" altLang="zh-CN" sz="1200">
                <a:latin typeface="Tahoma" panose="020B0604030504040204" pitchFamily="34" charset="0"/>
                <a:ea typeface="ＭＳ Ｐゴシック" panose="020B0600070205080204" pitchFamily="34" charset="-128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kumimoji="0" lang="en-US" altLang="zh-CN" sz="1200">
              <a:latin typeface="Tahoma" panose="020B0604030504040204" pitchFamily="34" charset="0"/>
              <a:ea typeface="ＭＳ Ｐゴシック" panose="020B0600070205080204" pitchFamily="34" charset="-128"/>
            </a:endParaRPr>
          </a:p>
        </p:txBody>
      </p:sp>
      <p:cxnSp>
        <p:nvCxnSpPr>
          <p:cNvPr id="3" name="直线箭头连接符 2">
            <a:extLst>
              <a:ext uri="{FF2B5EF4-FFF2-40B4-BE49-F238E27FC236}">
                <a16:creationId xmlns:a16="http://schemas.microsoft.com/office/drawing/2014/main" id="{2ACA09E1-52BE-E378-04FD-4C5A19C173E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668963" y="947738"/>
            <a:ext cx="627062" cy="858837"/>
          </a:xfrm>
          <a:prstGeom prst="straightConnector1">
            <a:avLst/>
          </a:prstGeom>
          <a:noFill/>
          <a:ln w="25400">
            <a:solidFill>
              <a:srgbClr val="2D2DB9"/>
            </a:solidFill>
            <a:round/>
            <a:headEnd/>
            <a:tailEnd type="arrow" w="med" len="med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</p:cxnSp>
      <p:sp>
        <p:nvSpPr>
          <p:cNvPr id="72712" name="矩形 3">
            <a:extLst>
              <a:ext uri="{FF2B5EF4-FFF2-40B4-BE49-F238E27FC236}">
                <a16:creationId xmlns:a16="http://schemas.microsoft.com/office/drawing/2014/main" id="{26773EBD-C07A-4B9E-5BC3-816675DEE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900" y="604838"/>
            <a:ext cx="9540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b="1">
                <a:solidFill>
                  <a:srgbClr val="8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地球的</a:t>
            </a:r>
          </a:p>
        </p:txBody>
      </p:sp>
      <p:cxnSp>
        <p:nvCxnSpPr>
          <p:cNvPr id="11" name="直线箭头连接符 10">
            <a:extLst>
              <a:ext uri="{FF2B5EF4-FFF2-40B4-BE49-F238E27FC236}">
                <a16:creationId xmlns:a16="http://schemas.microsoft.com/office/drawing/2014/main" id="{E3D07A76-0E3D-6081-EC08-57415338000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960688" y="4516438"/>
            <a:ext cx="615950" cy="563562"/>
          </a:xfrm>
          <a:prstGeom prst="straightConnector1">
            <a:avLst/>
          </a:prstGeom>
          <a:noFill/>
          <a:ln w="25400">
            <a:solidFill>
              <a:srgbClr val="2D2DB9"/>
            </a:solidFill>
            <a:round/>
            <a:headEnd/>
            <a:tailEnd type="arrow" w="med" len="med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</p:cxnSp>
      <p:sp>
        <p:nvSpPr>
          <p:cNvPr id="72714" name="矩形 12">
            <a:extLst>
              <a:ext uri="{FF2B5EF4-FFF2-40B4-BE49-F238E27FC236}">
                <a16:creationId xmlns:a16="http://schemas.microsoft.com/office/drawing/2014/main" id="{8A2E03B8-893E-1FCD-3B4A-D3258957F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2163" y="5138738"/>
            <a:ext cx="7096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b="1">
                <a:solidFill>
                  <a:srgbClr val="8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干扰</a:t>
            </a:r>
          </a:p>
        </p:txBody>
      </p:sp>
      <p:sp>
        <p:nvSpPr>
          <p:cNvPr id="72715" name="矩形 5">
            <a:extLst>
              <a:ext uri="{FF2B5EF4-FFF2-40B4-BE49-F238E27FC236}">
                <a16:creationId xmlns:a16="http://schemas.microsoft.com/office/drawing/2014/main" id="{FBF32F9B-4E80-3B9E-8CA7-60DA26131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8888" y="5988050"/>
            <a:ext cx="1468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zh-CN" altLang="en-US" sz="2000" b="1">
                <a:solidFill>
                  <a:srgbClr val="800000"/>
                </a:solidFill>
                <a:latin typeface="华文楷体" panose="02010600040101010101" pitchFamily="2" charset="-122"/>
                <a:ea typeface="华文楷体" panose="02010600040101010101" pitchFamily="2" charset="-122"/>
              </a:rPr>
              <a:t>对地同步的</a:t>
            </a:r>
            <a:endParaRPr kumimoji="0" lang="zh-CN" altLang="en-US" sz="2000">
              <a:solidFill>
                <a:srgbClr val="800000"/>
              </a:solidFill>
              <a:latin typeface="华文楷体" panose="02010600040101010101" pitchFamily="2" charset="-122"/>
              <a:ea typeface="华文楷体" panose="02010600040101010101" pitchFamily="2" charset="-122"/>
            </a:endParaRPr>
          </a:p>
        </p:txBody>
      </p:sp>
      <p:cxnSp>
        <p:nvCxnSpPr>
          <p:cNvPr id="15" name="直线箭头连接符 14">
            <a:extLst>
              <a:ext uri="{FF2B5EF4-FFF2-40B4-BE49-F238E27FC236}">
                <a16:creationId xmlns:a16="http://schemas.microsoft.com/office/drawing/2014/main" id="{E339E4BA-FDB4-C7FE-02B4-CF14F0287DD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296025" y="5438775"/>
            <a:ext cx="376238" cy="608013"/>
          </a:xfrm>
          <a:prstGeom prst="straightConnector1">
            <a:avLst/>
          </a:prstGeom>
          <a:noFill/>
          <a:ln w="25400">
            <a:solidFill>
              <a:srgbClr val="2D2DB9"/>
            </a:solidFill>
            <a:round/>
            <a:headEnd/>
            <a:tailEnd type="arrow" w="med" len="med"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Footer Placeholder 6">
            <a:extLst>
              <a:ext uri="{FF2B5EF4-FFF2-40B4-BE49-F238E27FC236}">
                <a16:creationId xmlns:a16="http://schemas.microsoft.com/office/drawing/2014/main" id="{115EAD59-C24F-AD46-F5E1-BF218B0E97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5298" name="Picture 2" descr="underline_base">
            <a:extLst>
              <a:ext uri="{FF2B5EF4-FFF2-40B4-BE49-F238E27FC236}">
                <a16:creationId xmlns:a16="http://schemas.microsoft.com/office/drawing/2014/main" id="{90A66CCB-0318-196C-86F3-2AF6E67B849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299" name="Rectangle 2">
            <a:extLst>
              <a:ext uri="{FF2B5EF4-FFF2-40B4-BE49-F238E27FC236}">
                <a16:creationId xmlns:a16="http://schemas.microsoft.com/office/drawing/2014/main" id="{63847587-ABAF-D3E8-9F9F-2EAC230777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55300" name="Rectangle 3">
            <a:extLst>
              <a:ext uri="{FF2B5EF4-FFF2-40B4-BE49-F238E27FC236}">
                <a16:creationId xmlns:a16="http://schemas.microsoft.com/office/drawing/2014/main" id="{0022D6DE-F2CB-30B7-0CEF-0613FC37120B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730250" y="1406525"/>
            <a:ext cx="8207375" cy="4648200"/>
          </a:xfrm>
        </p:spPr>
        <p:txBody>
          <a:bodyPr/>
          <a:lstStyle/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>
                <a:solidFill>
                  <a:srgbClr val="000099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1.2</a:t>
            </a:r>
            <a:r>
              <a:rPr lang="en-US" altLang="zh-CN" sz="2800">
                <a:ea typeface="宋体" panose="02010600030101010101" pitchFamily="2" charset="-122"/>
              </a:rPr>
              <a:t> network edge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</a:pPr>
            <a:r>
              <a:rPr lang="en-US" altLang="zh-CN" sz="2400"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CC0000"/>
                </a:solidFill>
                <a:ea typeface="宋体" panose="02010600030101010101" pitchFamily="2" charset="-122"/>
              </a:rPr>
              <a:t>1.3 network core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</a:pPr>
            <a:r>
              <a:rPr lang="en-US" altLang="zh-CN" sz="2400">
                <a:solidFill>
                  <a:srgbClr val="CC0000"/>
                </a:solidFill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1.4 </a:t>
            </a:r>
            <a:r>
              <a:rPr lang="en-US" altLang="zh-CN" sz="2800">
                <a:ea typeface="宋体" panose="02010600030101010101" pitchFamily="2" charset="-122"/>
              </a:rPr>
              <a:t>delay, loss, throughput in networks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1.5</a:t>
            </a:r>
            <a:r>
              <a:rPr lang="en-US" altLang="zh-CN" sz="2800">
                <a:ea typeface="宋体" panose="02010600030101010101" pitchFamily="2" charset="-122"/>
              </a:rPr>
              <a:t> protocol layers, service models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1.6</a:t>
            </a:r>
            <a:r>
              <a:rPr lang="en-US" altLang="zh-CN" sz="2800">
                <a:ea typeface="宋体" panose="02010600030101010101" pitchFamily="2" charset="-122"/>
              </a:rPr>
              <a:t> networks under attack: security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1.7</a:t>
            </a:r>
            <a:r>
              <a:rPr lang="en-US" altLang="zh-CN" sz="2800">
                <a:ea typeface="宋体" panose="02010600030101010101" pitchFamily="2" charset="-122"/>
              </a:rPr>
              <a:t> history</a:t>
            </a:r>
          </a:p>
          <a:p>
            <a:pPr eaLnBrk="1" hangingPunct="1"/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55301" name="Slide Number Placeholder 3">
            <a:extLst>
              <a:ext uri="{FF2B5EF4-FFF2-40B4-BE49-F238E27FC236}">
                <a16:creationId xmlns:a16="http://schemas.microsoft.com/office/drawing/2014/main" id="{E387F1DF-6279-65EC-3796-B042153E4F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F7D5085D-9BA7-4845-941A-BD00D43FA0A8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Footer Placeholder 2">
            <a:extLst>
              <a:ext uri="{FF2B5EF4-FFF2-40B4-BE49-F238E27FC236}">
                <a16:creationId xmlns:a16="http://schemas.microsoft.com/office/drawing/2014/main" id="{6F12A513-5B67-5B6E-BB69-DDE51DB766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57346" name="Rectangle 3">
            <a:extLst>
              <a:ext uri="{FF2B5EF4-FFF2-40B4-BE49-F238E27FC236}">
                <a16:creationId xmlns:a16="http://schemas.microsoft.com/office/drawing/2014/main" id="{003AD50D-4324-542B-2B73-DDA370BE1FD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0213" y="1670050"/>
            <a:ext cx="4271962" cy="46482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mesh of interconnected routers</a:t>
            </a:r>
          </a:p>
          <a:p>
            <a:pPr eaLnBrk="1" hangingPunct="1"/>
            <a:r>
              <a:rPr lang="en-US" altLang="zh-CN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hosts break application-layer messages into </a:t>
            </a: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 eaLnBrk="1" hangingPunct="1"/>
            <a:r>
              <a:rPr lang="en-US" altLang="zh-CN">
                <a:ea typeface="宋体" panose="02010600030101010101" pitchFamily="2" charset="-122"/>
              </a:rPr>
              <a:t>forward packets</a:t>
            </a:r>
            <a:r>
              <a:rPr lang="en-US" altLang="zh-CN" i="1">
                <a:ea typeface="宋体" panose="02010600030101010101" pitchFamily="2" charset="-122"/>
              </a:rPr>
              <a:t> </a:t>
            </a:r>
            <a:r>
              <a:rPr lang="en-US" altLang="zh-CN">
                <a:ea typeface="宋体" panose="02010600030101010101" pitchFamily="2" charset="-122"/>
              </a:rPr>
              <a:t>from one router to the next, across links on path from source to destination</a:t>
            </a:r>
          </a:p>
          <a:p>
            <a:pPr lvl="1" eaLnBrk="1" hangingPunct="1"/>
            <a:r>
              <a:rPr lang="en-US" altLang="zh-CN">
                <a:ea typeface="宋体" panose="02010600030101010101" pitchFamily="2" charset="-122"/>
              </a:rPr>
              <a:t>each packet transmitted at full link capacity</a:t>
            </a:r>
          </a:p>
        </p:txBody>
      </p:sp>
      <p:sp>
        <p:nvSpPr>
          <p:cNvPr id="57347" name="Rectangle 2">
            <a:extLst>
              <a:ext uri="{FF2B5EF4-FFF2-40B4-BE49-F238E27FC236}">
                <a16:creationId xmlns:a16="http://schemas.microsoft.com/office/drawing/2014/main" id="{6B21B154-325E-E753-015C-D58065B0C53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The network core</a:t>
            </a:r>
          </a:p>
        </p:txBody>
      </p:sp>
      <p:sp>
        <p:nvSpPr>
          <p:cNvPr id="57348" name="Freeform 637">
            <a:extLst>
              <a:ext uri="{FF2B5EF4-FFF2-40B4-BE49-F238E27FC236}">
                <a16:creationId xmlns:a16="http://schemas.microsoft.com/office/drawing/2014/main" id="{DFFAE443-3162-4748-F752-8E5A3D16FBDB}"/>
              </a:ext>
            </a:extLst>
          </p:cNvPr>
          <p:cNvSpPr>
            <a:spLocks/>
          </p:cNvSpPr>
          <p:nvPr/>
        </p:nvSpPr>
        <p:spPr bwMode="auto">
          <a:xfrm>
            <a:off x="5202238" y="1712913"/>
            <a:ext cx="1736725" cy="1071562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7349" name="Group 638">
            <a:extLst>
              <a:ext uri="{FF2B5EF4-FFF2-40B4-BE49-F238E27FC236}">
                <a16:creationId xmlns:a16="http://schemas.microsoft.com/office/drawing/2014/main" id="{5D0F8F99-BB0F-065F-D90E-8EAE59EB1E58}"/>
              </a:ext>
            </a:extLst>
          </p:cNvPr>
          <p:cNvGrpSpPr>
            <a:grpSpLocks/>
          </p:cNvGrpSpPr>
          <p:nvPr/>
        </p:nvGrpSpPr>
        <p:grpSpPr bwMode="auto">
          <a:xfrm>
            <a:off x="5370513" y="3048000"/>
            <a:ext cx="1458912" cy="933450"/>
            <a:chOff x="2889" y="1631"/>
            <a:chExt cx="980" cy="743"/>
          </a:xfrm>
        </p:grpSpPr>
        <p:sp>
          <p:nvSpPr>
            <p:cNvPr id="57897" name="Rectangle 639">
              <a:extLst>
                <a:ext uri="{FF2B5EF4-FFF2-40B4-BE49-F238E27FC236}">
                  <a16:creationId xmlns:a16="http://schemas.microsoft.com/office/drawing/2014/main" id="{6EDD7C38-CDFA-9DC2-6B59-E4CC3E557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898" name="AutoShape 640">
              <a:extLst>
                <a:ext uri="{FF2B5EF4-FFF2-40B4-BE49-F238E27FC236}">
                  <a16:creationId xmlns:a16="http://schemas.microsoft.com/office/drawing/2014/main" id="{3023713C-A2EA-E7A8-43B2-B83EBE471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57350" name="Freeform 641">
            <a:extLst>
              <a:ext uri="{FF2B5EF4-FFF2-40B4-BE49-F238E27FC236}">
                <a16:creationId xmlns:a16="http://schemas.microsoft.com/office/drawing/2014/main" id="{3DF4692B-F81D-7FEF-6F53-FF77E59F6327}"/>
              </a:ext>
            </a:extLst>
          </p:cNvPr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2147483646 w 2032"/>
              <a:gd name="T1" fmla="*/ 2147483646 h 1049"/>
              <a:gd name="T2" fmla="*/ 2147483646 w 2032"/>
              <a:gd name="T3" fmla="*/ 2147483646 h 1049"/>
              <a:gd name="T4" fmla="*/ 2147483646 w 2032"/>
              <a:gd name="T5" fmla="*/ 2147483646 h 1049"/>
              <a:gd name="T6" fmla="*/ 2147483646 w 2032"/>
              <a:gd name="T7" fmla="*/ 2147483646 h 1049"/>
              <a:gd name="T8" fmla="*/ 2147483646 w 2032"/>
              <a:gd name="T9" fmla="*/ 2147483646 h 1049"/>
              <a:gd name="T10" fmla="*/ 2147483646 w 2032"/>
              <a:gd name="T11" fmla="*/ 2147483646 h 1049"/>
              <a:gd name="T12" fmla="*/ 2147483646 w 2032"/>
              <a:gd name="T13" fmla="*/ 2147483646 h 1049"/>
              <a:gd name="T14" fmla="*/ 2147483646 w 2032"/>
              <a:gd name="T15" fmla="*/ 2147483646 h 1049"/>
              <a:gd name="T16" fmla="*/ 2147483646 w 2032"/>
              <a:gd name="T17" fmla="*/ 2147483646 h 1049"/>
              <a:gd name="T18" fmla="*/ 2147483646 w 2032"/>
              <a:gd name="T19" fmla="*/ 2147483646 h 1049"/>
              <a:gd name="T20" fmla="*/ 2147483646 w 2032"/>
              <a:gd name="T21" fmla="*/ 2147483646 h 1049"/>
              <a:gd name="T22" fmla="*/ 2147483646 w 2032"/>
              <a:gd name="T23" fmla="*/ 2147483646 h 1049"/>
              <a:gd name="T24" fmla="*/ 2147483646 w 2032"/>
              <a:gd name="T25" fmla="*/ 2147483646 h 1049"/>
              <a:gd name="T26" fmla="*/ 2147483646 w 2032"/>
              <a:gd name="T27" fmla="*/ 2147483646 h 1049"/>
              <a:gd name="T28" fmla="*/ 2147483646 w 2032"/>
              <a:gd name="T29" fmla="*/ 2147483646 h 1049"/>
              <a:gd name="T30" fmla="*/ 2147483646 w 2032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1" name="Line 642">
            <a:extLst>
              <a:ext uri="{FF2B5EF4-FFF2-40B4-BE49-F238E27FC236}">
                <a16:creationId xmlns:a16="http://schemas.microsoft.com/office/drawing/2014/main" id="{62D674DA-5F4B-D45A-9891-0109F54202A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45425" y="5162551"/>
            <a:ext cx="523875" cy="1397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52" name="Line 643">
            <a:extLst>
              <a:ext uri="{FF2B5EF4-FFF2-40B4-BE49-F238E27FC236}">
                <a16:creationId xmlns:a16="http://schemas.microsoft.com/office/drawing/2014/main" id="{1746DBC0-41E6-E240-EACB-583E079EB9E9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53" name="Line 644">
            <a:extLst>
              <a:ext uri="{FF2B5EF4-FFF2-40B4-BE49-F238E27FC236}">
                <a16:creationId xmlns:a16="http://schemas.microsoft.com/office/drawing/2014/main" id="{48ED9344-409A-5733-3EC0-BD773C53345A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8177213" y="5119688"/>
            <a:ext cx="0" cy="1143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54" name="Line 646">
            <a:extLst>
              <a:ext uri="{FF2B5EF4-FFF2-40B4-BE49-F238E27FC236}">
                <a16:creationId xmlns:a16="http://schemas.microsoft.com/office/drawing/2014/main" id="{475413B9-55DC-F050-7C72-17D1DAD405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0763" y="4776788"/>
            <a:ext cx="212725" cy="984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5" name="Line 647">
            <a:extLst>
              <a:ext uri="{FF2B5EF4-FFF2-40B4-BE49-F238E27FC236}">
                <a16:creationId xmlns:a16="http://schemas.microsoft.com/office/drawing/2014/main" id="{ADE39605-5C8C-34A6-459C-730D4BCE36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5040313"/>
            <a:ext cx="390525" cy="730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6" name="Line 650">
            <a:extLst>
              <a:ext uri="{FF2B5EF4-FFF2-40B4-BE49-F238E27FC236}">
                <a16:creationId xmlns:a16="http://schemas.microsoft.com/office/drawing/2014/main" id="{9C5F835B-6E59-6292-8962-B5A30A7712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7450" y="5087938"/>
            <a:ext cx="103188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7" name="Line 651">
            <a:extLst>
              <a:ext uri="{FF2B5EF4-FFF2-40B4-BE49-F238E27FC236}">
                <a16:creationId xmlns:a16="http://schemas.microsoft.com/office/drawing/2014/main" id="{E58AE16A-08E0-8B45-23D1-DDB04CF239E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48438" y="5100638"/>
            <a:ext cx="114300" cy="1730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8" name="Line 652">
            <a:extLst>
              <a:ext uri="{FF2B5EF4-FFF2-40B4-BE49-F238E27FC236}">
                <a16:creationId xmlns:a16="http://schemas.microsoft.com/office/drawing/2014/main" id="{A7C9A9A3-76FB-DE91-AE51-2CB38A8D45C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43700" y="5056188"/>
            <a:ext cx="503238" cy="2698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59" name="Line 654">
            <a:extLst>
              <a:ext uri="{FF2B5EF4-FFF2-40B4-BE49-F238E27FC236}">
                <a16:creationId xmlns:a16="http://schemas.microsoft.com/office/drawing/2014/main" id="{EF0FB399-72E0-EC63-F49C-2C8E8E6D25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6788" y="3582988"/>
            <a:ext cx="234950" cy="74612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0" name="Line 655">
            <a:extLst>
              <a:ext uri="{FF2B5EF4-FFF2-40B4-BE49-F238E27FC236}">
                <a16:creationId xmlns:a16="http://schemas.microsoft.com/office/drawing/2014/main" id="{64021745-B15B-E7E8-A27E-5610907640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7361" name="Group 656">
            <a:extLst>
              <a:ext uri="{FF2B5EF4-FFF2-40B4-BE49-F238E27FC236}">
                <a16:creationId xmlns:a16="http://schemas.microsoft.com/office/drawing/2014/main" id="{8BA7019C-EF3D-B1B1-5EAD-C4E262058BAD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3503613"/>
            <a:ext cx="506412" cy="352425"/>
            <a:chOff x="2967" y="478"/>
            <a:chExt cx="788" cy="625"/>
          </a:xfrm>
        </p:grpSpPr>
        <p:pic>
          <p:nvPicPr>
            <p:cNvPr id="57895" name="Picture 657" descr="access_point_stylized_small">
              <a:extLst>
                <a:ext uri="{FF2B5EF4-FFF2-40B4-BE49-F238E27FC236}">
                  <a16:creationId xmlns:a16="http://schemas.microsoft.com/office/drawing/2014/main" id="{C1F6B268-4883-FB55-6EC0-E226A5C50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896" name="Picture 658" descr="antenna_radiation_stylized">
              <a:extLst>
                <a:ext uri="{FF2B5EF4-FFF2-40B4-BE49-F238E27FC236}">
                  <a16:creationId xmlns:a16="http://schemas.microsoft.com/office/drawing/2014/main" id="{768A92C6-5CCC-304E-C70F-AA6AD30260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62" name="Freeform 659">
            <a:extLst>
              <a:ext uri="{FF2B5EF4-FFF2-40B4-BE49-F238E27FC236}">
                <a16:creationId xmlns:a16="http://schemas.microsoft.com/office/drawing/2014/main" id="{4A3F7FE2-3172-226B-B7AD-E1FE5873D51D}"/>
              </a:ext>
            </a:extLst>
          </p:cNvPr>
          <p:cNvSpPr>
            <a:spLocks/>
          </p:cNvSpPr>
          <p:nvPr/>
        </p:nvSpPr>
        <p:spPr bwMode="auto">
          <a:xfrm>
            <a:off x="6919913" y="3476625"/>
            <a:ext cx="1470025" cy="765175"/>
          </a:xfrm>
          <a:custGeom>
            <a:avLst/>
            <a:gdLst>
              <a:gd name="T0" fmla="*/ 2147483646 w 828"/>
              <a:gd name="T1" fmla="*/ 2147483646 h 425"/>
              <a:gd name="T2" fmla="*/ 2147483646 w 828"/>
              <a:gd name="T3" fmla="*/ 2147483646 h 425"/>
              <a:gd name="T4" fmla="*/ 2147483646 w 828"/>
              <a:gd name="T5" fmla="*/ 2147483646 h 425"/>
              <a:gd name="T6" fmla="*/ 2147483646 w 828"/>
              <a:gd name="T7" fmla="*/ 2147483646 h 425"/>
              <a:gd name="T8" fmla="*/ 2147483646 w 828"/>
              <a:gd name="T9" fmla="*/ 2147483646 h 425"/>
              <a:gd name="T10" fmla="*/ 2147483646 w 828"/>
              <a:gd name="T11" fmla="*/ 2147483646 h 425"/>
              <a:gd name="T12" fmla="*/ 2147483646 w 828"/>
              <a:gd name="T13" fmla="*/ 2147483646 h 425"/>
              <a:gd name="T14" fmla="*/ 2147483646 w 828"/>
              <a:gd name="T15" fmla="*/ 2147483646 h 425"/>
              <a:gd name="T16" fmla="*/ 2147483646 w 828"/>
              <a:gd name="T17" fmla="*/ 2147483646 h 425"/>
              <a:gd name="T18" fmla="*/ 2147483646 w 828"/>
              <a:gd name="T19" fmla="*/ 2147483646 h 425"/>
              <a:gd name="T20" fmla="*/ 2147483646 w 828"/>
              <a:gd name="T21" fmla="*/ 2147483646 h 425"/>
              <a:gd name="T22" fmla="*/ 2147483646 w 828"/>
              <a:gd name="T23" fmla="*/ 2147483646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3" name="Freeform 660">
            <a:extLst>
              <a:ext uri="{FF2B5EF4-FFF2-40B4-BE49-F238E27FC236}">
                <a16:creationId xmlns:a16="http://schemas.microsoft.com/office/drawing/2014/main" id="{BE676B31-9FED-C766-B0A4-0C6073851086}"/>
              </a:ext>
            </a:extLst>
          </p:cNvPr>
          <p:cNvSpPr>
            <a:spLocks/>
          </p:cNvSpPr>
          <p:nvPr/>
        </p:nvSpPr>
        <p:spPr bwMode="auto">
          <a:xfrm>
            <a:off x="6883400" y="2128838"/>
            <a:ext cx="1730375" cy="1125537"/>
          </a:xfrm>
          <a:custGeom>
            <a:avLst/>
            <a:gdLst>
              <a:gd name="T0" fmla="*/ 2147483646 w 765"/>
              <a:gd name="T1" fmla="*/ 2147483646 h 459"/>
              <a:gd name="T2" fmla="*/ 2147483646 w 765"/>
              <a:gd name="T3" fmla="*/ 2147483646 h 459"/>
              <a:gd name="T4" fmla="*/ 2147483646 w 765"/>
              <a:gd name="T5" fmla="*/ 2147483646 h 459"/>
              <a:gd name="T6" fmla="*/ 2147483646 w 765"/>
              <a:gd name="T7" fmla="*/ 2147483646 h 459"/>
              <a:gd name="T8" fmla="*/ 2147483646 w 765"/>
              <a:gd name="T9" fmla="*/ 2147483646 h 459"/>
              <a:gd name="T10" fmla="*/ 2147483646 w 765"/>
              <a:gd name="T11" fmla="*/ 2147483646 h 459"/>
              <a:gd name="T12" fmla="*/ 2147483646 w 765"/>
              <a:gd name="T13" fmla="*/ 2147483646 h 459"/>
              <a:gd name="T14" fmla="*/ 2147483646 w 765"/>
              <a:gd name="T15" fmla="*/ 2147483646 h 459"/>
              <a:gd name="T16" fmla="*/ 2147483646 w 765"/>
              <a:gd name="T17" fmla="*/ 2147483646 h 459"/>
              <a:gd name="T18" fmla="*/ 2147483646 w 765"/>
              <a:gd name="T19" fmla="*/ 2147483646 h 459"/>
              <a:gd name="T20" fmla="*/ 2147483646 w 765"/>
              <a:gd name="T21" fmla="*/ 2147483646 h 459"/>
              <a:gd name="T22" fmla="*/ 2147483646 w 765"/>
              <a:gd name="T23" fmla="*/ 2147483646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4" name="Line 661">
            <a:extLst>
              <a:ext uri="{FF2B5EF4-FFF2-40B4-BE49-F238E27FC236}">
                <a16:creationId xmlns:a16="http://schemas.microsoft.com/office/drawing/2014/main" id="{37604E03-86E8-7BCE-84C6-59B5D9F184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163" y="3816350"/>
            <a:ext cx="163512" cy="1206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5" name="Line 662">
            <a:extLst>
              <a:ext uri="{FF2B5EF4-FFF2-40B4-BE49-F238E27FC236}">
                <a16:creationId xmlns:a16="http://schemas.microsoft.com/office/drawing/2014/main" id="{B60EB1D0-EE8F-914B-ACD8-D07679CF2A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000" y="3736975"/>
            <a:ext cx="279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6" name="Line 663">
            <a:extLst>
              <a:ext uri="{FF2B5EF4-FFF2-40B4-BE49-F238E27FC236}">
                <a16:creationId xmlns:a16="http://schemas.microsoft.com/office/drawing/2014/main" id="{6872925B-7D27-6A1F-79C8-691E136048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29538" y="3822700"/>
            <a:ext cx="134937" cy="1047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7" name="Line 664">
            <a:extLst>
              <a:ext uri="{FF2B5EF4-FFF2-40B4-BE49-F238E27FC236}">
                <a16:creationId xmlns:a16="http://schemas.microsoft.com/office/drawing/2014/main" id="{00402216-367A-CA92-6A32-CF6687CF4B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2590800"/>
            <a:ext cx="509587" cy="3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8" name="Line 665">
            <a:extLst>
              <a:ext uri="{FF2B5EF4-FFF2-40B4-BE49-F238E27FC236}">
                <a16:creationId xmlns:a16="http://schemas.microsoft.com/office/drawing/2014/main" id="{EED34AFA-808A-2ACE-1EE9-5FC7BEDB8F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9" name="Line 666">
            <a:extLst>
              <a:ext uri="{FF2B5EF4-FFF2-40B4-BE49-F238E27FC236}">
                <a16:creationId xmlns:a16="http://schemas.microsoft.com/office/drawing/2014/main" id="{D1B97854-F82A-91D0-4F04-DF4A12645E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37350" y="4687888"/>
            <a:ext cx="322263" cy="1984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0" name="Line 667">
            <a:extLst>
              <a:ext uri="{FF2B5EF4-FFF2-40B4-BE49-F238E27FC236}">
                <a16:creationId xmlns:a16="http://schemas.microsoft.com/office/drawing/2014/main" id="{B06B5A4E-7999-0F69-55FD-8D300F24C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1" name="Line 668">
            <a:extLst>
              <a:ext uri="{FF2B5EF4-FFF2-40B4-BE49-F238E27FC236}">
                <a16:creationId xmlns:a16="http://schemas.microsoft.com/office/drawing/2014/main" id="{1E384650-1213-CFAF-7ADD-1A7CB2F250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2" name="Line 669">
            <a:extLst>
              <a:ext uri="{FF2B5EF4-FFF2-40B4-BE49-F238E27FC236}">
                <a16:creationId xmlns:a16="http://schemas.microsoft.com/office/drawing/2014/main" id="{2AD55519-C662-7E98-8B1D-1EC65EE041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3" name="Line 670">
            <a:extLst>
              <a:ext uri="{FF2B5EF4-FFF2-40B4-BE49-F238E27FC236}">
                <a16:creationId xmlns:a16="http://schemas.microsoft.com/office/drawing/2014/main" id="{1EEF89BB-E2A1-CC29-949D-EAE2C94299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0313" y="2562225"/>
            <a:ext cx="263525" cy="2889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4" name="Line 671">
            <a:extLst>
              <a:ext uri="{FF2B5EF4-FFF2-40B4-BE49-F238E27FC236}">
                <a16:creationId xmlns:a16="http://schemas.microsoft.com/office/drawing/2014/main" id="{EFDF62B7-90AB-1E19-1109-1707B2FC01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5" name="Line 672">
            <a:extLst>
              <a:ext uri="{FF2B5EF4-FFF2-40B4-BE49-F238E27FC236}">
                <a16:creationId xmlns:a16="http://schemas.microsoft.com/office/drawing/2014/main" id="{02B7CD65-2984-03A5-73DD-497D423AD5D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6188" y="2870200"/>
            <a:ext cx="188912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6" name="Line 673">
            <a:extLst>
              <a:ext uri="{FF2B5EF4-FFF2-40B4-BE49-F238E27FC236}">
                <a16:creationId xmlns:a16="http://schemas.microsoft.com/office/drawing/2014/main" id="{ED7F8E0A-3207-01FB-AFDC-A4CB521645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0225" y="2860675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7" name="Line 674">
            <a:extLst>
              <a:ext uri="{FF2B5EF4-FFF2-40B4-BE49-F238E27FC236}">
                <a16:creationId xmlns:a16="http://schemas.microsoft.com/office/drawing/2014/main" id="{211BBC6A-3335-1E71-0950-0F78BD608A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9325" y="2936875"/>
            <a:ext cx="98425" cy="704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8" name="Line 675">
            <a:extLst>
              <a:ext uri="{FF2B5EF4-FFF2-40B4-BE49-F238E27FC236}">
                <a16:creationId xmlns:a16="http://schemas.microsoft.com/office/drawing/2014/main" id="{D340015A-A2D3-AF07-A266-CB7D582656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9" name="Line 676">
            <a:extLst>
              <a:ext uri="{FF2B5EF4-FFF2-40B4-BE49-F238E27FC236}">
                <a16:creationId xmlns:a16="http://schemas.microsoft.com/office/drawing/2014/main" id="{CCD7D6FF-A553-65B5-00A4-1EDDD7A1FC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2338" y="4078288"/>
            <a:ext cx="227012" cy="4365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0" name="Line 677">
            <a:extLst>
              <a:ext uri="{FF2B5EF4-FFF2-40B4-BE49-F238E27FC236}">
                <a16:creationId xmlns:a16="http://schemas.microsoft.com/office/drawing/2014/main" id="{C0E37388-2CB1-2619-CA20-E354860E5A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7381" name="Group 678">
            <a:extLst>
              <a:ext uri="{FF2B5EF4-FFF2-40B4-BE49-F238E27FC236}">
                <a16:creationId xmlns:a16="http://schemas.microsoft.com/office/drawing/2014/main" id="{00F4EEA0-86B3-E312-C415-5AC6712FD4DA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1846263"/>
            <a:ext cx="468312" cy="620712"/>
            <a:chOff x="1653" y="3023"/>
            <a:chExt cx="622" cy="911"/>
          </a:xfrm>
        </p:grpSpPr>
        <p:sp>
          <p:nvSpPr>
            <p:cNvPr id="57878" name="Line 270">
              <a:extLst>
                <a:ext uri="{FF2B5EF4-FFF2-40B4-BE49-F238E27FC236}">
                  <a16:creationId xmlns:a16="http://schemas.microsoft.com/office/drawing/2014/main" id="{9854086D-89B0-904A-FA36-0232C7F07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66" y="3287"/>
              <a:ext cx="188" cy="586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79" name="Line 271">
              <a:extLst>
                <a:ext uri="{FF2B5EF4-FFF2-40B4-BE49-F238E27FC236}">
                  <a16:creationId xmlns:a16="http://schemas.microsoft.com/office/drawing/2014/main" id="{A529934D-F495-D94F-573F-C082B09715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287"/>
              <a:ext cx="188" cy="58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0" name="Line 272">
              <a:extLst>
                <a:ext uri="{FF2B5EF4-FFF2-40B4-BE49-F238E27FC236}">
                  <a16:creationId xmlns:a16="http://schemas.microsoft.com/office/drawing/2014/main" id="{B71B80E9-3EC5-FBCD-9044-CA103BEBE2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1" name="Line 273">
              <a:extLst>
                <a:ext uri="{FF2B5EF4-FFF2-40B4-BE49-F238E27FC236}">
                  <a16:creationId xmlns:a16="http://schemas.microsoft.com/office/drawing/2014/main" id="{5CE86479-9007-FCE8-245C-04E891CB6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4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2" name="Line 274">
              <a:extLst>
                <a:ext uri="{FF2B5EF4-FFF2-40B4-BE49-F238E27FC236}">
                  <a16:creationId xmlns:a16="http://schemas.microsoft.com/office/drawing/2014/main" id="{73DDCBDA-6216-2DF3-6890-717E95940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300"/>
              <a:ext cx="0" cy="63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3" name="Line 275">
              <a:extLst>
                <a:ext uri="{FF2B5EF4-FFF2-40B4-BE49-F238E27FC236}">
                  <a16:creationId xmlns:a16="http://schemas.microsoft.com/office/drawing/2014/main" id="{D932829A-7B56-5015-BB20-9FABB9B57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6" y="3810"/>
              <a:ext cx="188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4" name="Line 276">
              <a:extLst>
                <a:ext uri="{FF2B5EF4-FFF2-40B4-BE49-F238E27FC236}">
                  <a16:creationId xmlns:a16="http://schemas.microsoft.com/office/drawing/2014/main" id="{9A0B8E00-23E7-856B-A8E6-B29153518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54" y="3810"/>
              <a:ext cx="188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5" name="Line 277">
              <a:extLst>
                <a:ext uri="{FF2B5EF4-FFF2-40B4-BE49-F238E27FC236}">
                  <a16:creationId xmlns:a16="http://schemas.microsoft.com/office/drawing/2014/main" id="{8E05E271-9367-CE72-9561-525277311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6" y="3618"/>
              <a:ext cx="108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6" name="Line 278">
              <a:extLst>
                <a:ext uri="{FF2B5EF4-FFF2-40B4-BE49-F238E27FC236}">
                  <a16:creationId xmlns:a16="http://schemas.microsoft.com/office/drawing/2014/main" id="{3F38E274-61CE-FCCC-0B65-1BAEB2847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618"/>
              <a:ext cx="114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7" name="Line 279">
              <a:extLst>
                <a:ext uri="{FF2B5EF4-FFF2-40B4-BE49-F238E27FC236}">
                  <a16:creationId xmlns:a16="http://schemas.microsoft.com/office/drawing/2014/main" id="{D040AB16-F8DA-8191-5F41-BC3276FA6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0" y="3704"/>
              <a:ext cx="139" cy="65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8" name="Line 280">
              <a:extLst>
                <a:ext uri="{FF2B5EF4-FFF2-40B4-BE49-F238E27FC236}">
                  <a16:creationId xmlns:a16="http://schemas.microsoft.com/office/drawing/2014/main" id="{5F4F4D91-04B8-E756-EDA0-8586B6302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717"/>
              <a:ext cx="14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89" name="Line 281">
              <a:extLst>
                <a:ext uri="{FF2B5EF4-FFF2-40B4-BE49-F238E27FC236}">
                  <a16:creationId xmlns:a16="http://schemas.microsoft.com/office/drawing/2014/main" id="{E6ABF05E-B911-DB2F-55EB-D8C3EA22F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530"/>
              <a:ext cx="72" cy="2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90" name="Line 282">
              <a:extLst>
                <a:ext uri="{FF2B5EF4-FFF2-40B4-BE49-F238E27FC236}">
                  <a16:creationId xmlns:a16="http://schemas.microsoft.com/office/drawing/2014/main" id="{5DF467B9-1D65-1724-9F28-E0B1151C2F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409"/>
              <a:ext cx="45" cy="1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91" name="Line 283">
              <a:extLst>
                <a:ext uri="{FF2B5EF4-FFF2-40B4-BE49-F238E27FC236}">
                  <a16:creationId xmlns:a16="http://schemas.microsoft.com/office/drawing/2014/main" id="{6ECCC09A-17B4-95A4-0FF4-29F14C2067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3522"/>
              <a:ext cx="87" cy="32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92" name="Line 284">
              <a:extLst>
                <a:ext uri="{FF2B5EF4-FFF2-40B4-BE49-F238E27FC236}">
                  <a16:creationId xmlns:a16="http://schemas.microsoft.com/office/drawing/2014/main" id="{48B1A8DE-4FDB-753D-41CF-1FAE04B79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2" y="3404"/>
              <a:ext cx="50" cy="3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7893" name="Oval 694">
              <a:extLst>
                <a:ext uri="{FF2B5EF4-FFF2-40B4-BE49-F238E27FC236}">
                  <a16:creationId xmlns:a16="http://schemas.microsoft.com/office/drawing/2014/main" id="{471ADFCD-1CFF-1771-F508-726490919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233"/>
              <a:ext cx="63" cy="68"/>
            </a:xfrm>
            <a:prstGeom prst="ellipse">
              <a:avLst/>
            </a:prstGeom>
            <a:solidFill>
              <a:srgbClr val="808080"/>
            </a:soli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pic>
          <p:nvPicPr>
            <p:cNvPr id="57894" name="Picture 695" descr="cell_tower_radiation_gray">
              <a:extLst>
                <a:ext uri="{FF2B5EF4-FFF2-40B4-BE49-F238E27FC236}">
                  <a16:creationId xmlns:a16="http://schemas.microsoft.com/office/drawing/2014/main" id="{21C1F498-4472-9834-1D1C-73732AF1FA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" y="3023"/>
              <a:ext cx="622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82" name="Group 696">
            <a:extLst>
              <a:ext uri="{FF2B5EF4-FFF2-40B4-BE49-F238E27FC236}">
                <a16:creationId xmlns:a16="http://schemas.microsoft.com/office/drawing/2014/main" id="{380789CE-3043-120E-B78C-E01FDD87EE73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2406650"/>
            <a:ext cx="454025" cy="254000"/>
            <a:chOff x="3843" y="1516"/>
            <a:chExt cx="286" cy="160"/>
          </a:xfrm>
        </p:grpSpPr>
        <p:sp>
          <p:nvSpPr>
            <p:cNvPr id="57869" name="Line 697">
              <a:extLst>
                <a:ext uri="{FF2B5EF4-FFF2-40B4-BE49-F238E27FC236}">
                  <a16:creationId xmlns:a16="http://schemas.microsoft.com/office/drawing/2014/main" id="{0AF95E1E-6F8F-5FBD-4BE2-E0086BC4D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1516"/>
              <a:ext cx="96" cy="6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70" name="Oval 407">
              <a:extLst>
                <a:ext uri="{FF2B5EF4-FFF2-40B4-BE49-F238E27FC236}">
                  <a16:creationId xmlns:a16="http://schemas.microsoft.com/office/drawing/2014/main" id="{8661EB34-9B84-A3DD-AF92-6164232C8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6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71" name="Rectangle 410">
              <a:extLst>
                <a:ext uri="{FF2B5EF4-FFF2-40B4-BE49-F238E27FC236}">
                  <a16:creationId xmlns:a16="http://schemas.microsoft.com/office/drawing/2014/main" id="{BF856B19-904A-CEA2-F95B-0011E353E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0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72" name="Oval 411">
              <a:extLst>
                <a:ext uri="{FF2B5EF4-FFF2-40B4-BE49-F238E27FC236}">
                  <a16:creationId xmlns:a16="http://schemas.microsoft.com/office/drawing/2014/main" id="{7D59922A-3EDA-20EF-9ACE-85578A27B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1569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73" name="Group 701">
              <a:extLst>
                <a:ext uri="{FF2B5EF4-FFF2-40B4-BE49-F238E27FC236}">
                  <a16:creationId xmlns:a16="http://schemas.microsoft.com/office/drawing/2014/main" id="{A1E6FCFD-73E5-26D4-31A7-D09C559B7A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587"/>
              <a:ext cx="138" cy="33"/>
              <a:chOff x="2468" y="1332"/>
              <a:chExt cx="310" cy="60"/>
            </a:xfrm>
          </p:grpSpPr>
          <p:sp>
            <p:nvSpPr>
              <p:cNvPr id="57876" name="Freeform 702">
                <a:extLst>
                  <a:ext uri="{FF2B5EF4-FFF2-40B4-BE49-F238E27FC236}">
                    <a16:creationId xmlns:a16="http://schemas.microsoft.com/office/drawing/2014/main" id="{3F8C5A46-3BA1-2C39-4083-D80B4E04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77" name="Freeform 703">
                <a:extLst>
                  <a:ext uri="{FF2B5EF4-FFF2-40B4-BE49-F238E27FC236}">
                    <a16:creationId xmlns:a16="http://schemas.microsoft.com/office/drawing/2014/main" id="{6FD6C26B-663B-49C2-3486-885EDBCD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74" name="Line 704">
              <a:extLst>
                <a:ext uri="{FF2B5EF4-FFF2-40B4-BE49-F238E27FC236}">
                  <a16:creationId xmlns:a16="http://schemas.microsoft.com/office/drawing/2014/main" id="{B63C215C-EA37-C2E2-199B-C33120E1D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4" y="1602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75" name="Line 705">
              <a:extLst>
                <a:ext uri="{FF2B5EF4-FFF2-40B4-BE49-F238E27FC236}">
                  <a16:creationId xmlns:a16="http://schemas.microsoft.com/office/drawing/2014/main" id="{A83C171C-F766-90FF-4D72-1BB3029EC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7" y="1604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83" name="Group 706">
            <a:extLst>
              <a:ext uri="{FF2B5EF4-FFF2-40B4-BE49-F238E27FC236}">
                <a16:creationId xmlns:a16="http://schemas.microsoft.com/office/drawing/2014/main" id="{029F0D5B-1CC9-11DE-C769-4622E4596BE7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57861" name="Oval 407">
              <a:extLst>
                <a:ext uri="{FF2B5EF4-FFF2-40B4-BE49-F238E27FC236}">
                  <a16:creationId xmlns:a16="http://schemas.microsoft.com/office/drawing/2014/main" id="{F41BE637-4CB7-1BB3-C833-02970D6D7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62" name="Rectangle 410">
              <a:extLst>
                <a:ext uri="{FF2B5EF4-FFF2-40B4-BE49-F238E27FC236}">
                  <a16:creationId xmlns:a16="http://schemas.microsoft.com/office/drawing/2014/main" id="{5B9240A3-09CE-7519-AEA3-199DF10C6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63" name="Oval 411">
              <a:extLst>
                <a:ext uri="{FF2B5EF4-FFF2-40B4-BE49-F238E27FC236}">
                  <a16:creationId xmlns:a16="http://schemas.microsoft.com/office/drawing/2014/main" id="{BB6D505C-4861-93B1-C9B0-BD780BBAA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64" name="Group 710">
              <a:extLst>
                <a:ext uri="{FF2B5EF4-FFF2-40B4-BE49-F238E27FC236}">
                  <a16:creationId xmlns:a16="http://schemas.microsoft.com/office/drawing/2014/main" id="{5B2BCAA3-04A2-8A7A-8763-F23A29788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67" name="Freeform 711">
                <a:extLst>
                  <a:ext uri="{FF2B5EF4-FFF2-40B4-BE49-F238E27FC236}">
                    <a16:creationId xmlns:a16="http://schemas.microsoft.com/office/drawing/2014/main" id="{3CD93CB7-1A94-73C3-DF27-93D4FAAD1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68" name="Freeform 712">
                <a:extLst>
                  <a:ext uri="{FF2B5EF4-FFF2-40B4-BE49-F238E27FC236}">
                    <a16:creationId xmlns:a16="http://schemas.microsoft.com/office/drawing/2014/main" id="{B748BE77-33FD-D3DA-E802-65A418161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65" name="Line 713">
              <a:extLst>
                <a:ext uri="{FF2B5EF4-FFF2-40B4-BE49-F238E27FC236}">
                  <a16:creationId xmlns:a16="http://schemas.microsoft.com/office/drawing/2014/main" id="{81D0D4C7-4696-669E-EDDF-8124982450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66" name="Line 714">
              <a:extLst>
                <a:ext uri="{FF2B5EF4-FFF2-40B4-BE49-F238E27FC236}">
                  <a16:creationId xmlns:a16="http://schemas.microsoft.com/office/drawing/2014/main" id="{EE3E5589-F2B3-B62B-FDC0-B8848E40CE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84" name="Group 715">
            <a:extLst>
              <a:ext uri="{FF2B5EF4-FFF2-40B4-BE49-F238E27FC236}">
                <a16:creationId xmlns:a16="http://schemas.microsoft.com/office/drawing/2014/main" id="{A998AA79-D700-6C90-9D4F-B978B8C6AD13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2757488"/>
            <a:ext cx="390525" cy="174625"/>
            <a:chOff x="4334" y="1470"/>
            <a:chExt cx="246" cy="107"/>
          </a:xfrm>
        </p:grpSpPr>
        <p:sp>
          <p:nvSpPr>
            <p:cNvPr id="57853" name="Oval 407">
              <a:extLst>
                <a:ext uri="{FF2B5EF4-FFF2-40B4-BE49-F238E27FC236}">
                  <a16:creationId xmlns:a16="http://schemas.microsoft.com/office/drawing/2014/main" id="{E6399D0C-BE3E-0317-ACB1-82C031594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54" name="Rectangle 410">
              <a:extLst>
                <a:ext uri="{FF2B5EF4-FFF2-40B4-BE49-F238E27FC236}">
                  <a16:creationId xmlns:a16="http://schemas.microsoft.com/office/drawing/2014/main" id="{2B0FB252-BA53-8D65-B219-2118613FE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55" name="Oval 411">
              <a:extLst>
                <a:ext uri="{FF2B5EF4-FFF2-40B4-BE49-F238E27FC236}">
                  <a16:creationId xmlns:a16="http://schemas.microsoft.com/office/drawing/2014/main" id="{7A147B70-9EE7-366F-2169-5D36EE86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56" name="Group 719">
              <a:extLst>
                <a:ext uri="{FF2B5EF4-FFF2-40B4-BE49-F238E27FC236}">
                  <a16:creationId xmlns:a16="http://schemas.microsoft.com/office/drawing/2014/main" id="{FC0C04C1-4330-9D6B-0D1E-590EB62CC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9" name="Freeform 720">
                <a:extLst>
                  <a:ext uri="{FF2B5EF4-FFF2-40B4-BE49-F238E27FC236}">
                    <a16:creationId xmlns:a16="http://schemas.microsoft.com/office/drawing/2014/main" id="{CD40068B-10FD-BB8D-3C7D-2CF77B00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60" name="Freeform 721">
                <a:extLst>
                  <a:ext uri="{FF2B5EF4-FFF2-40B4-BE49-F238E27FC236}">
                    <a16:creationId xmlns:a16="http://schemas.microsoft.com/office/drawing/2014/main" id="{7B086596-3544-B2AC-57CA-AEA30A9D8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57" name="Line 722">
              <a:extLst>
                <a:ext uri="{FF2B5EF4-FFF2-40B4-BE49-F238E27FC236}">
                  <a16:creationId xmlns:a16="http://schemas.microsoft.com/office/drawing/2014/main" id="{F02ADC0A-9059-1782-7136-B6967D8D3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58" name="Line 723">
              <a:extLst>
                <a:ext uri="{FF2B5EF4-FFF2-40B4-BE49-F238E27FC236}">
                  <a16:creationId xmlns:a16="http://schemas.microsoft.com/office/drawing/2014/main" id="{A658E369-9EA9-DBBD-819B-A37D608782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85" name="Group 724">
            <a:extLst>
              <a:ext uri="{FF2B5EF4-FFF2-40B4-BE49-F238E27FC236}">
                <a16:creationId xmlns:a16="http://schemas.microsoft.com/office/drawing/2014/main" id="{E3008DAE-D132-D3C0-2CDA-E1E3B29F3DA2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2759075"/>
            <a:ext cx="390525" cy="174625"/>
            <a:chOff x="4334" y="1470"/>
            <a:chExt cx="246" cy="107"/>
          </a:xfrm>
        </p:grpSpPr>
        <p:sp>
          <p:nvSpPr>
            <p:cNvPr id="57845" name="Oval 407">
              <a:extLst>
                <a:ext uri="{FF2B5EF4-FFF2-40B4-BE49-F238E27FC236}">
                  <a16:creationId xmlns:a16="http://schemas.microsoft.com/office/drawing/2014/main" id="{74B122C5-2265-C337-E146-EA2E1212B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46" name="Rectangle 410">
              <a:extLst>
                <a:ext uri="{FF2B5EF4-FFF2-40B4-BE49-F238E27FC236}">
                  <a16:creationId xmlns:a16="http://schemas.microsoft.com/office/drawing/2014/main" id="{47496FAF-681F-177D-C197-48E71431E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47" name="Oval 411">
              <a:extLst>
                <a:ext uri="{FF2B5EF4-FFF2-40B4-BE49-F238E27FC236}">
                  <a16:creationId xmlns:a16="http://schemas.microsoft.com/office/drawing/2014/main" id="{AFC4F1C9-FC16-24AD-4192-36601D915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48" name="Group 728">
              <a:extLst>
                <a:ext uri="{FF2B5EF4-FFF2-40B4-BE49-F238E27FC236}">
                  <a16:creationId xmlns:a16="http://schemas.microsoft.com/office/drawing/2014/main" id="{E4976BA5-2A2D-8D8D-68F5-D2ACFB5C6C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1" name="Freeform 729">
                <a:extLst>
                  <a:ext uri="{FF2B5EF4-FFF2-40B4-BE49-F238E27FC236}">
                    <a16:creationId xmlns:a16="http://schemas.microsoft.com/office/drawing/2014/main" id="{BC1A26C8-FC6C-4ECD-4902-480500934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52" name="Freeform 730">
                <a:extLst>
                  <a:ext uri="{FF2B5EF4-FFF2-40B4-BE49-F238E27FC236}">
                    <a16:creationId xmlns:a16="http://schemas.microsoft.com/office/drawing/2014/main" id="{96FEF5E0-587E-2866-3B1B-104E3A20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49" name="Line 731">
              <a:extLst>
                <a:ext uri="{FF2B5EF4-FFF2-40B4-BE49-F238E27FC236}">
                  <a16:creationId xmlns:a16="http://schemas.microsoft.com/office/drawing/2014/main" id="{F968E5E8-404D-725F-4441-1A9A38DABD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50" name="Line 732">
              <a:extLst>
                <a:ext uri="{FF2B5EF4-FFF2-40B4-BE49-F238E27FC236}">
                  <a16:creationId xmlns:a16="http://schemas.microsoft.com/office/drawing/2014/main" id="{FFD0A24B-B7FE-4E48-0968-2E190B26F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86" name="Group 733">
            <a:extLst>
              <a:ext uri="{FF2B5EF4-FFF2-40B4-BE49-F238E27FC236}">
                <a16:creationId xmlns:a16="http://schemas.microsoft.com/office/drawing/2014/main" id="{F0738DF7-1B66-FB71-B7B0-091C448CBF0F}"/>
              </a:ext>
            </a:extLst>
          </p:cNvPr>
          <p:cNvGrpSpPr>
            <a:grpSpLocks/>
          </p:cNvGrpSpPr>
          <p:nvPr/>
        </p:nvGrpSpPr>
        <p:grpSpPr bwMode="auto">
          <a:xfrm>
            <a:off x="7689850" y="2393950"/>
            <a:ext cx="390525" cy="174625"/>
            <a:chOff x="4334" y="1470"/>
            <a:chExt cx="246" cy="107"/>
          </a:xfrm>
        </p:grpSpPr>
        <p:sp>
          <p:nvSpPr>
            <p:cNvPr id="57837" name="Oval 407">
              <a:extLst>
                <a:ext uri="{FF2B5EF4-FFF2-40B4-BE49-F238E27FC236}">
                  <a16:creationId xmlns:a16="http://schemas.microsoft.com/office/drawing/2014/main" id="{70BDB8B5-38E6-D823-956F-7E508C6A2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38" name="Rectangle 410">
              <a:extLst>
                <a:ext uri="{FF2B5EF4-FFF2-40B4-BE49-F238E27FC236}">
                  <a16:creationId xmlns:a16="http://schemas.microsoft.com/office/drawing/2014/main" id="{81C52239-C59F-5D73-B907-B1537ABBA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39" name="Oval 411">
              <a:extLst>
                <a:ext uri="{FF2B5EF4-FFF2-40B4-BE49-F238E27FC236}">
                  <a16:creationId xmlns:a16="http://schemas.microsoft.com/office/drawing/2014/main" id="{E4BADDA0-5CAB-3A5C-10AA-04B47B68E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40" name="Group 737">
              <a:extLst>
                <a:ext uri="{FF2B5EF4-FFF2-40B4-BE49-F238E27FC236}">
                  <a16:creationId xmlns:a16="http://schemas.microsoft.com/office/drawing/2014/main" id="{C2530769-C16F-855A-BA1B-04742DEAAC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43" name="Freeform 738">
                <a:extLst>
                  <a:ext uri="{FF2B5EF4-FFF2-40B4-BE49-F238E27FC236}">
                    <a16:creationId xmlns:a16="http://schemas.microsoft.com/office/drawing/2014/main" id="{777207B2-4BC7-86CE-F6E9-05B312F6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44" name="Freeform 739">
                <a:extLst>
                  <a:ext uri="{FF2B5EF4-FFF2-40B4-BE49-F238E27FC236}">
                    <a16:creationId xmlns:a16="http://schemas.microsoft.com/office/drawing/2014/main" id="{D637DA61-A740-10C5-94FA-C9A7773C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41" name="Line 740">
              <a:extLst>
                <a:ext uri="{FF2B5EF4-FFF2-40B4-BE49-F238E27FC236}">
                  <a16:creationId xmlns:a16="http://schemas.microsoft.com/office/drawing/2014/main" id="{BF2E9EAA-0521-599A-3E3E-E8AB60B38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42" name="Line 741">
              <a:extLst>
                <a:ext uri="{FF2B5EF4-FFF2-40B4-BE49-F238E27FC236}">
                  <a16:creationId xmlns:a16="http://schemas.microsoft.com/office/drawing/2014/main" id="{6B87C408-C1E4-20CC-FAA9-44572FF4F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7387" name="Line 751">
            <a:extLst>
              <a:ext uri="{FF2B5EF4-FFF2-40B4-BE49-F238E27FC236}">
                <a16:creationId xmlns:a16="http://schemas.microsoft.com/office/drawing/2014/main" id="{EAF7F8CD-7B19-9A1B-2F1B-CA7B0D7CBF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7388" name="Group 761">
            <a:extLst>
              <a:ext uri="{FF2B5EF4-FFF2-40B4-BE49-F238E27FC236}">
                <a16:creationId xmlns:a16="http://schemas.microsoft.com/office/drawing/2014/main" id="{10AF7B51-75CC-1EAE-00DB-0F7028E755BB}"/>
              </a:ext>
            </a:extLst>
          </p:cNvPr>
          <p:cNvGrpSpPr>
            <a:grpSpLocks/>
          </p:cNvGrpSpPr>
          <p:nvPr/>
        </p:nvGrpSpPr>
        <p:grpSpPr bwMode="auto">
          <a:xfrm>
            <a:off x="7591425" y="4806950"/>
            <a:ext cx="622300" cy="244475"/>
            <a:chOff x="4334" y="1470"/>
            <a:chExt cx="246" cy="107"/>
          </a:xfrm>
        </p:grpSpPr>
        <p:sp>
          <p:nvSpPr>
            <p:cNvPr id="57829" name="Oval 407">
              <a:extLst>
                <a:ext uri="{FF2B5EF4-FFF2-40B4-BE49-F238E27FC236}">
                  <a16:creationId xmlns:a16="http://schemas.microsoft.com/office/drawing/2014/main" id="{3021F8A3-8ACC-29D2-CA35-8FED369D4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30" name="Rectangle 410">
              <a:extLst>
                <a:ext uri="{FF2B5EF4-FFF2-40B4-BE49-F238E27FC236}">
                  <a16:creationId xmlns:a16="http://schemas.microsoft.com/office/drawing/2014/main" id="{C31A678F-40F1-F473-E36F-BF484EB77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31" name="Oval 411">
              <a:extLst>
                <a:ext uri="{FF2B5EF4-FFF2-40B4-BE49-F238E27FC236}">
                  <a16:creationId xmlns:a16="http://schemas.microsoft.com/office/drawing/2014/main" id="{71A2D9AE-D7AA-22F0-A54B-2BF8A77EF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32" name="Group 765">
              <a:extLst>
                <a:ext uri="{FF2B5EF4-FFF2-40B4-BE49-F238E27FC236}">
                  <a16:creationId xmlns:a16="http://schemas.microsoft.com/office/drawing/2014/main" id="{7A920448-6FEE-9703-599B-DF8A7AEC0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35" name="Freeform 766">
                <a:extLst>
                  <a:ext uri="{FF2B5EF4-FFF2-40B4-BE49-F238E27FC236}">
                    <a16:creationId xmlns:a16="http://schemas.microsoft.com/office/drawing/2014/main" id="{3A65A60E-E52E-BB87-FBE6-038375F9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36" name="Freeform 767">
                <a:extLst>
                  <a:ext uri="{FF2B5EF4-FFF2-40B4-BE49-F238E27FC236}">
                    <a16:creationId xmlns:a16="http://schemas.microsoft.com/office/drawing/2014/main" id="{D0529FC0-DC61-1C07-DE7D-27987874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33" name="Line 768">
              <a:extLst>
                <a:ext uri="{FF2B5EF4-FFF2-40B4-BE49-F238E27FC236}">
                  <a16:creationId xmlns:a16="http://schemas.microsoft.com/office/drawing/2014/main" id="{88374F8C-94E8-9C77-0DF9-B56F255CA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34" name="Line 769">
              <a:extLst>
                <a:ext uri="{FF2B5EF4-FFF2-40B4-BE49-F238E27FC236}">
                  <a16:creationId xmlns:a16="http://schemas.microsoft.com/office/drawing/2014/main" id="{1BFA6501-5D30-DD6F-12E4-A98CCC636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89" name="Group 770">
            <a:extLst>
              <a:ext uri="{FF2B5EF4-FFF2-40B4-BE49-F238E27FC236}">
                <a16:creationId xmlns:a16="http://schemas.microsoft.com/office/drawing/2014/main" id="{5444BF4A-28E3-0952-466B-2559449E72D2}"/>
              </a:ext>
            </a:extLst>
          </p:cNvPr>
          <p:cNvGrpSpPr>
            <a:grpSpLocks/>
          </p:cNvGrpSpPr>
          <p:nvPr/>
        </p:nvGrpSpPr>
        <p:grpSpPr bwMode="auto">
          <a:xfrm>
            <a:off x="6965950" y="4508500"/>
            <a:ext cx="622300" cy="244475"/>
            <a:chOff x="4334" y="1470"/>
            <a:chExt cx="246" cy="107"/>
          </a:xfrm>
        </p:grpSpPr>
        <p:sp>
          <p:nvSpPr>
            <p:cNvPr id="57821" name="Oval 407">
              <a:extLst>
                <a:ext uri="{FF2B5EF4-FFF2-40B4-BE49-F238E27FC236}">
                  <a16:creationId xmlns:a16="http://schemas.microsoft.com/office/drawing/2014/main" id="{4CC53256-C7FC-160A-7983-CC4E4084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22" name="Rectangle 410">
              <a:extLst>
                <a:ext uri="{FF2B5EF4-FFF2-40B4-BE49-F238E27FC236}">
                  <a16:creationId xmlns:a16="http://schemas.microsoft.com/office/drawing/2014/main" id="{B901A044-E2A1-E07F-1382-DD429029B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23" name="Oval 411">
              <a:extLst>
                <a:ext uri="{FF2B5EF4-FFF2-40B4-BE49-F238E27FC236}">
                  <a16:creationId xmlns:a16="http://schemas.microsoft.com/office/drawing/2014/main" id="{A2377C34-D248-5754-B86B-B972FFA04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24" name="Group 774">
              <a:extLst>
                <a:ext uri="{FF2B5EF4-FFF2-40B4-BE49-F238E27FC236}">
                  <a16:creationId xmlns:a16="http://schemas.microsoft.com/office/drawing/2014/main" id="{D5C564B1-0707-88E8-882E-F0585CA2D2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27" name="Freeform 775">
                <a:extLst>
                  <a:ext uri="{FF2B5EF4-FFF2-40B4-BE49-F238E27FC236}">
                    <a16:creationId xmlns:a16="http://schemas.microsoft.com/office/drawing/2014/main" id="{80B8A70F-98A8-D5C6-B196-888670167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28" name="Freeform 776">
                <a:extLst>
                  <a:ext uri="{FF2B5EF4-FFF2-40B4-BE49-F238E27FC236}">
                    <a16:creationId xmlns:a16="http://schemas.microsoft.com/office/drawing/2014/main" id="{EF348759-EEEC-3B9A-5A1F-7133BCC4C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25" name="Line 777">
              <a:extLst>
                <a:ext uri="{FF2B5EF4-FFF2-40B4-BE49-F238E27FC236}">
                  <a16:creationId xmlns:a16="http://schemas.microsoft.com/office/drawing/2014/main" id="{2E1909FE-CB13-2BD8-B01F-DB57131BF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26" name="Line 778">
              <a:extLst>
                <a:ext uri="{FF2B5EF4-FFF2-40B4-BE49-F238E27FC236}">
                  <a16:creationId xmlns:a16="http://schemas.microsoft.com/office/drawing/2014/main" id="{2E3AE494-66A8-1BF8-0ACC-E495E8434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90" name="Group 779">
            <a:extLst>
              <a:ext uri="{FF2B5EF4-FFF2-40B4-BE49-F238E27FC236}">
                <a16:creationId xmlns:a16="http://schemas.microsoft.com/office/drawing/2014/main" id="{E4462798-952F-EA95-403A-4B04EB5C52AF}"/>
              </a:ext>
            </a:extLst>
          </p:cNvPr>
          <p:cNvGrpSpPr>
            <a:grpSpLocks/>
          </p:cNvGrpSpPr>
          <p:nvPr/>
        </p:nvGrpSpPr>
        <p:grpSpPr bwMode="auto">
          <a:xfrm>
            <a:off x="6242050" y="4851400"/>
            <a:ext cx="622300" cy="244475"/>
            <a:chOff x="4334" y="1470"/>
            <a:chExt cx="246" cy="107"/>
          </a:xfrm>
        </p:grpSpPr>
        <p:sp>
          <p:nvSpPr>
            <p:cNvPr id="57813" name="Oval 407">
              <a:extLst>
                <a:ext uri="{FF2B5EF4-FFF2-40B4-BE49-F238E27FC236}">
                  <a16:creationId xmlns:a16="http://schemas.microsoft.com/office/drawing/2014/main" id="{3D2C77FB-94A2-704E-6858-C1E0513C4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14" name="Rectangle 410">
              <a:extLst>
                <a:ext uri="{FF2B5EF4-FFF2-40B4-BE49-F238E27FC236}">
                  <a16:creationId xmlns:a16="http://schemas.microsoft.com/office/drawing/2014/main" id="{64E38012-E00E-656F-27B3-D52844E3F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15" name="Oval 411">
              <a:extLst>
                <a:ext uri="{FF2B5EF4-FFF2-40B4-BE49-F238E27FC236}">
                  <a16:creationId xmlns:a16="http://schemas.microsoft.com/office/drawing/2014/main" id="{54FF68C7-29B3-2B44-0C96-13891D70F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16" name="Group 783">
              <a:extLst>
                <a:ext uri="{FF2B5EF4-FFF2-40B4-BE49-F238E27FC236}">
                  <a16:creationId xmlns:a16="http://schemas.microsoft.com/office/drawing/2014/main" id="{CCA631A6-EFA1-A7E9-8D49-9780C10F1D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9" name="Freeform 784">
                <a:extLst>
                  <a:ext uri="{FF2B5EF4-FFF2-40B4-BE49-F238E27FC236}">
                    <a16:creationId xmlns:a16="http://schemas.microsoft.com/office/drawing/2014/main" id="{48366E9A-3EF9-537B-7FCD-C8B0B1F40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20" name="Freeform 785">
                <a:extLst>
                  <a:ext uri="{FF2B5EF4-FFF2-40B4-BE49-F238E27FC236}">
                    <a16:creationId xmlns:a16="http://schemas.microsoft.com/office/drawing/2014/main" id="{8B4A5468-CB63-6A8F-643C-D497487B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17" name="Line 786">
              <a:extLst>
                <a:ext uri="{FF2B5EF4-FFF2-40B4-BE49-F238E27FC236}">
                  <a16:creationId xmlns:a16="http://schemas.microsoft.com/office/drawing/2014/main" id="{717BE65F-D2F5-79E9-0333-E00F22E6D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18" name="Line 787">
              <a:extLst>
                <a:ext uri="{FF2B5EF4-FFF2-40B4-BE49-F238E27FC236}">
                  <a16:creationId xmlns:a16="http://schemas.microsoft.com/office/drawing/2014/main" id="{D782E887-03F6-05CE-1906-9AC533140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91" name="Group 788">
            <a:extLst>
              <a:ext uri="{FF2B5EF4-FFF2-40B4-BE49-F238E27FC236}">
                <a16:creationId xmlns:a16="http://schemas.microsoft.com/office/drawing/2014/main" id="{0B3781E8-2B87-8412-0B68-CF77E0F7CBD6}"/>
              </a:ext>
            </a:extLst>
          </p:cNvPr>
          <p:cNvGrpSpPr>
            <a:grpSpLocks/>
          </p:cNvGrpSpPr>
          <p:nvPr/>
        </p:nvGrpSpPr>
        <p:grpSpPr bwMode="auto">
          <a:xfrm>
            <a:off x="6051550" y="3644900"/>
            <a:ext cx="390525" cy="171450"/>
            <a:chOff x="4334" y="1470"/>
            <a:chExt cx="246" cy="107"/>
          </a:xfrm>
        </p:grpSpPr>
        <p:sp>
          <p:nvSpPr>
            <p:cNvPr id="57805" name="Oval 407">
              <a:extLst>
                <a:ext uri="{FF2B5EF4-FFF2-40B4-BE49-F238E27FC236}">
                  <a16:creationId xmlns:a16="http://schemas.microsoft.com/office/drawing/2014/main" id="{74CC52C8-537A-40FF-9EA4-CB6CC9172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06" name="Rectangle 410">
              <a:extLst>
                <a:ext uri="{FF2B5EF4-FFF2-40B4-BE49-F238E27FC236}">
                  <a16:creationId xmlns:a16="http://schemas.microsoft.com/office/drawing/2014/main" id="{266D7F55-E617-DC92-ED34-B0A05B1C7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807" name="Oval 411">
              <a:extLst>
                <a:ext uri="{FF2B5EF4-FFF2-40B4-BE49-F238E27FC236}">
                  <a16:creationId xmlns:a16="http://schemas.microsoft.com/office/drawing/2014/main" id="{2CDBE3A1-2B85-B1E4-FB1F-D75764FA7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808" name="Group 792">
              <a:extLst>
                <a:ext uri="{FF2B5EF4-FFF2-40B4-BE49-F238E27FC236}">
                  <a16:creationId xmlns:a16="http://schemas.microsoft.com/office/drawing/2014/main" id="{323DAC8A-E968-6C13-1D46-90D44AC6B6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1" name="Freeform 793">
                <a:extLst>
                  <a:ext uri="{FF2B5EF4-FFF2-40B4-BE49-F238E27FC236}">
                    <a16:creationId xmlns:a16="http://schemas.microsoft.com/office/drawing/2014/main" id="{5CDDF9E3-7FC6-02D5-5A79-BE3D61F1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12" name="Freeform 794">
                <a:extLst>
                  <a:ext uri="{FF2B5EF4-FFF2-40B4-BE49-F238E27FC236}">
                    <a16:creationId xmlns:a16="http://schemas.microsoft.com/office/drawing/2014/main" id="{33FD1984-89E6-FD27-D6B1-BF7AD8C96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809" name="Line 795">
              <a:extLst>
                <a:ext uri="{FF2B5EF4-FFF2-40B4-BE49-F238E27FC236}">
                  <a16:creationId xmlns:a16="http://schemas.microsoft.com/office/drawing/2014/main" id="{F9C3571B-DA9F-9DE0-FEBC-E6AA7FDDF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10" name="Line 796">
              <a:extLst>
                <a:ext uri="{FF2B5EF4-FFF2-40B4-BE49-F238E27FC236}">
                  <a16:creationId xmlns:a16="http://schemas.microsoft.com/office/drawing/2014/main" id="{E1C823B4-9BDE-3AB3-1AA4-865E9E2E1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92" name="Group 797">
            <a:extLst>
              <a:ext uri="{FF2B5EF4-FFF2-40B4-BE49-F238E27FC236}">
                <a16:creationId xmlns:a16="http://schemas.microsoft.com/office/drawing/2014/main" id="{CCE3FB3E-83CC-320F-4338-81795C3447DE}"/>
              </a:ext>
            </a:extLst>
          </p:cNvPr>
          <p:cNvGrpSpPr>
            <a:grpSpLocks/>
          </p:cNvGrpSpPr>
          <p:nvPr/>
        </p:nvGrpSpPr>
        <p:grpSpPr bwMode="auto">
          <a:xfrm>
            <a:off x="7161213" y="5005388"/>
            <a:ext cx="446087" cy="422275"/>
            <a:chOff x="5072" y="3611"/>
            <a:chExt cx="459" cy="380"/>
          </a:xfrm>
        </p:grpSpPr>
        <p:grpSp>
          <p:nvGrpSpPr>
            <p:cNvPr id="57791" name="Group 798">
              <a:extLst>
                <a:ext uri="{FF2B5EF4-FFF2-40B4-BE49-F238E27FC236}">
                  <a16:creationId xmlns:a16="http://schemas.microsoft.com/office/drawing/2014/main" id="{1E05DBD6-7603-91A6-84B5-4519B37F9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93" name="Freeform 799">
                <a:extLst>
                  <a:ext uri="{FF2B5EF4-FFF2-40B4-BE49-F238E27FC236}">
                    <a16:creationId xmlns:a16="http://schemas.microsoft.com/office/drawing/2014/main" id="{BCDBA533-95E1-AF1F-771D-DD3FC1700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4" name="Freeform 800">
                <a:extLst>
                  <a:ext uri="{FF2B5EF4-FFF2-40B4-BE49-F238E27FC236}">
                    <a16:creationId xmlns:a16="http://schemas.microsoft.com/office/drawing/2014/main" id="{8BA34647-CC99-3FC0-C46C-80CFD0BDA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5" name="Freeform 801">
                <a:extLst>
                  <a:ext uri="{FF2B5EF4-FFF2-40B4-BE49-F238E27FC236}">
                    <a16:creationId xmlns:a16="http://schemas.microsoft.com/office/drawing/2014/main" id="{B60A7B8A-E56F-A1D2-1E0C-EB669E105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6" name="Freeform 802">
                <a:extLst>
                  <a:ext uri="{FF2B5EF4-FFF2-40B4-BE49-F238E27FC236}">
                    <a16:creationId xmlns:a16="http://schemas.microsoft.com/office/drawing/2014/main" id="{B03FA57C-80FD-EAE0-CBE3-DA28D9257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7" name="Freeform 803">
                <a:extLst>
                  <a:ext uri="{FF2B5EF4-FFF2-40B4-BE49-F238E27FC236}">
                    <a16:creationId xmlns:a16="http://schemas.microsoft.com/office/drawing/2014/main" id="{4F8BFB3B-7644-A825-9849-8E1FD0B3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8" name="Freeform 804">
                <a:extLst>
                  <a:ext uri="{FF2B5EF4-FFF2-40B4-BE49-F238E27FC236}">
                    <a16:creationId xmlns:a16="http://schemas.microsoft.com/office/drawing/2014/main" id="{5ABEEB69-7677-32F3-2DE5-0D944124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9" name="Freeform 805">
                <a:extLst>
                  <a:ext uri="{FF2B5EF4-FFF2-40B4-BE49-F238E27FC236}">
                    <a16:creationId xmlns:a16="http://schemas.microsoft.com/office/drawing/2014/main" id="{D6C5ED1E-A39F-D4CB-3E64-77E796EF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00" name="Freeform 806">
                <a:extLst>
                  <a:ext uri="{FF2B5EF4-FFF2-40B4-BE49-F238E27FC236}">
                    <a16:creationId xmlns:a16="http://schemas.microsoft.com/office/drawing/2014/main" id="{2A93F13A-D72D-9F1E-056F-5FDC6C53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01" name="Freeform 807">
                <a:extLst>
                  <a:ext uri="{FF2B5EF4-FFF2-40B4-BE49-F238E27FC236}">
                    <a16:creationId xmlns:a16="http://schemas.microsoft.com/office/drawing/2014/main" id="{C8D5F115-D5CA-19D2-06B6-54EE1A610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02" name="Freeform 808">
                <a:extLst>
                  <a:ext uri="{FF2B5EF4-FFF2-40B4-BE49-F238E27FC236}">
                    <a16:creationId xmlns:a16="http://schemas.microsoft.com/office/drawing/2014/main" id="{2E432403-D52A-3FE6-ED44-C12F6CF9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03" name="Freeform 809">
                <a:extLst>
                  <a:ext uri="{FF2B5EF4-FFF2-40B4-BE49-F238E27FC236}">
                    <a16:creationId xmlns:a16="http://schemas.microsoft.com/office/drawing/2014/main" id="{1E45A5F3-8B9C-03E7-F071-443916AF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04" name="Freeform 810">
                <a:extLst>
                  <a:ext uri="{FF2B5EF4-FFF2-40B4-BE49-F238E27FC236}">
                    <a16:creationId xmlns:a16="http://schemas.microsoft.com/office/drawing/2014/main" id="{BE29F487-E748-D86E-3FEA-173D0BE6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57792" name="Picture 811" descr="access_point_stylized_gray_small">
              <a:extLst>
                <a:ext uri="{FF2B5EF4-FFF2-40B4-BE49-F238E27FC236}">
                  <a16:creationId xmlns:a16="http://schemas.microsoft.com/office/drawing/2014/main" id="{22D8DE27-3685-7756-048D-4F1C796289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3" name="Group 812">
            <a:extLst>
              <a:ext uri="{FF2B5EF4-FFF2-40B4-BE49-F238E27FC236}">
                <a16:creationId xmlns:a16="http://schemas.microsoft.com/office/drawing/2014/main" id="{FA63CA37-0825-993A-EB58-4EEAED23C511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3509963"/>
            <a:ext cx="398463" cy="358775"/>
            <a:chOff x="5072" y="3611"/>
            <a:chExt cx="459" cy="380"/>
          </a:xfrm>
        </p:grpSpPr>
        <p:grpSp>
          <p:nvGrpSpPr>
            <p:cNvPr id="57777" name="Group 813">
              <a:extLst>
                <a:ext uri="{FF2B5EF4-FFF2-40B4-BE49-F238E27FC236}">
                  <a16:creationId xmlns:a16="http://schemas.microsoft.com/office/drawing/2014/main" id="{52CB0B16-05F9-3760-E2B5-C5381A979C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79" name="Freeform 814">
                <a:extLst>
                  <a:ext uri="{FF2B5EF4-FFF2-40B4-BE49-F238E27FC236}">
                    <a16:creationId xmlns:a16="http://schemas.microsoft.com/office/drawing/2014/main" id="{1203D833-9B0D-C6D4-9F70-C2210D3A8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0" name="Freeform 815">
                <a:extLst>
                  <a:ext uri="{FF2B5EF4-FFF2-40B4-BE49-F238E27FC236}">
                    <a16:creationId xmlns:a16="http://schemas.microsoft.com/office/drawing/2014/main" id="{AF676C05-1AE2-4035-53BC-4BD13277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1" name="Freeform 816">
                <a:extLst>
                  <a:ext uri="{FF2B5EF4-FFF2-40B4-BE49-F238E27FC236}">
                    <a16:creationId xmlns:a16="http://schemas.microsoft.com/office/drawing/2014/main" id="{0FE4A804-F6DC-9433-0657-AA19FE6D8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2" name="Freeform 817">
                <a:extLst>
                  <a:ext uri="{FF2B5EF4-FFF2-40B4-BE49-F238E27FC236}">
                    <a16:creationId xmlns:a16="http://schemas.microsoft.com/office/drawing/2014/main" id="{8A064520-9FF2-0A70-1F0D-4EECD074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3" name="Freeform 818">
                <a:extLst>
                  <a:ext uri="{FF2B5EF4-FFF2-40B4-BE49-F238E27FC236}">
                    <a16:creationId xmlns:a16="http://schemas.microsoft.com/office/drawing/2014/main" id="{A36159A2-67B6-6661-6205-ACBB19933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4" name="Freeform 819">
                <a:extLst>
                  <a:ext uri="{FF2B5EF4-FFF2-40B4-BE49-F238E27FC236}">
                    <a16:creationId xmlns:a16="http://schemas.microsoft.com/office/drawing/2014/main" id="{440E120E-FCA1-5FB7-CE06-E22E9F77D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5" name="Freeform 820">
                <a:extLst>
                  <a:ext uri="{FF2B5EF4-FFF2-40B4-BE49-F238E27FC236}">
                    <a16:creationId xmlns:a16="http://schemas.microsoft.com/office/drawing/2014/main" id="{FB4C6EF8-1CE7-06E0-51A4-EE4386FD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6" name="Freeform 821">
                <a:extLst>
                  <a:ext uri="{FF2B5EF4-FFF2-40B4-BE49-F238E27FC236}">
                    <a16:creationId xmlns:a16="http://schemas.microsoft.com/office/drawing/2014/main" id="{8B5DC9C6-A6BB-5C3B-C3FB-64E2F31F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7" name="Freeform 822">
                <a:extLst>
                  <a:ext uri="{FF2B5EF4-FFF2-40B4-BE49-F238E27FC236}">
                    <a16:creationId xmlns:a16="http://schemas.microsoft.com/office/drawing/2014/main" id="{D01E35DC-4FA9-6EDB-910D-5BBD682F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8" name="Freeform 823">
                <a:extLst>
                  <a:ext uri="{FF2B5EF4-FFF2-40B4-BE49-F238E27FC236}">
                    <a16:creationId xmlns:a16="http://schemas.microsoft.com/office/drawing/2014/main" id="{17A47E25-09E7-C9DE-B589-8E71DAF64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89" name="Freeform 824">
                <a:extLst>
                  <a:ext uri="{FF2B5EF4-FFF2-40B4-BE49-F238E27FC236}">
                    <a16:creationId xmlns:a16="http://schemas.microsoft.com/office/drawing/2014/main" id="{74C7306A-2735-931B-3462-8201D773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90" name="Freeform 825">
                <a:extLst>
                  <a:ext uri="{FF2B5EF4-FFF2-40B4-BE49-F238E27FC236}">
                    <a16:creationId xmlns:a16="http://schemas.microsoft.com/office/drawing/2014/main" id="{2E632415-D5AB-70D1-2184-13333B98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pic>
          <p:nvPicPr>
            <p:cNvPr id="57778" name="Picture 826" descr="access_point_stylized_gray_small">
              <a:extLst>
                <a:ext uri="{FF2B5EF4-FFF2-40B4-BE49-F238E27FC236}">
                  <a16:creationId xmlns:a16="http://schemas.microsoft.com/office/drawing/2014/main" id="{17498A24-CBE0-D3B9-2A38-A319D0A556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94" name="Line 827">
            <a:extLst>
              <a:ext uri="{FF2B5EF4-FFF2-40B4-BE49-F238E27FC236}">
                <a16:creationId xmlns:a16="http://schemas.microsoft.com/office/drawing/2014/main" id="{C4877EE8-CA6C-C776-A787-2DD256D27A58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57395" name="Group 828">
            <a:extLst>
              <a:ext uri="{FF2B5EF4-FFF2-40B4-BE49-F238E27FC236}">
                <a16:creationId xmlns:a16="http://schemas.microsoft.com/office/drawing/2014/main" id="{2F2510EC-79BB-A135-72BD-38C1C18C72D1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2038350"/>
            <a:ext cx="504825" cy="401638"/>
            <a:chOff x="2896" y="396"/>
            <a:chExt cx="1848" cy="1887"/>
          </a:xfrm>
        </p:grpSpPr>
        <p:pic>
          <p:nvPicPr>
            <p:cNvPr id="57754" name="Picture 829" descr="laptop_keyboard">
              <a:extLst>
                <a:ext uri="{FF2B5EF4-FFF2-40B4-BE49-F238E27FC236}">
                  <a16:creationId xmlns:a16="http://schemas.microsoft.com/office/drawing/2014/main" id="{FC545BA4-8ECE-29D2-2B1F-B19E08AE6E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5" name="Freeform 830">
              <a:extLst>
                <a:ext uri="{FF2B5EF4-FFF2-40B4-BE49-F238E27FC236}">
                  <a16:creationId xmlns:a16="http://schemas.microsoft.com/office/drawing/2014/main" id="{B2A209AE-E4D5-0C4B-4213-7229E4F8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56" name="Picture 831" descr="screen">
              <a:extLst>
                <a:ext uri="{FF2B5EF4-FFF2-40B4-BE49-F238E27FC236}">
                  <a16:creationId xmlns:a16="http://schemas.microsoft.com/office/drawing/2014/main" id="{D82E5BAB-D0F5-838C-443D-C0E5BBC78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7" name="Freeform 832">
              <a:extLst>
                <a:ext uri="{FF2B5EF4-FFF2-40B4-BE49-F238E27FC236}">
                  <a16:creationId xmlns:a16="http://schemas.microsoft.com/office/drawing/2014/main" id="{23B190A9-F8B2-70E4-6465-F542DF5F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58" name="Freeform 833">
              <a:extLst>
                <a:ext uri="{FF2B5EF4-FFF2-40B4-BE49-F238E27FC236}">
                  <a16:creationId xmlns:a16="http://schemas.microsoft.com/office/drawing/2014/main" id="{66A272C0-E43F-4411-D7F3-3B2EB9126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59" name="Freeform 834">
              <a:extLst>
                <a:ext uri="{FF2B5EF4-FFF2-40B4-BE49-F238E27FC236}">
                  <a16:creationId xmlns:a16="http://schemas.microsoft.com/office/drawing/2014/main" id="{F79A53B0-0F4B-9E48-CDC8-15BBB9FF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0" name="Freeform 835">
              <a:extLst>
                <a:ext uri="{FF2B5EF4-FFF2-40B4-BE49-F238E27FC236}">
                  <a16:creationId xmlns:a16="http://schemas.microsoft.com/office/drawing/2014/main" id="{8F1DA1B1-D65E-7ECF-402F-A8C2A77A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1" name="Freeform 836">
              <a:extLst>
                <a:ext uri="{FF2B5EF4-FFF2-40B4-BE49-F238E27FC236}">
                  <a16:creationId xmlns:a16="http://schemas.microsoft.com/office/drawing/2014/main" id="{0670ED65-A692-6EF6-7701-FCD28733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2" name="Freeform 837">
              <a:extLst>
                <a:ext uri="{FF2B5EF4-FFF2-40B4-BE49-F238E27FC236}">
                  <a16:creationId xmlns:a16="http://schemas.microsoft.com/office/drawing/2014/main" id="{01D42340-8DDE-B3EA-CCB8-6688F12D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3" name="Freeform 838">
              <a:extLst>
                <a:ext uri="{FF2B5EF4-FFF2-40B4-BE49-F238E27FC236}">
                  <a16:creationId xmlns:a16="http://schemas.microsoft.com/office/drawing/2014/main" id="{563C2D0C-5295-F317-F245-FCDBA4310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4" name="Freeform 839">
              <a:extLst>
                <a:ext uri="{FF2B5EF4-FFF2-40B4-BE49-F238E27FC236}">
                  <a16:creationId xmlns:a16="http://schemas.microsoft.com/office/drawing/2014/main" id="{EBC7C5F9-D58B-A810-2006-53BC8631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5" name="Freeform 840">
              <a:extLst>
                <a:ext uri="{FF2B5EF4-FFF2-40B4-BE49-F238E27FC236}">
                  <a16:creationId xmlns:a16="http://schemas.microsoft.com/office/drawing/2014/main" id="{B520DCDD-B89C-31DE-8FEA-EEDDC5EB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6" name="Freeform 841">
              <a:extLst>
                <a:ext uri="{FF2B5EF4-FFF2-40B4-BE49-F238E27FC236}">
                  <a16:creationId xmlns:a16="http://schemas.microsoft.com/office/drawing/2014/main" id="{0885577F-80C9-37FD-079C-67DDF5B5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7" name="Freeform 842">
              <a:extLst>
                <a:ext uri="{FF2B5EF4-FFF2-40B4-BE49-F238E27FC236}">
                  <a16:creationId xmlns:a16="http://schemas.microsoft.com/office/drawing/2014/main" id="{969F59DC-955E-11D3-E36C-9A3CBE254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8" name="Freeform 843">
              <a:extLst>
                <a:ext uri="{FF2B5EF4-FFF2-40B4-BE49-F238E27FC236}">
                  <a16:creationId xmlns:a16="http://schemas.microsoft.com/office/drawing/2014/main" id="{84BACCAA-1BD4-0094-47F7-EE5F4A23B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69" name="Freeform 844">
              <a:extLst>
                <a:ext uri="{FF2B5EF4-FFF2-40B4-BE49-F238E27FC236}">
                  <a16:creationId xmlns:a16="http://schemas.microsoft.com/office/drawing/2014/main" id="{360C3D56-C9F8-A97A-9EDC-EA737E64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0" name="Freeform 845">
              <a:extLst>
                <a:ext uri="{FF2B5EF4-FFF2-40B4-BE49-F238E27FC236}">
                  <a16:creationId xmlns:a16="http://schemas.microsoft.com/office/drawing/2014/main" id="{50096251-D70A-85F5-E2BF-37C177D0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1" name="Freeform 846">
              <a:extLst>
                <a:ext uri="{FF2B5EF4-FFF2-40B4-BE49-F238E27FC236}">
                  <a16:creationId xmlns:a16="http://schemas.microsoft.com/office/drawing/2014/main" id="{5BBB36DE-072A-E2DB-BEEB-4C62F477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2" name="Freeform 847">
              <a:extLst>
                <a:ext uri="{FF2B5EF4-FFF2-40B4-BE49-F238E27FC236}">
                  <a16:creationId xmlns:a16="http://schemas.microsoft.com/office/drawing/2014/main" id="{40900837-4559-8D8C-73E3-EC298FA76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3" name="Freeform 848">
              <a:extLst>
                <a:ext uri="{FF2B5EF4-FFF2-40B4-BE49-F238E27FC236}">
                  <a16:creationId xmlns:a16="http://schemas.microsoft.com/office/drawing/2014/main" id="{A62B380A-1E7E-12EB-A928-458AB99F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4" name="Freeform 849">
              <a:extLst>
                <a:ext uri="{FF2B5EF4-FFF2-40B4-BE49-F238E27FC236}">
                  <a16:creationId xmlns:a16="http://schemas.microsoft.com/office/drawing/2014/main" id="{C63CEEE4-2547-6A7E-D3FC-E0201BE45C7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75" name="Freeform 850">
              <a:extLst>
                <a:ext uri="{FF2B5EF4-FFF2-40B4-BE49-F238E27FC236}">
                  <a16:creationId xmlns:a16="http://schemas.microsoft.com/office/drawing/2014/main" id="{EC98E458-BFD1-69FD-CF5B-9017313A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76" name="Picture 851" descr="grayed_radiation">
              <a:extLst>
                <a:ext uri="{FF2B5EF4-FFF2-40B4-BE49-F238E27FC236}">
                  <a16:creationId xmlns:a16="http://schemas.microsoft.com/office/drawing/2014/main" id="{9AFED007-04E7-1F2B-EE77-9F021106B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6" name="Group 852">
            <a:extLst>
              <a:ext uri="{FF2B5EF4-FFF2-40B4-BE49-F238E27FC236}">
                <a16:creationId xmlns:a16="http://schemas.microsoft.com/office/drawing/2014/main" id="{3CDA7759-E2D4-6D8F-75E6-560B44C7C9F1}"/>
              </a:ext>
            </a:extLst>
          </p:cNvPr>
          <p:cNvGrpSpPr>
            <a:grpSpLocks/>
          </p:cNvGrpSpPr>
          <p:nvPr/>
        </p:nvGrpSpPr>
        <p:grpSpPr bwMode="auto">
          <a:xfrm>
            <a:off x="5537200" y="3054350"/>
            <a:ext cx="504825" cy="401638"/>
            <a:chOff x="2896" y="396"/>
            <a:chExt cx="1848" cy="1887"/>
          </a:xfrm>
        </p:grpSpPr>
        <p:pic>
          <p:nvPicPr>
            <p:cNvPr id="57731" name="Picture 853" descr="laptop_keyboard">
              <a:extLst>
                <a:ext uri="{FF2B5EF4-FFF2-40B4-BE49-F238E27FC236}">
                  <a16:creationId xmlns:a16="http://schemas.microsoft.com/office/drawing/2014/main" id="{0F4378DE-EB35-604B-E765-8F8A512AF6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2" name="Freeform 854">
              <a:extLst>
                <a:ext uri="{FF2B5EF4-FFF2-40B4-BE49-F238E27FC236}">
                  <a16:creationId xmlns:a16="http://schemas.microsoft.com/office/drawing/2014/main" id="{EA25FAD5-F08D-466D-2A8F-3DF88A94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33" name="Picture 855" descr="screen">
              <a:extLst>
                <a:ext uri="{FF2B5EF4-FFF2-40B4-BE49-F238E27FC236}">
                  <a16:creationId xmlns:a16="http://schemas.microsoft.com/office/drawing/2014/main" id="{E3EE224A-8ADA-3D68-86C6-58E555080E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4" name="Freeform 856">
              <a:extLst>
                <a:ext uri="{FF2B5EF4-FFF2-40B4-BE49-F238E27FC236}">
                  <a16:creationId xmlns:a16="http://schemas.microsoft.com/office/drawing/2014/main" id="{2EAB8AF3-DF13-B226-872C-1B24742B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35" name="Freeform 857">
              <a:extLst>
                <a:ext uri="{FF2B5EF4-FFF2-40B4-BE49-F238E27FC236}">
                  <a16:creationId xmlns:a16="http://schemas.microsoft.com/office/drawing/2014/main" id="{87D55DCC-8020-7F23-1BF1-50C4D4DD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36" name="Freeform 858">
              <a:extLst>
                <a:ext uri="{FF2B5EF4-FFF2-40B4-BE49-F238E27FC236}">
                  <a16:creationId xmlns:a16="http://schemas.microsoft.com/office/drawing/2014/main" id="{4B9D88CD-3665-4C69-B476-F927E77A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37" name="Freeform 859">
              <a:extLst>
                <a:ext uri="{FF2B5EF4-FFF2-40B4-BE49-F238E27FC236}">
                  <a16:creationId xmlns:a16="http://schemas.microsoft.com/office/drawing/2014/main" id="{D039D5DE-508F-D110-7CDC-85E2E81B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38" name="Freeform 860">
              <a:extLst>
                <a:ext uri="{FF2B5EF4-FFF2-40B4-BE49-F238E27FC236}">
                  <a16:creationId xmlns:a16="http://schemas.microsoft.com/office/drawing/2014/main" id="{3F171FAE-BB1F-085C-8C23-0F16B758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39" name="Freeform 861">
              <a:extLst>
                <a:ext uri="{FF2B5EF4-FFF2-40B4-BE49-F238E27FC236}">
                  <a16:creationId xmlns:a16="http://schemas.microsoft.com/office/drawing/2014/main" id="{FB2E4B5B-A221-9B69-EA76-2C028CA8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0" name="Freeform 862">
              <a:extLst>
                <a:ext uri="{FF2B5EF4-FFF2-40B4-BE49-F238E27FC236}">
                  <a16:creationId xmlns:a16="http://schemas.microsoft.com/office/drawing/2014/main" id="{5A8340FC-2FBD-402F-91CE-3F3CF2AF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1" name="Freeform 863">
              <a:extLst>
                <a:ext uri="{FF2B5EF4-FFF2-40B4-BE49-F238E27FC236}">
                  <a16:creationId xmlns:a16="http://schemas.microsoft.com/office/drawing/2014/main" id="{D5C37643-1717-9E08-4380-AACF6999A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2" name="Freeform 864">
              <a:extLst>
                <a:ext uri="{FF2B5EF4-FFF2-40B4-BE49-F238E27FC236}">
                  <a16:creationId xmlns:a16="http://schemas.microsoft.com/office/drawing/2014/main" id="{F209C454-137F-EB0E-68DB-0780626D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3" name="Freeform 865">
              <a:extLst>
                <a:ext uri="{FF2B5EF4-FFF2-40B4-BE49-F238E27FC236}">
                  <a16:creationId xmlns:a16="http://schemas.microsoft.com/office/drawing/2014/main" id="{956C5DA9-4EE3-6CE1-F440-CB034006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4" name="Freeform 866">
              <a:extLst>
                <a:ext uri="{FF2B5EF4-FFF2-40B4-BE49-F238E27FC236}">
                  <a16:creationId xmlns:a16="http://schemas.microsoft.com/office/drawing/2014/main" id="{B6D71581-4336-830E-CFCB-6E2602E3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5" name="Freeform 867">
              <a:extLst>
                <a:ext uri="{FF2B5EF4-FFF2-40B4-BE49-F238E27FC236}">
                  <a16:creationId xmlns:a16="http://schemas.microsoft.com/office/drawing/2014/main" id="{C5643693-4CC0-6311-5B75-D0B83CCA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6" name="Freeform 868">
              <a:extLst>
                <a:ext uri="{FF2B5EF4-FFF2-40B4-BE49-F238E27FC236}">
                  <a16:creationId xmlns:a16="http://schemas.microsoft.com/office/drawing/2014/main" id="{B7121219-CFA3-0DEE-EEF5-58838EC5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7" name="Freeform 869">
              <a:extLst>
                <a:ext uri="{FF2B5EF4-FFF2-40B4-BE49-F238E27FC236}">
                  <a16:creationId xmlns:a16="http://schemas.microsoft.com/office/drawing/2014/main" id="{ED4AE017-E360-8F16-8DB8-2BE801896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8" name="Freeform 870">
              <a:extLst>
                <a:ext uri="{FF2B5EF4-FFF2-40B4-BE49-F238E27FC236}">
                  <a16:creationId xmlns:a16="http://schemas.microsoft.com/office/drawing/2014/main" id="{6428A094-296F-51E7-830E-9E54605A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49" name="Freeform 871">
              <a:extLst>
                <a:ext uri="{FF2B5EF4-FFF2-40B4-BE49-F238E27FC236}">
                  <a16:creationId xmlns:a16="http://schemas.microsoft.com/office/drawing/2014/main" id="{E1C8B746-DE3E-6D7F-BCD9-748D6179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50" name="Freeform 872">
              <a:extLst>
                <a:ext uri="{FF2B5EF4-FFF2-40B4-BE49-F238E27FC236}">
                  <a16:creationId xmlns:a16="http://schemas.microsoft.com/office/drawing/2014/main" id="{A43D5D38-BC15-BFF7-963A-0265F561D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51" name="Freeform 873">
              <a:extLst>
                <a:ext uri="{FF2B5EF4-FFF2-40B4-BE49-F238E27FC236}">
                  <a16:creationId xmlns:a16="http://schemas.microsoft.com/office/drawing/2014/main" id="{020C76E8-1DA1-73BD-A7BD-1FF92F49EE7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52" name="Freeform 874">
              <a:extLst>
                <a:ext uri="{FF2B5EF4-FFF2-40B4-BE49-F238E27FC236}">
                  <a16:creationId xmlns:a16="http://schemas.microsoft.com/office/drawing/2014/main" id="{02BAA5A9-26D3-27EE-07FC-FF953D306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53" name="Picture 875" descr="grayed_radiation">
              <a:extLst>
                <a:ext uri="{FF2B5EF4-FFF2-40B4-BE49-F238E27FC236}">
                  <a16:creationId xmlns:a16="http://schemas.microsoft.com/office/drawing/2014/main" id="{212B4A7F-732E-FB5C-B6C8-3215255828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7" name="Group 876">
            <a:extLst>
              <a:ext uri="{FF2B5EF4-FFF2-40B4-BE49-F238E27FC236}">
                <a16:creationId xmlns:a16="http://schemas.microsoft.com/office/drawing/2014/main" id="{CB7F2094-766F-7AE4-B34A-0E7CA2D63C65}"/>
              </a:ext>
            </a:extLst>
          </p:cNvPr>
          <p:cNvGrpSpPr>
            <a:grpSpLocks/>
          </p:cNvGrpSpPr>
          <p:nvPr/>
        </p:nvGrpSpPr>
        <p:grpSpPr bwMode="auto">
          <a:xfrm>
            <a:off x="6959600" y="5495925"/>
            <a:ext cx="504825" cy="401638"/>
            <a:chOff x="2896" y="396"/>
            <a:chExt cx="1848" cy="1887"/>
          </a:xfrm>
        </p:grpSpPr>
        <p:pic>
          <p:nvPicPr>
            <p:cNvPr id="57708" name="Picture 877" descr="laptop_keyboard">
              <a:extLst>
                <a:ext uri="{FF2B5EF4-FFF2-40B4-BE49-F238E27FC236}">
                  <a16:creationId xmlns:a16="http://schemas.microsoft.com/office/drawing/2014/main" id="{45B5D396-26AE-C120-6B6B-62E18E0A7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09" name="Freeform 878">
              <a:extLst>
                <a:ext uri="{FF2B5EF4-FFF2-40B4-BE49-F238E27FC236}">
                  <a16:creationId xmlns:a16="http://schemas.microsoft.com/office/drawing/2014/main" id="{2701BB03-63D6-CAE1-CBAA-82AF543C0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10" name="Picture 879" descr="screen">
              <a:extLst>
                <a:ext uri="{FF2B5EF4-FFF2-40B4-BE49-F238E27FC236}">
                  <a16:creationId xmlns:a16="http://schemas.microsoft.com/office/drawing/2014/main" id="{7B14F050-CAA3-DEF7-E84C-DE5554E6A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11" name="Freeform 880">
              <a:extLst>
                <a:ext uri="{FF2B5EF4-FFF2-40B4-BE49-F238E27FC236}">
                  <a16:creationId xmlns:a16="http://schemas.microsoft.com/office/drawing/2014/main" id="{BC1F2401-E512-F208-4376-E6BC2CD07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2" name="Freeform 881">
              <a:extLst>
                <a:ext uri="{FF2B5EF4-FFF2-40B4-BE49-F238E27FC236}">
                  <a16:creationId xmlns:a16="http://schemas.microsoft.com/office/drawing/2014/main" id="{0A2439FB-89AD-6E43-DB87-C489DB81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3" name="Freeform 882">
              <a:extLst>
                <a:ext uri="{FF2B5EF4-FFF2-40B4-BE49-F238E27FC236}">
                  <a16:creationId xmlns:a16="http://schemas.microsoft.com/office/drawing/2014/main" id="{37D743C1-A161-967A-46CE-E2D2E1A4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4" name="Freeform 883">
              <a:extLst>
                <a:ext uri="{FF2B5EF4-FFF2-40B4-BE49-F238E27FC236}">
                  <a16:creationId xmlns:a16="http://schemas.microsoft.com/office/drawing/2014/main" id="{799290EB-6D4B-909B-7BF9-2CB420645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5" name="Freeform 884">
              <a:extLst>
                <a:ext uri="{FF2B5EF4-FFF2-40B4-BE49-F238E27FC236}">
                  <a16:creationId xmlns:a16="http://schemas.microsoft.com/office/drawing/2014/main" id="{5B89FFA2-4AD1-7797-5FDD-CA7D4065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6" name="Freeform 885">
              <a:extLst>
                <a:ext uri="{FF2B5EF4-FFF2-40B4-BE49-F238E27FC236}">
                  <a16:creationId xmlns:a16="http://schemas.microsoft.com/office/drawing/2014/main" id="{4E0710E5-05DB-8968-6C7D-E01B8950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7" name="Freeform 886">
              <a:extLst>
                <a:ext uri="{FF2B5EF4-FFF2-40B4-BE49-F238E27FC236}">
                  <a16:creationId xmlns:a16="http://schemas.microsoft.com/office/drawing/2014/main" id="{0304D955-AC5E-85E2-F789-FEC1C7CD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8" name="Freeform 887">
              <a:extLst>
                <a:ext uri="{FF2B5EF4-FFF2-40B4-BE49-F238E27FC236}">
                  <a16:creationId xmlns:a16="http://schemas.microsoft.com/office/drawing/2014/main" id="{93B2456F-784E-2BB4-2432-4449E526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19" name="Freeform 888">
              <a:extLst>
                <a:ext uri="{FF2B5EF4-FFF2-40B4-BE49-F238E27FC236}">
                  <a16:creationId xmlns:a16="http://schemas.microsoft.com/office/drawing/2014/main" id="{06EDBDF7-A630-77E1-684C-0FA0E27A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0" name="Freeform 889">
              <a:extLst>
                <a:ext uri="{FF2B5EF4-FFF2-40B4-BE49-F238E27FC236}">
                  <a16:creationId xmlns:a16="http://schemas.microsoft.com/office/drawing/2014/main" id="{F0BC59C3-AD8C-0D2D-A639-7CD0F01E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1" name="Freeform 890">
              <a:extLst>
                <a:ext uri="{FF2B5EF4-FFF2-40B4-BE49-F238E27FC236}">
                  <a16:creationId xmlns:a16="http://schemas.microsoft.com/office/drawing/2014/main" id="{CFE946E3-A96A-BCDA-EB46-388DD5FE6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2" name="Freeform 891">
              <a:extLst>
                <a:ext uri="{FF2B5EF4-FFF2-40B4-BE49-F238E27FC236}">
                  <a16:creationId xmlns:a16="http://schemas.microsoft.com/office/drawing/2014/main" id="{8EBC5DEF-0CE0-A917-7158-B5CC07AB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3" name="Freeform 892">
              <a:extLst>
                <a:ext uri="{FF2B5EF4-FFF2-40B4-BE49-F238E27FC236}">
                  <a16:creationId xmlns:a16="http://schemas.microsoft.com/office/drawing/2014/main" id="{9FE980CF-EEB7-EDF1-8A50-AA24291D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4" name="Freeform 893">
              <a:extLst>
                <a:ext uri="{FF2B5EF4-FFF2-40B4-BE49-F238E27FC236}">
                  <a16:creationId xmlns:a16="http://schemas.microsoft.com/office/drawing/2014/main" id="{6E2C5333-51FB-E041-CEAF-B31C2AF1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5" name="Freeform 894">
              <a:extLst>
                <a:ext uri="{FF2B5EF4-FFF2-40B4-BE49-F238E27FC236}">
                  <a16:creationId xmlns:a16="http://schemas.microsoft.com/office/drawing/2014/main" id="{E6BC06BD-0D3E-73A8-065F-03C785D1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6" name="Freeform 895">
              <a:extLst>
                <a:ext uri="{FF2B5EF4-FFF2-40B4-BE49-F238E27FC236}">
                  <a16:creationId xmlns:a16="http://schemas.microsoft.com/office/drawing/2014/main" id="{C9AB1829-920C-13E4-E40E-104E1477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7" name="Freeform 896">
              <a:extLst>
                <a:ext uri="{FF2B5EF4-FFF2-40B4-BE49-F238E27FC236}">
                  <a16:creationId xmlns:a16="http://schemas.microsoft.com/office/drawing/2014/main" id="{34AAC623-362E-BD3B-7A8B-AC2116F2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8" name="Freeform 897">
              <a:extLst>
                <a:ext uri="{FF2B5EF4-FFF2-40B4-BE49-F238E27FC236}">
                  <a16:creationId xmlns:a16="http://schemas.microsoft.com/office/drawing/2014/main" id="{E6501DD1-C549-0688-989F-BCEC4A3BB8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29" name="Freeform 898">
              <a:extLst>
                <a:ext uri="{FF2B5EF4-FFF2-40B4-BE49-F238E27FC236}">
                  <a16:creationId xmlns:a16="http://schemas.microsoft.com/office/drawing/2014/main" id="{8771E40F-48E3-6BEB-8100-7E60B26A3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30" name="Picture 899" descr="grayed_radiation">
              <a:extLst>
                <a:ext uri="{FF2B5EF4-FFF2-40B4-BE49-F238E27FC236}">
                  <a16:creationId xmlns:a16="http://schemas.microsoft.com/office/drawing/2014/main" id="{BB1B2841-B628-5AD8-AB96-AA9DAF1CB9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8" name="Group 900">
            <a:extLst>
              <a:ext uri="{FF2B5EF4-FFF2-40B4-BE49-F238E27FC236}">
                <a16:creationId xmlns:a16="http://schemas.microsoft.com/office/drawing/2014/main" id="{19AFC99A-FE28-C00E-C5E9-5816942F6588}"/>
              </a:ext>
            </a:extLst>
          </p:cNvPr>
          <p:cNvGrpSpPr>
            <a:grpSpLocks/>
          </p:cNvGrpSpPr>
          <p:nvPr/>
        </p:nvGrpSpPr>
        <p:grpSpPr bwMode="auto">
          <a:xfrm>
            <a:off x="7378700" y="5524500"/>
            <a:ext cx="504825" cy="401638"/>
            <a:chOff x="2896" y="396"/>
            <a:chExt cx="1848" cy="1887"/>
          </a:xfrm>
        </p:grpSpPr>
        <p:pic>
          <p:nvPicPr>
            <p:cNvPr id="57685" name="Picture 901" descr="laptop_keyboard">
              <a:extLst>
                <a:ext uri="{FF2B5EF4-FFF2-40B4-BE49-F238E27FC236}">
                  <a16:creationId xmlns:a16="http://schemas.microsoft.com/office/drawing/2014/main" id="{8405320B-CFF9-DD00-EC03-43CA06C34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6" name="Freeform 902">
              <a:extLst>
                <a:ext uri="{FF2B5EF4-FFF2-40B4-BE49-F238E27FC236}">
                  <a16:creationId xmlns:a16="http://schemas.microsoft.com/office/drawing/2014/main" id="{322F83A6-E6B6-716D-968F-6A52D42C6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687" name="Picture 903" descr="screen">
              <a:extLst>
                <a:ext uri="{FF2B5EF4-FFF2-40B4-BE49-F238E27FC236}">
                  <a16:creationId xmlns:a16="http://schemas.microsoft.com/office/drawing/2014/main" id="{3C819896-A20A-069E-67A7-7ADDBBB912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8" name="Freeform 904">
              <a:extLst>
                <a:ext uri="{FF2B5EF4-FFF2-40B4-BE49-F238E27FC236}">
                  <a16:creationId xmlns:a16="http://schemas.microsoft.com/office/drawing/2014/main" id="{B0899C45-5BDC-58DE-A63C-9FDDFF78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89" name="Freeform 905">
              <a:extLst>
                <a:ext uri="{FF2B5EF4-FFF2-40B4-BE49-F238E27FC236}">
                  <a16:creationId xmlns:a16="http://schemas.microsoft.com/office/drawing/2014/main" id="{6758D5F5-80DE-2F3A-015C-32FDBE5F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0" name="Freeform 906">
              <a:extLst>
                <a:ext uri="{FF2B5EF4-FFF2-40B4-BE49-F238E27FC236}">
                  <a16:creationId xmlns:a16="http://schemas.microsoft.com/office/drawing/2014/main" id="{486D4FAD-8F68-0A97-8394-A9C26BBB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1" name="Freeform 907">
              <a:extLst>
                <a:ext uri="{FF2B5EF4-FFF2-40B4-BE49-F238E27FC236}">
                  <a16:creationId xmlns:a16="http://schemas.microsoft.com/office/drawing/2014/main" id="{5F6B369C-E12C-BB26-13F4-651641DC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2" name="Freeform 908">
              <a:extLst>
                <a:ext uri="{FF2B5EF4-FFF2-40B4-BE49-F238E27FC236}">
                  <a16:creationId xmlns:a16="http://schemas.microsoft.com/office/drawing/2014/main" id="{052EBD51-99C5-BB7E-6CEF-E0C41261F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3" name="Freeform 909">
              <a:extLst>
                <a:ext uri="{FF2B5EF4-FFF2-40B4-BE49-F238E27FC236}">
                  <a16:creationId xmlns:a16="http://schemas.microsoft.com/office/drawing/2014/main" id="{688F3073-1E68-35B8-72D8-172E65486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4" name="Freeform 910">
              <a:extLst>
                <a:ext uri="{FF2B5EF4-FFF2-40B4-BE49-F238E27FC236}">
                  <a16:creationId xmlns:a16="http://schemas.microsoft.com/office/drawing/2014/main" id="{1E86275E-B883-497D-45D5-4B114B6A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5" name="Freeform 911">
              <a:extLst>
                <a:ext uri="{FF2B5EF4-FFF2-40B4-BE49-F238E27FC236}">
                  <a16:creationId xmlns:a16="http://schemas.microsoft.com/office/drawing/2014/main" id="{9B98FC78-6F87-B253-0C4C-B9FA44D2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6" name="Freeform 912">
              <a:extLst>
                <a:ext uri="{FF2B5EF4-FFF2-40B4-BE49-F238E27FC236}">
                  <a16:creationId xmlns:a16="http://schemas.microsoft.com/office/drawing/2014/main" id="{FE98DC80-91C0-BF07-8AEB-7CF91D16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7" name="Freeform 913">
              <a:extLst>
                <a:ext uri="{FF2B5EF4-FFF2-40B4-BE49-F238E27FC236}">
                  <a16:creationId xmlns:a16="http://schemas.microsoft.com/office/drawing/2014/main" id="{3B3525ED-1FAB-DDAC-05E9-484F3F54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8" name="Freeform 914">
              <a:extLst>
                <a:ext uri="{FF2B5EF4-FFF2-40B4-BE49-F238E27FC236}">
                  <a16:creationId xmlns:a16="http://schemas.microsoft.com/office/drawing/2014/main" id="{578954AE-C502-F3D5-D1D6-D373D481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99" name="Freeform 915">
              <a:extLst>
                <a:ext uri="{FF2B5EF4-FFF2-40B4-BE49-F238E27FC236}">
                  <a16:creationId xmlns:a16="http://schemas.microsoft.com/office/drawing/2014/main" id="{05F57DE2-6C79-8CF3-1AE8-9F712F8C1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0" name="Freeform 916">
              <a:extLst>
                <a:ext uri="{FF2B5EF4-FFF2-40B4-BE49-F238E27FC236}">
                  <a16:creationId xmlns:a16="http://schemas.microsoft.com/office/drawing/2014/main" id="{57DD5C96-9378-3713-3A24-B3950E0E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1" name="Freeform 917">
              <a:extLst>
                <a:ext uri="{FF2B5EF4-FFF2-40B4-BE49-F238E27FC236}">
                  <a16:creationId xmlns:a16="http://schemas.microsoft.com/office/drawing/2014/main" id="{6914B4F9-FD89-53E6-17DD-AECD9C89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2" name="Freeform 918">
              <a:extLst>
                <a:ext uri="{FF2B5EF4-FFF2-40B4-BE49-F238E27FC236}">
                  <a16:creationId xmlns:a16="http://schemas.microsoft.com/office/drawing/2014/main" id="{5F872BCA-BB28-5A9C-2FCF-222A5172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3" name="Freeform 919">
              <a:extLst>
                <a:ext uri="{FF2B5EF4-FFF2-40B4-BE49-F238E27FC236}">
                  <a16:creationId xmlns:a16="http://schemas.microsoft.com/office/drawing/2014/main" id="{995828D4-27F2-CA5A-B49B-7C120976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4" name="Freeform 920">
              <a:extLst>
                <a:ext uri="{FF2B5EF4-FFF2-40B4-BE49-F238E27FC236}">
                  <a16:creationId xmlns:a16="http://schemas.microsoft.com/office/drawing/2014/main" id="{4F562B90-66C2-2926-FEF6-C316A235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5" name="Freeform 921">
              <a:extLst>
                <a:ext uri="{FF2B5EF4-FFF2-40B4-BE49-F238E27FC236}">
                  <a16:creationId xmlns:a16="http://schemas.microsoft.com/office/drawing/2014/main" id="{EF0D1DEA-C1FE-DE87-7104-8228EC6B4AA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06" name="Freeform 922">
              <a:extLst>
                <a:ext uri="{FF2B5EF4-FFF2-40B4-BE49-F238E27FC236}">
                  <a16:creationId xmlns:a16="http://schemas.microsoft.com/office/drawing/2014/main" id="{7E5FD67F-64CC-F3A2-C1B6-0BC686F4B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57707" name="Picture 923" descr="grayed_radiation">
              <a:extLst>
                <a:ext uri="{FF2B5EF4-FFF2-40B4-BE49-F238E27FC236}">
                  <a16:creationId xmlns:a16="http://schemas.microsoft.com/office/drawing/2014/main" id="{A63D40AC-66D8-0AAE-7E77-748E62115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9" name="Group 924">
            <a:extLst>
              <a:ext uri="{FF2B5EF4-FFF2-40B4-BE49-F238E27FC236}">
                <a16:creationId xmlns:a16="http://schemas.microsoft.com/office/drawing/2014/main" id="{9A5F70C6-766B-77AE-1D88-71932FC3BC7F}"/>
              </a:ext>
            </a:extLst>
          </p:cNvPr>
          <p:cNvGrpSpPr>
            <a:grpSpLocks/>
          </p:cNvGrpSpPr>
          <p:nvPr/>
        </p:nvGrpSpPr>
        <p:grpSpPr bwMode="auto">
          <a:xfrm>
            <a:off x="5349875" y="1590675"/>
            <a:ext cx="617538" cy="387350"/>
            <a:chOff x="2920" y="972"/>
            <a:chExt cx="389" cy="244"/>
          </a:xfrm>
        </p:grpSpPr>
        <p:grpSp>
          <p:nvGrpSpPr>
            <p:cNvPr id="57673" name="Group 925">
              <a:extLst>
                <a:ext uri="{FF2B5EF4-FFF2-40B4-BE49-F238E27FC236}">
                  <a16:creationId xmlns:a16="http://schemas.microsoft.com/office/drawing/2014/main" id="{42C559E3-1390-556F-9487-F4049F04B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5" y="1027"/>
              <a:ext cx="102" cy="189"/>
              <a:chOff x="3436" y="1504"/>
              <a:chExt cx="393" cy="942"/>
            </a:xfrm>
          </p:grpSpPr>
          <p:pic>
            <p:nvPicPr>
              <p:cNvPr id="57675" name="Picture 926" descr="iphone_stylized_small">
                <a:extLst>
                  <a:ext uri="{FF2B5EF4-FFF2-40B4-BE49-F238E27FC236}">
                    <a16:creationId xmlns:a16="http://schemas.microsoft.com/office/drawing/2014/main" id="{7447D3FD-E57A-AC70-E282-15A15EBA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36" y="1504"/>
                <a:ext cx="393" cy="9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7676" name="Freeform 927">
                <a:extLst>
                  <a:ext uri="{FF2B5EF4-FFF2-40B4-BE49-F238E27FC236}">
                    <a16:creationId xmlns:a16="http://schemas.microsoft.com/office/drawing/2014/main" id="{002673B0-02FE-0EC0-FACC-DB2915FA3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23"/>
                <a:ext cx="339" cy="906"/>
              </a:xfrm>
              <a:custGeom>
                <a:avLst/>
                <a:gdLst>
                  <a:gd name="T0" fmla="*/ 6 w 339"/>
                  <a:gd name="T1" fmla="*/ 31 h 906"/>
                  <a:gd name="T2" fmla="*/ 38 w 339"/>
                  <a:gd name="T3" fmla="*/ 0 h 906"/>
                  <a:gd name="T4" fmla="*/ 323 w 339"/>
                  <a:gd name="T5" fmla="*/ 45 h 906"/>
                  <a:gd name="T6" fmla="*/ 338 w 339"/>
                  <a:gd name="T7" fmla="*/ 85 h 906"/>
                  <a:gd name="T8" fmla="*/ 339 w 339"/>
                  <a:gd name="T9" fmla="*/ 813 h 906"/>
                  <a:gd name="T10" fmla="*/ 312 w 339"/>
                  <a:gd name="T11" fmla="*/ 865 h 906"/>
                  <a:gd name="T12" fmla="*/ 29 w 339"/>
                  <a:gd name="T13" fmla="*/ 906 h 906"/>
                  <a:gd name="T14" fmla="*/ 0 w 339"/>
                  <a:gd name="T15" fmla="*/ 876 h 906"/>
                  <a:gd name="T16" fmla="*/ 6 w 339"/>
                  <a:gd name="T17" fmla="*/ 31 h 9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9"/>
                  <a:gd name="T28" fmla="*/ 0 h 906"/>
                  <a:gd name="T29" fmla="*/ 339 w 339"/>
                  <a:gd name="T30" fmla="*/ 906 h 9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9" h="906">
                    <a:moveTo>
                      <a:pt x="6" y="31"/>
                    </a:moveTo>
                    <a:lnTo>
                      <a:pt x="38" y="0"/>
                    </a:lnTo>
                    <a:lnTo>
                      <a:pt x="323" y="45"/>
                    </a:lnTo>
                    <a:lnTo>
                      <a:pt x="338" y="85"/>
                    </a:lnTo>
                    <a:lnTo>
                      <a:pt x="339" y="813"/>
                    </a:lnTo>
                    <a:lnTo>
                      <a:pt x="312" y="865"/>
                    </a:lnTo>
                    <a:lnTo>
                      <a:pt x="29" y="906"/>
                    </a:lnTo>
                    <a:lnTo>
                      <a:pt x="0" y="876"/>
                    </a:lnTo>
                    <a:lnTo>
                      <a:pt x="6" y="3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57677" name="Group 928">
                <a:extLst>
                  <a:ext uri="{FF2B5EF4-FFF2-40B4-BE49-F238E27FC236}">
                    <a16:creationId xmlns:a16="http://schemas.microsoft.com/office/drawing/2014/main" id="{A0CECA1E-6921-18F4-59AB-7C48199646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" y="1689"/>
                <a:ext cx="289" cy="576"/>
                <a:chOff x="3511" y="1689"/>
                <a:chExt cx="289" cy="576"/>
              </a:xfrm>
            </p:grpSpPr>
            <p:sp>
              <p:nvSpPr>
                <p:cNvPr id="57678" name="Freeform 929">
                  <a:extLst>
                    <a:ext uri="{FF2B5EF4-FFF2-40B4-BE49-F238E27FC236}">
                      <a16:creationId xmlns:a16="http://schemas.microsoft.com/office/drawing/2014/main" id="{5BA026D0-3FBE-D5AF-FEA7-1B22A0A43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9" y="2175"/>
                  <a:ext cx="66" cy="90"/>
                </a:xfrm>
                <a:custGeom>
                  <a:avLst/>
                  <a:gdLst>
                    <a:gd name="T0" fmla="*/ 0 w 66"/>
                    <a:gd name="T1" fmla="*/ 5 h 90"/>
                    <a:gd name="T2" fmla="*/ 66 w 66"/>
                    <a:gd name="T3" fmla="*/ 0 h 90"/>
                    <a:gd name="T4" fmla="*/ 65 w 66"/>
                    <a:gd name="T5" fmla="*/ 80 h 90"/>
                    <a:gd name="T6" fmla="*/ 2 w 66"/>
                    <a:gd name="T7" fmla="*/ 90 h 90"/>
                    <a:gd name="T8" fmla="*/ 0 w 66"/>
                    <a:gd name="T9" fmla="*/ 5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90"/>
                    <a:gd name="T17" fmla="*/ 66 w 66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90">
                      <a:moveTo>
                        <a:pt x="0" y="5"/>
                      </a:moveTo>
                      <a:lnTo>
                        <a:pt x="66" y="0"/>
                      </a:lnTo>
                      <a:lnTo>
                        <a:pt x="65" y="80"/>
                      </a:lnTo>
                      <a:lnTo>
                        <a:pt x="2" y="9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79" name="Freeform 930">
                  <a:extLst>
                    <a:ext uri="{FF2B5EF4-FFF2-40B4-BE49-F238E27FC236}">
                      <a16:creationId xmlns:a16="http://schemas.microsoft.com/office/drawing/2014/main" id="{D2E781AC-E1C7-1154-7BF3-D08E80854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3" y="2166"/>
                  <a:ext cx="69" cy="89"/>
                </a:xfrm>
                <a:custGeom>
                  <a:avLst/>
                  <a:gdLst>
                    <a:gd name="T0" fmla="*/ 3 w 69"/>
                    <a:gd name="T1" fmla="*/ 8 h 89"/>
                    <a:gd name="T2" fmla="*/ 66 w 69"/>
                    <a:gd name="T3" fmla="*/ 0 h 89"/>
                    <a:gd name="T4" fmla="*/ 69 w 69"/>
                    <a:gd name="T5" fmla="*/ 80 h 89"/>
                    <a:gd name="T6" fmla="*/ 0 w 69"/>
                    <a:gd name="T7" fmla="*/ 89 h 89"/>
                    <a:gd name="T8" fmla="*/ 3 w 69"/>
                    <a:gd name="T9" fmla="*/ 8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"/>
                    <a:gd name="T16" fmla="*/ 0 h 89"/>
                    <a:gd name="T17" fmla="*/ 69 w 69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" h="89">
                      <a:moveTo>
                        <a:pt x="3" y="8"/>
                      </a:moveTo>
                      <a:lnTo>
                        <a:pt x="66" y="0"/>
                      </a:lnTo>
                      <a:lnTo>
                        <a:pt x="69" y="80"/>
                      </a:lnTo>
                      <a:lnTo>
                        <a:pt x="0" y="89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80" name="Freeform 931">
                  <a:extLst>
                    <a:ext uri="{FF2B5EF4-FFF2-40B4-BE49-F238E27FC236}">
                      <a16:creationId xmlns:a16="http://schemas.microsoft.com/office/drawing/2014/main" id="{A424EE1A-4DD7-694F-5C5D-25BC1E9AA4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5" y="2162"/>
                  <a:ext cx="62" cy="82"/>
                </a:xfrm>
                <a:custGeom>
                  <a:avLst/>
                  <a:gdLst>
                    <a:gd name="T0" fmla="*/ 0 w 62"/>
                    <a:gd name="T1" fmla="*/ 6 h 82"/>
                    <a:gd name="T2" fmla="*/ 61 w 62"/>
                    <a:gd name="T3" fmla="*/ 0 h 82"/>
                    <a:gd name="T4" fmla="*/ 62 w 62"/>
                    <a:gd name="T5" fmla="*/ 75 h 82"/>
                    <a:gd name="T6" fmla="*/ 3 w 62"/>
                    <a:gd name="T7" fmla="*/ 82 h 82"/>
                    <a:gd name="T8" fmla="*/ 0 w 62"/>
                    <a:gd name="T9" fmla="*/ 6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"/>
                    <a:gd name="T16" fmla="*/ 0 h 82"/>
                    <a:gd name="T17" fmla="*/ 62 w 62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" h="82">
                      <a:moveTo>
                        <a:pt x="0" y="6"/>
                      </a:moveTo>
                      <a:lnTo>
                        <a:pt x="61" y="0"/>
                      </a:lnTo>
                      <a:lnTo>
                        <a:pt x="62" y="75"/>
                      </a:lnTo>
                      <a:lnTo>
                        <a:pt x="3" y="82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81" name="Freeform 932">
                  <a:extLst>
                    <a:ext uri="{FF2B5EF4-FFF2-40B4-BE49-F238E27FC236}">
                      <a16:creationId xmlns:a16="http://schemas.microsoft.com/office/drawing/2014/main" id="{9BF0D7B4-919E-2A92-DD87-A630AB6C2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4" y="2154"/>
                  <a:ext cx="66" cy="84"/>
                </a:xfrm>
                <a:custGeom>
                  <a:avLst/>
                  <a:gdLst>
                    <a:gd name="T0" fmla="*/ 1 w 66"/>
                    <a:gd name="T1" fmla="*/ 6 h 84"/>
                    <a:gd name="T2" fmla="*/ 66 w 66"/>
                    <a:gd name="T3" fmla="*/ 0 h 84"/>
                    <a:gd name="T4" fmla="*/ 63 w 66"/>
                    <a:gd name="T5" fmla="*/ 77 h 84"/>
                    <a:gd name="T6" fmla="*/ 0 w 66"/>
                    <a:gd name="T7" fmla="*/ 84 h 84"/>
                    <a:gd name="T8" fmla="*/ 1 w 66"/>
                    <a:gd name="T9" fmla="*/ 6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84"/>
                    <a:gd name="T17" fmla="*/ 66 w 66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84">
                      <a:moveTo>
                        <a:pt x="1" y="6"/>
                      </a:moveTo>
                      <a:lnTo>
                        <a:pt x="66" y="0"/>
                      </a:lnTo>
                      <a:lnTo>
                        <a:pt x="63" y="77"/>
                      </a:lnTo>
                      <a:lnTo>
                        <a:pt x="0" y="84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82" name="Rectangle 933">
                  <a:extLst>
                    <a:ext uri="{FF2B5EF4-FFF2-40B4-BE49-F238E27FC236}">
                      <a16:creationId xmlns:a16="http://schemas.microsoft.com/office/drawing/2014/main" id="{7D87C853-58A2-EE0A-5CC8-75B239CA6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13" y="1688"/>
                  <a:ext cx="54" cy="4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57683" name="Rectangle 934">
                  <a:extLst>
                    <a:ext uri="{FF2B5EF4-FFF2-40B4-BE49-F238E27FC236}">
                      <a16:creationId xmlns:a16="http://schemas.microsoft.com/office/drawing/2014/main" id="{5F9411D4-B6AF-C47B-9A95-4284204985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1" y="1738"/>
                  <a:ext cx="92" cy="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57684" name="Freeform 935">
                  <a:extLst>
                    <a:ext uri="{FF2B5EF4-FFF2-40B4-BE49-F238E27FC236}">
                      <a16:creationId xmlns:a16="http://schemas.microsoft.com/office/drawing/2014/main" id="{86C5D3B8-631F-1559-C7E1-24EF5841D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5" y="1794"/>
                  <a:ext cx="261" cy="204"/>
                </a:xfrm>
                <a:custGeom>
                  <a:avLst/>
                  <a:gdLst>
                    <a:gd name="T0" fmla="*/ 0 w 261"/>
                    <a:gd name="T1" fmla="*/ 0 h 204"/>
                    <a:gd name="T2" fmla="*/ 0 w 261"/>
                    <a:gd name="T3" fmla="*/ 204 h 204"/>
                    <a:gd name="T4" fmla="*/ 259 w 261"/>
                    <a:gd name="T5" fmla="*/ 201 h 204"/>
                    <a:gd name="T6" fmla="*/ 261 w 261"/>
                    <a:gd name="T7" fmla="*/ 12 h 204"/>
                    <a:gd name="T8" fmla="*/ 0 w 261"/>
                    <a:gd name="T9" fmla="*/ 0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1"/>
                    <a:gd name="T16" fmla="*/ 0 h 204"/>
                    <a:gd name="T17" fmla="*/ 261 w 261"/>
                    <a:gd name="T18" fmla="*/ 204 h 2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1" h="204">
                      <a:moveTo>
                        <a:pt x="0" y="0"/>
                      </a:moveTo>
                      <a:lnTo>
                        <a:pt x="0" y="204"/>
                      </a:lnTo>
                      <a:lnTo>
                        <a:pt x="259" y="201"/>
                      </a:lnTo>
                      <a:lnTo>
                        <a:pt x="261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pic>
          <p:nvPicPr>
            <p:cNvPr id="57674" name="Picture 936" descr="grayed_radiation">
              <a:extLst>
                <a:ext uri="{FF2B5EF4-FFF2-40B4-BE49-F238E27FC236}">
                  <a16:creationId xmlns:a16="http://schemas.microsoft.com/office/drawing/2014/main" id="{1778EB7F-35E3-FCF0-F07F-EF3BB8C2B5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972"/>
              <a:ext cx="38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7400" name="Picture 937" descr="car_grayed">
            <a:extLst>
              <a:ext uri="{FF2B5EF4-FFF2-40B4-BE49-F238E27FC236}">
                <a16:creationId xmlns:a16="http://schemas.microsoft.com/office/drawing/2014/main" id="{A1674897-B37C-ACB4-ED11-2B6B47EE4D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6838" y="1670050"/>
            <a:ext cx="7540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7401" name="Group 938">
            <a:extLst>
              <a:ext uri="{FF2B5EF4-FFF2-40B4-BE49-F238E27FC236}">
                <a16:creationId xmlns:a16="http://schemas.microsoft.com/office/drawing/2014/main" id="{9E589C29-4FA9-4AE6-F976-95730E278590}"/>
              </a:ext>
            </a:extLst>
          </p:cNvPr>
          <p:cNvGrpSpPr>
            <a:grpSpLocks/>
          </p:cNvGrpSpPr>
          <p:nvPr/>
        </p:nvGrpSpPr>
        <p:grpSpPr bwMode="auto">
          <a:xfrm>
            <a:off x="5662613" y="4538663"/>
            <a:ext cx="463550" cy="398462"/>
            <a:chOff x="3987" y="-51"/>
            <a:chExt cx="1252" cy="983"/>
          </a:xfrm>
        </p:grpSpPr>
        <p:pic>
          <p:nvPicPr>
            <p:cNvPr id="57671" name="Picture 939" descr="desktop_computer_stylized_small">
              <a:extLst>
                <a:ext uri="{FF2B5EF4-FFF2-40B4-BE49-F238E27FC236}">
                  <a16:creationId xmlns:a16="http://schemas.microsoft.com/office/drawing/2014/main" id="{19F38B24-E24C-37F7-998E-D73D09B54A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2" name="Freeform 940">
              <a:extLst>
                <a:ext uri="{FF2B5EF4-FFF2-40B4-BE49-F238E27FC236}">
                  <a16:creationId xmlns:a16="http://schemas.microsoft.com/office/drawing/2014/main" id="{DB7291FF-563D-67F6-10CC-3481131C2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5 w 714"/>
                <a:gd name="T1" fmla="*/ 1 h 714"/>
                <a:gd name="T2" fmla="*/ 138 w 714"/>
                <a:gd name="T3" fmla="*/ 0 h 714"/>
                <a:gd name="T4" fmla="*/ 109 w 714"/>
                <a:gd name="T5" fmla="*/ 1 h 714"/>
                <a:gd name="T6" fmla="*/ 0 w 714"/>
                <a:gd name="T7" fmla="*/ 1 h 714"/>
                <a:gd name="T8" fmla="*/ 25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2" name="Group 941">
            <a:extLst>
              <a:ext uri="{FF2B5EF4-FFF2-40B4-BE49-F238E27FC236}">
                <a16:creationId xmlns:a16="http://schemas.microsoft.com/office/drawing/2014/main" id="{85D5B68D-F964-8261-C38A-EEEE78B3C65B}"/>
              </a:ext>
            </a:extLst>
          </p:cNvPr>
          <p:cNvGrpSpPr>
            <a:grpSpLocks/>
          </p:cNvGrpSpPr>
          <p:nvPr/>
        </p:nvGrpSpPr>
        <p:grpSpPr bwMode="auto">
          <a:xfrm>
            <a:off x="5500688" y="4938713"/>
            <a:ext cx="463550" cy="398462"/>
            <a:chOff x="3987" y="-51"/>
            <a:chExt cx="1252" cy="983"/>
          </a:xfrm>
        </p:grpSpPr>
        <p:pic>
          <p:nvPicPr>
            <p:cNvPr id="57669" name="Picture 942" descr="desktop_computer_stylized_small">
              <a:extLst>
                <a:ext uri="{FF2B5EF4-FFF2-40B4-BE49-F238E27FC236}">
                  <a16:creationId xmlns:a16="http://schemas.microsoft.com/office/drawing/2014/main" id="{5458432C-591F-3ED3-45C5-E67B0842F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0" name="Freeform 943">
              <a:extLst>
                <a:ext uri="{FF2B5EF4-FFF2-40B4-BE49-F238E27FC236}">
                  <a16:creationId xmlns:a16="http://schemas.microsoft.com/office/drawing/2014/main" id="{0BE26552-4AFC-CD1C-3B84-636C8A1F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5 w 714"/>
                <a:gd name="T1" fmla="*/ 1 h 714"/>
                <a:gd name="T2" fmla="*/ 138 w 714"/>
                <a:gd name="T3" fmla="*/ 0 h 714"/>
                <a:gd name="T4" fmla="*/ 109 w 714"/>
                <a:gd name="T5" fmla="*/ 1 h 714"/>
                <a:gd name="T6" fmla="*/ 0 w 714"/>
                <a:gd name="T7" fmla="*/ 1 h 714"/>
                <a:gd name="T8" fmla="*/ 25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3" name="Group 944">
            <a:extLst>
              <a:ext uri="{FF2B5EF4-FFF2-40B4-BE49-F238E27FC236}">
                <a16:creationId xmlns:a16="http://schemas.microsoft.com/office/drawing/2014/main" id="{948DE16F-3198-337A-A382-CF93DE90D824}"/>
              </a:ext>
            </a:extLst>
          </p:cNvPr>
          <p:cNvGrpSpPr>
            <a:grpSpLocks/>
          </p:cNvGrpSpPr>
          <p:nvPr/>
        </p:nvGrpSpPr>
        <p:grpSpPr bwMode="auto">
          <a:xfrm>
            <a:off x="5957888" y="5186363"/>
            <a:ext cx="463550" cy="398462"/>
            <a:chOff x="3987" y="-51"/>
            <a:chExt cx="1252" cy="983"/>
          </a:xfrm>
        </p:grpSpPr>
        <p:pic>
          <p:nvPicPr>
            <p:cNvPr id="57667" name="Picture 945" descr="desktop_computer_stylized_small">
              <a:extLst>
                <a:ext uri="{FF2B5EF4-FFF2-40B4-BE49-F238E27FC236}">
                  <a16:creationId xmlns:a16="http://schemas.microsoft.com/office/drawing/2014/main" id="{C35B9593-12BA-FF06-898F-725E97507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8" name="Freeform 946">
              <a:extLst>
                <a:ext uri="{FF2B5EF4-FFF2-40B4-BE49-F238E27FC236}">
                  <a16:creationId xmlns:a16="http://schemas.microsoft.com/office/drawing/2014/main" id="{CBE98AFC-06EA-CB36-AD35-6F5ADCA70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5 w 714"/>
                <a:gd name="T1" fmla="*/ 1 h 714"/>
                <a:gd name="T2" fmla="*/ 138 w 714"/>
                <a:gd name="T3" fmla="*/ 0 h 714"/>
                <a:gd name="T4" fmla="*/ 109 w 714"/>
                <a:gd name="T5" fmla="*/ 1 h 714"/>
                <a:gd name="T6" fmla="*/ 0 w 714"/>
                <a:gd name="T7" fmla="*/ 1 h 714"/>
                <a:gd name="T8" fmla="*/ 25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4" name="Group 947">
            <a:extLst>
              <a:ext uri="{FF2B5EF4-FFF2-40B4-BE49-F238E27FC236}">
                <a16:creationId xmlns:a16="http://schemas.microsoft.com/office/drawing/2014/main" id="{9B74560F-4E68-CC97-7EA2-61B80C23EF09}"/>
              </a:ext>
            </a:extLst>
          </p:cNvPr>
          <p:cNvGrpSpPr>
            <a:grpSpLocks/>
          </p:cNvGrpSpPr>
          <p:nvPr/>
        </p:nvGrpSpPr>
        <p:grpSpPr bwMode="auto">
          <a:xfrm>
            <a:off x="6396038" y="5224463"/>
            <a:ext cx="463550" cy="398462"/>
            <a:chOff x="3987" y="-51"/>
            <a:chExt cx="1252" cy="983"/>
          </a:xfrm>
        </p:grpSpPr>
        <p:pic>
          <p:nvPicPr>
            <p:cNvPr id="57665" name="Picture 948" descr="desktop_computer_stylized_small">
              <a:extLst>
                <a:ext uri="{FF2B5EF4-FFF2-40B4-BE49-F238E27FC236}">
                  <a16:creationId xmlns:a16="http://schemas.microsoft.com/office/drawing/2014/main" id="{B060FCDE-C8E2-33B0-538E-4B29161B75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6" name="Freeform 949">
              <a:extLst>
                <a:ext uri="{FF2B5EF4-FFF2-40B4-BE49-F238E27FC236}">
                  <a16:creationId xmlns:a16="http://schemas.microsoft.com/office/drawing/2014/main" id="{3B98E13A-4B5D-4E98-D122-ED63F4E7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5 w 714"/>
                <a:gd name="T1" fmla="*/ 1 h 714"/>
                <a:gd name="T2" fmla="*/ 138 w 714"/>
                <a:gd name="T3" fmla="*/ 0 h 714"/>
                <a:gd name="T4" fmla="*/ 109 w 714"/>
                <a:gd name="T5" fmla="*/ 1 h 714"/>
                <a:gd name="T6" fmla="*/ 0 w 714"/>
                <a:gd name="T7" fmla="*/ 1 h 714"/>
                <a:gd name="T8" fmla="*/ 25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5" name="Group 950">
            <a:extLst>
              <a:ext uri="{FF2B5EF4-FFF2-40B4-BE49-F238E27FC236}">
                <a16:creationId xmlns:a16="http://schemas.microsoft.com/office/drawing/2014/main" id="{104DB676-7CEF-775D-6C16-36FBCCDA0AB1}"/>
              </a:ext>
            </a:extLst>
          </p:cNvPr>
          <p:cNvGrpSpPr>
            <a:grpSpLocks/>
          </p:cNvGrpSpPr>
          <p:nvPr/>
        </p:nvGrpSpPr>
        <p:grpSpPr bwMode="auto">
          <a:xfrm>
            <a:off x="8186738" y="5014913"/>
            <a:ext cx="249237" cy="555625"/>
            <a:chOff x="1115" y="2770"/>
            <a:chExt cx="589" cy="1034"/>
          </a:xfrm>
        </p:grpSpPr>
        <p:sp>
          <p:nvSpPr>
            <p:cNvPr id="57633" name="Freeform 951">
              <a:extLst>
                <a:ext uri="{FF2B5EF4-FFF2-40B4-BE49-F238E27FC236}">
                  <a16:creationId xmlns:a16="http://schemas.microsoft.com/office/drawing/2014/main" id="{3910C35A-D7F5-E526-CE39-0A9C61BD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34" name="Rectangle 952">
              <a:extLst>
                <a:ext uri="{FF2B5EF4-FFF2-40B4-BE49-F238E27FC236}">
                  <a16:creationId xmlns:a16="http://schemas.microsoft.com/office/drawing/2014/main" id="{386F2C65-AA86-7C6F-F846-930437583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770"/>
              <a:ext cx="435" cy="98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35" name="Freeform 953">
              <a:extLst>
                <a:ext uri="{FF2B5EF4-FFF2-40B4-BE49-F238E27FC236}">
                  <a16:creationId xmlns:a16="http://schemas.microsoft.com/office/drawing/2014/main" id="{AECC0D6E-B98E-F032-CAB1-925DB247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36" name="Freeform 954">
              <a:extLst>
                <a:ext uri="{FF2B5EF4-FFF2-40B4-BE49-F238E27FC236}">
                  <a16:creationId xmlns:a16="http://schemas.microsoft.com/office/drawing/2014/main" id="{3D4ED87A-850D-864B-724A-7EC46629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37" name="Rectangle 955">
              <a:extLst>
                <a:ext uri="{FF2B5EF4-FFF2-40B4-BE49-F238E27FC236}">
                  <a16:creationId xmlns:a16="http://schemas.microsoft.com/office/drawing/2014/main" id="{D38CE8F2-6868-49A4-E20D-BF83493C5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885"/>
              <a:ext cx="248" cy="1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38" name="Group 956">
              <a:extLst>
                <a:ext uri="{FF2B5EF4-FFF2-40B4-BE49-F238E27FC236}">
                  <a16:creationId xmlns:a16="http://schemas.microsoft.com/office/drawing/2014/main" id="{A1DBCC18-D97B-901A-C005-712BCEBDF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63" name="AutoShape 957">
                <a:extLst>
                  <a:ext uri="{FF2B5EF4-FFF2-40B4-BE49-F238E27FC236}">
                    <a16:creationId xmlns:a16="http://schemas.microsoft.com/office/drawing/2014/main" id="{508BDE3F-A7AD-DA31-2509-244D3398A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64" name="AutoShape 958">
                <a:extLst>
                  <a:ext uri="{FF2B5EF4-FFF2-40B4-BE49-F238E27FC236}">
                    <a16:creationId xmlns:a16="http://schemas.microsoft.com/office/drawing/2014/main" id="{D412BFAE-A662-1D91-71C4-96C16F0F6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2"/>
                <a:ext cx="691" cy="10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39" name="Rectangle 959">
              <a:extLst>
                <a:ext uri="{FF2B5EF4-FFF2-40B4-BE49-F238E27FC236}">
                  <a16:creationId xmlns:a16="http://schemas.microsoft.com/office/drawing/2014/main" id="{22837C00-17EE-EFF9-5D23-A91DD7144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024"/>
              <a:ext cx="248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40" name="Group 960">
              <a:extLst>
                <a:ext uri="{FF2B5EF4-FFF2-40B4-BE49-F238E27FC236}">
                  <a16:creationId xmlns:a16="http://schemas.microsoft.com/office/drawing/2014/main" id="{90DBD902-C1AB-A394-DE66-DA8C100D47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61" name="AutoShape 961">
                <a:extLst>
                  <a:ext uri="{FF2B5EF4-FFF2-40B4-BE49-F238E27FC236}">
                    <a16:creationId xmlns:a16="http://schemas.microsoft.com/office/drawing/2014/main" id="{9C6702BA-0C1D-92D6-F679-4019E9C3B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62" name="AutoShape 962">
                <a:extLst>
                  <a:ext uri="{FF2B5EF4-FFF2-40B4-BE49-F238E27FC236}">
                    <a16:creationId xmlns:a16="http://schemas.microsoft.com/office/drawing/2014/main" id="{5B262D16-64C2-66DD-D2AD-A3A2239C3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1" cy="10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41" name="Rectangle 963">
              <a:extLst>
                <a:ext uri="{FF2B5EF4-FFF2-40B4-BE49-F238E27FC236}">
                  <a16:creationId xmlns:a16="http://schemas.microsoft.com/office/drawing/2014/main" id="{DFD0D718-AE0B-1ABD-004F-B317DCED8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172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42" name="Rectangle 964">
              <a:extLst>
                <a:ext uri="{FF2B5EF4-FFF2-40B4-BE49-F238E27FC236}">
                  <a16:creationId xmlns:a16="http://schemas.microsoft.com/office/drawing/2014/main" id="{C32589CD-DF95-C0EB-5C57-1CA37FEA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299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43" name="Group 965">
              <a:extLst>
                <a:ext uri="{FF2B5EF4-FFF2-40B4-BE49-F238E27FC236}">
                  <a16:creationId xmlns:a16="http://schemas.microsoft.com/office/drawing/2014/main" id="{FE7BFDE3-E115-31E3-D777-936EBBEAD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59" name="AutoShape 966">
                <a:extLst>
                  <a:ext uri="{FF2B5EF4-FFF2-40B4-BE49-F238E27FC236}">
                    <a16:creationId xmlns:a16="http://schemas.microsoft.com/office/drawing/2014/main" id="{DE5E6D61-F8AF-88D9-7E92-081B11A18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60" name="AutoShape 967">
                <a:extLst>
                  <a:ext uri="{FF2B5EF4-FFF2-40B4-BE49-F238E27FC236}">
                    <a16:creationId xmlns:a16="http://schemas.microsoft.com/office/drawing/2014/main" id="{D1352A42-2755-0951-20D1-FEEEED566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1" cy="10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44" name="Freeform 968">
              <a:extLst>
                <a:ext uri="{FF2B5EF4-FFF2-40B4-BE49-F238E27FC236}">
                  <a16:creationId xmlns:a16="http://schemas.microsoft.com/office/drawing/2014/main" id="{50D2DF60-12DB-0655-F2D7-9421F706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7645" name="Group 969">
              <a:extLst>
                <a:ext uri="{FF2B5EF4-FFF2-40B4-BE49-F238E27FC236}">
                  <a16:creationId xmlns:a16="http://schemas.microsoft.com/office/drawing/2014/main" id="{D99AA369-E581-C51D-F0D2-1CEF3CF5A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57" name="AutoShape 970">
                <a:extLst>
                  <a:ext uri="{FF2B5EF4-FFF2-40B4-BE49-F238E27FC236}">
                    <a16:creationId xmlns:a16="http://schemas.microsoft.com/office/drawing/2014/main" id="{1DFBCA2A-E747-2953-DA70-9ABF8039A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5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58" name="AutoShape 971">
                <a:extLst>
                  <a:ext uri="{FF2B5EF4-FFF2-40B4-BE49-F238E27FC236}">
                    <a16:creationId xmlns:a16="http://schemas.microsoft.com/office/drawing/2014/main" id="{CFA8116E-5ADA-E0BE-976F-F590892B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79"/>
                <a:ext cx="691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46" name="Rectangle 972">
              <a:extLst>
                <a:ext uri="{FF2B5EF4-FFF2-40B4-BE49-F238E27FC236}">
                  <a16:creationId xmlns:a16="http://schemas.microsoft.com/office/drawing/2014/main" id="{F94E60DE-B2EC-E7E4-EDEA-E8B6DD95D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770"/>
              <a:ext cx="30" cy="9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47" name="Freeform 973">
              <a:extLst>
                <a:ext uri="{FF2B5EF4-FFF2-40B4-BE49-F238E27FC236}">
                  <a16:creationId xmlns:a16="http://schemas.microsoft.com/office/drawing/2014/main" id="{4206A3CC-838D-6FBA-E5D0-C7560F37C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48" name="Freeform 974">
              <a:extLst>
                <a:ext uri="{FF2B5EF4-FFF2-40B4-BE49-F238E27FC236}">
                  <a16:creationId xmlns:a16="http://schemas.microsoft.com/office/drawing/2014/main" id="{E719B850-7720-11C8-1028-44B4D84C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49" name="Oval 975">
              <a:extLst>
                <a:ext uri="{FF2B5EF4-FFF2-40B4-BE49-F238E27FC236}">
                  <a16:creationId xmlns:a16="http://schemas.microsoft.com/office/drawing/2014/main" id="{4E1C3815-F0FA-B731-8B05-003B59E4E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3712"/>
              <a:ext cx="19" cy="41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50" name="Freeform 976">
              <a:extLst>
                <a:ext uri="{FF2B5EF4-FFF2-40B4-BE49-F238E27FC236}">
                  <a16:creationId xmlns:a16="http://schemas.microsoft.com/office/drawing/2014/main" id="{D46FF11D-A1C1-4A5B-B0CB-864C4A53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51" name="AutoShape 977">
              <a:extLst>
                <a:ext uri="{FF2B5EF4-FFF2-40B4-BE49-F238E27FC236}">
                  <a16:creationId xmlns:a16="http://schemas.microsoft.com/office/drawing/2014/main" id="{E220E385-ABDF-5EF5-9F10-998A7F362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2"/>
              <a:ext cx="495" cy="6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52" name="AutoShape 978">
              <a:extLst>
                <a:ext uri="{FF2B5EF4-FFF2-40B4-BE49-F238E27FC236}">
                  <a16:creationId xmlns:a16="http://schemas.microsoft.com/office/drawing/2014/main" id="{F1FC64F4-285B-B7CD-AF23-0A658C7BA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754"/>
              <a:ext cx="443" cy="3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53" name="Oval 979">
              <a:extLst>
                <a:ext uri="{FF2B5EF4-FFF2-40B4-BE49-F238E27FC236}">
                  <a16:creationId xmlns:a16="http://schemas.microsoft.com/office/drawing/2014/main" id="{0B0BDBDC-A6B6-0B0E-69C2-F6B23684C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3612"/>
              <a:ext cx="68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54" name="Oval 980">
              <a:extLst>
                <a:ext uri="{FF2B5EF4-FFF2-40B4-BE49-F238E27FC236}">
                  <a16:creationId xmlns:a16="http://schemas.microsoft.com/office/drawing/2014/main" id="{EB03D935-BA69-A01B-FAA4-0EC3B1B94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3615"/>
              <a:ext cx="68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655" name="Oval 981">
              <a:extLst>
                <a:ext uri="{FF2B5EF4-FFF2-40B4-BE49-F238E27FC236}">
                  <a16:creationId xmlns:a16="http://schemas.microsoft.com/office/drawing/2014/main" id="{C28CB8D0-DF0E-C898-DFE8-EC3C301F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612"/>
              <a:ext cx="64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56" name="Rectangle 982">
              <a:extLst>
                <a:ext uri="{FF2B5EF4-FFF2-40B4-BE49-F238E27FC236}">
                  <a16:creationId xmlns:a16="http://schemas.microsoft.com/office/drawing/2014/main" id="{B1F05F3B-4C4E-42FE-7530-F23D8F794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3376"/>
              <a:ext cx="34" cy="32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57406" name="Group 983">
            <a:extLst>
              <a:ext uri="{FF2B5EF4-FFF2-40B4-BE49-F238E27FC236}">
                <a16:creationId xmlns:a16="http://schemas.microsoft.com/office/drawing/2014/main" id="{F8401187-AC93-6592-1FA2-248A5BBB721D}"/>
              </a:ext>
            </a:extLst>
          </p:cNvPr>
          <p:cNvGrpSpPr>
            <a:grpSpLocks/>
          </p:cNvGrpSpPr>
          <p:nvPr/>
        </p:nvGrpSpPr>
        <p:grpSpPr bwMode="auto">
          <a:xfrm>
            <a:off x="7900988" y="5224463"/>
            <a:ext cx="230187" cy="498475"/>
            <a:chOff x="1115" y="2770"/>
            <a:chExt cx="589" cy="1034"/>
          </a:xfrm>
        </p:grpSpPr>
        <p:sp>
          <p:nvSpPr>
            <p:cNvPr id="57601" name="Freeform 984">
              <a:extLst>
                <a:ext uri="{FF2B5EF4-FFF2-40B4-BE49-F238E27FC236}">
                  <a16:creationId xmlns:a16="http://schemas.microsoft.com/office/drawing/2014/main" id="{9FAD5110-14E6-CFD7-FD21-D3F52BD7B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02" name="Rectangle 985">
              <a:extLst>
                <a:ext uri="{FF2B5EF4-FFF2-40B4-BE49-F238E27FC236}">
                  <a16:creationId xmlns:a16="http://schemas.microsoft.com/office/drawing/2014/main" id="{87D31FB7-3243-2291-7F3B-19624587B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770"/>
              <a:ext cx="431" cy="985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03" name="Freeform 986">
              <a:extLst>
                <a:ext uri="{FF2B5EF4-FFF2-40B4-BE49-F238E27FC236}">
                  <a16:creationId xmlns:a16="http://schemas.microsoft.com/office/drawing/2014/main" id="{37267103-B9A5-5A12-AC5A-7FB51CC08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04" name="Freeform 987">
              <a:extLst>
                <a:ext uri="{FF2B5EF4-FFF2-40B4-BE49-F238E27FC236}">
                  <a16:creationId xmlns:a16="http://schemas.microsoft.com/office/drawing/2014/main" id="{6F5E4AD8-C00B-40B7-CA7D-07A78C2D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05" name="Rectangle 988">
              <a:extLst>
                <a:ext uri="{FF2B5EF4-FFF2-40B4-BE49-F238E27FC236}">
                  <a16:creationId xmlns:a16="http://schemas.microsoft.com/office/drawing/2014/main" id="{D1B2A81F-1D79-9DB9-7EF0-29A3006AC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885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06" name="Group 989">
              <a:extLst>
                <a:ext uri="{FF2B5EF4-FFF2-40B4-BE49-F238E27FC236}">
                  <a16:creationId xmlns:a16="http://schemas.microsoft.com/office/drawing/2014/main" id="{5058AAD7-F1C5-3141-BFEB-FD1921841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31" name="AutoShape 990">
                <a:extLst>
                  <a:ext uri="{FF2B5EF4-FFF2-40B4-BE49-F238E27FC236}">
                    <a16:creationId xmlns:a16="http://schemas.microsoft.com/office/drawing/2014/main" id="{D70DD920-C59A-A7FC-52A5-FB11577E0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4" cy="13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32" name="AutoShape 991">
                <a:extLst>
                  <a:ext uri="{FF2B5EF4-FFF2-40B4-BE49-F238E27FC236}">
                    <a16:creationId xmlns:a16="http://schemas.microsoft.com/office/drawing/2014/main" id="{7DA54CDA-D10A-7015-5F34-9E0EFBCC5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699" cy="10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07" name="Rectangle 992">
              <a:extLst>
                <a:ext uri="{FF2B5EF4-FFF2-40B4-BE49-F238E27FC236}">
                  <a16:creationId xmlns:a16="http://schemas.microsoft.com/office/drawing/2014/main" id="{C305C4A6-76EE-C390-32A5-6F2A0B912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024"/>
              <a:ext cx="244" cy="23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08" name="Group 993">
              <a:extLst>
                <a:ext uri="{FF2B5EF4-FFF2-40B4-BE49-F238E27FC236}">
                  <a16:creationId xmlns:a16="http://schemas.microsoft.com/office/drawing/2014/main" id="{D2E4FFB0-EAC7-C200-5E2F-4F99B59BC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29" name="AutoShape 994">
                <a:extLst>
                  <a:ext uri="{FF2B5EF4-FFF2-40B4-BE49-F238E27FC236}">
                    <a16:creationId xmlns:a16="http://schemas.microsoft.com/office/drawing/2014/main" id="{A5652285-EF0F-8A50-208D-64966DBF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30" name="AutoShape 995">
                <a:extLst>
                  <a:ext uri="{FF2B5EF4-FFF2-40B4-BE49-F238E27FC236}">
                    <a16:creationId xmlns:a16="http://schemas.microsoft.com/office/drawing/2014/main" id="{44970F57-D457-A139-13B5-C5FF8C7BA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9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09" name="Rectangle 996">
              <a:extLst>
                <a:ext uri="{FF2B5EF4-FFF2-40B4-BE49-F238E27FC236}">
                  <a16:creationId xmlns:a16="http://schemas.microsoft.com/office/drawing/2014/main" id="{08EF6EDB-62EB-9D15-CDEC-B36EEAB07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3172"/>
              <a:ext cx="244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10" name="Rectangle 997">
              <a:extLst>
                <a:ext uri="{FF2B5EF4-FFF2-40B4-BE49-F238E27FC236}">
                  <a16:creationId xmlns:a16="http://schemas.microsoft.com/office/drawing/2014/main" id="{015E2F49-4F3A-CFDD-ED06-84E3C6644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300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57611" name="Group 998">
              <a:extLst>
                <a:ext uri="{FF2B5EF4-FFF2-40B4-BE49-F238E27FC236}">
                  <a16:creationId xmlns:a16="http://schemas.microsoft.com/office/drawing/2014/main" id="{28AE4165-9ECC-B642-E5CA-86FC4FC0FF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27" name="AutoShape 999">
                <a:extLst>
                  <a:ext uri="{FF2B5EF4-FFF2-40B4-BE49-F238E27FC236}">
                    <a16:creationId xmlns:a16="http://schemas.microsoft.com/office/drawing/2014/main" id="{BFA37837-1D12-E909-B646-02A475CB1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28" name="AutoShape 1000">
                <a:extLst>
                  <a:ext uri="{FF2B5EF4-FFF2-40B4-BE49-F238E27FC236}">
                    <a16:creationId xmlns:a16="http://schemas.microsoft.com/office/drawing/2014/main" id="{A9BAC134-B0E8-7D86-1780-2E7E3221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2"/>
                <a:ext cx="699" cy="11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12" name="Freeform 1001">
              <a:extLst>
                <a:ext uri="{FF2B5EF4-FFF2-40B4-BE49-F238E27FC236}">
                  <a16:creationId xmlns:a16="http://schemas.microsoft.com/office/drawing/2014/main" id="{31221E9A-9B9B-4FF3-DCEC-30509D69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7613" name="Group 1002">
              <a:extLst>
                <a:ext uri="{FF2B5EF4-FFF2-40B4-BE49-F238E27FC236}">
                  <a16:creationId xmlns:a16="http://schemas.microsoft.com/office/drawing/2014/main" id="{40228B4A-D954-9B13-5121-123FA71F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25" name="AutoShape 1003">
                <a:extLst>
                  <a:ext uri="{FF2B5EF4-FFF2-40B4-BE49-F238E27FC236}">
                    <a16:creationId xmlns:a16="http://schemas.microsoft.com/office/drawing/2014/main" id="{21841548-CE30-A537-0932-65754B459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57626" name="AutoShape 1004">
                <a:extLst>
                  <a:ext uri="{FF2B5EF4-FFF2-40B4-BE49-F238E27FC236}">
                    <a16:creationId xmlns:a16="http://schemas.microsoft.com/office/drawing/2014/main" id="{D0243029-9B4D-6E1A-8731-D982F30C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9" cy="10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614" name="Rectangle 1005">
              <a:extLst>
                <a:ext uri="{FF2B5EF4-FFF2-40B4-BE49-F238E27FC236}">
                  <a16:creationId xmlns:a16="http://schemas.microsoft.com/office/drawing/2014/main" id="{0130D336-3FE8-8514-65D4-6344A61E7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770"/>
              <a:ext cx="28" cy="9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15" name="Freeform 1006">
              <a:extLst>
                <a:ext uri="{FF2B5EF4-FFF2-40B4-BE49-F238E27FC236}">
                  <a16:creationId xmlns:a16="http://schemas.microsoft.com/office/drawing/2014/main" id="{39259704-28C3-2BCA-EF49-9B976206F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16" name="Freeform 1007">
              <a:extLst>
                <a:ext uri="{FF2B5EF4-FFF2-40B4-BE49-F238E27FC236}">
                  <a16:creationId xmlns:a16="http://schemas.microsoft.com/office/drawing/2014/main" id="{8BB0CE37-DCAB-C472-E136-7650E2B3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17" name="Oval 1008">
              <a:extLst>
                <a:ext uri="{FF2B5EF4-FFF2-40B4-BE49-F238E27FC236}">
                  <a16:creationId xmlns:a16="http://schemas.microsoft.com/office/drawing/2014/main" id="{DE3D83A8-8009-AB45-201B-DC11EFECE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3712"/>
              <a:ext cx="20" cy="4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18" name="Freeform 1009">
              <a:extLst>
                <a:ext uri="{FF2B5EF4-FFF2-40B4-BE49-F238E27FC236}">
                  <a16:creationId xmlns:a16="http://schemas.microsoft.com/office/drawing/2014/main" id="{DABB38E6-F974-B871-A855-6A3981B3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19" name="AutoShape 1010">
              <a:extLst>
                <a:ext uri="{FF2B5EF4-FFF2-40B4-BE49-F238E27FC236}">
                  <a16:creationId xmlns:a16="http://schemas.microsoft.com/office/drawing/2014/main" id="{D5AD4BB3-41BF-1992-E7A9-D113D2E53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1"/>
              <a:ext cx="496" cy="6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20" name="AutoShape 1011">
              <a:extLst>
                <a:ext uri="{FF2B5EF4-FFF2-40B4-BE49-F238E27FC236}">
                  <a16:creationId xmlns:a16="http://schemas.microsoft.com/office/drawing/2014/main" id="{3C1A736A-8F79-3A75-B43F-0B5A6E49F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3755"/>
              <a:ext cx="443" cy="3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21" name="Oval 1012">
              <a:extLst>
                <a:ext uri="{FF2B5EF4-FFF2-40B4-BE49-F238E27FC236}">
                  <a16:creationId xmlns:a16="http://schemas.microsoft.com/office/drawing/2014/main" id="{58605D56-03A8-7DC7-B51D-49C6FD6B7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22" name="Oval 1013">
              <a:extLst>
                <a:ext uri="{FF2B5EF4-FFF2-40B4-BE49-F238E27FC236}">
                  <a16:creationId xmlns:a16="http://schemas.microsoft.com/office/drawing/2014/main" id="{856AEC0A-3353-C586-B1FC-A9ABA86CA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623" name="Oval 1014">
              <a:extLst>
                <a:ext uri="{FF2B5EF4-FFF2-40B4-BE49-F238E27FC236}">
                  <a16:creationId xmlns:a16="http://schemas.microsoft.com/office/drawing/2014/main" id="{C53F4EA8-EE4B-C220-A8EB-E545B582A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3613"/>
              <a:ext cx="65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57624" name="Rectangle 1015">
              <a:extLst>
                <a:ext uri="{FF2B5EF4-FFF2-40B4-BE49-F238E27FC236}">
                  <a16:creationId xmlns:a16="http://schemas.microsoft.com/office/drawing/2014/main" id="{295B45D5-CBFE-ABEC-095C-528E0CDAA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376"/>
              <a:ext cx="32" cy="329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57407" name="Group 1070">
            <a:extLst>
              <a:ext uri="{FF2B5EF4-FFF2-40B4-BE49-F238E27FC236}">
                <a16:creationId xmlns:a16="http://schemas.microsoft.com/office/drawing/2014/main" id="{A0BCEB86-999B-3BB4-5F70-1562D8C26DBB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86025"/>
            <a:ext cx="392112" cy="180975"/>
            <a:chOff x="4655" y="2464"/>
            <a:chExt cx="319" cy="132"/>
          </a:xfrm>
        </p:grpSpPr>
        <p:grpSp>
          <p:nvGrpSpPr>
            <p:cNvPr id="57584" name="Group 1071">
              <a:extLst>
                <a:ext uri="{FF2B5EF4-FFF2-40B4-BE49-F238E27FC236}">
                  <a16:creationId xmlns:a16="http://schemas.microsoft.com/office/drawing/2014/main" id="{C2989A1D-D7CC-BAFC-FBBC-C7F1F0979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93" name="Oval 407">
                <a:extLst>
                  <a:ext uri="{FF2B5EF4-FFF2-40B4-BE49-F238E27FC236}">
                    <a16:creationId xmlns:a16="http://schemas.microsoft.com/office/drawing/2014/main" id="{F550B00D-6A59-395C-C624-D7647D0A9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94" name="Rectangle 410">
                <a:extLst>
                  <a:ext uri="{FF2B5EF4-FFF2-40B4-BE49-F238E27FC236}">
                    <a16:creationId xmlns:a16="http://schemas.microsoft.com/office/drawing/2014/main" id="{A550DBAA-4410-AEF3-DB97-FB138B356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95" name="Oval 411">
                <a:extLst>
                  <a:ext uri="{FF2B5EF4-FFF2-40B4-BE49-F238E27FC236}">
                    <a16:creationId xmlns:a16="http://schemas.microsoft.com/office/drawing/2014/main" id="{B971A2C9-57D9-3611-6662-5BEE1DC3D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96" name="Group 1075">
                <a:extLst>
                  <a:ext uri="{FF2B5EF4-FFF2-40B4-BE49-F238E27FC236}">
                    <a16:creationId xmlns:a16="http://schemas.microsoft.com/office/drawing/2014/main" id="{203140C4-C0AA-D0F8-A5A6-697209134A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99" name="Freeform 1076">
                  <a:extLst>
                    <a:ext uri="{FF2B5EF4-FFF2-40B4-BE49-F238E27FC236}">
                      <a16:creationId xmlns:a16="http://schemas.microsoft.com/office/drawing/2014/main" id="{88BF549E-60D8-2B4E-E458-27A74CDFA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600" name="Freeform 1077">
                  <a:extLst>
                    <a:ext uri="{FF2B5EF4-FFF2-40B4-BE49-F238E27FC236}">
                      <a16:creationId xmlns:a16="http://schemas.microsoft.com/office/drawing/2014/main" id="{17B7CE4D-AB03-14EB-EC7A-E9B8F9C559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97" name="Line 1078">
                <a:extLst>
                  <a:ext uri="{FF2B5EF4-FFF2-40B4-BE49-F238E27FC236}">
                    <a16:creationId xmlns:a16="http://schemas.microsoft.com/office/drawing/2014/main" id="{A8A6753B-BC02-7A4D-B1E7-E0D1EB58F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98" name="Line 1079">
                <a:extLst>
                  <a:ext uri="{FF2B5EF4-FFF2-40B4-BE49-F238E27FC236}">
                    <a16:creationId xmlns:a16="http://schemas.microsoft.com/office/drawing/2014/main" id="{E0E2943E-9E03-05B0-3BED-53AFE8143A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85" name="Oval 407">
              <a:extLst>
                <a:ext uri="{FF2B5EF4-FFF2-40B4-BE49-F238E27FC236}">
                  <a16:creationId xmlns:a16="http://schemas.microsoft.com/office/drawing/2014/main" id="{BD010E9E-C8EB-0B64-BAF3-AC9365DCF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86" name="Rectangle 410">
              <a:extLst>
                <a:ext uri="{FF2B5EF4-FFF2-40B4-BE49-F238E27FC236}">
                  <a16:creationId xmlns:a16="http://schemas.microsoft.com/office/drawing/2014/main" id="{DE9A2ED2-4571-B4A3-EC9C-255D524C3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87" name="Oval 411">
              <a:extLst>
                <a:ext uri="{FF2B5EF4-FFF2-40B4-BE49-F238E27FC236}">
                  <a16:creationId xmlns:a16="http://schemas.microsoft.com/office/drawing/2014/main" id="{2AAE8993-4EAD-4D7E-82A5-D5AFBCF75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588" name="Group 1083">
              <a:extLst>
                <a:ext uri="{FF2B5EF4-FFF2-40B4-BE49-F238E27FC236}">
                  <a16:creationId xmlns:a16="http://schemas.microsoft.com/office/drawing/2014/main" id="{CAED6012-B835-CA14-0763-EAFBE07B7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91" name="Freeform 1084">
                <a:extLst>
                  <a:ext uri="{FF2B5EF4-FFF2-40B4-BE49-F238E27FC236}">
                    <a16:creationId xmlns:a16="http://schemas.microsoft.com/office/drawing/2014/main" id="{2B319FA8-2307-E802-03BE-C5A760CE0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92" name="Freeform 1085">
                <a:extLst>
                  <a:ext uri="{FF2B5EF4-FFF2-40B4-BE49-F238E27FC236}">
                    <a16:creationId xmlns:a16="http://schemas.microsoft.com/office/drawing/2014/main" id="{C30D0A36-9263-B858-8BCC-8228FD233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89" name="Line 1086">
              <a:extLst>
                <a:ext uri="{FF2B5EF4-FFF2-40B4-BE49-F238E27FC236}">
                  <a16:creationId xmlns:a16="http://schemas.microsoft.com/office/drawing/2014/main" id="{63D54EE2-4180-295B-AB4A-0EB25C0AA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90" name="Line 1087">
              <a:extLst>
                <a:ext uri="{FF2B5EF4-FFF2-40B4-BE49-F238E27FC236}">
                  <a16:creationId xmlns:a16="http://schemas.microsoft.com/office/drawing/2014/main" id="{527DDE4B-42A8-5DCC-AD02-66A400492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8" name="Group 1088">
            <a:extLst>
              <a:ext uri="{FF2B5EF4-FFF2-40B4-BE49-F238E27FC236}">
                <a16:creationId xmlns:a16="http://schemas.microsoft.com/office/drawing/2014/main" id="{B0C20416-A09C-DE2D-8926-F8FAA69B9B7E}"/>
              </a:ext>
            </a:extLst>
          </p:cNvPr>
          <p:cNvGrpSpPr>
            <a:grpSpLocks/>
          </p:cNvGrpSpPr>
          <p:nvPr/>
        </p:nvGrpSpPr>
        <p:grpSpPr bwMode="auto">
          <a:xfrm>
            <a:off x="7205663" y="2752725"/>
            <a:ext cx="407987" cy="180975"/>
            <a:chOff x="4655" y="2464"/>
            <a:chExt cx="319" cy="132"/>
          </a:xfrm>
        </p:grpSpPr>
        <p:grpSp>
          <p:nvGrpSpPr>
            <p:cNvPr id="57567" name="Group 1089">
              <a:extLst>
                <a:ext uri="{FF2B5EF4-FFF2-40B4-BE49-F238E27FC236}">
                  <a16:creationId xmlns:a16="http://schemas.microsoft.com/office/drawing/2014/main" id="{54B1401A-7031-9BC9-5628-E2E9B8C65F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76" name="Oval 407">
                <a:extLst>
                  <a:ext uri="{FF2B5EF4-FFF2-40B4-BE49-F238E27FC236}">
                    <a16:creationId xmlns:a16="http://schemas.microsoft.com/office/drawing/2014/main" id="{ED1B9F57-4089-53D9-87BD-BB2C4C150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77" name="Rectangle 410">
                <a:extLst>
                  <a:ext uri="{FF2B5EF4-FFF2-40B4-BE49-F238E27FC236}">
                    <a16:creationId xmlns:a16="http://schemas.microsoft.com/office/drawing/2014/main" id="{7FC1A0BE-E10C-AE84-05B2-10C4463F3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78" name="Oval 411">
                <a:extLst>
                  <a:ext uri="{FF2B5EF4-FFF2-40B4-BE49-F238E27FC236}">
                    <a16:creationId xmlns:a16="http://schemas.microsoft.com/office/drawing/2014/main" id="{F2698914-A036-3BFF-2FF6-AECD6BD20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79" name="Group 1093">
                <a:extLst>
                  <a:ext uri="{FF2B5EF4-FFF2-40B4-BE49-F238E27FC236}">
                    <a16:creationId xmlns:a16="http://schemas.microsoft.com/office/drawing/2014/main" id="{1FBA8E20-74D9-FDBB-5E84-519F9119C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82" name="Freeform 1094">
                  <a:extLst>
                    <a:ext uri="{FF2B5EF4-FFF2-40B4-BE49-F238E27FC236}">
                      <a16:creationId xmlns:a16="http://schemas.microsoft.com/office/drawing/2014/main" id="{33D7F4D4-8BE0-11CF-0C7F-2573C1C3B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83" name="Freeform 1095">
                  <a:extLst>
                    <a:ext uri="{FF2B5EF4-FFF2-40B4-BE49-F238E27FC236}">
                      <a16:creationId xmlns:a16="http://schemas.microsoft.com/office/drawing/2014/main" id="{2DCA0D01-1346-FA4A-0401-047D74477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80" name="Line 1096">
                <a:extLst>
                  <a:ext uri="{FF2B5EF4-FFF2-40B4-BE49-F238E27FC236}">
                    <a16:creationId xmlns:a16="http://schemas.microsoft.com/office/drawing/2014/main" id="{9C81124A-11DC-E36B-9A25-7A43AA6A8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81" name="Line 1097">
                <a:extLst>
                  <a:ext uri="{FF2B5EF4-FFF2-40B4-BE49-F238E27FC236}">
                    <a16:creationId xmlns:a16="http://schemas.microsoft.com/office/drawing/2014/main" id="{830B8D49-4A56-4E34-165F-3CD281BA1C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68" name="Oval 407">
              <a:extLst>
                <a:ext uri="{FF2B5EF4-FFF2-40B4-BE49-F238E27FC236}">
                  <a16:creationId xmlns:a16="http://schemas.microsoft.com/office/drawing/2014/main" id="{F5FFD105-A4C8-B058-F45D-3343E7CF3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69" name="Rectangle 410">
              <a:extLst>
                <a:ext uri="{FF2B5EF4-FFF2-40B4-BE49-F238E27FC236}">
                  <a16:creationId xmlns:a16="http://schemas.microsoft.com/office/drawing/2014/main" id="{C2B1606D-21B3-7DE5-0BA8-259B1D6C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70" name="Oval 411">
              <a:extLst>
                <a:ext uri="{FF2B5EF4-FFF2-40B4-BE49-F238E27FC236}">
                  <a16:creationId xmlns:a16="http://schemas.microsoft.com/office/drawing/2014/main" id="{ECC233DB-FF0F-29EE-F8BB-FA60E50EE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571" name="Group 1101">
              <a:extLst>
                <a:ext uri="{FF2B5EF4-FFF2-40B4-BE49-F238E27FC236}">
                  <a16:creationId xmlns:a16="http://schemas.microsoft.com/office/drawing/2014/main" id="{5BA4DF51-F14D-F7A6-B240-3F3C689C9A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74" name="Freeform 1102">
                <a:extLst>
                  <a:ext uri="{FF2B5EF4-FFF2-40B4-BE49-F238E27FC236}">
                    <a16:creationId xmlns:a16="http://schemas.microsoft.com/office/drawing/2014/main" id="{1AFBF052-8D13-5E25-9B60-57D8A554D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75" name="Freeform 1103">
                <a:extLst>
                  <a:ext uri="{FF2B5EF4-FFF2-40B4-BE49-F238E27FC236}">
                    <a16:creationId xmlns:a16="http://schemas.microsoft.com/office/drawing/2014/main" id="{872AAFB9-D329-F4E6-C1C4-5E99C8EE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72" name="Line 1104">
              <a:extLst>
                <a:ext uri="{FF2B5EF4-FFF2-40B4-BE49-F238E27FC236}">
                  <a16:creationId xmlns:a16="http://schemas.microsoft.com/office/drawing/2014/main" id="{928A9415-B004-3277-981D-5A100ED978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73" name="Line 1105">
              <a:extLst>
                <a:ext uri="{FF2B5EF4-FFF2-40B4-BE49-F238E27FC236}">
                  <a16:creationId xmlns:a16="http://schemas.microsoft.com/office/drawing/2014/main" id="{2721C4B1-9340-245C-26B3-684AF2AB9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09" name="Group 1106">
            <a:extLst>
              <a:ext uri="{FF2B5EF4-FFF2-40B4-BE49-F238E27FC236}">
                <a16:creationId xmlns:a16="http://schemas.microsoft.com/office/drawing/2014/main" id="{1764CBD5-AFE5-EA2B-699B-2917CD201197}"/>
              </a:ext>
            </a:extLst>
          </p:cNvPr>
          <p:cNvGrpSpPr>
            <a:grpSpLocks/>
          </p:cNvGrpSpPr>
          <p:nvPr/>
        </p:nvGrpSpPr>
        <p:grpSpPr bwMode="auto">
          <a:xfrm>
            <a:off x="7758113" y="2749550"/>
            <a:ext cx="407987" cy="180975"/>
            <a:chOff x="4655" y="2464"/>
            <a:chExt cx="319" cy="132"/>
          </a:xfrm>
        </p:grpSpPr>
        <p:grpSp>
          <p:nvGrpSpPr>
            <p:cNvPr id="57550" name="Group 1107">
              <a:extLst>
                <a:ext uri="{FF2B5EF4-FFF2-40B4-BE49-F238E27FC236}">
                  <a16:creationId xmlns:a16="http://schemas.microsoft.com/office/drawing/2014/main" id="{5DAF5FDD-971D-F34F-B140-555B95C7C7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59" name="Oval 407">
                <a:extLst>
                  <a:ext uri="{FF2B5EF4-FFF2-40B4-BE49-F238E27FC236}">
                    <a16:creationId xmlns:a16="http://schemas.microsoft.com/office/drawing/2014/main" id="{600C37F7-B41B-451B-1C79-55BCDA3A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60" name="Rectangle 410">
                <a:extLst>
                  <a:ext uri="{FF2B5EF4-FFF2-40B4-BE49-F238E27FC236}">
                    <a16:creationId xmlns:a16="http://schemas.microsoft.com/office/drawing/2014/main" id="{289D087D-2F3B-DF3E-55F7-EC1E683FE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61" name="Oval 411">
                <a:extLst>
                  <a:ext uri="{FF2B5EF4-FFF2-40B4-BE49-F238E27FC236}">
                    <a16:creationId xmlns:a16="http://schemas.microsoft.com/office/drawing/2014/main" id="{46ECA918-F338-BD5F-8D53-CE1D6B38D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62" name="Group 1111">
                <a:extLst>
                  <a:ext uri="{FF2B5EF4-FFF2-40B4-BE49-F238E27FC236}">
                    <a16:creationId xmlns:a16="http://schemas.microsoft.com/office/drawing/2014/main" id="{7C8ADEC5-D622-DB5A-0594-ED819B4BDE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65" name="Freeform 1112">
                  <a:extLst>
                    <a:ext uri="{FF2B5EF4-FFF2-40B4-BE49-F238E27FC236}">
                      <a16:creationId xmlns:a16="http://schemas.microsoft.com/office/drawing/2014/main" id="{A3C65276-21E0-C121-FEE4-706FD266C4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66" name="Freeform 1113">
                  <a:extLst>
                    <a:ext uri="{FF2B5EF4-FFF2-40B4-BE49-F238E27FC236}">
                      <a16:creationId xmlns:a16="http://schemas.microsoft.com/office/drawing/2014/main" id="{038FBCBB-A232-974D-19BF-A63AE7629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63" name="Line 1114">
                <a:extLst>
                  <a:ext uri="{FF2B5EF4-FFF2-40B4-BE49-F238E27FC236}">
                    <a16:creationId xmlns:a16="http://schemas.microsoft.com/office/drawing/2014/main" id="{D0A3778F-7448-0E23-807C-0C3E538EA2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64" name="Line 1115">
                <a:extLst>
                  <a:ext uri="{FF2B5EF4-FFF2-40B4-BE49-F238E27FC236}">
                    <a16:creationId xmlns:a16="http://schemas.microsoft.com/office/drawing/2014/main" id="{7A8B753E-E5DA-3783-D4C1-F7913F89B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51" name="Oval 407">
              <a:extLst>
                <a:ext uri="{FF2B5EF4-FFF2-40B4-BE49-F238E27FC236}">
                  <a16:creationId xmlns:a16="http://schemas.microsoft.com/office/drawing/2014/main" id="{9297AC43-76B5-18C0-9665-DC5FDE06C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52" name="Rectangle 410">
              <a:extLst>
                <a:ext uri="{FF2B5EF4-FFF2-40B4-BE49-F238E27FC236}">
                  <a16:creationId xmlns:a16="http://schemas.microsoft.com/office/drawing/2014/main" id="{DF8C2980-7977-4239-0EC6-189C39281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53" name="Oval 411">
              <a:extLst>
                <a:ext uri="{FF2B5EF4-FFF2-40B4-BE49-F238E27FC236}">
                  <a16:creationId xmlns:a16="http://schemas.microsoft.com/office/drawing/2014/main" id="{775A2B51-72B1-E2A6-9FE4-6B1D77AFF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554" name="Group 1119">
              <a:extLst>
                <a:ext uri="{FF2B5EF4-FFF2-40B4-BE49-F238E27FC236}">
                  <a16:creationId xmlns:a16="http://schemas.microsoft.com/office/drawing/2014/main" id="{DB1D49DE-BD12-942B-057E-167F97751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57" name="Freeform 1120">
                <a:extLst>
                  <a:ext uri="{FF2B5EF4-FFF2-40B4-BE49-F238E27FC236}">
                    <a16:creationId xmlns:a16="http://schemas.microsoft.com/office/drawing/2014/main" id="{3E00F1E1-EFB9-BBD4-2799-9DEA41CD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58" name="Freeform 1121">
                <a:extLst>
                  <a:ext uri="{FF2B5EF4-FFF2-40B4-BE49-F238E27FC236}">
                    <a16:creationId xmlns:a16="http://schemas.microsoft.com/office/drawing/2014/main" id="{C54796BB-5141-23AF-8497-1EDCEF504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55" name="Line 1122">
              <a:extLst>
                <a:ext uri="{FF2B5EF4-FFF2-40B4-BE49-F238E27FC236}">
                  <a16:creationId xmlns:a16="http://schemas.microsoft.com/office/drawing/2014/main" id="{340E41E7-7854-3C8D-262A-BDA9A3D01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56" name="Line 1123">
              <a:extLst>
                <a:ext uri="{FF2B5EF4-FFF2-40B4-BE49-F238E27FC236}">
                  <a16:creationId xmlns:a16="http://schemas.microsoft.com/office/drawing/2014/main" id="{3F1E1C27-4D7E-2879-B324-E04B6B1AC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410" name="Group 1124">
            <a:extLst>
              <a:ext uri="{FF2B5EF4-FFF2-40B4-BE49-F238E27FC236}">
                <a16:creationId xmlns:a16="http://schemas.microsoft.com/office/drawing/2014/main" id="{8C1799CC-2485-8481-6E07-C54864569BA5}"/>
              </a:ext>
            </a:extLst>
          </p:cNvPr>
          <p:cNvGrpSpPr>
            <a:grpSpLocks/>
          </p:cNvGrpSpPr>
          <p:nvPr/>
        </p:nvGrpSpPr>
        <p:grpSpPr bwMode="auto">
          <a:xfrm>
            <a:off x="7688263" y="2390775"/>
            <a:ext cx="392112" cy="180975"/>
            <a:chOff x="4655" y="2464"/>
            <a:chExt cx="319" cy="132"/>
          </a:xfrm>
        </p:grpSpPr>
        <p:grpSp>
          <p:nvGrpSpPr>
            <p:cNvPr id="57533" name="Group 1125">
              <a:extLst>
                <a:ext uri="{FF2B5EF4-FFF2-40B4-BE49-F238E27FC236}">
                  <a16:creationId xmlns:a16="http://schemas.microsoft.com/office/drawing/2014/main" id="{1B88D7F0-9F99-217A-763C-CE12BF8D0E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42" name="Oval 407">
                <a:extLst>
                  <a:ext uri="{FF2B5EF4-FFF2-40B4-BE49-F238E27FC236}">
                    <a16:creationId xmlns:a16="http://schemas.microsoft.com/office/drawing/2014/main" id="{07158CF8-DBE7-D281-4BF5-73242042F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43" name="Rectangle 410">
                <a:extLst>
                  <a:ext uri="{FF2B5EF4-FFF2-40B4-BE49-F238E27FC236}">
                    <a16:creationId xmlns:a16="http://schemas.microsoft.com/office/drawing/2014/main" id="{82530495-878D-9A3C-B09B-E7BD95455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44" name="Oval 411">
                <a:extLst>
                  <a:ext uri="{FF2B5EF4-FFF2-40B4-BE49-F238E27FC236}">
                    <a16:creationId xmlns:a16="http://schemas.microsoft.com/office/drawing/2014/main" id="{2D54FCC1-B058-A093-9EC6-2D9F59BF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45" name="Group 1129">
                <a:extLst>
                  <a:ext uri="{FF2B5EF4-FFF2-40B4-BE49-F238E27FC236}">
                    <a16:creationId xmlns:a16="http://schemas.microsoft.com/office/drawing/2014/main" id="{CFFDFA30-8E65-3972-A6EE-34E6261B59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48" name="Freeform 1130">
                  <a:extLst>
                    <a:ext uri="{FF2B5EF4-FFF2-40B4-BE49-F238E27FC236}">
                      <a16:creationId xmlns:a16="http://schemas.microsoft.com/office/drawing/2014/main" id="{01BA9395-1968-CDA3-24F2-1618A0EDB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549" name="Freeform 1131">
                  <a:extLst>
                    <a:ext uri="{FF2B5EF4-FFF2-40B4-BE49-F238E27FC236}">
                      <a16:creationId xmlns:a16="http://schemas.microsoft.com/office/drawing/2014/main" id="{7A84707A-1AC4-8BDC-ECD7-33AA47231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546" name="Line 1132">
                <a:extLst>
                  <a:ext uri="{FF2B5EF4-FFF2-40B4-BE49-F238E27FC236}">
                    <a16:creationId xmlns:a16="http://schemas.microsoft.com/office/drawing/2014/main" id="{AEF79CFE-652B-4C98-A00E-887BB03A1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47" name="Line 1133">
                <a:extLst>
                  <a:ext uri="{FF2B5EF4-FFF2-40B4-BE49-F238E27FC236}">
                    <a16:creationId xmlns:a16="http://schemas.microsoft.com/office/drawing/2014/main" id="{C96751C4-8719-F923-01F7-84F8BD7090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34" name="Oval 407">
              <a:extLst>
                <a:ext uri="{FF2B5EF4-FFF2-40B4-BE49-F238E27FC236}">
                  <a16:creationId xmlns:a16="http://schemas.microsoft.com/office/drawing/2014/main" id="{96A466BA-4A34-4631-BBDC-61E5E6EA4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35" name="Rectangle 410">
              <a:extLst>
                <a:ext uri="{FF2B5EF4-FFF2-40B4-BE49-F238E27FC236}">
                  <a16:creationId xmlns:a16="http://schemas.microsoft.com/office/drawing/2014/main" id="{213B2196-52FC-8328-0BCD-CD012004F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57536" name="Oval 411">
              <a:extLst>
                <a:ext uri="{FF2B5EF4-FFF2-40B4-BE49-F238E27FC236}">
                  <a16:creationId xmlns:a16="http://schemas.microsoft.com/office/drawing/2014/main" id="{3AE9230E-6370-BC6E-D0BE-2A93AEB35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57537" name="Group 1137">
              <a:extLst>
                <a:ext uri="{FF2B5EF4-FFF2-40B4-BE49-F238E27FC236}">
                  <a16:creationId xmlns:a16="http://schemas.microsoft.com/office/drawing/2014/main" id="{E460D03E-F21F-333E-C61E-F2ABE6625D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40" name="Freeform 1138">
                <a:extLst>
                  <a:ext uri="{FF2B5EF4-FFF2-40B4-BE49-F238E27FC236}">
                    <a16:creationId xmlns:a16="http://schemas.microsoft.com/office/drawing/2014/main" id="{7C55EFDC-4E0A-06D8-4BBE-8D0AEA9D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41" name="Freeform 1139">
                <a:extLst>
                  <a:ext uri="{FF2B5EF4-FFF2-40B4-BE49-F238E27FC236}">
                    <a16:creationId xmlns:a16="http://schemas.microsoft.com/office/drawing/2014/main" id="{E1B4FB7E-5BD9-F311-5AA2-A6252076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7538" name="Line 1140">
              <a:extLst>
                <a:ext uri="{FF2B5EF4-FFF2-40B4-BE49-F238E27FC236}">
                  <a16:creationId xmlns:a16="http://schemas.microsoft.com/office/drawing/2014/main" id="{85432DF4-A57F-17C2-F9A1-9ACD072DE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39" name="Line 1141">
              <a:extLst>
                <a:ext uri="{FF2B5EF4-FFF2-40B4-BE49-F238E27FC236}">
                  <a16:creationId xmlns:a16="http://schemas.microsoft.com/office/drawing/2014/main" id="{4093D683-F087-00AE-53BA-F6DF981CF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57411" name="Picture 1142" descr="underline_base">
            <a:extLst>
              <a:ext uri="{FF2B5EF4-FFF2-40B4-BE49-F238E27FC236}">
                <a16:creationId xmlns:a16="http://schemas.microsoft.com/office/drawing/2014/main" id="{2294C40C-BD3C-7078-2D2F-ED4FEC4B66C3}"/>
              </a:ext>
            </a:extLst>
          </p:cNvPr>
          <p:cNvPicPr>
            <a:picLocks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0" y="1039813"/>
            <a:ext cx="4264025" cy="188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412" name="Slide Number Placeholder 3">
            <a:extLst>
              <a:ext uri="{FF2B5EF4-FFF2-40B4-BE49-F238E27FC236}">
                <a16:creationId xmlns:a16="http://schemas.microsoft.com/office/drawing/2014/main" id="{F86DE863-C06B-10AB-FBDD-23B7C11A94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2C9CAD0B-DA77-8242-8EFD-C800D4EFB4C8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57413" name="Group 7">
            <a:extLst>
              <a:ext uri="{FF2B5EF4-FFF2-40B4-BE49-F238E27FC236}">
                <a16:creationId xmlns:a16="http://schemas.microsoft.com/office/drawing/2014/main" id="{28DF594E-CFD2-18BC-E649-2DA43BBFD953}"/>
              </a:ext>
            </a:extLst>
          </p:cNvPr>
          <p:cNvGrpSpPr>
            <a:grpSpLocks/>
          </p:cNvGrpSpPr>
          <p:nvPr/>
        </p:nvGrpSpPr>
        <p:grpSpPr bwMode="auto">
          <a:xfrm>
            <a:off x="6219825" y="4837113"/>
            <a:ext cx="628650" cy="276225"/>
            <a:chOff x="4786435" y="6027638"/>
            <a:chExt cx="748703" cy="417782"/>
          </a:xfrm>
        </p:grpSpPr>
        <p:sp>
          <p:nvSpPr>
            <p:cNvPr id="519" name="Oval 518">
              <a:extLst>
                <a:ext uri="{FF2B5EF4-FFF2-40B4-BE49-F238E27FC236}">
                  <a16:creationId xmlns:a16="http://schemas.microsoft.com/office/drawing/2014/main" id="{04037E49-7FE4-BE41-AE5E-7AF2C248085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108" y="6145288"/>
              <a:ext cx="743030" cy="300132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B75A8C80-6287-4D4D-A017-4583D50A3003}"/>
                </a:ext>
              </a:extLst>
            </p:cNvPr>
            <p:cNvSpPr/>
            <p:nvPr/>
          </p:nvSpPr>
          <p:spPr bwMode="auto">
            <a:xfrm>
              <a:off x="4790216" y="6188507"/>
              <a:ext cx="74492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1" name="Oval 520">
              <a:extLst>
                <a:ext uri="{FF2B5EF4-FFF2-40B4-BE49-F238E27FC236}">
                  <a16:creationId xmlns:a16="http://schemas.microsoft.com/office/drawing/2014/main" id="{86797382-088D-DE43-B601-2800134E8A7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32" cy="30013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13D222D6-194C-144F-8E4D-E10209279ED0}"/>
                </a:ext>
              </a:extLst>
            </p:cNvPr>
            <p:cNvSpPr/>
            <p:nvPr/>
          </p:nvSpPr>
          <p:spPr bwMode="auto">
            <a:xfrm>
              <a:off x="4981174" y="6126080"/>
              <a:ext cx="361116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0C726364-428F-C64A-B38B-93E11D44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361" y="6087663"/>
              <a:ext cx="436743" cy="105646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DA2E2392-5261-034D-95B0-E9C81759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850" y="6176503"/>
              <a:ext cx="162597" cy="91240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90289133-E8D4-924C-B364-60FFC3E7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907" y="6178903"/>
              <a:ext cx="158816" cy="91240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26" name="Straight Connector 525">
              <a:extLst>
                <a:ext uri="{FF2B5EF4-FFF2-40B4-BE49-F238E27FC236}">
                  <a16:creationId xmlns:a16="http://schemas.microsoft.com/office/drawing/2014/main" id="{7126557A-0AEC-4E43-B834-3EE352506B19}"/>
                </a:ext>
              </a:extLst>
            </p:cNvPr>
            <p:cNvCxnSpPr>
              <a:cxnSpLocks noChangeShapeType="1"/>
              <a:endCxn id="521" idx="2"/>
            </p:cNvCxnSpPr>
            <p:nvPr/>
          </p:nvCxnSpPr>
          <p:spPr bwMode="auto">
            <a:xfrm flipH="1" flipV="1">
              <a:off x="4786435" y="6178903"/>
              <a:ext cx="1891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27" name="Straight Connector 526">
              <a:extLst>
                <a:ext uri="{FF2B5EF4-FFF2-40B4-BE49-F238E27FC236}">
                  <a16:creationId xmlns:a16="http://schemas.microsoft.com/office/drawing/2014/main" id="{E8A08D7F-9D30-E54A-A269-551A9BC8D7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248" y="6183705"/>
              <a:ext cx="1890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4" name="Group 5">
            <a:extLst>
              <a:ext uri="{FF2B5EF4-FFF2-40B4-BE49-F238E27FC236}">
                <a16:creationId xmlns:a16="http://schemas.microsoft.com/office/drawing/2014/main" id="{73CDA95A-8B49-C26F-16E6-1E83E213CABA}"/>
              </a:ext>
            </a:extLst>
          </p:cNvPr>
          <p:cNvGrpSpPr>
            <a:grpSpLocks/>
          </p:cNvGrpSpPr>
          <p:nvPr/>
        </p:nvGrpSpPr>
        <p:grpSpPr bwMode="auto">
          <a:xfrm>
            <a:off x="7683500" y="2387600"/>
            <a:ext cx="409575" cy="222250"/>
            <a:chOff x="2213011" y="6015083"/>
            <a:chExt cx="745177" cy="407107"/>
          </a:xfrm>
        </p:grpSpPr>
        <p:sp>
          <p:nvSpPr>
            <p:cNvPr id="529" name="Oval 528">
              <a:extLst>
                <a:ext uri="{FF2B5EF4-FFF2-40B4-BE49-F238E27FC236}">
                  <a16:creationId xmlns:a16="http://schemas.microsoft.com/office/drawing/2014/main" id="{F826D9A1-87B2-A44C-8C3E-73FF1F56861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900" y="6122676"/>
              <a:ext cx="742288" cy="299514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29F92292-D0F9-5743-9AD1-9EF6CF37E640}"/>
                </a:ext>
              </a:extLst>
            </p:cNvPr>
            <p:cNvSpPr/>
            <p:nvPr/>
          </p:nvSpPr>
          <p:spPr bwMode="auto">
            <a:xfrm>
              <a:off x="2213011" y="6163387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833C27A5-1500-8C4A-9B62-8BC8DD04D3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290" cy="2995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3F694BD0-7580-FC42-A1C4-BBD60B2EF80F}"/>
                </a:ext>
              </a:extLst>
            </p:cNvPr>
            <p:cNvSpPr/>
            <p:nvPr/>
          </p:nvSpPr>
          <p:spPr bwMode="auto">
            <a:xfrm>
              <a:off x="2403638" y="6102320"/>
              <a:ext cx="361036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80996E8A-CF5C-9842-AF2E-3D335DE2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091" y="6064518"/>
              <a:ext cx="436130" cy="104685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806AF5F8-7652-9B49-9D8A-567C497E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030" y="6154663"/>
              <a:ext cx="161744" cy="9014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D20B764F-80E7-CE48-B848-C544CB1A9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25" y="6154663"/>
              <a:ext cx="158856" cy="93053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36" name="Straight Connector 535">
              <a:extLst>
                <a:ext uri="{FF2B5EF4-FFF2-40B4-BE49-F238E27FC236}">
                  <a16:creationId xmlns:a16="http://schemas.microsoft.com/office/drawing/2014/main" id="{7B54E221-E4F0-1A41-8C05-BD4BD5ABA5A1}"/>
                </a:ext>
              </a:extLst>
            </p:cNvPr>
            <p:cNvCxnSpPr>
              <a:cxnSpLocks noChangeShapeType="1"/>
              <a:endCxn id="531" idx="2"/>
            </p:cNvCxnSpPr>
            <p:nvPr/>
          </p:nvCxnSpPr>
          <p:spPr bwMode="auto">
            <a:xfrm flipH="1" flipV="1">
              <a:off x="2213011" y="6166294"/>
              <a:ext cx="2889" cy="116316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D074E183-9347-4044-AEF5-57DC816EA0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01" y="6160478"/>
              <a:ext cx="2887" cy="116316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5" name="Group 542">
            <a:extLst>
              <a:ext uri="{FF2B5EF4-FFF2-40B4-BE49-F238E27FC236}">
                <a16:creationId xmlns:a16="http://schemas.microsoft.com/office/drawing/2014/main" id="{D85A8AF0-660C-56F3-5F7D-6C97656110FD}"/>
              </a:ext>
            </a:extLst>
          </p:cNvPr>
          <p:cNvGrpSpPr>
            <a:grpSpLocks/>
          </p:cNvGrpSpPr>
          <p:nvPr/>
        </p:nvGrpSpPr>
        <p:grpSpPr bwMode="auto">
          <a:xfrm>
            <a:off x="7751763" y="2738438"/>
            <a:ext cx="411162" cy="220662"/>
            <a:chOff x="2213011" y="6015083"/>
            <a:chExt cx="745177" cy="407107"/>
          </a:xfrm>
        </p:grpSpPr>
        <p:sp>
          <p:nvSpPr>
            <p:cNvPr id="544" name="Oval 543">
              <a:extLst>
                <a:ext uri="{FF2B5EF4-FFF2-40B4-BE49-F238E27FC236}">
                  <a16:creationId xmlns:a16="http://schemas.microsoft.com/office/drawing/2014/main" id="{067C79AD-F43A-354D-AB33-16B06475E0C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887" y="6123449"/>
              <a:ext cx="742301" cy="298741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F78A65EB-013D-5E47-A81D-C4E39CA5DF4A}"/>
                </a:ext>
              </a:extLst>
            </p:cNvPr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6" name="Oval 545">
              <a:extLst>
                <a:ext uri="{FF2B5EF4-FFF2-40B4-BE49-F238E27FC236}">
                  <a16:creationId xmlns:a16="http://schemas.microsoft.com/office/drawing/2014/main" id="{74BF45F3-5A29-BD4A-8BAA-EC9310D3883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301" cy="2987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AD270844-0152-AB43-A564-8A88D552ABCD}"/>
                </a:ext>
              </a:extLst>
            </p:cNvPr>
            <p:cNvSpPr/>
            <p:nvPr/>
          </p:nvSpPr>
          <p:spPr bwMode="auto">
            <a:xfrm>
              <a:off x="2402902" y="6102948"/>
              <a:ext cx="362519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BA725455-A78C-C140-B607-79E602FC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498" y="6064872"/>
              <a:ext cx="437324" cy="105438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29AC43BB-5576-834C-8A34-E057BC396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212" y="6152737"/>
              <a:ext cx="161120" cy="90795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5F44D3D6-6C6A-5A41-AA47-B3223687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868" y="6155667"/>
              <a:ext cx="158242" cy="90793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0BF9C367-9532-5643-B18D-33571F6BF924}"/>
                </a:ext>
              </a:extLst>
            </p:cNvPr>
            <p:cNvCxnSpPr>
              <a:cxnSpLocks noChangeShapeType="1"/>
              <a:endCxn id="546" idx="2"/>
            </p:cNvCxnSpPr>
            <p:nvPr/>
          </p:nvCxnSpPr>
          <p:spPr bwMode="auto">
            <a:xfrm flipH="1" flipV="1">
              <a:off x="2213011" y="6167382"/>
              <a:ext cx="2876" cy="114224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9D8B85DC-7C16-D643-BCDD-C308683C29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12" y="6161525"/>
              <a:ext cx="2876" cy="114224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6" name="Group 552">
            <a:extLst>
              <a:ext uri="{FF2B5EF4-FFF2-40B4-BE49-F238E27FC236}">
                <a16:creationId xmlns:a16="http://schemas.microsoft.com/office/drawing/2014/main" id="{05DDD8DA-CE5B-115A-1F9C-2F3932324AE1}"/>
              </a:ext>
            </a:extLst>
          </p:cNvPr>
          <p:cNvGrpSpPr>
            <a:grpSpLocks/>
          </p:cNvGrpSpPr>
          <p:nvPr/>
        </p:nvGrpSpPr>
        <p:grpSpPr bwMode="auto">
          <a:xfrm>
            <a:off x="7200900" y="2743200"/>
            <a:ext cx="411163" cy="220663"/>
            <a:chOff x="2213011" y="6015083"/>
            <a:chExt cx="745177" cy="407107"/>
          </a:xfrm>
        </p:grpSpPr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2E903E9F-F19B-EE41-91F4-BEAFE17430B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889" y="6123450"/>
              <a:ext cx="742299" cy="298740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1F332128-8C6A-2C49-AE67-F311010AAE6A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4A6E36CD-4FB0-7A49-983E-0B7A87C2045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299" cy="29874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6FD66B47-2EF7-3843-A577-47F288EBDA6A}"/>
                </a:ext>
              </a:extLst>
            </p:cNvPr>
            <p:cNvSpPr/>
            <p:nvPr/>
          </p:nvSpPr>
          <p:spPr bwMode="auto">
            <a:xfrm>
              <a:off x="2402901" y="6102948"/>
              <a:ext cx="362518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84C547BD-829E-7144-BED4-F7277A59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500" y="6064874"/>
              <a:ext cx="437323" cy="105438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742E3F64-6E5C-3B4E-8EF4-45C2E1DA8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212" y="6152738"/>
              <a:ext cx="161119" cy="90793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ADF2A8DB-373F-8F41-A2A3-A8BB4C3F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867" y="6155666"/>
              <a:ext cx="158243" cy="90794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0D850333-C961-1C4E-ADA8-F2DCB1E35DA9}"/>
                </a:ext>
              </a:extLst>
            </p:cNvPr>
            <p:cNvCxnSpPr>
              <a:cxnSpLocks noChangeShapeType="1"/>
              <a:endCxn id="556" idx="2"/>
            </p:cNvCxnSpPr>
            <p:nvPr/>
          </p:nvCxnSpPr>
          <p:spPr bwMode="auto">
            <a:xfrm flipH="1" flipV="1">
              <a:off x="2213011" y="6167382"/>
              <a:ext cx="2878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42F26018-0755-7842-B501-BC9B13E596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10" y="6161524"/>
              <a:ext cx="2878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7" name="Group 562">
            <a:extLst>
              <a:ext uri="{FF2B5EF4-FFF2-40B4-BE49-F238E27FC236}">
                <a16:creationId xmlns:a16="http://schemas.microsoft.com/office/drawing/2014/main" id="{47DD5F76-B28F-93F4-E9E7-367A7A497B72}"/>
              </a:ext>
            </a:extLst>
          </p:cNvPr>
          <p:cNvGrpSpPr>
            <a:grpSpLocks/>
          </p:cNvGrpSpPr>
          <p:nvPr/>
        </p:nvGrpSpPr>
        <p:grpSpPr bwMode="auto">
          <a:xfrm>
            <a:off x="7188200" y="2473325"/>
            <a:ext cx="409575" cy="220663"/>
            <a:chOff x="2213011" y="6015083"/>
            <a:chExt cx="745177" cy="407107"/>
          </a:xfrm>
        </p:grpSpPr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878D636F-4E31-024B-8241-F92BA0AE5E7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900" y="6123450"/>
              <a:ext cx="742288" cy="298740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AF222DD0-BB16-B443-B780-671BAB358708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6C5F61D4-9B98-684C-AE96-D6ACBB648F7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290" cy="29874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CCE13452-3164-1843-BFAE-BB1C47EC2E20}"/>
                </a:ext>
              </a:extLst>
            </p:cNvPr>
            <p:cNvSpPr/>
            <p:nvPr/>
          </p:nvSpPr>
          <p:spPr bwMode="auto">
            <a:xfrm>
              <a:off x="2403638" y="6102948"/>
              <a:ext cx="361036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F84A4383-8DA8-4644-AF49-E2536EAD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091" y="6064874"/>
              <a:ext cx="436130" cy="105438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00E92EE7-B493-604E-A56F-E7F29148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030" y="6152738"/>
              <a:ext cx="161744" cy="90793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8AF87A1C-F466-4D46-B131-19BF4A8A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25" y="6155666"/>
              <a:ext cx="158856" cy="90794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42168441-A84C-D640-8408-97A3B77599A5}"/>
                </a:ext>
              </a:extLst>
            </p:cNvPr>
            <p:cNvCxnSpPr>
              <a:cxnSpLocks noChangeShapeType="1"/>
              <a:endCxn id="566" idx="2"/>
            </p:cNvCxnSpPr>
            <p:nvPr/>
          </p:nvCxnSpPr>
          <p:spPr bwMode="auto">
            <a:xfrm flipH="1" flipV="1">
              <a:off x="2213011" y="6167382"/>
              <a:ext cx="2889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EC3326AF-7A85-374E-ACBD-B40E0F0C02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01" y="6161524"/>
              <a:ext cx="2887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8" name="Group 572">
            <a:extLst>
              <a:ext uri="{FF2B5EF4-FFF2-40B4-BE49-F238E27FC236}">
                <a16:creationId xmlns:a16="http://schemas.microsoft.com/office/drawing/2014/main" id="{95EFD314-7915-7011-2939-CB58878B67D7}"/>
              </a:ext>
            </a:extLst>
          </p:cNvPr>
          <p:cNvGrpSpPr>
            <a:grpSpLocks/>
          </p:cNvGrpSpPr>
          <p:nvPr/>
        </p:nvGrpSpPr>
        <p:grpSpPr bwMode="auto">
          <a:xfrm>
            <a:off x="7085013" y="3622675"/>
            <a:ext cx="411162" cy="220663"/>
            <a:chOff x="2213011" y="6015083"/>
            <a:chExt cx="745177" cy="407107"/>
          </a:xfrm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58AED719-AC9F-0243-858B-53940BB0B1E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887" y="6123450"/>
              <a:ext cx="742301" cy="298740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50E8F7D1-5B91-4840-9336-353FFABF16A3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829FFAA8-9561-1B46-8B1E-C3B511BC615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301" cy="29874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99507C8D-DAC0-F743-8F98-9A9A0D404C99}"/>
                </a:ext>
              </a:extLst>
            </p:cNvPr>
            <p:cNvSpPr/>
            <p:nvPr/>
          </p:nvSpPr>
          <p:spPr bwMode="auto">
            <a:xfrm>
              <a:off x="2402902" y="6102948"/>
              <a:ext cx="362519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CDDF6309-14B2-7949-B912-445BCA04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498" y="6064874"/>
              <a:ext cx="437324" cy="105438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94C468DB-73CE-9D4D-B6BA-347501AB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212" y="6152738"/>
              <a:ext cx="161120" cy="90793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19F37AC0-5BB0-3442-9C3A-3D0473C32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868" y="6155666"/>
              <a:ext cx="158242" cy="90794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9BF4E3B6-BFD6-B749-90D1-6564FAB8648A}"/>
                </a:ext>
              </a:extLst>
            </p:cNvPr>
            <p:cNvCxnSpPr>
              <a:cxnSpLocks noChangeShapeType="1"/>
              <a:endCxn id="576" idx="2"/>
            </p:cNvCxnSpPr>
            <p:nvPr/>
          </p:nvCxnSpPr>
          <p:spPr bwMode="auto">
            <a:xfrm flipH="1" flipV="1">
              <a:off x="2213011" y="6167382"/>
              <a:ext cx="2876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C7A329D7-40DC-7746-B577-4213ED28F5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12" y="6161524"/>
              <a:ext cx="2876" cy="114225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9" name="Group 582">
            <a:extLst>
              <a:ext uri="{FF2B5EF4-FFF2-40B4-BE49-F238E27FC236}">
                <a16:creationId xmlns:a16="http://schemas.microsoft.com/office/drawing/2014/main" id="{693D39B1-F10E-14A2-0192-306C4E9A4E51}"/>
              </a:ext>
            </a:extLst>
          </p:cNvPr>
          <p:cNvGrpSpPr>
            <a:grpSpLocks/>
          </p:cNvGrpSpPr>
          <p:nvPr/>
        </p:nvGrpSpPr>
        <p:grpSpPr bwMode="auto">
          <a:xfrm>
            <a:off x="7753350" y="3636963"/>
            <a:ext cx="411163" cy="220662"/>
            <a:chOff x="2213011" y="6015083"/>
            <a:chExt cx="745177" cy="407107"/>
          </a:xfrm>
        </p:grpSpPr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7273C2D5-C3C7-E844-A321-D4E69B49B14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889" y="6123449"/>
              <a:ext cx="742299" cy="298741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078585C3-C59E-6449-AF28-91D77BC640DF}"/>
                </a:ext>
              </a:extLst>
            </p:cNvPr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E5B48BD2-DE7A-044A-B533-550B17D7224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299" cy="2987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E756A1D0-AB5A-DC40-8AA6-195C6756D99C}"/>
                </a:ext>
              </a:extLst>
            </p:cNvPr>
            <p:cNvSpPr/>
            <p:nvPr/>
          </p:nvSpPr>
          <p:spPr bwMode="auto">
            <a:xfrm>
              <a:off x="2402901" y="6102948"/>
              <a:ext cx="362518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F35429BF-7010-2746-9CC0-2811964A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500" y="6064872"/>
              <a:ext cx="437323" cy="105438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6EC47193-B395-874E-AB40-DA869961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212" y="6152737"/>
              <a:ext cx="161119" cy="90795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58B291B3-F0D7-044D-8AC9-FEDF4653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867" y="6155667"/>
              <a:ext cx="158243" cy="90793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63B65BF4-E2F2-764D-9184-51E77EABBD2D}"/>
                </a:ext>
              </a:extLst>
            </p:cNvPr>
            <p:cNvCxnSpPr>
              <a:cxnSpLocks noChangeShapeType="1"/>
              <a:endCxn id="586" idx="2"/>
            </p:cNvCxnSpPr>
            <p:nvPr/>
          </p:nvCxnSpPr>
          <p:spPr bwMode="auto">
            <a:xfrm flipH="1" flipV="1">
              <a:off x="2213011" y="6167382"/>
              <a:ext cx="2878" cy="114224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93EF85C3-EB7A-8641-B2B0-B13B842C6D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10" y="6161525"/>
              <a:ext cx="2878" cy="114224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0" name="Group 592">
            <a:extLst>
              <a:ext uri="{FF2B5EF4-FFF2-40B4-BE49-F238E27FC236}">
                <a16:creationId xmlns:a16="http://schemas.microsoft.com/office/drawing/2014/main" id="{4F51CCCE-2DCA-778E-D73C-DB89AD6EB610}"/>
              </a:ext>
            </a:extLst>
          </p:cNvPr>
          <p:cNvGrpSpPr>
            <a:grpSpLocks/>
          </p:cNvGrpSpPr>
          <p:nvPr/>
        </p:nvGrpSpPr>
        <p:grpSpPr bwMode="auto">
          <a:xfrm>
            <a:off x="7454900" y="3903663"/>
            <a:ext cx="411163" cy="222250"/>
            <a:chOff x="2213011" y="6015083"/>
            <a:chExt cx="745177" cy="407107"/>
          </a:xfrm>
        </p:grpSpPr>
        <p:sp>
          <p:nvSpPr>
            <p:cNvPr id="594" name="Oval 593">
              <a:extLst>
                <a:ext uri="{FF2B5EF4-FFF2-40B4-BE49-F238E27FC236}">
                  <a16:creationId xmlns:a16="http://schemas.microsoft.com/office/drawing/2014/main" id="{EA42A7F8-42EA-7940-A112-E850710D6F9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889" y="6122675"/>
              <a:ext cx="742299" cy="299515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3409F75E-5885-BB47-9BC4-CDFE1CADE0BE}"/>
                </a:ext>
              </a:extLst>
            </p:cNvPr>
            <p:cNvSpPr/>
            <p:nvPr/>
          </p:nvSpPr>
          <p:spPr bwMode="auto">
            <a:xfrm>
              <a:off x="2213011" y="6163385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5A1F3594-24A8-A245-BA31-DE0BC3E2722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2299" cy="29951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3454B359-10F8-CA47-9316-4BDE187543A9}"/>
                </a:ext>
              </a:extLst>
            </p:cNvPr>
            <p:cNvSpPr/>
            <p:nvPr/>
          </p:nvSpPr>
          <p:spPr bwMode="auto">
            <a:xfrm>
              <a:off x="2402901" y="6102320"/>
              <a:ext cx="362518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A888A007-3A5B-944C-9E72-E5B5FBF6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500" y="6064517"/>
              <a:ext cx="437323" cy="104685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45D76F2C-EB23-BB4D-AA37-8EEF43D72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212" y="6154663"/>
              <a:ext cx="161119" cy="90144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38029680-5BD8-7842-9D1F-2644FED7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867" y="6154663"/>
              <a:ext cx="158243" cy="93053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42E33965-FFCD-FA49-B479-0160A4329105}"/>
                </a:ext>
              </a:extLst>
            </p:cNvPr>
            <p:cNvCxnSpPr>
              <a:cxnSpLocks noChangeShapeType="1"/>
              <a:endCxn id="596" idx="2"/>
            </p:cNvCxnSpPr>
            <p:nvPr/>
          </p:nvCxnSpPr>
          <p:spPr bwMode="auto">
            <a:xfrm flipH="1" flipV="1">
              <a:off x="2213011" y="6166294"/>
              <a:ext cx="2878" cy="116316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2" name="Straight Connector 601">
              <a:extLst>
                <a:ext uri="{FF2B5EF4-FFF2-40B4-BE49-F238E27FC236}">
                  <a16:creationId xmlns:a16="http://schemas.microsoft.com/office/drawing/2014/main" id="{080BC55F-5682-B843-9B17-F85DAE4F4B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5310" y="6160478"/>
              <a:ext cx="2878" cy="116316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1" name="Group 604">
            <a:extLst>
              <a:ext uri="{FF2B5EF4-FFF2-40B4-BE49-F238E27FC236}">
                <a16:creationId xmlns:a16="http://schemas.microsoft.com/office/drawing/2014/main" id="{D9447D73-A801-00FA-DF40-FB60FB866ECD}"/>
              </a:ext>
            </a:extLst>
          </p:cNvPr>
          <p:cNvGrpSpPr>
            <a:grpSpLocks/>
          </p:cNvGrpSpPr>
          <p:nvPr/>
        </p:nvGrpSpPr>
        <p:grpSpPr bwMode="auto">
          <a:xfrm>
            <a:off x="6962775" y="4495800"/>
            <a:ext cx="627063" cy="276225"/>
            <a:chOff x="4786435" y="6027638"/>
            <a:chExt cx="748703" cy="417782"/>
          </a:xfrm>
        </p:grpSpPr>
        <p:sp>
          <p:nvSpPr>
            <p:cNvPr id="606" name="Oval 605">
              <a:extLst>
                <a:ext uri="{FF2B5EF4-FFF2-40B4-BE49-F238E27FC236}">
                  <a16:creationId xmlns:a16="http://schemas.microsoft.com/office/drawing/2014/main" id="{114CBF86-7DE9-A34F-ABC4-9061A1EC874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122" y="6145290"/>
              <a:ext cx="743016" cy="300130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095EAA50-8D50-174E-B155-47B4A45F1FC2}"/>
                </a:ext>
              </a:extLst>
            </p:cNvPr>
            <p:cNvSpPr/>
            <p:nvPr/>
          </p:nvSpPr>
          <p:spPr bwMode="auto">
            <a:xfrm>
              <a:off x="4790226" y="6188509"/>
              <a:ext cx="744912" cy="108046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96B28C1A-487C-064A-9A8E-AF176986F19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16" cy="30013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6079BC97-F33F-8846-9683-0D3185F39370}"/>
                </a:ext>
              </a:extLst>
            </p:cNvPr>
            <p:cNvSpPr/>
            <p:nvPr/>
          </p:nvSpPr>
          <p:spPr bwMode="auto">
            <a:xfrm>
              <a:off x="4979771" y="6126082"/>
              <a:ext cx="362031" cy="15126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DA61546E-AC1F-ED40-BE35-51EC28E2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62" y="6087665"/>
              <a:ext cx="437849" cy="105646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F6083AD6-6FFD-684F-AE38-4E0BA499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970" y="6176503"/>
              <a:ext cx="161114" cy="91240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31DAD385-EB87-7F41-B87C-A42CA705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280" y="6178905"/>
              <a:ext cx="159218" cy="91240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5EABE7F-2AE4-9B4F-B2DF-C6ED1B9967D7}"/>
                </a:ext>
              </a:extLst>
            </p:cNvPr>
            <p:cNvCxnSpPr>
              <a:cxnSpLocks noChangeShapeType="1"/>
              <a:endCxn id="608" idx="2"/>
            </p:cNvCxnSpPr>
            <p:nvPr/>
          </p:nvCxnSpPr>
          <p:spPr bwMode="auto">
            <a:xfrm flipH="1" flipV="1">
              <a:off x="4786435" y="6178905"/>
              <a:ext cx="1896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6AC9771E-35C4-A447-B331-3D80A556318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242" y="6183707"/>
              <a:ext cx="1896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2" name="Group 614">
            <a:extLst>
              <a:ext uri="{FF2B5EF4-FFF2-40B4-BE49-F238E27FC236}">
                <a16:creationId xmlns:a16="http://schemas.microsoft.com/office/drawing/2014/main" id="{E0FAB7AB-9BD0-C5D3-2029-3A503BEF07A6}"/>
              </a:ext>
            </a:extLst>
          </p:cNvPr>
          <p:cNvGrpSpPr>
            <a:grpSpLocks/>
          </p:cNvGrpSpPr>
          <p:nvPr/>
        </p:nvGrpSpPr>
        <p:grpSpPr bwMode="auto">
          <a:xfrm>
            <a:off x="7581900" y="4792663"/>
            <a:ext cx="627063" cy="276225"/>
            <a:chOff x="4786435" y="6027638"/>
            <a:chExt cx="748703" cy="417782"/>
          </a:xfrm>
        </p:grpSpPr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576D4111-C8AC-BD43-A066-14F75BE7081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122" y="6145288"/>
              <a:ext cx="743016" cy="300132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7C92BF16-DBF0-5F46-BE41-49B52A49FAB8}"/>
                </a:ext>
              </a:extLst>
            </p:cNvPr>
            <p:cNvSpPr/>
            <p:nvPr/>
          </p:nvSpPr>
          <p:spPr bwMode="auto">
            <a:xfrm>
              <a:off x="4790226" y="6188507"/>
              <a:ext cx="74491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8493D084-3FBE-8E4E-9795-80E31E4A5BD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16" cy="30013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07AA1BBA-E598-ED45-A603-1F0E027988B5}"/>
                </a:ext>
              </a:extLst>
            </p:cNvPr>
            <p:cNvSpPr/>
            <p:nvPr/>
          </p:nvSpPr>
          <p:spPr bwMode="auto">
            <a:xfrm>
              <a:off x="4979771" y="6126080"/>
              <a:ext cx="362031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02ADAE50-4802-674D-979C-43BA6C0A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62" y="6087663"/>
              <a:ext cx="437849" cy="105646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86F5F520-F701-7E4F-8D5C-585914EC8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970" y="6176503"/>
              <a:ext cx="161114" cy="91240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C3A0BB06-7590-5947-B157-57158857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280" y="6178903"/>
              <a:ext cx="159218" cy="91240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23" name="Straight Connector 622">
              <a:extLst>
                <a:ext uri="{FF2B5EF4-FFF2-40B4-BE49-F238E27FC236}">
                  <a16:creationId xmlns:a16="http://schemas.microsoft.com/office/drawing/2014/main" id="{476DA1AE-9BF1-644F-9435-C3258B1E2E02}"/>
                </a:ext>
              </a:extLst>
            </p:cNvPr>
            <p:cNvCxnSpPr>
              <a:cxnSpLocks noChangeShapeType="1"/>
              <a:endCxn id="618" idx="2"/>
            </p:cNvCxnSpPr>
            <p:nvPr/>
          </p:nvCxnSpPr>
          <p:spPr bwMode="auto">
            <a:xfrm flipH="1" flipV="1">
              <a:off x="4786435" y="6178903"/>
              <a:ext cx="1896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7889C7C5-D351-0D4D-A55C-936257FAA0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242" y="6183705"/>
              <a:ext cx="1896" cy="115250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3" name="Group 624">
            <a:extLst>
              <a:ext uri="{FF2B5EF4-FFF2-40B4-BE49-F238E27FC236}">
                <a16:creationId xmlns:a16="http://schemas.microsoft.com/office/drawing/2014/main" id="{38437F9C-981A-A464-1021-25A0803E0922}"/>
              </a:ext>
            </a:extLst>
          </p:cNvPr>
          <p:cNvGrpSpPr>
            <a:grpSpLocks/>
          </p:cNvGrpSpPr>
          <p:nvPr/>
        </p:nvGrpSpPr>
        <p:grpSpPr bwMode="auto">
          <a:xfrm>
            <a:off x="6048375" y="3622675"/>
            <a:ext cx="442913" cy="219075"/>
            <a:chOff x="4786435" y="6027638"/>
            <a:chExt cx="748703" cy="417782"/>
          </a:xfrm>
        </p:grpSpPr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459641D6-557B-3542-A1DF-E0E39DC03C6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1802" y="6145708"/>
              <a:ext cx="743336" cy="299712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8405D38A-5780-334F-8382-09B1C022D060}"/>
                </a:ext>
              </a:extLst>
            </p:cNvPr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4487C4EA-654D-D448-9C87-C784ADB9240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336" cy="29971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E2B4541A-8BE6-5E4E-BDBB-91ECACBF96AF}"/>
                </a:ext>
              </a:extLst>
            </p:cNvPr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57F8A838-BA6A-CC41-B8B1-69A0F573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079" y="6088186"/>
              <a:ext cx="437415" cy="102932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3BBA54FD-45BD-F246-83CD-FA15BE9F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217" y="6175982"/>
              <a:ext cx="161011" cy="90822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AF3FFF45-B007-3D4C-91B2-C4879FA9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029" y="6179008"/>
              <a:ext cx="158327" cy="90822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33" name="Straight Connector 632">
              <a:extLst>
                <a:ext uri="{FF2B5EF4-FFF2-40B4-BE49-F238E27FC236}">
                  <a16:creationId xmlns:a16="http://schemas.microsoft.com/office/drawing/2014/main" id="{AB5BC18B-B7F3-AF4D-9AB8-1DF1E4C33519}"/>
                </a:ext>
              </a:extLst>
            </p:cNvPr>
            <p:cNvCxnSpPr>
              <a:cxnSpLocks noChangeShapeType="1"/>
              <a:endCxn id="628" idx="2"/>
            </p:cNvCxnSpPr>
            <p:nvPr/>
          </p:nvCxnSpPr>
          <p:spPr bwMode="auto">
            <a:xfrm flipH="1" flipV="1">
              <a:off x="4786435" y="6179008"/>
              <a:ext cx="2684" cy="11504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CFACE0EE-37B1-2845-A0E5-8088DF6F45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2454" y="6182037"/>
              <a:ext cx="2684" cy="118068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4" name="Group 634">
            <a:extLst>
              <a:ext uri="{FF2B5EF4-FFF2-40B4-BE49-F238E27FC236}">
                <a16:creationId xmlns:a16="http://schemas.microsoft.com/office/drawing/2014/main" id="{BE37D4E4-A49F-EE26-C32D-451F981A027C}"/>
              </a:ext>
            </a:extLst>
          </p:cNvPr>
          <p:cNvGrpSpPr>
            <a:grpSpLocks/>
          </p:cNvGrpSpPr>
          <p:nvPr/>
        </p:nvGrpSpPr>
        <p:grpSpPr bwMode="auto">
          <a:xfrm>
            <a:off x="6350000" y="2482850"/>
            <a:ext cx="442913" cy="219075"/>
            <a:chOff x="4786435" y="6027638"/>
            <a:chExt cx="748703" cy="417782"/>
          </a:xfrm>
        </p:grpSpPr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DA50A04-94E3-BF48-861D-22F4A4D7111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1802" y="6145708"/>
              <a:ext cx="743336" cy="299712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F37135F7-D347-694F-8227-D41AF44E44EB}"/>
                </a:ext>
              </a:extLst>
            </p:cNvPr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7E2F1918-27F2-C942-86D0-A46E87371F0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336" cy="29971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981675E6-C69C-7540-8CE4-51C163C01A9B}"/>
                </a:ext>
              </a:extLst>
            </p:cNvPr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E56FC4C5-61CE-C043-8D19-029D91B0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079" y="6088186"/>
              <a:ext cx="437415" cy="102932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8307A066-71D2-724E-9C0A-1ADBF157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217" y="6175982"/>
              <a:ext cx="161011" cy="90822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6B4BB5CD-FA21-5947-91A4-9A22AE4E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029" y="6179008"/>
              <a:ext cx="158327" cy="90822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B195A143-7969-9543-A9C6-00824C15C974}"/>
                </a:ext>
              </a:extLst>
            </p:cNvPr>
            <p:cNvCxnSpPr>
              <a:cxnSpLocks noChangeShapeType="1"/>
              <a:endCxn id="638" idx="2"/>
            </p:cNvCxnSpPr>
            <p:nvPr/>
          </p:nvCxnSpPr>
          <p:spPr bwMode="auto">
            <a:xfrm flipH="1" flipV="1">
              <a:off x="4786435" y="6179008"/>
              <a:ext cx="2684" cy="11504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100E0914-F79A-FD49-BE57-A9FEC044E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2454" y="6182037"/>
              <a:ext cx="2684" cy="118068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Footer Placeholder 2">
            <a:extLst>
              <a:ext uri="{FF2B5EF4-FFF2-40B4-BE49-F238E27FC236}">
                <a16:creationId xmlns:a16="http://schemas.microsoft.com/office/drawing/2014/main" id="{4F97727A-1ACD-719C-E0AF-B37D6EFDFB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9394" name="Picture 48" descr="underline_base">
            <a:extLst>
              <a:ext uri="{FF2B5EF4-FFF2-40B4-BE49-F238E27FC236}">
                <a16:creationId xmlns:a16="http://schemas.microsoft.com/office/drawing/2014/main" id="{910F6B0F-7569-F1D9-5E2F-843B751978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100" y="912813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5" name="Rectangle 2">
            <a:extLst>
              <a:ext uri="{FF2B5EF4-FFF2-40B4-BE49-F238E27FC236}">
                <a16:creationId xmlns:a16="http://schemas.microsoft.com/office/drawing/2014/main" id="{5409348E-8DE1-0109-B8FF-46C2077E62C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41300" y="280988"/>
            <a:ext cx="8193088" cy="833437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Packet-switching: store-and-forward</a:t>
            </a:r>
          </a:p>
        </p:txBody>
      </p:sp>
      <p:sp>
        <p:nvSpPr>
          <p:cNvPr id="59396" name="Rectangle 3">
            <a:extLst>
              <a:ext uri="{FF2B5EF4-FFF2-40B4-BE49-F238E27FC236}">
                <a16:creationId xmlns:a16="http://schemas.microsoft.com/office/drawing/2014/main" id="{3CB0B98E-8880-9021-5144-535F10F9A54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3486150"/>
            <a:ext cx="4143375" cy="3262313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takes </a:t>
            </a:r>
            <a:r>
              <a:rPr lang="en-US" altLang="zh-CN" sz="2400" i="1">
                <a:ea typeface="ＭＳ Ｐゴシック" panose="020B0600070205080204" pitchFamily="34" charset="-128"/>
              </a:rPr>
              <a:t>L</a:t>
            </a:r>
            <a:r>
              <a:rPr lang="en-US" altLang="zh-CN" sz="2400">
                <a:ea typeface="ＭＳ Ｐゴシック" panose="020B0600070205080204" pitchFamily="34" charset="-128"/>
              </a:rPr>
              <a:t>/</a:t>
            </a:r>
            <a:r>
              <a:rPr lang="en-US" altLang="zh-CN" sz="2400" i="1">
                <a:ea typeface="ＭＳ Ｐゴシック" panose="020B0600070205080204" pitchFamily="34" charset="-128"/>
              </a:rPr>
              <a:t>R</a:t>
            </a:r>
            <a:r>
              <a:rPr lang="en-US" altLang="zh-CN" sz="240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zh-CN" sz="2400" i="1">
                <a:ea typeface="ＭＳ Ｐゴシック" panose="020B0600070205080204" pitchFamily="34" charset="-128"/>
              </a:rPr>
              <a:t>L</a:t>
            </a:r>
            <a:r>
              <a:rPr lang="en-US" altLang="zh-CN" sz="2400">
                <a:ea typeface="ＭＳ Ｐゴシック" panose="020B0600070205080204" pitchFamily="34" charset="-128"/>
              </a:rPr>
              <a:t>-bit packet into link at </a:t>
            </a:r>
            <a:r>
              <a:rPr lang="en-US" altLang="zh-CN" sz="2400" i="1">
                <a:ea typeface="ＭＳ Ｐゴシック" panose="020B0600070205080204" pitchFamily="34" charset="-128"/>
              </a:rPr>
              <a:t>R</a:t>
            </a:r>
            <a:r>
              <a:rPr lang="en-US" altLang="zh-CN" sz="2400">
                <a:ea typeface="ＭＳ Ｐゴシック" panose="020B0600070205080204" pitchFamily="34" charset="-128"/>
              </a:rPr>
              <a:t> bps</a:t>
            </a:r>
          </a:p>
          <a:p>
            <a:pPr marL="287338" indent="-287338" eaLnBrk="1" hangingPunct="1"/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zh-CN" sz="2400" i="1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CN" sz="2400">
                <a:ea typeface="ＭＳ Ｐゴシック" panose="020B0600070205080204" pitchFamily="34" charset="-128"/>
              </a:rPr>
              <a:t>entire packet must  arrive at router before it can be transmitted on next link</a:t>
            </a:r>
          </a:p>
        </p:txBody>
      </p:sp>
      <p:sp>
        <p:nvSpPr>
          <p:cNvPr id="72709" name="Rectangle 4">
            <a:extLst>
              <a:ext uri="{FF2B5EF4-FFF2-40B4-BE49-F238E27FC236}">
                <a16:creationId xmlns:a16="http://schemas.microsoft.com/office/drawing/2014/main" id="{5860BACB-69E2-BF4B-84E3-8D14797E32A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56238" y="3602038"/>
            <a:ext cx="3514725" cy="2232025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2400" i="1" dirty="0">
                <a:solidFill>
                  <a:srgbClr val="000099"/>
                </a:solidFill>
              </a:rPr>
              <a:t>one-hop numerical example: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/>
              <a:t>L</a:t>
            </a:r>
            <a:r>
              <a:rPr lang="en-US" sz="2400" dirty="0"/>
              <a:t> = 7.5 Mbits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/>
              <a:t>R</a:t>
            </a:r>
            <a:r>
              <a:rPr lang="en-US" sz="2400" dirty="0"/>
              <a:t> = 1.5 Mbps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dirty="0"/>
              <a:t>one-hop transmission delay = 5 sec</a:t>
            </a:r>
          </a:p>
        </p:txBody>
      </p:sp>
      <p:sp>
        <p:nvSpPr>
          <p:cNvPr id="59398" name="AutoShape 42">
            <a:extLst>
              <a:ext uri="{FF2B5EF4-FFF2-40B4-BE49-F238E27FC236}">
                <a16:creationId xmlns:a16="http://schemas.microsoft.com/office/drawing/2014/main" id="{AB2F8520-552A-F521-2BD1-F83B6C1EC9D3}"/>
              </a:ext>
            </a:extLst>
          </p:cNvPr>
          <p:cNvSpPr>
            <a:spLocks/>
          </p:cNvSpPr>
          <p:nvPr/>
        </p:nvSpPr>
        <p:spPr bwMode="auto">
          <a:xfrm>
            <a:off x="4975225" y="5695950"/>
            <a:ext cx="152400" cy="728663"/>
          </a:xfrm>
          <a:prstGeom prst="rightBrace">
            <a:avLst>
              <a:gd name="adj1" fmla="val 5011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59399" name="Text Box 43">
            <a:extLst>
              <a:ext uri="{FF2B5EF4-FFF2-40B4-BE49-F238E27FC236}">
                <a16:creationId xmlns:a16="http://schemas.microsoft.com/office/drawing/2014/main" id="{0BF735EA-20FB-DD34-DC55-696072E6F4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1275" y="5999163"/>
            <a:ext cx="27971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00"/>
                </a:solidFill>
              </a:rPr>
              <a:t>more on delay shortly …</a:t>
            </a:r>
          </a:p>
        </p:txBody>
      </p:sp>
      <p:sp>
        <p:nvSpPr>
          <p:cNvPr id="59400" name="Slide Number Placeholder 3">
            <a:extLst>
              <a:ext uri="{FF2B5EF4-FFF2-40B4-BE49-F238E27FC236}">
                <a16:creationId xmlns:a16="http://schemas.microsoft.com/office/drawing/2014/main" id="{3932F121-7212-DDF2-AF8F-745E3587B9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E0ECE2DD-A9CD-A845-99E1-3DAF0FA28559}" type="slidenum"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zh-CN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373F0A2-B430-BB4D-A64A-DDED5F18BF48}"/>
              </a:ext>
            </a:extLst>
          </p:cNvPr>
          <p:cNvSpPr txBox="1"/>
          <p:nvPr/>
        </p:nvSpPr>
        <p:spPr>
          <a:xfrm>
            <a:off x="882650" y="2679700"/>
            <a:ext cx="658813" cy="3079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59402" name="Group 41">
            <a:extLst>
              <a:ext uri="{FF2B5EF4-FFF2-40B4-BE49-F238E27FC236}">
                <a16:creationId xmlns:a16="http://schemas.microsoft.com/office/drawing/2014/main" id="{6B4CB27A-4EDF-959C-F979-6C25CFE535C1}"/>
              </a:ext>
            </a:extLst>
          </p:cNvPr>
          <p:cNvGrpSpPr>
            <a:grpSpLocks/>
          </p:cNvGrpSpPr>
          <p:nvPr/>
        </p:nvGrpSpPr>
        <p:grpSpPr bwMode="auto">
          <a:xfrm>
            <a:off x="1630363" y="2768600"/>
            <a:ext cx="1057275" cy="420688"/>
            <a:chOff x="1816230" y="6118900"/>
            <a:chExt cx="1843339" cy="739100"/>
          </a:xfrm>
        </p:grpSpPr>
        <p:pic>
          <p:nvPicPr>
            <p:cNvPr id="59463" name="Picture 8">
              <a:extLst>
                <a:ext uri="{FF2B5EF4-FFF2-40B4-BE49-F238E27FC236}">
                  <a16:creationId xmlns:a16="http://schemas.microsoft.com/office/drawing/2014/main" id="{B6798D8F-CBB6-C0BC-46F8-2413828CC0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DBC52CD7-A7F5-F042-9818-016D4DD5531D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9403" name="Straight Connector 42">
            <a:extLst>
              <a:ext uri="{FF2B5EF4-FFF2-40B4-BE49-F238E27FC236}">
                <a16:creationId xmlns:a16="http://schemas.microsoft.com/office/drawing/2014/main" id="{0EC4EC30-412F-8FDF-58BD-8CEA9A8E992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576513" y="2874963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4" name="Group 43">
            <a:extLst>
              <a:ext uri="{FF2B5EF4-FFF2-40B4-BE49-F238E27FC236}">
                <a16:creationId xmlns:a16="http://schemas.microsoft.com/office/drawing/2014/main" id="{F274E936-B9D1-F322-951A-66945DBA927C}"/>
              </a:ext>
            </a:extLst>
          </p:cNvPr>
          <p:cNvGrpSpPr>
            <a:grpSpLocks/>
          </p:cNvGrpSpPr>
          <p:nvPr/>
        </p:nvGrpSpPr>
        <p:grpSpPr bwMode="auto">
          <a:xfrm>
            <a:off x="3922713" y="2687638"/>
            <a:ext cx="1058862" cy="384175"/>
            <a:chOff x="5142253" y="5649029"/>
            <a:chExt cx="1304545" cy="695633"/>
          </a:xfrm>
        </p:grpSpPr>
        <p:grpSp>
          <p:nvGrpSpPr>
            <p:cNvPr id="59456" name="Group 92">
              <a:extLst>
                <a:ext uri="{FF2B5EF4-FFF2-40B4-BE49-F238E27FC236}">
                  <a16:creationId xmlns:a16="http://schemas.microsoft.com/office/drawing/2014/main" id="{C99DDFC2-DE07-4439-F76F-D95DB3522F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59459" name="Picture 95">
                <a:extLst>
                  <a:ext uri="{FF2B5EF4-FFF2-40B4-BE49-F238E27FC236}">
                    <a16:creationId xmlns:a16="http://schemas.microsoft.com/office/drawing/2014/main" id="{579CDDDF-B723-36BC-4D72-7DA36E444A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9460" name="Rectangle 96">
                <a:extLst>
                  <a:ext uri="{FF2B5EF4-FFF2-40B4-BE49-F238E27FC236}">
                    <a16:creationId xmlns:a16="http://schemas.microsoft.com/office/drawing/2014/main" id="{A204C2F4-13C9-FED8-385F-CDA81E74F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9461" name="Rectangle 97">
                <a:extLst>
                  <a:ext uri="{FF2B5EF4-FFF2-40B4-BE49-F238E27FC236}">
                    <a16:creationId xmlns:a16="http://schemas.microsoft.com/office/drawing/2014/main" id="{DF5715FA-3F5F-6D99-A84A-73EAB5CDC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9462" name="Oval 98">
                <a:extLst>
                  <a:ext uri="{FF2B5EF4-FFF2-40B4-BE49-F238E27FC236}">
                    <a16:creationId xmlns:a16="http://schemas.microsoft.com/office/drawing/2014/main" id="{F65A0FC7-026C-9249-CE7C-C8F8C850E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57" name="Rectangle 93">
              <a:extLst>
                <a:ext uri="{FF2B5EF4-FFF2-40B4-BE49-F238E27FC236}">
                  <a16:creationId xmlns:a16="http://schemas.microsoft.com/office/drawing/2014/main" id="{5E109A9D-1448-F8CB-BF81-CD047C049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58" name="Rectangle 94">
              <a:extLst>
                <a:ext uri="{FF2B5EF4-FFF2-40B4-BE49-F238E27FC236}">
                  <a16:creationId xmlns:a16="http://schemas.microsoft.com/office/drawing/2014/main" id="{5E207D76-0B4A-3B6D-47B2-4A5CA0293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9405" name="Group 44">
            <a:extLst>
              <a:ext uri="{FF2B5EF4-FFF2-40B4-BE49-F238E27FC236}">
                <a16:creationId xmlns:a16="http://schemas.microsoft.com/office/drawing/2014/main" id="{11374D69-15DB-A764-4B58-174223AA1770}"/>
              </a:ext>
            </a:extLst>
          </p:cNvPr>
          <p:cNvGrpSpPr>
            <a:grpSpLocks/>
          </p:cNvGrpSpPr>
          <p:nvPr/>
        </p:nvGrpSpPr>
        <p:grpSpPr bwMode="auto">
          <a:xfrm>
            <a:off x="3876675" y="1608138"/>
            <a:ext cx="1092200" cy="303212"/>
            <a:chOff x="5128542" y="4838701"/>
            <a:chExt cx="1300833" cy="530211"/>
          </a:xfrm>
        </p:grpSpPr>
        <p:pic>
          <p:nvPicPr>
            <p:cNvPr id="59453" name="Picture 2">
              <a:extLst>
                <a:ext uri="{FF2B5EF4-FFF2-40B4-BE49-F238E27FC236}">
                  <a16:creationId xmlns:a16="http://schemas.microsoft.com/office/drawing/2014/main" id="{D7A34B9C-DF68-6C73-EA12-10A1CE7AA7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9454" name="Rectangle 90">
              <a:extLst>
                <a:ext uri="{FF2B5EF4-FFF2-40B4-BE49-F238E27FC236}">
                  <a16:creationId xmlns:a16="http://schemas.microsoft.com/office/drawing/2014/main" id="{F2E8CA81-5829-6B0D-208E-79444A7A1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55" name="Rectangle 91">
              <a:extLst>
                <a:ext uri="{FF2B5EF4-FFF2-40B4-BE49-F238E27FC236}">
                  <a16:creationId xmlns:a16="http://schemas.microsoft.com/office/drawing/2014/main" id="{3CE50E83-4A9F-B68D-7BF8-2D5B6BCA0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9406" name="Group 45">
            <a:extLst>
              <a:ext uri="{FF2B5EF4-FFF2-40B4-BE49-F238E27FC236}">
                <a16:creationId xmlns:a16="http://schemas.microsoft.com/office/drawing/2014/main" id="{BAA11D73-D852-DA6F-E4D9-C213CB29FC7D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196975"/>
            <a:ext cx="1150937" cy="730250"/>
            <a:chOff x="2387973" y="4309243"/>
            <a:chExt cx="1771787" cy="1282262"/>
          </a:xfrm>
        </p:grpSpPr>
        <p:pic>
          <p:nvPicPr>
            <p:cNvPr id="59449" name="Picture 9">
              <a:extLst>
                <a:ext uri="{FF2B5EF4-FFF2-40B4-BE49-F238E27FC236}">
                  <a16:creationId xmlns:a16="http://schemas.microsoft.com/office/drawing/2014/main" id="{56E39B18-0C3F-A387-4341-81671E0E0D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E1390D86-DC95-1944-A00D-D1B9E8EC9B2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A2325C6-FDFD-F945-AA45-3CDC3CA1DF16}"/>
              </a:ext>
            </a:extLst>
          </p:cNvPr>
          <p:cNvSpPr txBox="1"/>
          <p:nvPr/>
        </p:nvSpPr>
        <p:spPr>
          <a:xfrm>
            <a:off x="2935288" y="2908300"/>
            <a:ext cx="566737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59408" name="Straight Connector 47">
            <a:extLst>
              <a:ext uri="{FF2B5EF4-FFF2-40B4-BE49-F238E27FC236}">
                <a16:creationId xmlns:a16="http://schemas.microsoft.com/office/drawing/2014/main" id="{9BBB0E05-B182-D0FD-0BD3-809DA4A23FB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967288" y="2879725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9" name="Group 100">
            <a:extLst>
              <a:ext uri="{FF2B5EF4-FFF2-40B4-BE49-F238E27FC236}">
                <a16:creationId xmlns:a16="http://schemas.microsoft.com/office/drawing/2014/main" id="{47ACD654-9627-D0A7-8CAE-80AEBD2255E7}"/>
              </a:ext>
            </a:extLst>
          </p:cNvPr>
          <p:cNvGrpSpPr>
            <a:grpSpLocks/>
          </p:cNvGrpSpPr>
          <p:nvPr/>
        </p:nvGrpSpPr>
        <p:grpSpPr bwMode="auto">
          <a:xfrm>
            <a:off x="5945188" y="2071688"/>
            <a:ext cx="1477962" cy="1284287"/>
            <a:chOff x="-44" y="1473"/>
            <a:chExt cx="981" cy="1105"/>
          </a:xfrm>
        </p:grpSpPr>
        <p:pic>
          <p:nvPicPr>
            <p:cNvPr id="59447" name="Picture 101" descr="desktop_computer_stylized_medium">
              <a:extLst>
                <a:ext uri="{FF2B5EF4-FFF2-40B4-BE49-F238E27FC236}">
                  <a16:creationId xmlns:a16="http://schemas.microsoft.com/office/drawing/2014/main" id="{9FB163E0-A184-7743-1C2E-A29654374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" name="Freeform 102">
              <a:extLst>
                <a:ext uri="{FF2B5EF4-FFF2-40B4-BE49-F238E27FC236}">
                  <a16:creationId xmlns:a16="http://schemas.microsoft.com/office/drawing/2014/main" id="{68DD67ED-0291-3C46-BB53-B8A34B0A58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B96CEEB3-F706-2641-BB10-898ECD87E917}"/>
              </a:ext>
            </a:extLst>
          </p:cNvPr>
          <p:cNvSpPr txBox="1"/>
          <p:nvPr/>
        </p:nvSpPr>
        <p:spPr>
          <a:xfrm>
            <a:off x="7427913" y="2778125"/>
            <a:ext cx="1012825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</a:p>
        </p:txBody>
      </p:sp>
      <p:sp>
        <p:nvSpPr>
          <p:cNvPr id="59411" name="TextBox 52">
            <a:extLst>
              <a:ext uri="{FF2B5EF4-FFF2-40B4-BE49-F238E27FC236}">
                <a16:creationId xmlns:a16="http://schemas.microsoft.com/office/drawing/2014/main" id="{51D76037-8EC9-D352-B531-4F1D2564F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5538" y="257492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59412" name="TextBox 53">
            <a:extLst>
              <a:ext uri="{FF2B5EF4-FFF2-40B4-BE49-F238E27FC236}">
                <a16:creationId xmlns:a16="http://schemas.microsoft.com/office/drawing/2014/main" id="{B60634DC-F8B2-14FB-4BE5-9CD0D01AB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688" y="258127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59413" name="TextBox 54">
            <a:extLst>
              <a:ext uri="{FF2B5EF4-FFF2-40B4-BE49-F238E27FC236}">
                <a16:creationId xmlns:a16="http://schemas.microsoft.com/office/drawing/2014/main" id="{6708B2C2-7C13-D937-9937-500B99828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1363" y="2578100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59414" name="Group 55">
            <a:extLst>
              <a:ext uri="{FF2B5EF4-FFF2-40B4-BE49-F238E27FC236}">
                <a16:creationId xmlns:a16="http://schemas.microsoft.com/office/drawing/2014/main" id="{AA43714F-DBCB-0746-41D9-D07697D3641A}"/>
              </a:ext>
            </a:extLst>
          </p:cNvPr>
          <p:cNvGrpSpPr>
            <a:grpSpLocks/>
          </p:cNvGrpSpPr>
          <p:nvPr/>
        </p:nvGrpSpPr>
        <p:grpSpPr bwMode="auto">
          <a:xfrm>
            <a:off x="1744663" y="1873250"/>
            <a:ext cx="2935287" cy="841375"/>
            <a:chOff x="593766" y="5264055"/>
            <a:chExt cx="3597129" cy="1011695"/>
          </a:xfrm>
        </p:grpSpPr>
        <p:grpSp>
          <p:nvGrpSpPr>
            <p:cNvPr id="59418" name="Group 56">
              <a:extLst>
                <a:ext uri="{FF2B5EF4-FFF2-40B4-BE49-F238E27FC236}">
                  <a16:creationId xmlns:a16="http://schemas.microsoft.com/office/drawing/2014/main" id="{DD219279-25F6-B731-0AB0-6374362F3A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59439" name="Rectangle 77">
                <a:extLst>
                  <a:ext uri="{FF2B5EF4-FFF2-40B4-BE49-F238E27FC236}">
                    <a16:creationId xmlns:a16="http://schemas.microsoft.com/office/drawing/2014/main" id="{EF36AFB9-A4AF-7595-D9BD-A88F7DAEC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C5F5AC54-9256-3642-881D-C5015F3C9438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9A41ADBC-50B8-EE45-802F-3BDFBCD2A8A0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F6E09A74-6FCB-874F-809C-C15CB6A7C2C4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43" name="Straight Connector 81">
                <a:extLst>
                  <a:ext uri="{FF2B5EF4-FFF2-40B4-BE49-F238E27FC236}">
                    <a16:creationId xmlns:a16="http://schemas.microsoft.com/office/drawing/2014/main" id="{2190D7CF-AA01-D028-905A-F5C15D94D8C3}"/>
                  </a:ext>
                </a:extLst>
              </p:cNvPr>
              <p:cNvCxnSpPr>
                <a:cxnSpLocks noChangeShapeType="1"/>
                <a:stCxn id="81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4" name="Straight Connector 82">
                <a:extLst>
                  <a:ext uri="{FF2B5EF4-FFF2-40B4-BE49-F238E27FC236}">
                    <a16:creationId xmlns:a16="http://schemas.microsoft.com/office/drawing/2014/main" id="{CB43589D-E33D-EC0D-5656-F0423EBA8B4E}"/>
                  </a:ext>
                </a:extLst>
              </p:cNvPr>
              <p:cNvCxnSpPr>
                <a:cxnSpLocks noChangeShapeType="1"/>
                <a:endCxn id="81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5" name="Straight Connector 83">
                <a:extLst>
                  <a:ext uri="{FF2B5EF4-FFF2-40B4-BE49-F238E27FC236}">
                    <a16:creationId xmlns:a16="http://schemas.microsoft.com/office/drawing/2014/main" id="{D7F581F9-AD6D-C161-1379-C0C231D00522}"/>
                  </a:ext>
                </a:extLst>
              </p:cNvPr>
              <p:cNvCxnSpPr>
                <a:cxnSpLocks noChangeShapeType="1"/>
                <a:endCxn id="81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6" name="Straight Connector 84">
                <a:extLst>
                  <a:ext uri="{FF2B5EF4-FFF2-40B4-BE49-F238E27FC236}">
                    <a16:creationId xmlns:a16="http://schemas.microsoft.com/office/drawing/2014/main" id="{DE0FB45C-BFC7-0261-5BB2-779C1F7ABD6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19" name="Group 57">
              <a:extLst>
                <a:ext uri="{FF2B5EF4-FFF2-40B4-BE49-F238E27FC236}">
                  <a16:creationId xmlns:a16="http://schemas.microsoft.com/office/drawing/2014/main" id="{257815C4-BD37-FFF0-93BC-B31CD49E7D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B8EB07FA-FFA4-9249-A3C3-71FC8602A71F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64728348-89CE-864B-A122-C5CDC83989F7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3" name="Rectangle 71">
                <a:extLst>
                  <a:ext uri="{FF2B5EF4-FFF2-40B4-BE49-F238E27FC236}">
                    <a16:creationId xmlns:a16="http://schemas.microsoft.com/office/drawing/2014/main" id="{CBD54AE6-46CB-D865-D204-28DD1B9E6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E23114A3-CD18-6A40-8D23-F09369789DD0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35" name="Straight Connector 73">
                <a:extLst>
                  <a:ext uri="{FF2B5EF4-FFF2-40B4-BE49-F238E27FC236}">
                    <a16:creationId xmlns:a16="http://schemas.microsoft.com/office/drawing/2014/main" id="{3D00F734-4B54-55DF-0B4E-F23A6C7A6C0B}"/>
                  </a:ext>
                </a:extLst>
              </p:cNvPr>
              <p:cNvCxnSpPr>
                <a:cxnSpLocks noChangeShapeType="1"/>
                <a:stCxn id="73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6" name="Straight Connector 74">
                <a:extLst>
                  <a:ext uri="{FF2B5EF4-FFF2-40B4-BE49-F238E27FC236}">
                    <a16:creationId xmlns:a16="http://schemas.microsoft.com/office/drawing/2014/main" id="{93B4307F-EC5C-18A6-78FD-FE348D6AD8A8}"/>
                  </a:ext>
                </a:extLst>
              </p:cNvPr>
              <p:cNvCxnSpPr>
                <a:cxnSpLocks noChangeShapeType="1"/>
                <a:endCxn id="73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7" name="Straight Connector 75">
                <a:extLst>
                  <a:ext uri="{FF2B5EF4-FFF2-40B4-BE49-F238E27FC236}">
                    <a16:creationId xmlns:a16="http://schemas.microsoft.com/office/drawing/2014/main" id="{A8050273-00F2-72CB-D445-E5BF207033F0}"/>
                  </a:ext>
                </a:extLst>
              </p:cNvPr>
              <p:cNvCxnSpPr>
                <a:cxnSpLocks noChangeShapeType="1"/>
                <a:endCxn id="73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8" name="Straight Connector 76">
                <a:extLst>
                  <a:ext uri="{FF2B5EF4-FFF2-40B4-BE49-F238E27FC236}">
                    <a16:creationId xmlns:a16="http://schemas.microsoft.com/office/drawing/2014/main" id="{282D9D93-5264-7BE1-33BC-A57CC0029B7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20" name="Group 58">
              <a:extLst>
                <a:ext uri="{FF2B5EF4-FFF2-40B4-BE49-F238E27FC236}">
                  <a16:creationId xmlns:a16="http://schemas.microsoft.com/office/drawing/2014/main" id="{5A79B023-0F56-397F-25F2-C8526C07D5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AFC34339-E314-AC4D-9460-A008B298E89F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13F633AD-45B6-1442-BA69-FE7868AF93F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0" name="Rectangle 68">
                <a:extLst>
                  <a:ext uri="{FF2B5EF4-FFF2-40B4-BE49-F238E27FC236}">
                    <a16:creationId xmlns:a16="http://schemas.microsoft.com/office/drawing/2014/main" id="{52D75D83-9D99-D5B0-49A1-4571A8D4D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21" name="Rectangle 59">
              <a:extLst>
                <a:ext uri="{FF2B5EF4-FFF2-40B4-BE49-F238E27FC236}">
                  <a16:creationId xmlns:a16="http://schemas.microsoft.com/office/drawing/2014/main" id="{A4B1172D-7D4D-7D57-62F7-A89650E51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22" name="Right Arrow 60">
              <a:extLst>
                <a:ext uri="{FF2B5EF4-FFF2-40B4-BE49-F238E27FC236}">
                  <a16:creationId xmlns:a16="http://schemas.microsoft.com/office/drawing/2014/main" id="{5A96F137-58C7-806D-F901-817D76873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59423" name="Group 61">
              <a:extLst>
                <a:ext uri="{FF2B5EF4-FFF2-40B4-BE49-F238E27FC236}">
                  <a16:creationId xmlns:a16="http://schemas.microsoft.com/office/drawing/2014/main" id="{E1C47312-52F3-64C8-A9D4-F58201E80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5D8F08BA-D702-6F47-8957-6AD79CD86E64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0E0CC156-6188-A447-97D9-F0A12AE54C32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27" name="Rectangle 65">
                <a:extLst>
                  <a:ext uri="{FF2B5EF4-FFF2-40B4-BE49-F238E27FC236}">
                    <a16:creationId xmlns:a16="http://schemas.microsoft.com/office/drawing/2014/main" id="{CD107F69-3EFB-BA5E-22D3-2C538D1FD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24" name="Right Arrow 62">
              <a:extLst>
                <a:ext uri="{FF2B5EF4-FFF2-40B4-BE49-F238E27FC236}">
                  <a16:creationId xmlns:a16="http://schemas.microsoft.com/office/drawing/2014/main" id="{713319B7-12BF-0560-6EA0-AB952AF7CD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9E54F48C-9ED5-4C4F-BDD0-3810D3B52F74}"/>
              </a:ext>
            </a:extLst>
          </p:cNvPr>
          <p:cNvSpPr txBox="1"/>
          <p:nvPr/>
        </p:nvSpPr>
        <p:spPr>
          <a:xfrm>
            <a:off x="541338" y="1903413"/>
            <a:ext cx="1181100" cy="5334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9A3CBB2-2F9D-B546-8C84-4C4D2C4E4DB0}"/>
              </a:ext>
            </a:extLst>
          </p:cNvPr>
          <p:cNvSpPr txBox="1"/>
          <p:nvPr/>
        </p:nvSpPr>
        <p:spPr>
          <a:xfrm>
            <a:off x="5334000" y="2898775"/>
            <a:ext cx="566738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sp>
        <p:nvSpPr>
          <p:cNvPr id="59417" name="Rectangle 3">
            <a:extLst>
              <a:ext uri="{FF2B5EF4-FFF2-40B4-BE49-F238E27FC236}">
                <a16:creationId xmlns:a16="http://schemas.microsoft.com/office/drawing/2014/main" id="{B2D95114-CCFD-3252-BBAF-58FB5213B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711825"/>
            <a:ext cx="4602162" cy="95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000099"/>
              </a:buClr>
            </a:pPr>
            <a:r>
              <a:rPr lang="en-US" altLang="zh-CN" sz="2400"/>
              <a:t>end-end delay = 2</a:t>
            </a:r>
            <a:r>
              <a:rPr lang="en-US" altLang="zh-CN" sz="2400" i="1"/>
              <a:t>L</a:t>
            </a:r>
            <a:r>
              <a:rPr lang="en-US" altLang="zh-CN" sz="2400"/>
              <a:t>/</a:t>
            </a:r>
            <a:r>
              <a:rPr lang="en-US" altLang="zh-CN" sz="2400" i="1"/>
              <a:t>R</a:t>
            </a:r>
            <a:r>
              <a:rPr lang="en-US" altLang="zh-CN" sz="2400"/>
              <a:t> (assuming zero propagation delay)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41" name="Group 347">
            <a:extLst>
              <a:ext uri="{FF2B5EF4-FFF2-40B4-BE49-F238E27FC236}">
                <a16:creationId xmlns:a16="http://schemas.microsoft.com/office/drawing/2014/main" id="{E1F2063B-023C-BDC0-C9B3-86ECBFA1B7B9}"/>
              </a:ext>
            </a:extLst>
          </p:cNvPr>
          <p:cNvGrpSpPr>
            <a:grpSpLocks/>
          </p:cNvGrpSpPr>
          <p:nvPr/>
        </p:nvGrpSpPr>
        <p:grpSpPr bwMode="auto">
          <a:xfrm>
            <a:off x="2266950" y="2079625"/>
            <a:ext cx="1173163" cy="534988"/>
            <a:chOff x="1871277" y="1576300"/>
            <a:chExt cx="1128371" cy="437861"/>
          </a:xfrm>
        </p:grpSpPr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9838306E-E19B-3A49-9C1D-E2AF2CC904B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31" y="1694536"/>
              <a:ext cx="1125317" cy="3196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4FC50E62-018E-5A43-8210-854E132F3619}"/>
                </a:ext>
              </a:extLst>
            </p:cNvPr>
            <p:cNvSpPr/>
            <p:nvPr/>
          </p:nvSpPr>
          <p:spPr bwMode="auto">
            <a:xfrm>
              <a:off x="1871277" y="1740010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70DAC449-6C15-234F-8DB7-76408BFAA8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17" cy="3196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EBADF77-D0C8-7E4F-BF5D-BD8CE8F0C37A}"/>
                </a:ext>
              </a:extLst>
            </p:cNvPr>
            <p:cNvSpPr/>
            <p:nvPr/>
          </p:nvSpPr>
          <p:spPr bwMode="auto">
            <a:xfrm>
              <a:off x="2159859" y="1673747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4F96C2B-1316-CF4A-A89B-F9C87ED0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64" y="1633469"/>
              <a:ext cx="661143" cy="110440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3794A0A-3619-1847-BA86-567E5F37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00" y="1728317"/>
              <a:ext cx="244302" cy="9614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3864E2D-6852-7B4D-A568-418AC4EE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623" y="1729616"/>
              <a:ext cx="241248" cy="9744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3DDD6F53-7624-1B4E-B466-58CFA0AE9AE6}"/>
                </a:ext>
              </a:extLst>
            </p:cNvPr>
            <p:cNvCxnSpPr>
              <a:cxnSpLocks noChangeShapeType="1"/>
              <a:endCxn id="107" idx="2"/>
            </p:cNvCxnSpPr>
            <p:nvPr/>
          </p:nvCxnSpPr>
          <p:spPr bwMode="auto">
            <a:xfrm flipH="1" flipV="1">
              <a:off x="1871277" y="1737412"/>
              <a:ext cx="3054" cy="12343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C9660D6-5B28-B949-9E16-FD5420D0F8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94" y="1734813"/>
              <a:ext cx="3054" cy="12343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442" name="Group 105">
            <a:extLst>
              <a:ext uri="{FF2B5EF4-FFF2-40B4-BE49-F238E27FC236}">
                <a16:creationId xmlns:a16="http://schemas.microsoft.com/office/drawing/2014/main" id="{E0112F63-FB2F-FCB8-825C-3127375373F7}"/>
              </a:ext>
            </a:extLst>
          </p:cNvPr>
          <p:cNvGrpSpPr>
            <a:grpSpLocks/>
          </p:cNvGrpSpPr>
          <p:nvPr/>
        </p:nvGrpSpPr>
        <p:grpSpPr bwMode="auto">
          <a:xfrm>
            <a:off x="6764338" y="2314575"/>
            <a:ext cx="779462" cy="679450"/>
            <a:chOff x="-44" y="1473"/>
            <a:chExt cx="981" cy="1105"/>
          </a:xfrm>
        </p:grpSpPr>
        <p:pic>
          <p:nvPicPr>
            <p:cNvPr id="61533" name="Picture 106" descr="desktop_computer_stylized_medium">
              <a:extLst>
                <a:ext uri="{FF2B5EF4-FFF2-40B4-BE49-F238E27FC236}">
                  <a16:creationId xmlns:a16="http://schemas.microsoft.com/office/drawing/2014/main" id="{64A13B02-0069-D85D-DCBE-F1606024D2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4" name="Freeform 107">
              <a:extLst>
                <a:ext uri="{FF2B5EF4-FFF2-40B4-BE49-F238E27FC236}">
                  <a16:creationId xmlns:a16="http://schemas.microsoft.com/office/drawing/2014/main" id="{D49DF57D-8A70-B87F-8F8F-2D508C6F6A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1443" name="Footer Placeholder 2">
            <a:extLst>
              <a:ext uri="{FF2B5EF4-FFF2-40B4-BE49-F238E27FC236}">
                <a16:creationId xmlns:a16="http://schemas.microsoft.com/office/drawing/2014/main" id="{58000F59-8304-9916-ED7F-ADBDD2D8C7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1444" name="Rectangle 2">
            <a:extLst>
              <a:ext uri="{FF2B5EF4-FFF2-40B4-BE49-F238E27FC236}">
                <a16:creationId xmlns:a16="http://schemas.microsoft.com/office/drawing/2014/main" id="{2DB26545-CF4E-0FEA-49FF-968548B97B7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2413" y="130175"/>
            <a:ext cx="8447087" cy="1143000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Packet Switching: queueing delay, loss</a:t>
            </a:r>
            <a:endParaRPr lang="en-US" altLang="zh-CN" sz="4000">
              <a:ea typeface="ＭＳ Ｐゴシック" panose="020B0600070205080204" pitchFamily="34" charset="-128"/>
            </a:endParaRPr>
          </a:p>
        </p:txBody>
      </p:sp>
      <p:sp>
        <p:nvSpPr>
          <p:cNvPr id="61445" name="Line 230">
            <a:extLst>
              <a:ext uri="{FF2B5EF4-FFF2-40B4-BE49-F238E27FC236}">
                <a16:creationId xmlns:a16="http://schemas.microsoft.com/office/drawing/2014/main" id="{F8279976-E88E-4A84-FF0E-31317F398B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7100" y="2303463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46" name="Line 276">
            <a:extLst>
              <a:ext uri="{FF2B5EF4-FFF2-40B4-BE49-F238E27FC236}">
                <a16:creationId xmlns:a16="http://schemas.microsoft.com/office/drawing/2014/main" id="{87101F41-2862-7CBA-08B8-C8BDAA7A141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675" y="1971675"/>
            <a:ext cx="744538" cy="385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47" name="Line 277">
            <a:extLst>
              <a:ext uri="{FF2B5EF4-FFF2-40B4-BE49-F238E27FC236}">
                <a16:creationId xmlns:a16="http://schemas.microsoft.com/office/drawing/2014/main" id="{08473E26-7354-1000-2B41-456FCF33BF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35138" y="2457450"/>
            <a:ext cx="577850" cy="5048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48" name="Line 278">
            <a:extLst>
              <a:ext uri="{FF2B5EF4-FFF2-40B4-BE49-F238E27FC236}">
                <a16:creationId xmlns:a16="http://schemas.microsoft.com/office/drawing/2014/main" id="{92E57454-93F3-9750-FE80-B158F58271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2398713"/>
            <a:ext cx="20161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49" name="Line 279">
            <a:extLst>
              <a:ext uri="{FF2B5EF4-FFF2-40B4-BE49-F238E27FC236}">
                <a16:creationId xmlns:a16="http://schemas.microsoft.com/office/drawing/2014/main" id="{81765DBF-1D20-6B02-7E0D-A91747FA925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35675" y="2581275"/>
            <a:ext cx="9525" cy="3635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50" name="Line 280">
            <a:extLst>
              <a:ext uri="{FF2B5EF4-FFF2-40B4-BE49-F238E27FC236}">
                <a16:creationId xmlns:a16="http://schemas.microsoft.com/office/drawing/2014/main" id="{5A73DBB3-4CEB-2DC1-5942-AC2FC64D3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08750" y="2030413"/>
            <a:ext cx="604838" cy="307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51" name="Rectangle 287">
            <a:extLst>
              <a:ext uri="{FF2B5EF4-FFF2-40B4-BE49-F238E27FC236}">
                <a16:creationId xmlns:a16="http://schemas.microsoft.com/office/drawing/2014/main" id="{0F995424-12BF-EA0A-9405-AE7791172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061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2" name="Rectangle 288">
            <a:extLst>
              <a:ext uri="{FF2B5EF4-FFF2-40B4-BE49-F238E27FC236}">
                <a16:creationId xmlns:a16="http://schemas.microsoft.com/office/drawing/2014/main" id="{5124C4CB-2ECC-3A8E-0381-A6F5186EC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3" name="Rectangle 289">
            <a:extLst>
              <a:ext uri="{FF2B5EF4-FFF2-40B4-BE49-F238E27FC236}">
                <a16:creationId xmlns:a16="http://schemas.microsoft.com/office/drawing/2014/main" id="{02E672C4-E050-B49E-F797-BFEED6E6C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446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4" name="Rectangle 290">
            <a:extLst>
              <a:ext uri="{FF2B5EF4-FFF2-40B4-BE49-F238E27FC236}">
                <a16:creationId xmlns:a16="http://schemas.microsoft.com/office/drawing/2014/main" id="{BADF1945-98C1-3367-07EC-8C108DB01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6388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5" name="Rectangle 291">
            <a:extLst>
              <a:ext uri="{FF2B5EF4-FFF2-40B4-BE49-F238E27FC236}">
                <a16:creationId xmlns:a16="http://schemas.microsoft.com/office/drawing/2014/main" id="{F9C5A373-BBC9-4B55-E055-CC0D179A9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313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6" name="Rectangle 292">
            <a:extLst>
              <a:ext uri="{FF2B5EF4-FFF2-40B4-BE49-F238E27FC236}">
                <a16:creationId xmlns:a16="http://schemas.microsoft.com/office/drawing/2014/main" id="{BB7B2B47-5E7B-9455-5912-6EFD0A7A6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57" name="Rectangle 293">
            <a:extLst>
              <a:ext uri="{FF2B5EF4-FFF2-40B4-BE49-F238E27FC236}">
                <a16:creationId xmlns:a16="http://schemas.microsoft.com/office/drawing/2014/main" id="{A725EA4C-473E-CFE0-D166-608B2A8CA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7938" y="21812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grpSp>
        <p:nvGrpSpPr>
          <p:cNvPr id="61458" name="Group 311">
            <a:extLst>
              <a:ext uri="{FF2B5EF4-FFF2-40B4-BE49-F238E27FC236}">
                <a16:creationId xmlns:a16="http://schemas.microsoft.com/office/drawing/2014/main" id="{340CC950-5F15-7DD9-D14B-3161C168B86B}"/>
              </a:ext>
            </a:extLst>
          </p:cNvPr>
          <p:cNvGrpSpPr>
            <a:grpSpLocks/>
          </p:cNvGrpSpPr>
          <p:nvPr/>
        </p:nvGrpSpPr>
        <p:grpSpPr bwMode="auto">
          <a:xfrm>
            <a:off x="2786063" y="2262188"/>
            <a:ext cx="633412" cy="200025"/>
            <a:chOff x="1800" y="1425"/>
            <a:chExt cx="399" cy="126"/>
          </a:xfrm>
        </p:grpSpPr>
        <p:sp>
          <p:nvSpPr>
            <p:cNvPr id="61529" name="Rectangle 294">
              <a:extLst>
                <a:ext uri="{FF2B5EF4-FFF2-40B4-BE49-F238E27FC236}">
                  <a16:creationId xmlns:a16="http://schemas.microsoft.com/office/drawing/2014/main" id="{F32793C7-526C-83CE-DD18-A1D6BA2A0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1530" name="Rectangle 295">
              <a:extLst>
                <a:ext uri="{FF2B5EF4-FFF2-40B4-BE49-F238E27FC236}">
                  <a16:creationId xmlns:a16="http://schemas.microsoft.com/office/drawing/2014/main" id="{DCB74989-0F03-106A-0DAE-42BC3514C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1531" name="Rectangle 296">
              <a:extLst>
                <a:ext uri="{FF2B5EF4-FFF2-40B4-BE49-F238E27FC236}">
                  <a16:creationId xmlns:a16="http://schemas.microsoft.com/office/drawing/2014/main" id="{674F55EB-0613-5A8F-A310-4A5C9E750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1532" name="Rectangle 297">
              <a:extLst>
                <a:ext uri="{FF2B5EF4-FFF2-40B4-BE49-F238E27FC236}">
                  <a16:creationId xmlns:a16="http://schemas.microsoft.com/office/drawing/2014/main" id="{F0C4B467-8F11-DF33-3EBA-22B1DAEA7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Arial" panose="020B0604020202020204" pitchFamily="34" charset="0"/>
              </a:endParaRPr>
            </a:p>
          </p:txBody>
        </p:sp>
      </p:grpSp>
      <p:sp>
        <p:nvSpPr>
          <p:cNvPr id="61459" name="Rectangle 298">
            <a:extLst>
              <a:ext uri="{FF2B5EF4-FFF2-40B4-BE49-F238E27FC236}">
                <a16:creationId xmlns:a16="http://schemas.microsoft.com/office/drawing/2014/main" id="{2103BCA2-E974-3F19-39FF-5C69BEAAE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838" y="21621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60" name="Rectangle 299">
            <a:extLst>
              <a:ext uri="{FF2B5EF4-FFF2-40B4-BE49-F238E27FC236}">
                <a16:creationId xmlns:a16="http://schemas.microsoft.com/office/drawing/2014/main" id="{294EF820-19CF-AC81-02F2-53543713F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9763" y="27336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61461" name="Line 300">
            <a:extLst>
              <a:ext uri="{FF2B5EF4-FFF2-40B4-BE49-F238E27FC236}">
                <a16:creationId xmlns:a16="http://schemas.microsoft.com/office/drawing/2014/main" id="{CC940EFD-42E0-970C-32D7-0AEBA03D2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0738" y="2111375"/>
            <a:ext cx="2460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62" name="Line 301">
            <a:extLst>
              <a:ext uri="{FF2B5EF4-FFF2-40B4-BE49-F238E27FC236}">
                <a16:creationId xmlns:a16="http://schemas.microsoft.com/office/drawing/2014/main" id="{24035788-3780-171D-440B-91F20F6F56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92325" y="2582863"/>
            <a:ext cx="174625" cy="180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63" name="Line 302">
            <a:extLst>
              <a:ext uri="{FF2B5EF4-FFF2-40B4-BE49-F238E27FC236}">
                <a16:creationId xmlns:a16="http://schemas.microsoft.com/office/drawing/2014/main" id="{74284DBB-CE5F-5862-781C-1CD423912C9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2076450"/>
            <a:ext cx="1062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64" name="Text Box 303">
            <a:extLst>
              <a:ext uri="{FF2B5EF4-FFF2-40B4-BE49-F238E27FC236}">
                <a16:creationId xmlns:a16="http://schemas.microsoft.com/office/drawing/2014/main" id="{81B61C5C-D795-6AED-1261-6ECAABA59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00" y="16335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6600"/>
                </a:solidFill>
                <a:latin typeface="Arial" panose="020B0604020202020204" pitchFamily="34" charset="0"/>
              </a:rPr>
              <a:t>A</a:t>
            </a:r>
          </a:p>
        </p:txBody>
      </p:sp>
      <p:sp>
        <p:nvSpPr>
          <p:cNvPr id="61465" name="Text Box 304">
            <a:extLst>
              <a:ext uri="{FF2B5EF4-FFF2-40B4-BE49-F238E27FC236}">
                <a16:creationId xmlns:a16="http://schemas.microsoft.com/office/drawing/2014/main" id="{FE409F21-EACD-2D59-F50F-8A78720D07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26082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000099"/>
                </a:solidFill>
                <a:latin typeface="Arial" panose="020B0604020202020204" pitchFamily="34" charset="0"/>
              </a:rPr>
              <a:t>B</a:t>
            </a:r>
          </a:p>
        </p:txBody>
      </p:sp>
      <p:sp>
        <p:nvSpPr>
          <p:cNvPr id="61466" name="Text Box 305">
            <a:extLst>
              <a:ext uri="{FF2B5EF4-FFF2-40B4-BE49-F238E27FC236}">
                <a16:creationId xmlns:a16="http://schemas.microsoft.com/office/drawing/2014/main" id="{26C7260D-EB9D-68FB-70F0-72CB724429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1465263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C</a:t>
            </a:r>
            <a:endParaRPr lang="en-US" altLang="zh-CN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67" name="Text Box 308">
            <a:extLst>
              <a:ext uri="{FF2B5EF4-FFF2-40B4-BE49-F238E27FC236}">
                <a16:creationId xmlns:a16="http://schemas.microsoft.com/office/drawing/2014/main" id="{EED3AEB3-F654-6BB5-03C5-C2E75F6DF9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1585913"/>
            <a:ext cx="15636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i="1">
                <a:latin typeface="Arial" panose="020B0604020202020204" pitchFamily="34" charset="0"/>
              </a:rPr>
              <a:t>R</a:t>
            </a:r>
            <a:r>
              <a:rPr lang="en-US" altLang="zh-CN" sz="1800">
                <a:latin typeface="Arial" panose="020B0604020202020204" pitchFamily="34" charset="0"/>
              </a:rPr>
              <a:t> = 100 Mb/s</a:t>
            </a:r>
          </a:p>
        </p:txBody>
      </p:sp>
      <p:sp>
        <p:nvSpPr>
          <p:cNvPr id="61468" name="Text Box 309">
            <a:extLst>
              <a:ext uri="{FF2B5EF4-FFF2-40B4-BE49-F238E27FC236}">
                <a16:creationId xmlns:a16="http://schemas.microsoft.com/office/drawing/2014/main" id="{65EF465E-9FD0-14CC-2F9D-3F406008BA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5850" y="2438400"/>
            <a:ext cx="1641475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</a:rPr>
              <a:t>R</a:t>
            </a:r>
            <a:r>
              <a:rPr lang="en-US" altLang="zh-CN" sz="2000">
                <a:latin typeface="Arial" panose="020B0604020202020204" pitchFamily="34" charset="0"/>
              </a:rPr>
              <a:t> = 1.5 Mb/s</a:t>
            </a:r>
            <a:endParaRPr lang="en-US" altLang="zh-CN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69" name="Text Box 310">
            <a:extLst>
              <a:ext uri="{FF2B5EF4-FFF2-40B4-BE49-F238E27FC236}">
                <a16:creationId xmlns:a16="http://schemas.microsoft.com/office/drawing/2014/main" id="{4DCD8ED8-2583-298D-C6B7-E8025A4B1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2975" y="2994025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70" name="Line 281">
            <a:extLst>
              <a:ext uri="{FF2B5EF4-FFF2-40B4-BE49-F238E27FC236}">
                <a16:creationId xmlns:a16="http://schemas.microsoft.com/office/drawing/2014/main" id="{FBD8A1F4-CC58-E344-A80B-0F7FEA5876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2738" y="3146425"/>
            <a:ext cx="984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71" name="Line 283">
            <a:extLst>
              <a:ext uri="{FF2B5EF4-FFF2-40B4-BE49-F238E27FC236}">
                <a16:creationId xmlns:a16="http://schemas.microsoft.com/office/drawing/2014/main" id="{E3CDFE3C-E4F6-1BDC-82B8-B0AC04F6E1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38925" y="2849563"/>
            <a:ext cx="379413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472" name="Text Box 306">
            <a:extLst>
              <a:ext uri="{FF2B5EF4-FFF2-40B4-BE49-F238E27FC236}">
                <a16:creationId xmlns:a16="http://schemas.microsoft.com/office/drawing/2014/main" id="{5C000E6D-62A2-E908-27AD-A8FAD273B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2224088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D</a:t>
            </a:r>
            <a:endParaRPr lang="en-US" altLang="zh-CN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73" name="Text Box 307">
            <a:extLst>
              <a:ext uri="{FF2B5EF4-FFF2-40B4-BE49-F238E27FC236}">
                <a16:creationId xmlns:a16="http://schemas.microsoft.com/office/drawing/2014/main" id="{25759CD4-D7DC-60BA-C35C-97751C1C9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9450" y="28400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E</a:t>
            </a:r>
            <a:endParaRPr lang="en-US" altLang="zh-CN" sz="24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74" name="Text Box 330">
            <a:extLst>
              <a:ext uri="{FF2B5EF4-FFF2-40B4-BE49-F238E27FC236}">
                <a16:creationId xmlns:a16="http://schemas.microsoft.com/office/drawing/2014/main" id="{DC5E06D4-A28D-2D8D-5ECC-BBFED8F92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2984500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queue of packets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>
                <a:latin typeface="Arial" panose="020B0604020202020204" pitchFamily="34" charset="0"/>
              </a:rPr>
              <a:t>waiting for output link</a:t>
            </a:r>
            <a:endParaRPr lang="en-US" altLang="zh-CN" sz="1800">
              <a:solidFill>
                <a:schemeClr val="accent1"/>
              </a:solidFill>
              <a:latin typeface="Arial" panose="020B0604020202020204" pitchFamily="34" charset="0"/>
            </a:endParaRPr>
          </a:p>
        </p:txBody>
      </p:sp>
      <p:sp>
        <p:nvSpPr>
          <p:cNvPr id="61475" name="Line 332">
            <a:extLst>
              <a:ext uri="{FF2B5EF4-FFF2-40B4-BE49-F238E27FC236}">
                <a16:creationId xmlns:a16="http://schemas.microsoft.com/office/drawing/2014/main" id="{14052C77-D296-E846-36DB-EA331C1EF7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0838" y="2514600"/>
            <a:ext cx="166687" cy="523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61476" name="Group 96">
            <a:extLst>
              <a:ext uri="{FF2B5EF4-FFF2-40B4-BE49-F238E27FC236}">
                <a16:creationId xmlns:a16="http://schemas.microsoft.com/office/drawing/2014/main" id="{34090648-29AB-898C-17C2-890435F82FC2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1651000"/>
            <a:ext cx="779463" cy="679450"/>
            <a:chOff x="-44" y="1473"/>
            <a:chExt cx="981" cy="1105"/>
          </a:xfrm>
        </p:grpSpPr>
        <p:pic>
          <p:nvPicPr>
            <p:cNvPr id="61527" name="Picture 97" descr="desktop_computer_stylized_medium">
              <a:extLst>
                <a:ext uri="{FF2B5EF4-FFF2-40B4-BE49-F238E27FC236}">
                  <a16:creationId xmlns:a16="http://schemas.microsoft.com/office/drawing/2014/main" id="{7474F610-266D-41C5-0A9D-1D7C226D39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8" name="Freeform 98">
              <a:extLst>
                <a:ext uri="{FF2B5EF4-FFF2-40B4-BE49-F238E27FC236}">
                  <a16:creationId xmlns:a16="http://schemas.microsoft.com/office/drawing/2014/main" id="{47CDFFC1-898A-0C63-803C-6143A1A8BA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1477" name="Group 99">
            <a:extLst>
              <a:ext uri="{FF2B5EF4-FFF2-40B4-BE49-F238E27FC236}">
                <a16:creationId xmlns:a16="http://schemas.microsoft.com/office/drawing/2014/main" id="{88EB2D20-E23B-5BB0-5CAD-F257CED41CD6}"/>
              </a:ext>
            </a:extLst>
          </p:cNvPr>
          <p:cNvGrpSpPr>
            <a:grpSpLocks/>
          </p:cNvGrpSpPr>
          <p:nvPr/>
        </p:nvGrpSpPr>
        <p:grpSpPr bwMode="auto">
          <a:xfrm>
            <a:off x="1085850" y="2625725"/>
            <a:ext cx="779463" cy="679450"/>
            <a:chOff x="-44" y="1473"/>
            <a:chExt cx="981" cy="1105"/>
          </a:xfrm>
        </p:grpSpPr>
        <p:pic>
          <p:nvPicPr>
            <p:cNvPr id="61525" name="Picture 100" descr="desktop_computer_stylized_medium">
              <a:extLst>
                <a:ext uri="{FF2B5EF4-FFF2-40B4-BE49-F238E27FC236}">
                  <a16:creationId xmlns:a16="http://schemas.microsoft.com/office/drawing/2014/main" id="{EFF64C4A-3B18-8EC0-7FE5-43B0404B56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6" name="Freeform 101">
              <a:extLst>
                <a:ext uri="{FF2B5EF4-FFF2-40B4-BE49-F238E27FC236}">
                  <a16:creationId xmlns:a16="http://schemas.microsoft.com/office/drawing/2014/main" id="{38BEC402-7909-FB92-3CF8-F962AFFEF4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1478" name="Group 102">
            <a:extLst>
              <a:ext uri="{FF2B5EF4-FFF2-40B4-BE49-F238E27FC236}">
                <a16:creationId xmlns:a16="http://schemas.microsoft.com/office/drawing/2014/main" id="{FEE7A8E9-DE36-E871-4471-517B23F8FE1F}"/>
              </a:ext>
            </a:extLst>
          </p:cNvPr>
          <p:cNvGrpSpPr>
            <a:grpSpLocks/>
          </p:cNvGrpSpPr>
          <p:nvPr/>
        </p:nvGrpSpPr>
        <p:grpSpPr bwMode="auto">
          <a:xfrm>
            <a:off x="7481888" y="2686050"/>
            <a:ext cx="779462" cy="679450"/>
            <a:chOff x="-44" y="1473"/>
            <a:chExt cx="981" cy="1105"/>
          </a:xfrm>
        </p:grpSpPr>
        <p:pic>
          <p:nvPicPr>
            <p:cNvPr id="61523" name="Picture 103" descr="desktop_computer_stylized_medium">
              <a:extLst>
                <a:ext uri="{FF2B5EF4-FFF2-40B4-BE49-F238E27FC236}">
                  <a16:creationId xmlns:a16="http://schemas.microsoft.com/office/drawing/2014/main" id="{CCB5022A-51D9-B28A-3071-583C03A05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4" name="Freeform 104">
              <a:extLst>
                <a:ext uri="{FF2B5EF4-FFF2-40B4-BE49-F238E27FC236}">
                  <a16:creationId xmlns:a16="http://schemas.microsoft.com/office/drawing/2014/main" id="{283B61DD-D0B6-238A-6D76-1EB071E233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1479" name="Group 108">
            <a:extLst>
              <a:ext uri="{FF2B5EF4-FFF2-40B4-BE49-F238E27FC236}">
                <a16:creationId xmlns:a16="http://schemas.microsoft.com/office/drawing/2014/main" id="{877F67AF-4DC3-2251-1A08-0F2B1722F8DE}"/>
              </a:ext>
            </a:extLst>
          </p:cNvPr>
          <p:cNvGrpSpPr>
            <a:grpSpLocks/>
          </p:cNvGrpSpPr>
          <p:nvPr/>
        </p:nvGrpSpPr>
        <p:grpSpPr bwMode="auto">
          <a:xfrm>
            <a:off x="6846888" y="1493838"/>
            <a:ext cx="779462" cy="679450"/>
            <a:chOff x="-44" y="1473"/>
            <a:chExt cx="981" cy="1105"/>
          </a:xfrm>
        </p:grpSpPr>
        <p:pic>
          <p:nvPicPr>
            <p:cNvPr id="61521" name="Picture 109" descr="desktop_computer_stylized_medium">
              <a:extLst>
                <a:ext uri="{FF2B5EF4-FFF2-40B4-BE49-F238E27FC236}">
                  <a16:creationId xmlns:a16="http://schemas.microsoft.com/office/drawing/2014/main" id="{713CE0BB-777C-CF41-50C8-C9900BC81C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2" name="Freeform 110">
              <a:extLst>
                <a:ext uri="{FF2B5EF4-FFF2-40B4-BE49-F238E27FC236}">
                  <a16:creationId xmlns:a16="http://schemas.microsoft.com/office/drawing/2014/main" id="{8D1A619B-27CE-40D0-47EA-118E60A268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1480" name="Slide Number Placeholder 3">
            <a:extLst>
              <a:ext uri="{FF2B5EF4-FFF2-40B4-BE49-F238E27FC236}">
                <a16:creationId xmlns:a16="http://schemas.microsoft.com/office/drawing/2014/main" id="{D1A93F2A-E666-51AC-0D6D-BB193534E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C7464DDC-0A0A-0845-822E-55FDC2479956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61481" name="Group 228">
            <a:extLst>
              <a:ext uri="{FF2B5EF4-FFF2-40B4-BE49-F238E27FC236}">
                <a16:creationId xmlns:a16="http://schemas.microsoft.com/office/drawing/2014/main" id="{0486DB31-E184-A973-5E0C-C35F48CF60DB}"/>
              </a:ext>
            </a:extLst>
          </p:cNvPr>
          <p:cNvGrpSpPr>
            <a:grpSpLocks/>
          </p:cNvGrpSpPr>
          <p:nvPr/>
        </p:nvGrpSpPr>
        <p:grpSpPr bwMode="auto">
          <a:xfrm>
            <a:off x="5391150" y="2160588"/>
            <a:ext cx="1128713" cy="439737"/>
            <a:chOff x="4650" y="1129"/>
            <a:chExt cx="246" cy="95"/>
          </a:xfrm>
        </p:grpSpPr>
        <p:sp>
          <p:nvSpPr>
            <p:cNvPr id="61513" name="Oval 407">
              <a:extLst>
                <a:ext uri="{FF2B5EF4-FFF2-40B4-BE49-F238E27FC236}">
                  <a16:creationId xmlns:a16="http://schemas.microsoft.com/office/drawing/2014/main" id="{878B57CE-8603-E742-2DC9-E003C27C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1514" name="Rectangle 410">
              <a:extLst>
                <a:ext uri="{FF2B5EF4-FFF2-40B4-BE49-F238E27FC236}">
                  <a16:creationId xmlns:a16="http://schemas.microsoft.com/office/drawing/2014/main" id="{BFD0032A-9E93-6C63-6DB5-41A5E6455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1515" name="Oval 411">
              <a:extLst>
                <a:ext uri="{FF2B5EF4-FFF2-40B4-BE49-F238E27FC236}">
                  <a16:creationId xmlns:a16="http://schemas.microsoft.com/office/drawing/2014/main" id="{F72880BD-7A27-054E-4E0A-5130283D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61516" name="Group 232">
              <a:extLst>
                <a:ext uri="{FF2B5EF4-FFF2-40B4-BE49-F238E27FC236}">
                  <a16:creationId xmlns:a16="http://schemas.microsoft.com/office/drawing/2014/main" id="{EA0A565E-449A-A5E6-78D2-2C333CFD6F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9" name="Freeform 233">
                <a:extLst>
                  <a:ext uri="{FF2B5EF4-FFF2-40B4-BE49-F238E27FC236}">
                    <a16:creationId xmlns:a16="http://schemas.microsoft.com/office/drawing/2014/main" id="{59D580B9-85B8-CC1E-E0A7-8970FA48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520" name="Freeform 234">
                <a:extLst>
                  <a:ext uri="{FF2B5EF4-FFF2-40B4-BE49-F238E27FC236}">
                    <a16:creationId xmlns:a16="http://schemas.microsoft.com/office/drawing/2014/main" id="{AF8546CC-D856-ED59-FCE5-B20BE562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1517" name="Line 235">
              <a:extLst>
                <a:ext uri="{FF2B5EF4-FFF2-40B4-BE49-F238E27FC236}">
                  <a16:creationId xmlns:a16="http://schemas.microsoft.com/office/drawing/2014/main" id="{442C1ABB-B83D-752F-99D8-48CA873AB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8" name="Line 236">
              <a:extLst>
                <a:ext uri="{FF2B5EF4-FFF2-40B4-BE49-F238E27FC236}">
                  <a16:creationId xmlns:a16="http://schemas.microsoft.com/office/drawing/2014/main" id="{243D2B75-B3EF-FF13-DEBC-242C2CBF0B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4794" name="Rectangle 6">
            <a:extLst>
              <a:ext uri="{FF2B5EF4-FFF2-40B4-BE49-F238E27FC236}">
                <a16:creationId xmlns:a16="http://schemas.microsoft.com/office/drawing/2014/main" id="{E508796F-A37E-4545-894F-E5EC9D4EE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3930650"/>
            <a:ext cx="8131175" cy="2030413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queuing and loss: 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if arrival rate (in bits) to link exceeds transmission rate of link for a period of time: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packets will queue, wait to be transmitted on link 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packets can be dropped (lost) if memory (buffer) fills up</a:t>
            </a:r>
          </a:p>
        </p:txBody>
      </p:sp>
      <p:pic>
        <p:nvPicPr>
          <p:cNvPr id="61483" name="Picture 16" descr="underline_base">
            <a:extLst>
              <a:ext uri="{FF2B5EF4-FFF2-40B4-BE49-F238E27FC236}">
                <a16:creationId xmlns:a16="http://schemas.microsoft.com/office/drawing/2014/main" id="{B6F7E627-9E43-480B-EDC0-4B311E6F3514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750" y="901700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84" name="Group 228">
            <a:extLst>
              <a:ext uri="{FF2B5EF4-FFF2-40B4-BE49-F238E27FC236}">
                <a16:creationId xmlns:a16="http://schemas.microsoft.com/office/drawing/2014/main" id="{BB40F160-54A4-C661-E757-B1330EE2CEAE}"/>
              </a:ext>
            </a:extLst>
          </p:cNvPr>
          <p:cNvGrpSpPr>
            <a:grpSpLocks/>
          </p:cNvGrpSpPr>
          <p:nvPr/>
        </p:nvGrpSpPr>
        <p:grpSpPr bwMode="auto">
          <a:xfrm>
            <a:off x="5530850" y="2930525"/>
            <a:ext cx="1128713" cy="439738"/>
            <a:chOff x="4650" y="1129"/>
            <a:chExt cx="246" cy="95"/>
          </a:xfrm>
        </p:grpSpPr>
        <p:sp>
          <p:nvSpPr>
            <p:cNvPr id="61505" name="Oval 407">
              <a:extLst>
                <a:ext uri="{FF2B5EF4-FFF2-40B4-BE49-F238E27FC236}">
                  <a16:creationId xmlns:a16="http://schemas.microsoft.com/office/drawing/2014/main" id="{53962576-D38B-B85D-E14B-DD870F088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1506" name="Rectangle 410">
              <a:extLst>
                <a:ext uri="{FF2B5EF4-FFF2-40B4-BE49-F238E27FC236}">
                  <a16:creationId xmlns:a16="http://schemas.microsoft.com/office/drawing/2014/main" id="{6019EFA3-6139-C63C-7414-D3AE61AFF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1507" name="Oval 411">
              <a:extLst>
                <a:ext uri="{FF2B5EF4-FFF2-40B4-BE49-F238E27FC236}">
                  <a16:creationId xmlns:a16="http://schemas.microsoft.com/office/drawing/2014/main" id="{808D72EB-DC2B-6233-B17D-15877A7E8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61508" name="Group 232">
              <a:extLst>
                <a:ext uri="{FF2B5EF4-FFF2-40B4-BE49-F238E27FC236}">
                  <a16:creationId xmlns:a16="http://schemas.microsoft.com/office/drawing/2014/main" id="{B27BDF67-63E6-4528-4294-E20524A40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1" name="Freeform 233">
                <a:extLst>
                  <a:ext uri="{FF2B5EF4-FFF2-40B4-BE49-F238E27FC236}">
                    <a16:creationId xmlns:a16="http://schemas.microsoft.com/office/drawing/2014/main" id="{16E7E1F1-FBC1-7CA1-CD88-CB90A5351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512" name="Freeform 234">
                <a:extLst>
                  <a:ext uri="{FF2B5EF4-FFF2-40B4-BE49-F238E27FC236}">
                    <a16:creationId xmlns:a16="http://schemas.microsoft.com/office/drawing/2014/main" id="{E6B2CD50-3F91-78FB-AD43-12190897B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1509" name="Line 235">
              <a:extLst>
                <a:ext uri="{FF2B5EF4-FFF2-40B4-BE49-F238E27FC236}">
                  <a16:creationId xmlns:a16="http://schemas.microsoft.com/office/drawing/2014/main" id="{84437780-47CB-3B3C-D3E8-0957EF1D2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0" name="Line 236">
              <a:extLst>
                <a:ext uri="{FF2B5EF4-FFF2-40B4-BE49-F238E27FC236}">
                  <a16:creationId xmlns:a16="http://schemas.microsoft.com/office/drawing/2014/main" id="{24848DF6-7B2F-10FD-68AB-032C9B8A8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1485" name="Group 347">
            <a:extLst>
              <a:ext uri="{FF2B5EF4-FFF2-40B4-BE49-F238E27FC236}">
                <a16:creationId xmlns:a16="http://schemas.microsoft.com/office/drawing/2014/main" id="{32FEBF1D-AF58-02E1-95ED-47B9AF872BB4}"/>
              </a:ext>
            </a:extLst>
          </p:cNvPr>
          <p:cNvGrpSpPr>
            <a:grpSpLocks/>
          </p:cNvGrpSpPr>
          <p:nvPr/>
        </p:nvGrpSpPr>
        <p:grpSpPr bwMode="auto">
          <a:xfrm>
            <a:off x="5516563" y="2897188"/>
            <a:ext cx="1171575" cy="534987"/>
            <a:chOff x="1871277" y="1576300"/>
            <a:chExt cx="1128371" cy="437861"/>
          </a:xfrm>
        </p:grpSpPr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B489285D-FF52-124D-9895-3690CEB00BC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35" y="1694535"/>
              <a:ext cx="1125313" cy="3196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EDD819B0-04FA-0A4D-9838-B4D42133ADB4}"/>
                </a:ext>
              </a:extLst>
            </p:cNvPr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F641BA0-FFB6-1945-A7B4-431A3EDE4C1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13" cy="3196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86C61CE-88B2-1B4B-B5D2-7562F7091F4B}"/>
                </a:ext>
              </a:extLst>
            </p:cNvPr>
            <p:cNvSpPr/>
            <p:nvPr/>
          </p:nvSpPr>
          <p:spPr bwMode="auto">
            <a:xfrm>
              <a:off x="2160250" y="1673746"/>
              <a:ext cx="547367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53C84B7-34A6-C240-A245-8A541CEA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149" y="1633469"/>
              <a:ext cx="663568" cy="11043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C9A9458-20B4-184F-906A-6BE300A8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373" y="1728317"/>
              <a:ext cx="244633" cy="9614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F719FF8-8694-3D43-B269-302AF976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18" y="1729616"/>
              <a:ext cx="241575" cy="9744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1AE9BFB-3E26-A749-B05F-0948A201D483}"/>
                </a:ext>
              </a:extLst>
            </p:cNvPr>
            <p:cNvCxnSpPr>
              <a:cxnSpLocks noChangeShapeType="1"/>
              <a:endCxn id="87" idx="2"/>
            </p:cNvCxnSpPr>
            <p:nvPr/>
          </p:nvCxnSpPr>
          <p:spPr bwMode="auto">
            <a:xfrm flipH="1" flipV="1">
              <a:off x="1871277" y="1737412"/>
              <a:ext cx="3058" cy="1234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B5E234FB-8B31-D244-8A48-B1BDC5AE45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90" y="1734814"/>
              <a:ext cx="3058" cy="1234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486" name="Group 347">
            <a:extLst>
              <a:ext uri="{FF2B5EF4-FFF2-40B4-BE49-F238E27FC236}">
                <a16:creationId xmlns:a16="http://schemas.microsoft.com/office/drawing/2014/main" id="{DA3CB6AD-EB92-2508-6C42-B883C40B8C4A}"/>
              </a:ext>
            </a:extLst>
          </p:cNvPr>
          <p:cNvGrpSpPr>
            <a:grpSpLocks/>
          </p:cNvGrpSpPr>
          <p:nvPr/>
        </p:nvGrpSpPr>
        <p:grpSpPr bwMode="auto">
          <a:xfrm>
            <a:off x="5343525" y="2116138"/>
            <a:ext cx="1173163" cy="534987"/>
            <a:chOff x="1871277" y="1576300"/>
            <a:chExt cx="1128371" cy="437861"/>
          </a:xfrm>
        </p:grpSpPr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ADE6EC8E-770D-4F4C-BB42-67FD9F7194E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31" y="1694535"/>
              <a:ext cx="1125317" cy="3196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AFA83534-5890-6248-925B-DC74117A313D}"/>
                </a:ext>
              </a:extLst>
            </p:cNvPr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CF61BE9-BC4C-FA46-990C-7EA21821D77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17" cy="3196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F24592F-0835-6245-BA36-2ADAB7690177}"/>
                </a:ext>
              </a:extLst>
            </p:cNvPr>
            <p:cNvSpPr/>
            <p:nvPr/>
          </p:nvSpPr>
          <p:spPr bwMode="auto">
            <a:xfrm>
              <a:off x="2159859" y="1673746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E9CBBDD2-7D6A-8D44-992A-B50D43592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64" y="1633469"/>
              <a:ext cx="661143" cy="11043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D6009BF-D361-B745-874C-BB0067E71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00" y="1728317"/>
              <a:ext cx="244302" cy="9614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C1361E98-D4F6-8C44-9B0A-E394A26B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623" y="1729616"/>
              <a:ext cx="241248" cy="9744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D6A0777-7F39-3E48-8EB3-693A4843B367}"/>
                </a:ext>
              </a:extLst>
            </p:cNvPr>
            <p:cNvCxnSpPr>
              <a:cxnSpLocks noChangeShapeType="1"/>
              <a:endCxn id="97" idx="2"/>
            </p:cNvCxnSpPr>
            <p:nvPr/>
          </p:nvCxnSpPr>
          <p:spPr bwMode="auto">
            <a:xfrm flipH="1" flipV="1">
              <a:off x="1871277" y="1737412"/>
              <a:ext cx="3054" cy="1234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A85BFCE-4B57-DA40-B72D-BD37FBF783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94" y="1734814"/>
              <a:ext cx="3054" cy="1234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>
            <a:extLst>
              <a:ext uri="{FF2B5EF4-FFF2-40B4-BE49-F238E27FC236}">
                <a16:creationId xmlns:a16="http://schemas.microsoft.com/office/drawing/2014/main" id="{6131920C-D12D-109D-CE3F-3AD5C03DBF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20650"/>
            <a:ext cx="7772400" cy="1143000"/>
          </a:xfrm>
        </p:spPr>
        <p:txBody>
          <a:bodyPr/>
          <a:lstStyle/>
          <a:p>
            <a:r>
              <a:rPr lang="en-US" altLang="zh-CN">
                <a:ea typeface="ＭＳ Ｐゴシック" panose="020B0600070205080204" pitchFamily="34" charset="-128"/>
              </a:rPr>
              <a:t>Two key network-core functions</a:t>
            </a:r>
          </a:p>
        </p:txBody>
      </p:sp>
      <p:sp>
        <p:nvSpPr>
          <p:cNvPr id="63490" name="Rectangle 3">
            <a:extLst>
              <a:ext uri="{FF2B5EF4-FFF2-40B4-BE49-F238E27FC236}">
                <a16:creationId xmlns:a16="http://schemas.microsoft.com/office/drawing/2014/main" id="{58BA2331-FD4F-2B6C-71A5-FDC1D32006A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572000" y="1728788"/>
            <a:ext cx="4192588" cy="4648200"/>
          </a:xfrm>
        </p:spPr>
        <p:txBody>
          <a:bodyPr/>
          <a:lstStyle/>
          <a:p>
            <a:pPr marL="0" indent="0">
              <a:buFont typeface="Wingdings" pitchFamily="2" charset="2"/>
              <a:buNone/>
            </a:pPr>
            <a:r>
              <a:rPr lang="en-US" altLang="zh-CN" i="1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zh-CN" sz="2400" i="1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zh-CN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CN" sz="2400">
                <a:ea typeface="ＭＳ Ｐゴシック" panose="020B0600070205080204" pitchFamily="34" charset="-128"/>
              </a:rPr>
              <a:t>move packets from router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input to appropriate router output</a:t>
            </a:r>
          </a:p>
          <a:p>
            <a:pPr marL="0" indent="0">
              <a:buFont typeface="Wingdings" pitchFamily="2" charset="2"/>
              <a:buNone/>
            </a:pP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63491" name="Footer Placeholder 2">
            <a:extLst>
              <a:ext uri="{FF2B5EF4-FFF2-40B4-BE49-F238E27FC236}">
                <a16:creationId xmlns:a16="http://schemas.microsoft.com/office/drawing/2014/main" id="{F987ADFA-2860-8EFF-FCEE-298229CEAB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91175" y="6453188"/>
            <a:ext cx="2895600" cy="2873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3492" name="Slide Number Placeholder 5">
            <a:extLst>
              <a:ext uri="{FF2B5EF4-FFF2-40B4-BE49-F238E27FC236}">
                <a16:creationId xmlns:a16="http://schemas.microsoft.com/office/drawing/2014/main" id="{BCDFB12A-28FD-FA38-E272-D9FB1F82EB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811A704E-4D34-AF4D-995F-0C9FA41394E9}" type="slidenum"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zh-CN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63493" name="Picture 6" descr="underline_base">
            <a:extLst>
              <a:ext uri="{FF2B5EF4-FFF2-40B4-BE49-F238E27FC236}">
                <a16:creationId xmlns:a16="http://schemas.microsoft.com/office/drawing/2014/main" id="{C9F3ACEC-BC7B-2322-3F82-C38245B64C6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9271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4" name="Rectangle 3">
            <a:extLst>
              <a:ext uri="{FF2B5EF4-FFF2-40B4-BE49-F238E27FC236}">
                <a16:creationId xmlns:a16="http://schemas.microsoft.com/office/drawing/2014/main" id="{699E5C9E-5A87-4376-99C1-E987DDCC54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" y="1385888"/>
            <a:ext cx="4192588" cy="169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70000"/>
              </a:spcBef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zh-CN" i="1">
                <a:solidFill>
                  <a:srgbClr val="C00000"/>
                </a:solidFill>
              </a:rPr>
              <a:t>routing:</a:t>
            </a:r>
            <a:r>
              <a:rPr lang="en-US" altLang="zh-CN">
                <a:solidFill>
                  <a:srgbClr val="C00000"/>
                </a:solidFill>
              </a:rPr>
              <a:t> </a:t>
            </a:r>
            <a:r>
              <a:rPr lang="en-US" altLang="zh-CN" sz="2400"/>
              <a:t>determines source-destination route taken by packets</a:t>
            </a:r>
          </a:p>
          <a:p>
            <a:pPr lvl="1">
              <a:spcBef>
                <a:spcPct val="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zh-CN" i="1">
                <a:ea typeface="ＭＳ Ｐゴシック" panose="020B0600070205080204" pitchFamily="34" charset="-128"/>
              </a:rPr>
              <a:t>routing algorithms</a:t>
            </a:r>
            <a:endParaRPr lang="en-US" altLang="zh-CN">
              <a:ea typeface="ＭＳ Ｐゴシック" panose="020B0600070205080204" pitchFamily="34" charset="-128"/>
            </a:endParaRPr>
          </a:p>
          <a:p>
            <a:pPr>
              <a:buClr>
                <a:srgbClr val="000099"/>
              </a:buClr>
              <a:buSzPct val="65000"/>
              <a:buFont typeface="Wingdings" pitchFamily="2" charset="2"/>
              <a:buNone/>
            </a:pPr>
            <a:endParaRPr lang="en-US" altLang="zh-CN"/>
          </a:p>
        </p:txBody>
      </p:sp>
      <p:sp>
        <p:nvSpPr>
          <p:cNvPr id="11" name="Freeform 3">
            <a:extLst>
              <a:ext uri="{FF2B5EF4-FFF2-40B4-BE49-F238E27FC236}">
                <a16:creationId xmlns:a16="http://schemas.microsoft.com/office/drawing/2014/main" id="{0EF0F951-6F1C-BE47-B812-4EEAF4E656AB}"/>
              </a:ext>
            </a:extLst>
          </p:cNvPr>
          <p:cNvSpPr>
            <a:spLocks/>
          </p:cNvSpPr>
          <p:nvPr/>
        </p:nvSpPr>
        <p:spPr bwMode="auto">
          <a:xfrm rot="16200000">
            <a:off x="3289300" y="3600451"/>
            <a:ext cx="2198687" cy="1497012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5" h="10310">
                <a:moveTo>
                  <a:pt x="0" y="0"/>
                </a:moveTo>
                <a:cubicBezTo>
                  <a:pt x="3109" y="3835"/>
                  <a:pt x="2511" y="6378"/>
                  <a:pt x="2801" y="10310"/>
                </a:cubicBezTo>
                <a:cubicBezTo>
                  <a:pt x="3337" y="10277"/>
                  <a:pt x="2862" y="10312"/>
                  <a:pt x="3660" y="10251"/>
                </a:cubicBezTo>
                <a:cubicBezTo>
                  <a:pt x="5139" y="5189"/>
                  <a:pt x="6996" y="3438"/>
                  <a:pt x="10675" y="25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75000">
                <a:srgbClr val="7BE5CA"/>
              </a:gs>
              <a:gs pos="0">
                <a:schemeClr val="accent1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Arial" charset="0"/>
              <a:ea typeface="+mn-ea"/>
            </a:endParaRPr>
          </a:p>
        </p:txBody>
      </p:sp>
      <p:grpSp>
        <p:nvGrpSpPr>
          <p:cNvPr id="63496" name="Group 4">
            <a:extLst>
              <a:ext uri="{FF2B5EF4-FFF2-40B4-BE49-F238E27FC236}">
                <a16:creationId xmlns:a16="http://schemas.microsoft.com/office/drawing/2014/main" id="{D6C4DE81-1479-8D7A-D926-BDE5A4547806}"/>
              </a:ext>
            </a:extLst>
          </p:cNvPr>
          <p:cNvGrpSpPr>
            <a:grpSpLocks/>
          </p:cNvGrpSpPr>
          <p:nvPr/>
        </p:nvGrpSpPr>
        <p:grpSpPr bwMode="auto">
          <a:xfrm>
            <a:off x="1328738" y="3152775"/>
            <a:ext cx="2317750" cy="2333625"/>
            <a:chOff x="272609" y="3015788"/>
            <a:chExt cx="2317750" cy="2333625"/>
          </a:xfrm>
        </p:grpSpPr>
        <p:sp>
          <p:nvSpPr>
            <p:cNvPr id="63710" name="Rectangle 4">
              <a:extLst>
                <a:ext uri="{FF2B5EF4-FFF2-40B4-BE49-F238E27FC236}">
                  <a16:creationId xmlns:a16="http://schemas.microsoft.com/office/drawing/2014/main" id="{8E2F7FA2-6F9D-D2D1-01ED-0C5F13EA5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09" y="3015788"/>
              <a:ext cx="2317750" cy="2333625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3711" name="Oval 5">
              <a:extLst>
                <a:ext uri="{FF2B5EF4-FFF2-40B4-BE49-F238E27FC236}">
                  <a16:creationId xmlns:a16="http://schemas.microsoft.com/office/drawing/2014/main" id="{39D56F95-0876-988B-0E1D-0DD32B814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21" y="3068176"/>
              <a:ext cx="2095500" cy="60483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3712" name="Text Box 108">
              <a:extLst>
                <a:ext uri="{FF2B5EF4-FFF2-40B4-BE49-F238E27FC236}">
                  <a16:creationId xmlns:a16="http://schemas.microsoft.com/office/drawing/2014/main" id="{741FC5CB-0F2E-849A-F5C5-CAC72DBFE1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09" y="3225338"/>
              <a:ext cx="18637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solidFill>
                    <a:srgbClr val="000000"/>
                  </a:solidFill>
                  <a:latin typeface="Arial" panose="020B0604020202020204" pitchFamily="34" charset="0"/>
                </a:rPr>
                <a:t>routing algorithm</a:t>
              </a:r>
            </a:p>
          </p:txBody>
        </p:sp>
        <p:sp>
          <p:nvSpPr>
            <p:cNvPr id="63713" name="Rectangle 109">
              <a:extLst>
                <a:ext uri="{FF2B5EF4-FFF2-40B4-BE49-F238E27FC236}">
                  <a16:creationId xmlns:a16="http://schemas.microsoft.com/office/drawing/2014/main" id="{C8EC7FAD-6488-97C5-0246-84D5D392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96" y="3973051"/>
              <a:ext cx="2005013" cy="12795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3714" name="Text Box 110">
              <a:extLst>
                <a:ext uri="{FF2B5EF4-FFF2-40B4-BE49-F238E27FC236}">
                  <a16:creationId xmlns:a16="http://schemas.microsoft.com/office/drawing/2014/main" id="{83F1F7AE-4F51-BBCD-7783-EF8D42C03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959" y="3925426"/>
              <a:ext cx="18589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solidFill>
                    <a:srgbClr val="000000"/>
                  </a:solidFill>
                  <a:latin typeface="Arial" panose="020B0604020202020204" pitchFamily="34" charset="0"/>
                </a:rPr>
                <a:t>local forwarding table</a:t>
              </a:r>
            </a:p>
          </p:txBody>
        </p:sp>
        <p:sp>
          <p:nvSpPr>
            <p:cNvPr id="63715" name="Text Box 111">
              <a:extLst>
                <a:ext uri="{FF2B5EF4-FFF2-40B4-BE49-F238E27FC236}">
                  <a16:creationId xmlns:a16="http://schemas.microsoft.com/office/drawing/2014/main" id="{CD73852A-27CD-97DB-8672-FD8874A56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484" y="417307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solidFill>
                    <a:srgbClr val="000000"/>
                  </a:solidFill>
                  <a:latin typeface="Arial" panose="020B0604020202020204" pitchFamily="34" charset="0"/>
                </a:rPr>
                <a:t>header value</a:t>
              </a:r>
            </a:p>
          </p:txBody>
        </p:sp>
        <p:sp>
          <p:nvSpPr>
            <p:cNvPr id="63716" name="Text Box 112">
              <a:extLst>
                <a:ext uri="{FF2B5EF4-FFF2-40B4-BE49-F238E27FC236}">
                  <a16:creationId xmlns:a16="http://schemas.microsoft.com/office/drawing/2014/main" id="{8F772C46-DA3A-47B8-AFA5-134A77247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2284" y="417466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solidFill>
                    <a:srgbClr val="000000"/>
                  </a:solidFill>
                  <a:latin typeface="Arial" panose="020B0604020202020204" pitchFamily="34" charset="0"/>
                </a:rPr>
                <a:t>output link</a:t>
              </a:r>
            </a:p>
          </p:txBody>
        </p:sp>
        <p:sp>
          <p:nvSpPr>
            <p:cNvPr id="63717" name="Line 113">
              <a:extLst>
                <a:ext uri="{FF2B5EF4-FFF2-40B4-BE49-F238E27FC236}">
                  <a16:creationId xmlns:a16="http://schemas.microsoft.com/office/drawing/2014/main" id="{3AF7E515-13C2-9F37-072D-E5B1AC094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0709" y="4185776"/>
              <a:ext cx="7937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718" name="Text Box 114">
              <a:extLst>
                <a:ext uri="{FF2B5EF4-FFF2-40B4-BE49-F238E27FC236}">
                  <a16:creationId xmlns:a16="http://schemas.microsoft.com/office/drawing/2014/main" id="{A5520D0C-C0E5-0303-51FC-E39C29228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21" y="445723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0100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0101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0111</a:t>
              </a:r>
            </a:p>
            <a:p>
              <a:pPr algn="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1001</a:t>
              </a:r>
            </a:p>
          </p:txBody>
        </p:sp>
        <p:sp>
          <p:nvSpPr>
            <p:cNvPr id="63719" name="Text Box 115">
              <a:extLst>
                <a:ext uri="{FF2B5EF4-FFF2-40B4-BE49-F238E27FC236}">
                  <a16:creationId xmlns:a16="http://schemas.microsoft.com/office/drawing/2014/main" id="{7B7DE2A0-8AD6-58D0-050F-3B4CB7B95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6584" y="445723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3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2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2</a:t>
              </a:r>
            </a:p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>
                  <a:solidFill>
                    <a:srgbClr val="000000"/>
                  </a:solidFill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63720" name="Line 116">
              <a:extLst>
                <a:ext uri="{FF2B5EF4-FFF2-40B4-BE49-F238E27FC236}">
                  <a16:creationId xmlns:a16="http://schemas.microsoft.com/office/drawing/2014/main" id="{5A194C1C-60D0-5D4E-4016-456C8DB3E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96" y="444295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721" name="Line 117">
              <a:extLst>
                <a:ext uri="{FF2B5EF4-FFF2-40B4-BE49-F238E27FC236}">
                  <a16:creationId xmlns:a16="http://schemas.microsoft.com/office/drawing/2014/main" id="{31F79B26-49A0-9AAC-226F-839794507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59" y="419530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722" name="AutoShape 118">
              <a:extLst>
                <a:ext uri="{FF2B5EF4-FFF2-40B4-BE49-F238E27FC236}">
                  <a16:creationId xmlns:a16="http://schemas.microsoft.com/office/drawing/2014/main" id="{D95BC8B3-B21A-1DE8-EBF7-F63D3C43C0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350521" y="3680951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63497" name="Group 3">
            <a:extLst>
              <a:ext uri="{FF2B5EF4-FFF2-40B4-BE49-F238E27FC236}">
                <a16:creationId xmlns:a16="http://schemas.microsoft.com/office/drawing/2014/main" id="{9AE75DBA-A2F1-468A-A76B-B9AFD79455EA}"/>
              </a:ext>
            </a:extLst>
          </p:cNvPr>
          <p:cNvGrpSpPr>
            <a:grpSpLocks/>
          </p:cNvGrpSpPr>
          <p:nvPr/>
        </p:nvGrpSpPr>
        <p:grpSpPr bwMode="auto">
          <a:xfrm>
            <a:off x="2749550" y="3632200"/>
            <a:ext cx="5195888" cy="2989263"/>
            <a:chOff x="1638346" y="3641726"/>
            <a:chExt cx="5194254" cy="2989731"/>
          </a:xfrm>
        </p:grpSpPr>
        <p:sp>
          <p:nvSpPr>
            <p:cNvPr id="63560" name="Freeform 2">
              <a:extLst>
                <a:ext uri="{FF2B5EF4-FFF2-40B4-BE49-F238E27FC236}">
                  <a16:creationId xmlns:a16="http://schemas.microsoft.com/office/drawing/2014/main" id="{A72547E4-81FE-96B3-B2B2-7C9B31C3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4260851"/>
              <a:ext cx="2847975" cy="1481138"/>
            </a:xfrm>
            <a:custGeom>
              <a:avLst/>
              <a:gdLst>
                <a:gd name="T0" fmla="*/ 2147483646 w 1794"/>
                <a:gd name="T1" fmla="*/ 2147483646 h 933"/>
                <a:gd name="T2" fmla="*/ 2147483646 w 1794"/>
                <a:gd name="T3" fmla="*/ 2147483646 h 933"/>
                <a:gd name="T4" fmla="*/ 2147483646 w 1794"/>
                <a:gd name="T5" fmla="*/ 2147483646 h 933"/>
                <a:gd name="T6" fmla="*/ 2147483646 w 1794"/>
                <a:gd name="T7" fmla="*/ 2147483646 h 933"/>
                <a:gd name="T8" fmla="*/ 2147483646 w 1794"/>
                <a:gd name="T9" fmla="*/ 2147483646 h 933"/>
                <a:gd name="T10" fmla="*/ 2147483646 w 1794"/>
                <a:gd name="T11" fmla="*/ 2147483646 h 933"/>
                <a:gd name="T12" fmla="*/ 2147483646 w 1794"/>
                <a:gd name="T13" fmla="*/ 2147483646 h 933"/>
                <a:gd name="T14" fmla="*/ 2147483646 w 1794"/>
                <a:gd name="T15" fmla="*/ 2147483646 h 933"/>
                <a:gd name="T16" fmla="*/ 2147483646 w 1794"/>
                <a:gd name="T17" fmla="*/ 2147483646 h 933"/>
                <a:gd name="T18" fmla="*/ 2147483646 w 1794"/>
                <a:gd name="T19" fmla="*/ 2147483646 h 933"/>
                <a:gd name="T20" fmla="*/ 2147483646 w 1794"/>
                <a:gd name="T21" fmla="*/ 2147483646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61" name="Freeform 6">
              <a:extLst>
                <a:ext uri="{FF2B5EF4-FFF2-40B4-BE49-F238E27FC236}">
                  <a16:creationId xmlns:a16="http://schemas.microsoft.com/office/drawing/2014/main" id="{12E30817-0684-9956-514C-C822E7903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4564063"/>
              <a:ext cx="542925" cy="295275"/>
            </a:xfrm>
            <a:custGeom>
              <a:avLst/>
              <a:gdLst>
                <a:gd name="T0" fmla="*/ 0 w 342"/>
                <a:gd name="T1" fmla="*/ 2147483646 h 186"/>
                <a:gd name="T2" fmla="*/ 2147483646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63562" name="Group 7">
              <a:extLst>
                <a:ext uri="{FF2B5EF4-FFF2-40B4-BE49-F238E27FC236}">
                  <a16:creationId xmlns:a16="http://schemas.microsoft.com/office/drawing/2014/main" id="{13069017-11BC-35FC-113C-BF0C1446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8600" y="4738688"/>
              <a:ext cx="501650" cy="233363"/>
              <a:chOff x="3600" y="219"/>
              <a:chExt cx="360" cy="175"/>
            </a:xfrm>
          </p:grpSpPr>
          <p:sp>
            <p:nvSpPr>
              <p:cNvPr id="63697" name="Oval 8">
                <a:extLst>
                  <a:ext uri="{FF2B5EF4-FFF2-40B4-BE49-F238E27FC236}">
                    <a16:creationId xmlns:a16="http://schemas.microsoft.com/office/drawing/2014/main" id="{3EF315A2-EC29-0A4C-8156-E4A55C604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98" name="Line 9">
                <a:extLst>
                  <a:ext uri="{FF2B5EF4-FFF2-40B4-BE49-F238E27FC236}">
                    <a16:creationId xmlns:a16="http://schemas.microsoft.com/office/drawing/2014/main" id="{89C04C6A-A521-4B36-BB65-ACCC343B5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99" name="Line 10">
                <a:extLst>
                  <a:ext uri="{FF2B5EF4-FFF2-40B4-BE49-F238E27FC236}">
                    <a16:creationId xmlns:a16="http://schemas.microsoft.com/office/drawing/2014/main" id="{D45FC109-B901-CC43-937A-61C6D45749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700" name="Rectangle 11">
                <a:extLst>
                  <a:ext uri="{FF2B5EF4-FFF2-40B4-BE49-F238E27FC236}">
                    <a16:creationId xmlns:a16="http://schemas.microsoft.com/office/drawing/2014/main" id="{1921290C-6F02-68B9-2C51-2E72D4372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701" name="Oval 12">
                <a:extLst>
                  <a:ext uri="{FF2B5EF4-FFF2-40B4-BE49-F238E27FC236}">
                    <a16:creationId xmlns:a16="http://schemas.microsoft.com/office/drawing/2014/main" id="{0A48E03F-9347-0D7A-93BF-21E28EA87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9"/>
                <a:ext cx="354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702" name="Group 13">
                <a:extLst>
                  <a:ext uri="{FF2B5EF4-FFF2-40B4-BE49-F238E27FC236}">
                    <a16:creationId xmlns:a16="http://schemas.microsoft.com/office/drawing/2014/main" id="{1B5DAA81-B58C-3C77-F6E1-E9CC542B3D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707" name="Line 14">
                  <a:extLst>
                    <a:ext uri="{FF2B5EF4-FFF2-40B4-BE49-F238E27FC236}">
                      <a16:creationId xmlns:a16="http://schemas.microsoft.com/office/drawing/2014/main" id="{DD4C63A0-4F0F-B9C9-4465-0057D4F511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708" name="Line 15">
                  <a:extLst>
                    <a:ext uri="{FF2B5EF4-FFF2-40B4-BE49-F238E27FC236}">
                      <a16:creationId xmlns:a16="http://schemas.microsoft.com/office/drawing/2014/main" id="{C1E4870D-B6C5-D0F4-408D-A3024DD554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709" name="Line 16">
                  <a:extLst>
                    <a:ext uri="{FF2B5EF4-FFF2-40B4-BE49-F238E27FC236}">
                      <a16:creationId xmlns:a16="http://schemas.microsoft.com/office/drawing/2014/main" id="{B4124B0B-7E02-CFA4-3F0D-9D80CE9694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703" name="Group 17">
                <a:extLst>
                  <a:ext uri="{FF2B5EF4-FFF2-40B4-BE49-F238E27FC236}">
                    <a16:creationId xmlns:a16="http://schemas.microsoft.com/office/drawing/2014/main" id="{FBBB426F-957E-D7EE-8CB2-53A147FFE9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704" name="Line 18">
                  <a:extLst>
                    <a:ext uri="{FF2B5EF4-FFF2-40B4-BE49-F238E27FC236}">
                      <a16:creationId xmlns:a16="http://schemas.microsoft.com/office/drawing/2014/main" id="{1E247C44-C101-D050-D1E5-CCE7EE9C00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705" name="Line 19">
                  <a:extLst>
                    <a:ext uri="{FF2B5EF4-FFF2-40B4-BE49-F238E27FC236}">
                      <a16:creationId xmlns:a16="http://schemas.microsoft.com/office/drawing/2014/main" id="{D59EE05A-C103-45A1-78FB-A420B6684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706" name="Line 20">
                  <a:extLst>
                    <a:ext uri="{FF2B5EF4-FFF2-40B4-BE49-F238E27FC236}">
                      <a16:creationId xmlns:a16="http://schemas.microsoft.com/office/drawing/2014/main" id="{4769B388-FCDE-4D86-B6B7-DD343CB2E0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3563" name="Group 21">
              <a:extLst>
                <a:ext uri="{FF2B5EF4-FFF2-40B4-BE49-F238E27FC236}">
                  <a16:creationId xmlns:a16="http://schemas.microsoft.com/office/drawing/2014/main" id="{A3227A93-71ED-396F-2590-E4F4F10C56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1025" y="5376863"/>
              <a:ext cx="501650" cy="233363"/>
              <a:chOff x="3600" y="219"/>
              <a:chExt cx="360" cy="175"/>
            </a:xfrm>
          </p:grpSpPr>
          <p:sp>
            <p:nvSpPr>
              <p:cNvPr id="63684" name="Oval 22">
                <a:extLst>
                  <a:ext uri="{FF2B5EF4-FFF2-40B4-BE49-F238E27FC236}">
                    <a16:creationId xmlns:a16="http://schemas.microsoft.com/office/drawing/2014/main" id="{14C2DF43-9416-C86B-AC41-A79F6796E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85" name="Line 23">
                <a:extLst>
                  <a:ext uri="{FF2B5EF4-FFF2-40B4-BE49-F238E27FC236}">
                    <a16:creationId xmlns:a16="http://schemas.microsoft.com/office/drawing/2014/main" id="{163DC19D-6D88-9CCA-06B3-BB3D7E452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86" name="Line 24">
                <a:extLst>
                  <a:ext uri="{FF2B5EF4-FFF2-40B4-BE49-F238E27FC236}">
                    <a16:creationId xmlns:a16="http://schemas.microsoft.com/office/drawing/2014/main" id="{EADA70AC-BC58-E89A-2D0F-5445A7C23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87" name="Rectangle 25">
                <a:extLst>
                  <a:ext uri="{FF2B5EF4-FFF2-40B4-BE49-F238E27FC236}">
                    <a16:creationId xmlns:a16="http://schemas.microsoft.com/office/drawing/2014/main" id="{9772C30B-5EA0-834E-28FB-777CA0CA1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88" name="Oval 26">
                <a:extLst>
                  <a:ext uri="{FF2B5EF4-FFF2-40B4-BE49-F238E27FC236}">
                    <a16:creationId xmlns:a16="http://schemas.microsoft.com/office/drawing/2014/main" id="{5CF65EC4-7FB8-0CF0-D822-9382E66AC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689" name="Group 27">
                <a:extLst>
                  <a:ext uri="{FF2B5EF4-FFF2-40B4-BE49-F238E27FC236}">
                    <a16:creationId xmlns:a16="http://schemas.microsoft.com/office/drawing/2014/main" id="{2ECA55B0-ED63-7385-4007-FD43682BE0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94" name="Line 28">
                  <a:extLst>
                    <a:ext uri="{FF2B5EF4-FFF2-40B4-BE49-F238E27FC236}">
                      <a16:creationId xmlns:a16="http://schemas.microsoft.com/office/drawing/2014/main" id="{8F4FD20B-B93C-6A37-76CA-7C03B43E9D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95" name="Line 29">
                  <a:extLst>
                    <a:ext uri="{FF2B5EF4-FFF2-40B4-BE49-F238E27FC236}">
                      <a16:creationId xmlns:a16="http://schemas.microsoft.com/office/drawing/2014/main" id="{52143ED9-1E5F-16FD-AFE3-71E5AD2DF7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96" name="Line 30">
                  <a:extLst>
                    <a:ext uri="{FF2B5EF4-FFF2-40B4-BE49-F238E27FC236}">
                      <a16:creationId xmlns:a16="http://schemas.microsoft.com/office/drawing/2014/main" id="{87245C7D-ED29-E0E5-F347-81FEEEBD35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690" name="Group 31">
                <a:extLst>
                  <a:ext uri="{FF2B5EF4-FFF2-40B4-BE49-F238E27FC236}">
                    <a16:creationId xmlns:a16="http://schemas.microsoft.com/office/drawing/2014/main" id="{A7E6B2A5-A30D-2F71-93DD-B26C227C4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91" name="Line 32">
                  <a:extLst>
                    <a:ext uri="{FF2B5EF4-FFF2-40B4-BE49-F238E27FC236}">
                      <a16:creationId xmlns:a16="http://schemas.microsoft.com/office/drawing/2014/main" id="{D0A3B239-54AD-ADE7-AFE6-FDD4A051DE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92" name="Line 33">
                  <a:extLst>
                    <a:ext uri="{FF2B5EF4-FFF2-40B4-BE49-F238E27FC236}">
                      <a16:creationId xmlns:a16="http://schemas.microsoft.com/office/drawing/2014/main" id="{574B18C9-664C-58E4-BC34-D432CF8BEC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93" name="Line 34">
                  <a:extLst>
                    <a:ext uri="{FF2B5EF4-FFF2-40B4-BE49-F238E27FC236}">
                      <a16:creationId xmlns:a16="http://schemas.microsoft.com/office/drawing/2014/main" id="{304A7870-E258-A88B-F3C7-AA8E64F049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3564" name="Group 35">
              <a:extLst>
                <a:ext uri="{FF2B5EF4-FFF2-40B4-BE49-F238E27FC236}">
                  <a16:creationId xmlns:a16="http://schemas.microsoft.com/office/drawing/2014/main" id="{C4A959A1-6A3B-FEE9-A2E0-398B09F88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5713" y="4433888"/>
              <a:ext cx="501650" cy="233363"/>
              <a:chOff x="3600" y="219"/>
              <a:chExt cx="360" cy="175"/>
            </a:xfrm>
          </p:grpSpPr>
          <p:sp>
            <p:nvSpPr>
              <p:cNvPr id="63671" name="Oval 36">
                <a:extLst>
                  <a:ext uri="{FF2B5EF4-FFF2-40B4-BE49-F238E27FC236}">
                    <a16:creationId xmlns:a16="http://schemas.microsoft.com/office/drawing/2014/main" id="{A9276621-B347-A5C4-3DDC-F7D9C5EF6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72" name="Line 37">
                <a:extLst>
                  <a:ext uri="{FF2B5EF4-FFF2-40B4-BE49-F238E27FC236}">
                    <a16:creationId xmlns:a16="http://schemas.microsoft.com/office/drawing/2014/main" id="{7F2AA63D-408D-AD16-9E90-ABD902F0FC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73" name="Line 38">
                <a:extLst>
                  <a:ext uri="{FF2B5EF4-FFF2-40B4-BE49-F238E27FC236}">
                    <a16:creationId xmlns:a16="http://schemas.microsoft.com/office/drawing/2014/main" id="{DB5AD8D1-8810-DB32-9615-E17302897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74" name="Rectangle 39">
                <a:extLst>
                  <a:ext uri="{FF2B5EF4-FFF2-40B4-BE49-F238E27FC236}">
                    <a16:creationId xmlns:a16="http://schemas.microsoft.com/office/drawing/2014/main" id="{6D4AE0BC-2087-435F-04D9-B304120E2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75" name="Oval 40">
                <a:extLst>
                  <a:ext uri="{FF2B5EF4-FFF2-40B4-BE49-F238E27FC236}">
                    <a16:creationId xmlns:a16="http://schemas.microsoft.com/office/drawing/2014/main" id="{43758D56-41BC-5A19-B049-A945EFC6E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676" name="Group 41">
                <a:extLst>
                  <a:ext uri="{FF2B5EF4-FFF2-40B4-BE49-F238E27FC236}">
                    <a16:creationId xmlns:a16="http://schemas.microsoft.com/office/drawing/2014/main" id="{656922D1-EDF4-1A91-55C8-3B79766E2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81" name="Line 42">
                  <a:extLst>
                    <a:ext uri="{FF2B5EF4-FFF2-40B4-BE49-F238E27FC236}">
                      <a16:creationId xmlns:a16="http://schemas.microsoft.com/office/drawing/2014/main" id="{07B73E66-7FE6-6433-79CC-E6E5719CF2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82" name="Line 43">
                  <a:extLst>
                    <a:ext uri="{FF2B5EF4-FFF2-40B4-BE49-F238E27FC236}">
                      <a16:creationId xmlns:a16="http://schemas.microsoft.com/office/drawing/2014/main" id="{BA0E6F42-DAB5-318D-E175-8BA86FC33C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83" name="Line 44">
                  <a:extLst>
                    <a:ext uri="{FF2B5EF4-FFF2-40B4-BE49-F238E27FC236}">
                      <a16:creationId xmlns:a16="http://schemas.microsoft.com/office/drawing/2014/main" id="{39FC3B80-6173-8269-0E01-E234E94524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677" name="Group 45">
                <a:extLst>
                  <a:ext uri="{FF2B5EF4-FFF2-40B4-BE49-F238E27FC236}">
                    <a16:creationId xmlns:a16="http://schemas.microsoft.com/office/drawing/2014/main" id="{896C58D3-D385-9B0E-C569-9A7627D2BC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78" name="Line 46">
                  <a:extLst>
                    <a:ext uri="{FF2B5EF4-FFF2-40B4-BE49-F238E27FC236}">
                      <a16:creationId xmlns:a16="http://schemas.microsoft.com/office/drawing/2014/main" id="{AACF3D6D-9E2B-E09C-394F-DEFB827053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79" name="Line 47">
                  <a:extLst>
                    <a:ext uri="{FF2B5EF4-FFF2-40B4-BE49-F238E27FC236}">
                      <a16:creationId xmlns:a16="http://schemas.microsoft.com/office/drawing/2014/main" id="{074DB46B-8786-6E32-7F4D-23FA417462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80" name="Line 48">
                  <a:extLst>
                    <a:ext uri="{FF2B5EF4-FFF2-40B4-BE49-F238E27FC236}">
                      <a16:creationId xmlns:a16="http://schemas.microsoft.com/office/drawing/2014/main" id="{E38C2013-3B06-1F79-21F8-C5B8245437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3565" name="Group 49">
              <a:extLst>
                <a:ext uri="{FF2B5EF4-FFF2-40B4-BE49-F238E27FC236}">
                  <a16:creationId xmlns:a16="http://schemas.microsoft.com/office/drawing/2014/main" id="{6BBB1E42-7F57-6989-BEA4-F287833C7D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7925" y="5099051"/>
              <a:ext cx="500063" cy="233363"/>
              <a:chOff x="3600" y="219"/>
              <a:chExt cx="360" cy="175"/>
            </a:xfrm>
          </p:grpSpPr>
          <p:sp>
            <p:nvSpPr>
              <p:cNvPr id="63658" name="Oval 50">
                <a:extLst>
                  <a:ext uri="{FF2B5EF4-FFF2-40B4-BE49-F238E27FC236}">
                    <a16:creationId xmlns:a16="http://schemas.microsoft.com/office/drawing/2014/main" id="{53799983-A5DF-2193-DF7F-7BA4ABA51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59" name="Line 51">
                <a:extLst>
                  <a:ext uri="{FF2B5EF4-FFF2-40B4-BE49-F238E27FC236}">
                    <a16:creationId xmlns:a16="http://schemas.microsoft.com/office/drawing/2014/main" id="{9C9E3160-CA42-27E3-8C1E-EBEC1B6569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60" name="Line 52">
                <a:extLst>
                  <a:ext uri="{FF2B5EF4-FFF2-40B4-BE49-F238E27FC236}">
                    <a16:creationId xmlns:a16="http://schemas.microsoft.com/office/drawing/2014/main" id="{2F2161BB-C43C-FE64-22DD-00F529EE2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61" name="Rectangle 53">
                <a:extLst>
                  <a:ext uri="{FF2B5EF4-FFF2-40B4-BE49-F238E27FC236}">
                    <a16:creationId xmlns:a16="http://schemas.microsoft.com/office/drawing/2014/main" id="{C3D67BEE-6134-95C6-0045-8405DBCE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62" name="Oval 54">
                <a:extLst>
                  <a:ext uri="{FF2B5EF4-FFF2-40B4-BE49-F238E27FC236}">
                    <a16:creationId xmlns:a16="http://schemas.microsoft.com/office/drawing/2014/main" id="{AC81DDA8-D350-72A9-943A-94CA8334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6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663" name="Group 55">
                <a:extLst>
                  <a:ext uri="{FF2B5EF4-FFF2-40B4-BE49-F238E27FC236}">
                    <a16:creationId xmlns:a16="http://schemas.microsoft.com/office/drawing/2014/main" id="{9FCB336B-35EC-BCE3-A8BD-9D69E4A083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68" name="Line 56">
                  <a:extLst>
                    <a:ext uri="{FF2B5EF4-FFF2-40B4-BE49-F238E27FC236}">
                      <a16:creationId xmlns:a16="http://schemas.microsoft.com/office/drawing/2014/main" id="{B9DA525C-1BA1-359D-ECCF-B2FB769171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69" name="Line 57">
                  <a:extLst>
                    <a:ext uri="{FF2B5EF4-FFF2-40B4-BE49-F238E27FC236}">
                      <a16:creationId xmlns:a16="http://schemas.microsoft.com/office/drawing/2014/main" id="{C10A3776-1BFA-6036-D9BD-B18239E7AA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70" name="Line 58">
                  <a:extLst>
                    <a:ext uri="{FF2B5EF4-FFF2-40B4-BE49-F238E27FC236}">
                      <a16:creationId xmlns:a16="http://schemas.microsoft.com/office/drawing/2014/main" id="{FC808C03-548F-C236-EDDD-DF0221E13A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664" name="Group 59">
                <a:extLst>
                  <a:ext uri="{FF2B5EF4-FFF2-40B4-BE49-F238E27FC236}">
                    <a16:creationId xmlns:a16="http://schemas.microsoft.com/office/drawing/2014/main" id="{99B92A36-05F0-7EB7-2F7B-E147012E90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65" name="Line 60">
                  <a:extLst>
                    <a:ext uri="{FF2B5EF4-FFF2-40B4-BE49-F238E27FC236}">
                      <a16:creationId xmlns:a16="http://schemas.microsoft.com/office/drawing/2014/main" id="{745441B8-4AAE-328E-566E-A92766BB1D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66" name="Line 61">
                  <a:extLst>
                    <a:ext uri="{FF2B5EF4-FFF2-40B4-BE49-F238E27FC236}">
                      <a16:creationId xmlns:a16="http://schemas.microsoft.com/office/drawing/2014/main" id="{89A2191F-BCBA-597E-A618-5EEDE9E10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67" name="Line 62">
                  <a:extLst>
                    <a:ext uri="{FF2B5EF4-FFF2-40B4-BE49-F238E27FC236}">
                      <a16:creationId xmlns:a16="http://schemas.microsoft.com/office/drawing/2014/main" id="{F0A611EA-6329-D4D0-D9E1-DCC17FE4E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3566" name="Group 63">
              <a:extLst>
                <a:ext uri="{FF2B5EF4-FFF2-40B4-BE49-F238E27FC236}">
                  <a16:creationId xmlns:a16="http://schemas.microsoft.com/office/drawing/2014/main" id="{35538AC0-0F14-CC6A-AD7F-793A080AFC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22925" y="5395913"/>
              <a:ext cx="501650" cy="233363"/>
              <a:chOff x="3600" y="219"/>
              <a:chExt cx="360" cy="175"/>
            </a:xfrm>
          </p:grpSpPr>
          <p:sp>
            <p:nvSpPr>
              <p:cNvPr id="63645" name="Oval 64">
                <a:extLst>
                  <a:ext uri="{FF2B5EF4-FFF2-40B4-BE49-F238E27FC236}">
                    <a16:creationId xmlns:a16="http://schemas.microsoft.com/office/drawing/2014/main" id="{4B9314FA-0E78-97E4-75F2-B55E3B7B4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46" name="Line 65">
                <a:extLst>
                  <a:ext uri="{FF2B5EF4-FFF2-40B4-BE49-F238E27FC236}">
                    <a16:creationId xmlns:a16="http://schemas.microsoft.com/office/drawing/2014/main" id="{E16CBFCB-8028-7BAE-51DA-CF54CC45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47" name="Line 66">
                <a:extLst>
                  <a:ext uri="{FF2B5EF4-FFF2-40B4-BE49-F238E27FC236}">
                    <a16:creationId xmlns:a16="http://schemas.microsoft.com/office/drawing/2014/main" id="{2F9FBE46-11F4-98A5-4209-5957DFAF67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48" name="Rectangle 67">
                <a:extLst>
                  <a:ext uri="{FF2B5EF4-FFF2-40B4-BE49-F238E27FC236}">
                    <a16:creationId xmlns:a16="http://schemas.microsoft.com/office/drawing/2014/main" id="{EA038673-59E1-DD29-A25A-E163CC68D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49" name="Oval 68">
                <a:extLst>
                  <a:ext uri="{FF2B5EF4-FFF2-40B4-BE49-F238E27FC236}">
                    <a16:creationId xmlns:a16="http://schemas.microsoft.com/office/drawing/2014/main" id="{C9014943-E9E1-0124-3234-9A5B02B66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650" name="Group 69">
                <a:extLst>
                  <a:ext uri="{FF2B5EF4-FFF2-40B4-BE49-F238E27FC236}">
                    <a16:creationId xmlns:a16="http://schemas.microsoft.com/office/drawing/2014/main" id="{90A67FE2-349C-3C8C-18B3-0582753985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55" name="Line 70">
                  <a:extLst>
                    <a:ext uri="{FF2B5EF4-FFF2-40B4-BE49-F238E27FC236}">
                      <a16:creationId xmlns:a16="http://schemas.microsoft.com/office/drawing/2014/main" id="{3083FD31-0F95-B9A4-9C3F-6E3526F99F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56" name="Line 71">
                  <a:extLst>
                    <a:ext uri="{FF2B5EF4-FFF2-40B4-BE49-F238E27FC236}">
                      <a16:creationId xmlns:a16="http://schemas.microsoft.com/office/drawing/2014/main" id="{029955FD-E308-BFD8-7D03-F89BEF2856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57" name="Line 72">
                  <a:extLst>
                    <a:ext uri="{FF2B5EF4-FFF2-40B4-BE49-F238E27FC236}">
                      <a16:creationId xmlns:a16="http://schemas.microsoft.com/office/drawing/2014/main" id="{E0C9E930-F53D-8895-10C5-63DA1998D6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651" name="Group 73">
                <a:extLst>
                  <a:ext uri="{FF2B5EF4-FFF2-40B4-BE49-F238E27FC236}">
                    <a16:creationId xmlns:a16="http://schemas.microsoft.com/office/drawing/2014/main" id="{FE5BDDE6-D670-7796-A7BA-87B39B8AA1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52" name="Line 74">
                  <a:extLst>
                    <a:ext uri="{FF2B5EF4-FFF2-40B4-BE49-F238E27FC236}">
                      <a16:creationId xmlns:a16="http://schemas.microsoft.com/office/drawing/2014/main" id="{B30E715C-320B-733A-C922-02E4E39DF9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53" name="Line 75">
                  <a:extLst>
                    <a:ext uri="{FF2B5EF4-FFF2-40B4-BE49-F238E27FC236}">
                      <a16:creationId xmlns:a16="http://schemas.microsoft.com/office/drawing/2014/main" id="{A4EF19D1-7601-0A0C-8796-C03CEA7A0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54" name="Line 76">
                  <a:extLst>
                    <a:ext uri="{FF2B5EF4-FFF2-40B4-BE49-F238E27FC236}">
                      <a16:creationId xmlns:a16="http://schemas.microsoft.com/office/drawing/2014/main" id="{93EA3A99-B960-3643-3745-3FCA7EA6A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3567" name="Group 77">
              <a:extLst>
                <a:ext uri="{FF2B5EF4-FFF2-40B4-BE49-F238E27FC236}">
                  <a16:creationId xmlns:a16="http://schemas.microsoft.com/office/drawing/2014/main" id="{9F6CF646-625F-20B5-164D-51F682FDC0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7425" y="4740276"/>
              <a:ext cx="501650" cy="233363"/>
              <a:chOff x="3600" y="219"/>
              <a:chExt cx="360" cy="175"/>
            </a:xfrm>
          </p:grpSpPr>
          <p:sp>
            <p:nvSpPr>
              <p:cNvPr id="63632" name="Oval 78">
                <a:extLst>
                  <a:ext uri="{FF2B5EF4-FFF2-40B4-BE49-F238E27FC236}">
                    <a16:creationId xmlns:a16="http://schemas.microsoft.com/office/drawing/2014/main" id="{19B243E0-6D1F-D607-F3DA-1A47BDA5E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33" name="Line 79">
                <a:extLst>
                  <a:ext uri="{FF2B5EF4-FFF2-40B4-BE49-F238E27FC236}">
                    <a16:creationId xmlns:a16="http://schemas.microsoft.com/office/drawing/2014/main" id="{6682FBB7-537F-6539-AA91-A5D981A53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34" name="Line 80">
                <a:extLst>
                  <a:ext uri="{FF2B5EF4-FFF2-40B4-BE49-F238E27FC236}">
                    <a16:creationId xmlns:a16="http://schemas.microsoft.com/office/drawing/2014/main" id="{1D8C1C2B-8A79-C8F6-1C7D-15626D5066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35" name="Rectangle 81">
                <a:extLst>
                  <a:ext uri="{FF2B5EF4-FFF2-40B4-BE49-F238E27FC236}">
                    <a16:creationId xmlns:a16="http://schemas.microsoft.com/office/drawing/2014/main" id="{95E12EB9-9C18-3089-24F7-4B1A14A4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36" name="Oval 82">
                <a:extLst>
                  <a:ext uri="{FF2B5EF4-FFF2-40B4-BE49-F238E27FC236}">
                    <a16:creationId xmlns:a16="http://schemas.microsoft.com/office/drawing/2014/main" id="{09442CCD-5E86-4EE7-4D33-82F54B04E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63637" name="Group 83">
                <a:extLst>
                  <a:ext uri="{FF2B5EF4-FFF2-40B4-BE49-F238E27FC236}">
                    <a16:creationId xmlns:a16="http://schemas.microsoft.com/office/drawing/2014/main" id="{0F870770-5775-E8DA-4485-3E9AE2E2D9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42" name="Line 84">
                  <a:extLst>
                    <a:ext uri="{FF2B5EF4-FFF2-40B4-BE49-F238E27FC236}">
                      <a16:creationId xmlns:a16="http://schemas.microsoft.com/office/drawing/2014/main" id="{E29CC464-5BC5-3864-CE24-B687BD432C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43" name="Line 85">
                  <a:extLst>
                    <a:ext uri="{FF2B5EF4-FFF2-40B4-BE49-F238E27FC236}">
                      <a16:creationId xmlns:a16="http://schemas.microsoft.com/office/drawing/2014/main" id="{405199F1-9B0C-423D-4EB1-262D5E036B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44" name="Line 86">
                  <a:extLst>
                    <a:ext uri="{FF2B5EF4-FFF2-40B4-BE49-F238E27FC236}">
                      <a16:creationId xmlns:a16="http://schemas.microsoft.com/office/drawing/2014/main" id="{C24812F0-FBA3-2A81-F124-2ECBDB71B7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3638" name="Group 87">
                <a:extLst>
                  <a:ext uri="{FF2B5EF4-FFF2-40B4-BE49-F238E27FC236}">
                    <a16:creationId xmlns:a16="http://schemas.microsoft.com/office/drawing/2014/main" id="{90E55089-3FBF-2A15-396C-367F2FA957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39" name="Line 88">
                  <a:extLst>
                    <a:ext uri="{FF2B5EF4-FFF2-40B4-BE49-F238E27FC236}">
                      <a16:creationId xmlns:a16="http://schemas.microsoft.com/office/drawing/2014/main" id="{971104CF-C299-621C-4545-2AA66A8B32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40" name="Line 89">
                  <a:extLst>
                    <a:ext uri="{FF2B5EF4-FFF2-40B4-BE49-F238E27FC236}">
                      <a16:creationId xmlns:a16="http://schemas.microsoft.com/office/drawing/2014/main" id="{7986849A-348F-82EC-F5B1-3BF20215B9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63641" name="Line 90">
                  <a:extLst>
                    <a:ext uri="{FF2B5EF4-FFF2-40B4-BE49-F238E27FC236}">
                      <a16:creationId xmlns:a16="http://schemas.microsoft.com/office/drawing/2014/main" id="{3FF32C52-28E9-2652-1405-DDD8DCBE30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63568" name="Freeform 91">
              <a:extLst>
                <a:ext uri="{FF2B5EF4-FFF2-40B4-BE49-F238E27FC236}">
                  <a16:creationId xmlns:a16="http://schemas.microsoft.com/office/drawing/2014/main" id="{31350E49-5904-D4CD-B6BD-A01CC9BC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4557713"/>
              <a:ext cx="504825" cy="307975"/>
            </a:xfrm>
            <a:custGeom>
              <a:avLst/>
              <a:gdLst>
                <a:gd name="T0" fmla="*/ 0 w 318"/>
                <a:gd name="T1" fmla="*/ 0 h 194"/>
                <a:gd name="T2" fmla="*/ 2147483646 w 318"/>
                <a:gd name="T3" fmla="*/ 2147483646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69" name="Freeform 92">
              <a:extLst>
                <a:ext uri="{FF2B5EF4-FFF2-40B4-BE49-F238E27FC236}">
                  <a16:creationId xmlns:a16="http://schemas.microsoft.com/office/drawing/2014/main" id="{C5B11C52-2BB0-AF1D-4F9B-74C7CEB5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0" y="4949826"/>
              <a:ext cx="481013" cy="238125"/>
            </a:xfrm>
            <a:custGeom>
              <a:avLst/>
              <a:gdLst>
                <a:gd name="T0" fmla="*/ 0 w 294"/>
                <a:gd name="T1" fmla="*/ 0 h 174"/>
                <a:gd name="T2" fmla="*/ 2147483646 w 294"/>
                <a:gd name="T3" fmla="*/ 2147483646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70" name="Freeform 93">
              <a:extLst>
                <a:ext uri="{FF2B5EF4-FFF2-40B4-BE49-F238E27FC236}">
                  <a16:creationId xmlns:a16="http://schemas.microsoft.com/office/drawing/2014/main" id="{340C4696-316F-4138-89DA-116DE076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926013"/>
              <a:ext cx="628650" cy="247650"/>
            </a:xfrm>
            <a:custGeom>
              <a:avLst/>
              <a:gdLst>
                <a:gd name="T0" fmla="*/ 0 w 378"/>
                <a:gd name="T1" fmla="*/ 2147483646 h 174"/>
                <a:gd name="T2" fmla="*/ 2147483646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71" name="Freeform 94">
              <a:extLst>
                <a:ext uri="{FF2B5EF4-FFF2-40B4-BE49-F238E27FC236}">
                  <a16:creationId xmlns:a16="http://schemas.microsoft.com/office/drawing/2014/main" id="{447B076C-4DE7-2F04-F58A-D48A9A7D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988" y="4979988"/>
              <a:ext cx="206375" cy="508000"/>
            </a:xfrm>
            <a:custGeom>
              <a:avLst/>
              <a:gdLst>
                <a:gd name="T0" fmla="*/ 0 w 118"/>
                <a:gd name="T1" fmla="*/ 2147483646 h 500"/>
                <a:gd name="T2" fmla="*/ 2147483646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72" name="Freeform 95">
              <a:extLst>
                <a:ext uri="{FF2B5EF4-FFF2-40B4-BE49-F238E27FC236}">
                  <a16:creationId xmlns:a16="http://schemas.microsoft.com/office/drawing/2014/main" id="{9198006A-B7C2-9A7C-798B-E29A6668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913" y="5513388"/>
              <a:ext cx="736600" cy="74613"/>
            </a:xfrm>
            <a:custGeom>
              <a:avLst/>
              <a:gdLst>
                <a:gd name="T0" fmla="*/ 2147483646 w 370"/>
                <a:gd name="T1" fmla="*/ 2147483646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73" name="Freeform 96">
              <a:extLst>
                <a:ext uri="{FF2B5EF4-FFF2-40B4-BE49-F238E27FC236}">
                  <a16:creationId xmlns:a16="http://schemas.microsoft.com/office/drawing/2014/main" id="{F625F5C5-4EF2-284A-431A-C120068D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338" y="4973638"/>
              <a:ext cx="193675" cy="425450"/>
            </a:xfrm>
            <a:custGeom>
              <a:avLst/>
              <a:gdLst>
                <a:gd name="T0" fmla="*/ 2147483646 w 176"/>
                <a:gd name="T1" fmla="*/ 2147483646 h 412"/>
                <a:gd name="T2" fmla="*/ 2147483646 w 176"/>
                <a:gd name="T3" fmla="*/ 2147483646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3574" name="Text Box 100">
              <a:extLst>
                <a:ext uri="{FF2B5EF4-FFF2-40B4-BE49-F238E27FC236}">
                  <a16:creationId xmlns:a16="http://schemas.microsoft.com/office/drawing/2014/main" id="{257405E0-F650-8EF0-81F5-6EB021103A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76" y="4483071"/>
              <a:ext cx="311067" cy="3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>
                  <a:solidFill>
                    <a:srgbClr val="000000"/>
                  </a:solidFill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63575" name="Text Box 101">
              <a:extLst>
                <a:ext uri="{FF2B5EF4-FFF2-40B4-BE49-F238E27FC236}">
                  <a16:creationId xmlns:a16="http://schemas.microsoft.com/office/drawing/2014/main" id="{91CDF2B3-B9F1-0F2D-CFDB-394F2C81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8980" y="4897394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63576" name="Text Box 102">
              <a:extLst>
                <a:ext uri="{FF2B5EF4-FFF2-40B4-BE49-F238E27FC236}">
                  <a16:creationId xmlns:a16="http://schemas.microsoft.com/office/drawing/2014/main" id="{24BC3830-450C-B035-6D81-A7E8E008D9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222" y="4970416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</a:rPr>
                <a:t>3</a:t>
              </a:r>
            </a:p>
          </p:txBody>
        </p:sp>
        <p:grpSp>
          <p:nvGrpSpPr>
            <p:cNvPr id="63577" name="Group 1">
              <a:extLst>
                <a:ext uri="{FF2B5EF4-FFF2-40B4-BE49-F238E27FC236}">
                  <a16:creationId xmlns:a16="http://schemas.microsoft.com/office/drawing/2014/main" id="{DF6148D0-F410-A32B-8909-3C6788FF82A0}"/>
                </a:ext>
              </a:extLst>
            </p:cNvPr>
            <p:cNvGrpSpPr>
              <a:grpSpLocks/>
            </p:cNvGrpSpPr>
            <p:nvPr/>
          </p:nvGrpSpPr>
          <p:grpSpPr bwMode="auto">
            <a:xfrm rot="-2012368">
              <a:off x="2645158" y="5398104"/>
              <a:ext cx="1447800" cy="274638"/>
              <a:chOff x="2436813" y="4587876"/>
              <a:chExt cx="1447800" cy="274638"/>
            </a:xfrm>
          </p:grpSpPr>
          <p:sp>
            <p:nvSpPr>
              <p:cNvPr id="63627" name="Rectangle 97">
                <a:extLst>
                  <a:ext uri="{FF2B5EF4-FFF2-40B4-BE49-F238E27FC236}">
                    <a16:creationId xmlns:a16="http://schemas.microsoft.com/office/drawing/2014/main" id="{C1A9A345-F7F4-501A-F7A7-EE9D3BE25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850" y="4583083"/>
                <a:ext cx="1155391" cy="238116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28" name="Rectangle 98">
                <a:extLst>
                  <a:ext uri="{FF2B5EF4-FFF2-40B4-BE49-F238E27FC236}">
                    <a16:creationId xmlns:a16="http://schemas.microsoft.com/office/drawing/2014/main" id="{7522FC50-9B1D-7024-6B00-14ACFC812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29" name="Line 99">
                <a:extLst>
                  <a:ext uri="{FF2B5EF4-FFF2-40B4-BE49-F238E27FC236}">
                    <a16:creationId xmlns:a16="http://schemas.microsoft.com/office/drawing/2014/main" id="{2ECCD867-9C4D-31AF-5306-3EDDD20FD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3630" name="Rectangle 104">
                <a:extLst>
                  <a:ext uri="{FF2B5EF4-FFF2-40B4-BE49-F238E27FC236}">
                    <a16:creationId xmlns:a16="http://schemas.microsoft.com/office/drawing/2014/main" id="{AD9F410F-FA48-D47E-0052-D9DF81235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31" name="Text Box 105">
                <a:extLst>
                  <a:ext uri="{FF2B5EF4-FFF2-40B4-BE49-F238E27FC236}">
                    <a16:creationId xmlns:a16="http://schemas.microsoft.com/office/drawing/2014/main" id="{9C7AF7A7-81C4-73C0-A2D8-3134AA749F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>
                    <a:solidFill>
                      <a:srgbClr val="000000"/>
                    </a:solidFill>
                    <a:latin typeface="Arial" panose="020B0604020202020204" pitchFamily="34" charset="0"/>
                  </a:rPr>
                  <a:t>0111</a:t>
                </a:r>
              </a:p>
            </p:txBody>
          </p:sp>
        </p:grpSp>
        <p:sp>
          <p:nvSpPr>
            <p:cNvPr id="63578" name="Text Box 106">
              <a:extLst>
                <a:ext uri="{FF2B5EF4-FFF2-40B4-BE49-F238E27FC236}">
                  <a16:creationId xmlns:a16="http://schemas.microsoft.com/office/drawing/2014/main" id="{BD20A2E9-4F39-BB19-9D03-FBE38C1D1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8346" y="6046702"/>
              <a:ext cx="2909795" cy="584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</a:rPr>
                <a:t>destination address in arriving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</a:rPr>
                <a:t>packet</a:t>
              </a:r>
              <a:r>
                <a:rPr lang="ja-JP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’</a:t>
              </a:r>
              <a:r>
                <a:rPr lang="en-US" altLang="ja-JP" sz="1600">
                  <a:solidFill>
                    <a:srgbClr val="000000"/>
                  </a:solidFill>
                  <a:latin typeface="Arial" panose="020B0604020202020204" pitchFamily="34" charset="0"/>
                </a:rPr>
                <a:t>s header</a:t>
              </a:r>
              <a:endParaRPr lang="en-US" altLang="zh-CN" sz="16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3579" name="Line 107">
              <a:extLst>
                <a:ext uri="{FF2B5EF4-FFF2-40B4-BE49-F238E27FC236}">
                  <a16:creationId xmlns:a16="http://schemas.microsoft.com/office/drawing/2014/main" id="{9EECE30B-3C24-83E1-7869-301F2EF81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26848" y="4873581"/>
              <a:ext cx="1407736" cy="91436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0" name="Line 119">
              <a:extLst>
                <a:ext uri="{FF2B5EF4-FFF2-40B4-BE49-F238E27FC236}">
                  <a16:creationId xmlns:a16="http://schemas.microsoft.com/office/drawing/2014/main" id="{114033F7-0A02-1CF3-D412-B517CBD6A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88616" y="5648254"/>
              <a:ext cx="22219" cy="450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1" name="Freeform 121">
              <a:extLst>
                <a:ext uri="{FF2B5EF4-FFF2-40B4-BE49-F238E27FC236}">
                  <a16:creationId xmlns:a16="http://schemas.microsoft.com/office/drawing/2014/main" id="{3883CCE5-00FB-C816-B581-D55139B15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54750" y="4370388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2" name="Freeform 122">
              <a:extLst>
                <a:ext uri="{FF2B5EF4-FFF2-40B4-BE49-F238E27FC236}">
                  <a16:creationId xmlns:a16="http://schemas.microsoft.com/office/drawing/2014/main" id="{D56CB5D7-4FD0-C4DE-9941-8A5C9817B4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43513" y="4086226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3" name="Freeform 123">
              <a:extLst>
                <a:ext uri="{FF2B5EF4-FFF2-40B4-BE49-F238E27FC236}">
                  <a16:creationId xmlns:a16="http://schemas.microsoft.com/office/drawing/2014/main" id="{771B9A52-93F2-9AB3-D3DD-10547B20E0D3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911850" y="5632451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4" name="Freeform 124">
              <a:extLst>
                <a:ext uri="{FF2B5EF4-FFF2-40B4-BE49-F238E27FC236}">
                  <a16:creationId xmlns:a16="http://schemas.microsoft.com/office/drawing/2014/main" id="{60B03750-9B91-8508-BECA-191FF14507BC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4562475" y="5616576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5" name="Freeform 125">
              <a:extLst>
                <a:ext uri="{FF2B5EF4-FFF2-40B4-BE49-F238E27FC236}">
                  <a16:creationId xmlns:a16="http://schemas.microsoft.com/office/drawing/2014/main" id="{7B17B739-E81F-FA89-45D9-E06097ABD4CA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202238" y="5324476"/>
              <a:ext cx="542925" cy="452438"/>
            </a:xfrm>
            <a:custGeom>
              <a:avLst/>
              <a:gdLst>
                <a:gd name="T0" fmla="*/ 0 w 1443"/>
                <a:gd name="T1" fmla="*/ 0 h 816"/>
                <a:gd name="T2" fmla="*/ 2147483646 w 1443"/>
                <a:gd name="T3" fmla="*/ 2147483646 h 816"/>
                <a:gd name="T4" fmla="*/ 2147483646 w 1443"/>
                <a:gd name="T5" fmla="*/ 2147483646 h 816"/>
                <a:gd name="T6" fmla="*/ 2147483646 w 1443"/>
                <a:gd name="T7" fmla="*/ 2147483646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3586" name="Group 126">
              <a:extLst>
                <a:ext uri="{FF2B5EF4-FFF2-40B4-BE49-F238E27FC236}">
                  <a16:creationId xmlns:a16="http://schemas.microsoft.com/office/drawing/2014/main" id="{C15D7B31-8266-191D-823C-8BCC1D15AA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1450" y="3641726"/>
              <a:ext cx="550863" cy="452438"/>
              <a:chOff x="2886" y="1668"/>
              <a:chExt cx="347" cy="285"/>
            </a:xfrm>
          </p:grpSpPr>
          <p:sp>
            <p:nvSpPr>
              <p:cNvPr id="63620" name="Rectangle 127">
                <a:extLst>
                  <a:ext uri="{FF2B5EF4-FFF2-40B4-BE49-F238E27FC236}">
                    <a16:creationId xmlns:a16="http://schemas.microsoft.com/office/drawing/2014/main" id="{CB59053A-0E14-236F-5F9C-DA6298072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21" name="Oval 128">
                <a:extLst>
                  <a:ext uri="{FF2B5EF4-FFF2-40B4-BE49-F238E27FC236}">
                    <a16:creationId xmlns:a16="http://schemas.microsoft.com/office/drawing/2014/main" id="{F5EB0B8C-37E3-FEF1-1365-6C84DB155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22" name="Rectangle 129">
                <a:extLst>
                  <a:ext uri="{FF2B5EF4-FFF2-40B4-BE49-F238E27FC236}">
                    <a16:creationId xmlns:a16="http://schemas.microsoft.com/office/drawing/2014/main" id="{D0C0F062-C6CB-0E60-A614-64F3981B3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23" name="Line 130">
                <a:extLst>
                  <a:ext uri="{FF2B5EF4-FFF2-40B4-BE49-F238E27FC236}">
                    <a16:creationId xmlns:a16="http://schemas.microsoft.com/office/drawing/2014/main" id="{DC339317-E736-6AE0-7120-64ABA82F4E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24" name="Line 131">
                <a:extLst>
                  <a:ext uri="{FF2B5EF4-FFF2-40B4-BE49-F238E27FC236}">
                    <a16:creationId xmlns:a16="http://schemas.microsoft.com/office/drawing/2014/main" id="{3997DB83-CD37-DFC5-E91B-7FBEE5FCE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25" name="Line 132">
                <a:extLst>
                  <a:ext uri="{FF2B5EF4-FFF2-40B4-BE49-F238E27FC236}">
                    <a16:creationId xmlns:a16="http://schemas.microsoft.com/office/drawing/2014/main" id="{42A9F67E-312E-69FD-C3D4-C18C45B453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26" name="AutoShape 133">
                <a:extLst>
                  <a:ext uri="{FF2B5EF4-FFF2-40B4-BE49-F238E27FC236}">
                    <a16:creationId xmlns:a16="http://schemas.microsoft.com/office/drawing/2014/main" id="{D10ABEC3-D219-55F4-1002-E0DC19341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3587" name="Group 134">
              <a:extLst>
                <a:ext uri="{FF2B5EF4-FFF2-40B4-BE49-F238E27FC236}">
                  <a16:creationId xmlns:a16="http://schemas.microsoft.com/office/drawing/2014/main" id="{6026B90A-73AC-35AC-863E-AB347D466B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4275" y="3914776"/>
              <a:ext cx="550863" cy="452438"/>
              <a:chOff x="2886" y="1668"/>
              <a:chExt cx="347" cy="285"/>
            </a:xfrm>
          </p:grpSpPr>
          <p:sp>
            <p:nvSpPr>
              <p:cNvPr id="63613" name="Rectangle 135">
                <a:extLst>
                  <a:ext uri="{FF2B5EF4-FFF2-40B4-BE49-F238E27FC236}">
                    <a16:creationId xmlns:a16="http://schemas.microsoft.com/office/drawing/2014/main" id="{14E9F2B3-8DD0-F996-F712-455648CF4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14" name="Oval 136">
                <a:extLst>
                  <a:ext uri="{FF2B5EF4-FFF2-40B4-BE49-F238E27FC236}">
                    <a16:creationId xmlns:a16="http://schemas.microsoft.com/office/drawing/2014/main" id="{D99D5AA9-EFC1-E1E7-6CB4-765E862F6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15" name="Rectangle 137">
                <a:extLst>
                  <a:ext uri="{FF2B5EF4-FFF2-40B4-BE49-F238E27FC236}">
                    <a16:creationId xmlns:a16="http://schemas.microsoft.com/office/drawing/2014/main" id="{3A012FF7-05B3-FA38-41A1-E156AD454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16" name="Line 138">
                <a:extLst>
                  <a:ext uri="{FF2B5EF4-FFF2-40B4-BE49-F238E27FC236}">
                    <a16:creationId xmlns:a16="http://schemas.microsoft.com/office/drawing/2014/main" id="{6E3579CC-DD9B-88CE-F8F3-4F580D6D0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7" name="Line 139">
                <a:extLst>
                  <a:ext uri="{FF2B5EF4-FFF2-40B4-BE49-F238E27FC236}">
                    <a16:creationId xmlns:a16="http://schemas.microsoft.com/office/drawing/2014/main" id="{6AF8F7F5-20FC-78C3-3DEE-DE3556FD16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8" name="Line 140">
                <a:extLst>
                  <a:ext uri="{FF2B5EF4-FFF2-40B4-BE49-F238E27FC236}">
                    <a16:creationId xmlns:a16="http://schemas.microsoft.com/office/drawing/2014/main" id="{E0582EC9-9E77-14BE-47FF-AEBC51E11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9" name="AutoShape 141">
                <a:extLst>
                  <a:ext uri="{FF2B5EF4-FFF2-40B4-BE49-F238E27FC236}">
                    <a16:creationId xmlns:a16="http://schemas.microsoft.com/office/drawing/2014/main" id="{3619CDE0-E09B-2373-6A76-B249CE532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3588" name="Group 142">
              <a:extLst>
                <a:ext uri="{FF2B5EF4-FFF2-40B4-BE49-F238E27FC236}">
                  <a16:creationId xmlns:a16="http://schemas.microsoft.com/office/drawing/2014/main" id="{706181BE-83F7-03EE-D18B-863E76C06E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94388" y="5991226"/>
              <a:ext cx="550863" cy="452438"/>
              <a:chOff x="2886" y="1668"/>
              <a:chExt cx="347" cy="285"/>
            </a:xfrm>
          </p:grpSpPr>
          <p:sp>
            <p:nvSpPr>
              <p:cNvPr id="63606" name="Rectangle 143">
                <a:extLst>
                  <a:ext uri="{FF2B5EF4-FFF2-40B4-BE49-F238E27FC236}">
                    <a16:creationId xmlns:a16="http://schemas.microsoft.com/office/drawing/2014/main" id="{3B545F90-2BFD-EE59-5119-2CB145356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7" name="Oval 144">
                <a:extLst>
                  <a:ext uri="{FF2B5EF4-FFF2-40B4-BE49-F238E27FC236}">
                    <a16:creationId xmlns:a16="http://schemas.microsoft.com/office/drawing/2014/main" id="{50634FB4-FCB7-323B-D789-0C5CB6BAE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8" name="Rectangle 145">
                <a:extLst>
                  <a:ext uri="{FF2B5EF4-FFF2-40B4-BE49-F238E27FC236}">
                    <a16:creationId xmlns:a16="http://schemas.microsoft.com/office/drawing/2014/main" id="{4FFFAE36-69C6-CF41-B2C7-53AC1E6E1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9" name="Line 146">
                <a:extLst>
                  <a:ext uri="{FF2B5EF4-FFF2-40B4-BE49-F238E27FC236}">
                    <a16:creationId xmlns:a16="http://schemas.microsoft.com/office/drawing/2014/main" id="{5A0B4C18-A96B-FDF0-A6CB-61D6F6B22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0" name="Line 147">
                <a:extLst>
                  <a:ext uri="{FF2B5EF4-FFF2-40B4-BE49-F238E27FC236}">
                    <a16:creationId xmlns:a16="http://schemas.microsoft.com/office/drawing/2014/main" id="{7D456FC6-17E5-DBCB-F5F4-FBA36CE2FE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1" name="Line 148">
                <a:extLst>
                  <a:ext uri="{FF2B5EF4-FFF2-40B4-BE49-F238E27FC236}">
                    <a16:creationId xmlns:a16="http://schemas.microsoft.com/office/drawing/2014/main" id="{015365BD-7A96-3F93-4006-1E67873C01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12" name="AutoShape 149">
                <a:extLst>
                  <a:ext uri="{FF2B5EF4-FFF2-40B4-BE49-F238E27FC236}">
                    <a16:creationId xmlns:a16="http://schemas.microsoft.com/office/drawing/2014/main" id="{427BB2D6-09CA-9114-735F-EAC710F06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3589" name="Group 150">
              <a:extLst>
                <a:ext uri="{FF2B5EF4-FFF2-40B4-BE49-F238E27FC236}">
                  <a16:creationId xmlns:a16="http://schemas.microsoft.com/office/drawing/2014/main" id="{FAFEBC6D-06EB-08D5-0DA6-ABA6C86273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9063" y="5772151"/>
              <a:ext cx="550863" cy="452438"/>
              <a:chOff x="2886" y="1668"/>
              <a:chExt cx="347" cy="285"/>
            </a:xfrm>
          </p:grpSpPr>
          <p:sp>
            <p:nvSpPr>
              <p:cNvPr id="63599" name="Rectangle 151">
                <a:extLst>
                  <a:ext uri="{FF2B5EF4-FFF2-40B4-BE49-F238E27FC236}">
                    <a16:creationId xmlns:a16="http://schemas.microsoft.com/office/drawing/2014/main" id="{5E3B40F8-472C-8724-B2E9-FAFF0513C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0" name="Oval 152">
                <a:extLst>
                  <a:ext uri="{FF2B5EF4-FFF2-40B4-BE49-F238E27FC236}">
                    <a16:creationId xmlns:a16="http://schemas.microsoft.com/office/drawing/2014/main" id="{9DA45A8B-4015-2E0C-A8D7-6BA17260C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1" name="Rectangle 153">
                <a:extLst>
                  <a:ext uri="{FF2B5EF4-FFF2-40B4-BE49-F238E27FC236}">
                    <a16:creationId xmlns:a16="http://schemas.microsoft.com/office/drawing/2014/main" id="{1FA9B363-9736-1829-CC36-E4069CA76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602" name="Line 154">
                <a:extLst>
                  <a:ext uri="{FF2B5EF4-FFF2-40B4-BE49-F238E27FC236}">
                    <a16:creationId xmlns:a16="http://schemas.microsoft.com/office/drawing/2014/main" id="{29351FD4-CBDB-CF63-BB13-B97FBD380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03" name="Line 155">
                <a:extLst>
                  <a:ext uri="{FF2B5EF4-FFF2-40B4-BE49-F238E27FC236}">
                    <a16:creationId xmlns:a16="http://schemas.microsoft.com/office/drawing/2014/main" id="{ACE1E887-8C5E-0EF5-A1B5-6580D16220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04" name="Line 156">
                <a:extLst>
                  <a:ext uri="{FF2B5EF4-FFF2-40B4-BE49-F238E27FC236}">
                    <a16:creationId xmlns:a16="http://schemas.microsoft.com/office/drawing/2014/main" id="{6C5853DA-CDE9-4191-91AC-A14DA02B4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05" name="AutoShape 157">
                <a:extLst>
                  <a:ext uri="{FF2B5EF4-FFF2-40B4-BE49-F238E27FC236}">
                    <a16:creationId xmlns:a16="http://schemas.microsoft.com/office/drawing/2014/main" id="{95548465-7503-03D0-0375-94B61745B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3590" name="Group 158">
              <a:extLst>
                <a:ext uri="{FF2B5EF4-FFF2-40B4-BE49-F238E27FC236}">
                  <a16:creationId xmlns:a16="http://schemas.microsoft.com/office/drawing/2014/main" id="{C1942DE0-7EDB-4EB2-C601-D0AC338D44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3425" y="5964238"/>
              <a:ext cx="550863" cy="452438"/>
              <a:chOff x="2886" y="1668"/>
              <a:chExt cx="347" cy="285"/>
            </a:xfrm>
          </p:grpSpPr>
          <p:sp>
            <p:nvSpPr>
              <p:cNvPr id="63592" name="Rectangle 159">
                <a:extLst>
                  <a:ext uri="{FF2B5EF4-FFF2-40B4-BE49-F238E27FC236}">
                    <a16:creationId xmlns:a16="http://schemas.microsoft.com/office/drawing/2014/main" id="{3AFB6263-2E6A-EFA7-6282-0D80060CF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593" name="Oval 160">
                <a:extLst>
                  <a:ext uri="{FF2B5EF4-FFF2-40B4-BE49-F238E27FC236}">
                    <a16:creationId xmlns:a16="http://schemas.microsoft.com/office/drawing/2014/main" id="{417EC5DD-F4D9-6EE9-E98B-B62A4B796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594" name="Rectangle 161">
                <a:extLst>
                  <a:ext uri="{FF2B5EF4-FFF2-40B4-BE49-F238E27FC236}">
                    <a16:creationId xmlns:a16="http://schemas.microsoft.com/office/drawing/2014/main" id="{FF0CD5E7-EBCB-7C11-8380-8D782C6C2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595" name="Line 162">
                <a:extLst>
                  <a:ext uri="{FF2B5EF4-FFF2-40B4-BE49-F238E27FC236}">
                    <a16:creationId xmlns:a16="http://schemas.microsoft.com/office/drawing/2014/main" id="{4D7B3226-4D35-ABEF-CDEE-6191EB1D6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596" name="Line 163">
                <a:extLst>
                  <a:ext uri="{FF2B5EF4-FFF2-40B4-BE49-F238E27FC236}">
                    <a16:creationId xmlns:a16="http://schemas.microsoft.com/office/drawing/2014/main" id="{91080374-8A92-E1A3-DDBD-ED4B1B1DF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597" name="Line 164">
                <a:extLst>
                  <a:ext uri="{FF2B5EF4-FFF2-40B4-BE49-F238E27FC236}">
                    <a16:creationId xmlns:a16="http://schemas.microsoft.com/office/drawing/2014/main" id="{473965EB-6013-549C-56A3-4F19F4CDE8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598" name="AutoShape 165">
                <a:extLst>
                  <a:ext uri="{FF2B5EF4-FFF2-40B4-BE49-F238E27FC236}">
                    <a16:creationId xmlns:a16="http://schemas.microsoft.com/office/drawing/2014/main" id="{F1624611-3F37-61A4-32A1-C8B31A73E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18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3591" name="Freeform 120">
              <a:extLst>
                <a:ext uri="{FF2B5EF4-FFF2-40B4-BE49-F238E27FC236}">
                  <a16:creationId xmlns:a16="http://schemas.microsoft.com/office/drawing/2014/main" id="{4F6E809B-1A2C-E866-E8BC-707BA335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473" y="4834039"/>
              <a:ext cx="1041539" cy="336504"/>
            </a:xfrm>
            <a:custGeom>
              <a:avLst/>
              <a:gdLst>
                <a:gd name="T0" fmla="*/ 0 w 10844"/>
                <a:gd name="T1" fmla="*/ 2147483646 h 14797"/>
                <a:gd name="T2" fmla="*/ 2147483646 w 10844"/>
                <a:gd name="T3" fmla="*/ 2147483646 h 14797"/>
                <a:gd name="T4" fmla="*/ 2147483646 w 10844"/>
                <a:gd name="T5" fmla="*/ 2147483646 h 14797"/>
                <a:gd name="T6" fmla="*/ 0 60000 65536"/>
                <a:gd name="T7" fmla="*/ 0 60000 65536"/>
                <a:gd name="T8" fmla="*/ 0 60000 65536"/>
                <a:gd name="T9" fmla="*/ 0 w 10844"/>
                <a:gd name="T10" fmla="*/ 0 h 14797"/>
                <a:gd name="T11" fmla="*/ 10844 w 10844"/>
                <a:gd name="T12" fmla="*/ 14797 h 147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44" h="14797">
                  <a:moveTo>
                    <a:pt x="0" y="14797"/>
                  </a:moveTo>
                  <a:cubicBezTo>
                    <a:pt x="2168" y="9517"/>
                    <a:pt x="5654" y="-1331"/>
                    <a:pt x="7042" y="135"/>
                  </a:cubicBezTo>
                  <a:cubicBezTo>
                    <a:pt x="8563" y="1950"/>
                    <a:pt x="9984" y="6698"/>
                    <a:pt x="10844" y="9978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cxnSp>
        <p:nvCxnSpPr>
          <p:cNvPr id="63498" name="Straight Connector 421888">
            <a:extLst>
              <a:ext uri="{FF2B5EF4-FFF2-40B4-BE49-F238E27FC236}">
                <a16:creationId xmlns:a16="http://schemas.microsoft.com/office/drawing/2014/main" id="{4A53E483-2070-5B75-661F-7763638E9FD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197100" y="2743200"/>
            <a:ext cx="20955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499" name="Straight Connector 421894">
            <a:extLst>
              <a:ext uri="{FF2B5EF4-FFF2-40B4-BE49-F238E27FC236}">
                <a16:creationId xmlns:a16="http://schemas.microsoft.com/office/drawing/2014/main" id="{EEEFAA59-8A71-4080-3EE3-806F0B1FA9F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52825" y="2822575"/>
            <a:ext cx="2393950" cy="1325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3500" name="Group 347">
            <a:extLst>
              <a:ext uri="{FF2B5EF4-FFF2-40B4-BE49-F238E27FC236}">
                <a16:creationId xmlns:a16="http://schemas.microsoft.com/office/drawing/2014/main" id="{757D0EB8-AB02-9163-D05D-182040FF16FC}"/>
              </a:ext>
            </a:extLst>
          </p:cNvPr>
          <p:cNvGrpSpPr>
            <a:grpSpLocks/>
          </p:cNvGrpSpPr>
          <p:nvPr/>
        </p:nvGrpSpPr>
        <p:grpSpPr bwMode="auto">
          <a:xfrm>
            <a:off x="6099175" y="5089525"/>
            <a:ext cx="523875" cy="261938"/>
            <a:chOff x="1871277" y="1576300"/>
            <a:chExt cx="1128371" cy="437861"/>
          </a:xfrm>
        </p:grpSpPr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8B8E2BF8-39E9-2844-B7F7-8891DA11367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97" y="1695717"/>
              <a:ext cx="1124951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EDF13B47-CFF2-DE40-A9E4-E21B3586A651}"/>
                </a:ext>
              </a:extLst>
            </p:cNvPr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47E7AE41-BC73-FF45-B019-1344CDA0FB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53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5B921F17-A9F6-3A48-9085-37DAE3B2D88A}"/>
                </a:ext>
              </a:extLst>
            </p:cNvPr>
            <p:cNvSpPr/>
            <p:nvPr/>
          </p:nvSpPr>
          <p:spPr bwMode="auto">
            <a:xfrm>
              <a:off x="2158499" y="1674488"/>
              <a:ext cx="550509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2A0281FD-0242-B548-8CCD-4FD6B97A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790" y="1632028"/>
              <a:ext cx="659927" cy="111455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82A1B89F-BB43-D144-B680-ED5C0E49B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043" y="1727562"/>
              <a:ext cx="242770" cy="98186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D9080DE6-18D7-1446-8953-72B5C0A8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13" y="1730214"/>
              <a:ext cx="239351" cy="98188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48CC38E2-69A1-824B-81E4-873326FCE170}"/>
                </a:ext>
              </a:extLst>
            </p:cNvPr>
            <p:cNvCxnSpPr>
              <a:cxnSpLocks noChangeShapeType="1"/>
              <a:endCxn id="179" idx="2"/>
            </p:cNvCxnSpPr>
            <p:nvPr/>
          </p:nvCxnSpPr>
          <p:spPr bwMode="auto">
            <a:xfrm flipH="1" flipV="1">
              <a:off x="1871277" y="1738176"/>
              <a:ext cx="3420" cy="12207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BD50045A-B85C-2340-A80D-768C5788450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30" y="1735522"/>
              <a:ext cx="3418" cy="12207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1" name="Group 347">
            <a:extLst>
              <a:ext uri="{FF2B5EF4-FFF2-40B4-BE49-F238E27FC236}">
                <a16:creationId xmlns:a16="http://schemas.microsoft.com/office/drawing/2014/main" id="{94201449-7193-757E-AF69-BAAEABBEFF32}"/>
              </a:ext>
            </a:extLst>
          </p:cNvPr>
          <p:cNvGrpSpPr>
            <a:grpSpLocks/>
          </p:cNvGrpSpPr>
          <p:nvPr/>
        </p:nvGrpSpPr>
        <p:grpSpPr bwMode="auto">
          <a:xfrm>
            <a:off x="5481638" y="5353050"/>
            <a:ext cx="523875" cy="263525"/>
            <a:chOff x="1871277" y="1576300"/>
            <a:chExt cx="1128371" cy="437861"/>
          </a:xfrm>
        </p:grpSpPr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F31FA811-8F8B-C444-ACF9-8F467CB0B8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95" y="1694998"/>
              <a:ext cx="1124953" cy="31916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8101FF79-BF84-5E4B-B550-C6E7A6C9F3B0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46D75720-8006-8A43-BEA9-9B935E38E32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51" cy="31916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3F2A934B-7123-F448-B2AD-A17A757F9650}"/>
                </a:ext>
              </a:extLst>
            </p:cNvPr>
            <p:cNvSpPr/>
            <p:nvPr/>
          </p:nvSpPr>
          <p:spPr bwMode="auto">
            <a:xfrm>
              <a:off x="2158499" y="1673896"/>
              <a:ext cx="550507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5CD27393-7148-D148-A439-45F25352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790" y="1634330"/>
              <a:ext cx="659925" cy="11078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B8BE6AFA-6F6B-8544-8FDF-6D7517D7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041" y="1726651"/>
              <a:ext cx="242772" cy="97595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F6AF0C02-4934-8B4F-BB4E-E7D80A29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13" y="1729288"/>
              <a:ext cx="239351" cy="9759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52FB7199-DB5F-3643-A217-20802BAD740D}"/>
                </a:ext>
              </a:extLst>
            </p:cNvPr>
            <p:cNvCxnSpPr>
              <a:cxnSpLocks noChangeShapeType="1"/>
              <a:endCxn id="189" idx="2"/>
            </p:cNvCxnSpPr>
            <p:nvPr/>
          </p:nvCxnSpPr>
          <p:spPr bwMode="auto">
            <a:xfrm flipH="1" flipV="1">
              <a:off x="1871277" y="1737202"/>
              <a:ext cx="3418" cy="12397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00FBC548-94F0-E142-BA76-305BAF3CC0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28" y="1734563"/>
              <a:ext cx="3420" cy="1239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2" name="Group 347">
            <a:extLst>
              <a:ext uri="{FF2B5EF4-FFF2-40B4-BE49-F238E27FC236}">
                <a16:creationId xmlns:a16="http://schemas.microsoft.com/office/drawing/2014/main" id="{47DD066F-74E5-06E4-4B0C-D8CE36A6AB99}"/>
              </a:ext>
            </a:extLst>
          </p:cNvPr>
          <p:cNvGrpSpPr>
            <a:grpSpLocks/>
          </p:cNvGrpSpPr>
          <p:nvPr/>
        </p:nvGrpSpPr>
        <p:grpSpPr bwMode="auto">
          <a:xfrm>
            <a:off x="6723063" y="5376863"/>
            <a:ext cx="523875" cy="261937"/>
            <a:chOff x="1871277" y="1576300"/>
            <a:chExt cx="1128371" cy="437861"/>
          </a:xfrm>
        </p:grpSpPr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C0B051B5-3665-3B4A-A639-4FB2E2DAE9B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95" y="1695716"/>
              <a:ext cx="1124953" cy="31844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5B93EE0D-4570-744E-A8F3-A0E7198881F0}"/>
                </a:ext>
              </a:extLst>
            </p:cNvPr>
            <p:cNvSpPr/>
            <p:nvPr/>
          </p:nvSpPr>
          <p:spPr bwMode="auto">
            <a:xfrm>
              <a:off x="1871277" y="1740830"/>
              <a:ext cx="1128371" cy="11410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85BA74D9-2444-284B-87B4-D935DB56EB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51" cy="31844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A49C4772-2522-0E43-90F2-F1D85BD11A41}"/>
                </a:ext>
              </a:extLst>
            </p:cNvPr>
            <p:cNvSpPr/>
            <p:nvPr/>
          </p:nvSpPr>
          <p:spPr bwMode="auto">
            <a:xfrm>
              <a:off x="2158499" y="1674486"/>
              <a:ext cx="550507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11157C05-415B-1846-B991-80ADA40D9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790" y="1632027"/>
              <a:ext cx="659925" cy="11145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02B05360-6C95-3C42-ADDE-596B4878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041" y="1727561"/>
              <a:ext cx="242772" cy="9818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813D4C2A-F29C-7A48-A4C0-D3138D767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13" y="1730215"/>
              <a:ext cx="239351" cy="9818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40CF2BD3-7A4A-1243-AEE8-69182224E0EE}"/>
                </a:ext>
              </a:extLst>
            </p:cNvPr>
            <p:cNvCxnSpPr>
              <a:cxnSpLocks noChangeShapeType="1"/>
              <a:endCxn id="199" idx="2"/>
            </p:cNvCxnSpPr>
            <p:nvPr/>
          </p:nvCxnSpPr>
          <p:spPr bwMode="auto">
            <a:xfrm flipH="1" flipV="1">
              <a:off x="1871277" y="1738175"/>
              <a:ext cx="3418" cy="1220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5E094503-B19C-5D43-96FA-BB1B8490B8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28" y="1735522"/>
              <a:ext cx="3420" cy="1220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3" name="Group 347">
            <a:extLst>
              <a:ext uri="{FF2B5EF4-FFF2-40B4-BE49-F238E27FC236}">
                <a16:creationId xmlns:a16="http://schemas.microsoft.com/office/drawing/2014/main" id="{D94FD45B-CAD6-79EC-0C6F-AF2C1813C09E}"/>
              </a:ext>
            </a:extLst>
          </p:cNvPr>
          <p:cNvGrpSpPr>
            <a:grpSpLocks/>
          </p:cNvGrpSpPr>
          <p:nvPr/>
        </p:nvGrpSpPr>
        <p:grpSpPr bwMode="auto">
          <a:xfrm>
            <a:off x="7165975" y="4721225"/>
            <a:ext cx="522288" cy="263525"/>
            <a:chOff x="1871277" y="1576300"/>
            <a:chExt cx="1128371" cy="437861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DA28ACED-2A65-8647-821C-78C85922EB8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708" y="1694998"/>
              <a:ext cx="1124940" cy="31916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F9FBA84-00FD-F74F-BEB4-980431C7C63D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F3DEBCF8-F8B7-EF42-BE67-933B2ACDCA5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40" cy="31916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C354F0D1-ABCC-C242-868B-82C251014A82}"/>
                </a:ext>
              </a:extLst>
            </p:cNvPr>
            <p:cNvSpPr/>
            <p:nvPr/>
          </p:nvSpPr>
          <p:spPr bwMode="auto">
            <a:xfrm>
              <a:off x="2159371" y="1673896"/>
              <a:ext cx="548751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0A274F5-E3BE-2B4E-B664-E384CFB13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68" y="1634330"/>
              <a:ext cx="665361" cy="11078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7F29861C-CF0B-DB44-BDAF-28D81AED6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638" y="1726651"/>
              <a:ext cx="243509" cy="97595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66C39A73-C244-1E48-A1C9-8B90E843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778" y="1729288"/>
              <a:ext cx="240079" cy="9759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953B748A-ABA0-3F47-A4AD-2022218DB199}"/>
                </a:ext>
              </a:extLst>
            </p:cNvPr>
            <p:cNvCxnSpPr>
              <a:cxnSpLocks noChangeShapeType="1"/>
              <a:endCxn id="209" idx="2"/>
            </p:cNvCxnSpPr>
            <p:nvPr/>
          </p:nvCxnSpPr>
          <p:spPr bwMode="auto">
            <a:xfrm flipH="1" flipV="1">
              <a:off x="1871277" y="1737202"/>
              <a:ext cx="3431" cy="12397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C7E7A82D-CB8E-C64A-B919-1E1762A85B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17" y="1734563"/>
              <a:ext cx="3431" cy="1239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4" name="Group 347">
            <a:extLst>
              <a:ext uri="{FF2B5EF4-FFF2-40B4-BE49-F238E27FC236}">
                <a16:creationId xmlns:a16="http://schemas.microsoft.com/office/drawing/2014/main" id="{9D4AF29B-9BDC-EE41-F2F8-EFC9DB5807D8}"/>
              </a:ext>
            </a:extLst>
          </p:cNvPr>
          <p:cNvGrpSpPr>
            <a:grpSpLocks/>
          </p:cNvGrpSpPr>
          <p:nvPr/>
        </p:nvGrpSpPr>
        <p:grpSpPr bwMode="auto">
          <a:xfrm>
            <a:off x="6169025" y="4416425"/>
            <a:ext cx="522288" cy="261938"/>
            <a:chOff x="1871277" y="1576300"/>
            <a:chExt cx="1128371" cy="437861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63DCE59F-9C4B-9B4E-AE0E-1ED225EA13F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708" y="1695717"/>
              <a:ext cx="1124940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DF474993-8735-A04A-8C81-0A7A826F9FC0}"/>
                </a:ext>
              </a:extLst>
            </p:cNvPr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AF8C855C-CFE5-514C-B10E-16DC1D543A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40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B310AB74-B867-654C-8F42-C0BD665395C9}"/>
                </a:ext>
              </a:extLst>
            </p:cNvPr>
            <p:cNvSpPr/>
            <p:nvPr/>
          </p:nvSpPr>
          <p:spPr bwMode="auto">
            <a:xfrm>
              <a:off x="2159371" y="1674488"/>
              <a:ext cx="548751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6FEE17C6-F318-D242-BDC2-340A68DC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68" y="1632028"/>
              <a:ext cx="665361" cy="111455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FD0AD0DD-1A68-5D4C-9B63-5BB53818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638" y="1727562"/>
              <a:ext cx="243509" cy="98186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88CF2698-6DAD-4047-AE46-C527CFE0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778" y="1730214"/>
              <a:ext cx="240079" cy="98188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3AD14DE9-9BEF-0C4C-B4F5-424D49B3313A}"/>
                </a:ext>
              </a:extLst>
            </p:cNvPr>
            <p:cNvCxnSpPr>
              <a:cxnSpLocks noChangeShapeType="1"/>
              <a:endCxn id="219" idx="2"/>
            </p:cNvCxnSpPr>
            <p:nvPr/>
          </p:nvCxnSpPr>
          <p:spPr bwMode="auto">
            <a:xfrm flipH="1" flipV="1">
              <a:off x="1871277" y="1738176"/>
              <a:ext cx="3431" cy="12207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898EB531-49FF-CE4F-BE0D-C99D82734D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17" y="1735522"/>
              <a:ext cx="3431" cy="12207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5" name="Group 347">
            <a:extLst>
              <a:ext uri="{FF2B5EF4-FFF2-40B4-BE49-F238E27FC236}">
                <a16:creationId xmlns:a16="http://schemas.microsoft.com/office/drawing/2014/main" id="{3178B39C-323E-E43D-B064-B72A0CD74746}"/>
              </a:ext>
            </a:extLst>
          </p:cNvPr>
          <p:cNvGrpSpPr>
            <a:grpSpLocks/>
          </p:cNvGrpSpPr>
          <p:nvPr/>
        </p:nvGrpSpPr>
        <p:grpSpPr bwMode="auto">
          <a:xfrm>
            <a:off x="5149850" y="4714875"/>
            <a:ext cx="523875" cy="263525"/>
            <a:chOff x="1871277" y="1576300"/>
            <a:chExt cx="1128371" cy="437861"/>
          </a:xfrm>
        </p:grpSpPr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14BB6923-574B-304F-B0DE-2DD7F5B72C7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97" y="1694998"/>
              <a:ext cx="1124951" cy="31916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CAA0ECA-EDA8-364C-94E0-7796A3DDBF3E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A4419CD8-F1CE-0340-B007-69B89847247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53" cy="31916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B64FC3AF-FE65-4B4C-AF81-EF46A329F34A}"/>
                </a:ext>
              </a:extLst>
            </p:cNvPr>
            <p:cNvSpPr/>
            <p:nvPr/>
          </p:nvSpPr>
          <p:spPr bwMode="auto">
            <a:xfrm>
              <a:off x="2158499" y="1673896"/>
              <a:ext cx="550509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542E3251-8645-E547-B552-534A12F4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790" y="1634330"/>
              <a:ext cx="659927" cy="11078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55361085-904D-3E44-A23A-910ADD12D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043" y="1726651"/>
              <a:ext cx="242770" cy="97595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292964E2-2CBF-BE49-AAB2-D34BFF51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13" y="1729288"/>
              <a:ext cx="239351" cy="9759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1185914F-375B-2E40-9CAE-03AC7CBAFD36}"/>
                </a:ext>
              </a:extLst>
            </p:cNvPr>
            <p:cNvCxnSpPr>
              <a:cxnSpLocks noChangeShapeType="1"/>
              <a:endCxn id="229" idx="2"/>
            </p:cNvCxnSpPr>
            <p:nvPr/>
          </p:nvCxnSpPr>
          <p:spPr bwMode="auto">
            <a:xfrm flipH="1" flipV="1">
              <a:off x="1871277" y="1737202"/>
              <a:ext cx="3420" cy="12397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4A54E83F-A50E-CF43-BC44-16E51A4CBC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30" y="1734563"/>
              <a:ext cx="3418" cy="1239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0" name="Straight Connector 379">
            <a:extLst>
              <a:ext uri="{FF2B5EF4-FFF2-40B4-BE49-F238E27FC236}">
                <a16:creationId xmlns:a16="http://schemas.microsoft.com/office/drawing/2014/main" id="{76CC4ABF-35DF-6A48-AECC-84A232334CC5}"/>
              </a:ext>
            </a:extLst>
          </p:cNvPr>
          <p:cNvCxnSpPr/>
          <p:nvPr/>
        </p:nvCxnSpPr>
        <p:spPr bwMode="auto">
          <a:xfrm rot="16200000" flipH="1">
            <a:off x="5373687" y="2093913"/>
            <a:ext cx="557213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1" name="Straight Connector 380">
            <a:extLst>
              <a:ext uri="{FF2B5EF4-FFF2-40B4-BE49-F238E27FC236}">
                <a16:creationId xmlns:a16="http://schemas.microsoft.com/office/drawing/2014/main" id="{07531B66-A6D4-C947-B224-2528823A984D}"/>
              </a:ext>
            </a:extLst>
          </p:cNvPr>
          <p:cNvCxnSpPr/>
          <p:nvPr/>
        </p:nvCxnSpPr>
        <p:spPr bwMode="auto">
          <a:xfrm rot="5400000">
            <a:off x="5768182" y="1988344"/>
            <a:ext cx="444500" cy="35083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2" name="Straight Connector 381">
            <a:extLst>
              <a:ext uri="{FF2B5EF4-FFF2-40B4-BE49-F238E27FC236}">
                <a16:creationId xmlns:a16="http://schemas.microsoft.com/office/drawing/2014/main" id="{B8988AF3-A887-7F41-A244-AE371F4EC24C}"/>
              </a:ext>
            </a:extLst>
          </p:cNvPr>
          <p:cNvCxnSpPr/>
          <p:nvPr/>
        </p:nvCxnSpPr>
        <p:spPr bwMode="auto">
          <a:xfrm>
            <a:off x="5043488" y="2374900"/>
            <a:ext cx="46831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16" name="Group 347">
            <a:extLst>
              <a:ext uri="{FF2B5EF4-FFF2-40B4-BE49-F238E27FC236}">
                <a16:creationId xmlns:a16="http://schemas.microsoft.com/office/drawing/2014/main" id="{29D1E9A8-89D7-DBDC-3FDA-671796C76A72}"/>
              </a:ext>
            </a:extLst>
          </p:cNvPr>
          <p:cNvGrpSpPr>
            <a:grpSpLocks/>
          </p:cNvGrpSpPr>
          <p:nvPr/>
        </p:nvGrpSpPr>
        <p:grpSpPr bwMode="auto">
          <a:xfrm>
            <a:off x="5443538" y="2192338"/>
            <a:ext cx="815975" cy="449262"/>
            <a:chOff x="1871277" y="1576300"/>
            <a:chExt cx="1128371" cy="437861"/>
          </a:xfrm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3A726775-D63D-4349-8B0B-F92E906E0BF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BE54DEE2-5811-D843-99BF-5E9E9EE17743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6E51F894-AC14-9C40-B753-C4E64AC58BB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6E26F718-602C-3846-A54A-1D6B1548C45A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9FBB845-A327-AC4E-ADDF-58C86C6C6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F9AED92B-5951-984B-BB63-37C5B8C1E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7F515F4-102B-264C-A03C-A73267F8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C48EF3BE-593F-9646-B11A-345D27B9A7A2}"/>
                </a:ext>
              </a:extLst>
            </p:cNvPr>
            <p:cNvCxnSpPr>
              <a:cxnSpLocks noChangeShapeType="1"/>
              <a:endCxn id="13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B41FABCF-9D35-FE45-9CA7-B416E3A011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4517" name="Group 347">
            <a:extLst>
              <a:ext uri="{FF2B5EF4-FFF2-40B4-BE49-F238E27FC236}">
                <a16:creationId xmlns:a16="http://schemas.microsoft.com/office/drawing/2014/main" id="{5C27477F-EE66-6D2D-8FA7-425DA88D8C3A}"/>
              </a:ext>
            </a:extLst>
          </p:cNvPr>
          <p:cNvGrpSpPr>
            <a:grpSpLocks/>
          </p:cNvGrpSpPr>
          <p:nvPr/>
        </p:nvGrpSpPr>
        <p:grpSpPr bwMode="auto">
          <a:xfrm>
            <a:off x="7618413" y="2201863"/>
            <a:ext cx="815975" cy="449262"/>
            <a:chOff x="1871277" y="1576300"/>
            <a:chExt cx="1128371" cy="437861"/>
          </a:xfrm>
        </p:grpSpPr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48C36E53-5545-BF41-8FC3-891E1897445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96D8403D-7CCF-3D4B-B806-0F5BCE0C0FF0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1CB1FB5C-8593-674F-B51B-9EC6A1B1FD8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D9016BF-A1FA-5E4F-B834-4636FCBB3E93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9556C673-4D51-DF45-9945-9BC3BB27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6277CEB-70A6-D745-898E-BDF56463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0B5BD58A-C1B9-1342-B973-E34E3D09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0F645CBB-1D80-5F4F-B9AB-70784D3B701B}"/>
                </a:ext>
              </a:extLst>
            </p:cNvPr>
            <p:cNvCxnSpPr>
              <a:cxnSpLocks noChangeShapeType="1"/>
              <a:endCxn id="12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5E0F063A-DAB8-114F-9349-597534EDA9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88" name="Straight Connector 387">
            <a:extLst>
              <a:ext uri="{FF2B5EF4-FFF2-40B4-BE49-F238E27FC236}">
                <a16:creationId xmlns:a16="http://schemas.microsoft.com/office/drawing/2014/main" id="{F1053790-D632-7144-8319-F2249DF31E77}"/>
              </a:ext>
            </a:extLst>
          </p:cNvPr>
          <p:cNvCxnSpPr/>
          <p:nvPr/>
        </p:nvCxnSpPr>
        <p:spPr bwMode="auto">
          <a:xfrm rot="16200000" flipV="1">
            <a:off x="7853363" y="4473575"/>
            <a:ext cx="557212" cy="1476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E68E962C-A344-6B4F-A408-25C03FEE607F}"/>
              </a:ext>
            </a:extLst>
          </p:cNvPr>
          <p:cNvCxnSpPr/>
          <p:nvPr/>
        </p:nvCxnSpPr>
        <p:spPr bwMode="auto">
          <a:xfrm rot="5400000" flipH="1" flipV="1">
            <a:off x="7604126" y="4460875"/>
            <a:ext cx="501650" cy="1174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20" name="Group 347">
            <a:extLst>
              <a:ext uri="{FF2B5EF4-FFF2-40B4-BE49-F238E27FC236}">
                <a16:creationId xmlns:a16="http://schemas.microsoft.com/office/drawing/2014/main" id="{6FD80745-35CB-B975-6A52-268814516663}"/>
              </a:ext>
            </a:extLst>
          </p:cNvPr>
          <p:cNvGrpSpPr>
            <a:grpSpLocks/>
          </p:cNvGrpSpPr>
          <p:nvPr/>
        </p:nvGrpSpPr>
        <p:grpSpPr bwMode="auto">
          <a:xfrm>
            <a:off x="7667625" y="3878263"/>
            <a:ext cx="815975" cy="449262"/>
            <a:chOff x="1871277" y="1576300"/>
            <a:chExt cx="1128371" cy="437861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F5F5DE6E-ED40-AD4F-BBF6-CA48296B4BC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473" y="1693888"/>
              <a:ext cx="1126175" cy="32027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B1D463CB-8108-B240-840C-9F7F9B210850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21F6E31C-7581-7648-9072-2CB391B8B63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6176" cy="32027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D3A5D33B-2239-F64A-9A73-873643BC580E}"/>
                </a:ext>
              </a:extLst>
            </p:cNvPr>
            <p:cNvSpPr/>
            <p:nvPr/>
          </p:nvSpPr>
          <p:spPr bwMode="auto">
            <a:xfrm>
              <a:off x="2158859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E6D2E40-B50B-0F48-BB89-DBCFCDEC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781" y="1633546"/>
              <a:ext cx="662973" cy="11139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5D98FE65-638C-AC47-8AEF-5FAF386B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008" y="1727927"/>
              <a:ext cx="243675" cy="97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DC4E3C6-5EF5-7544-9117-FC3151A1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04" y="1729474"/>
              <a:ext cx="239286" cy="97475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FC59EC1-DD02-8B48-AA8B-93F616C17726}"/>
                </a:ext>
              </a:extLst>
            </p:cNvPr>
            <p:cNvCxnSpPr>
              <a:cxnSpLocks noChangeShapeType="1"/>
              <a:endCxn id="111" idx="2"/>
            </p:cNvCxnSpPr>
            <p:nvPr/>
          </p:nvCxnSpPr>
          <p:spPr bwMode="auto">
            <a:xfrm flipH="1" flipV="1">
              <a:off x="1871277" y="1737210"/>
              <a:ext cx="2196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42803989-1F3E-B046-A6EC-6F1AC11824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453" y="1734116"/>
              <a:ext cx="2195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64521" name="Footer Placeholder 2">
            <a:extLst>
              <a:ext uri="{FF2B5EF4-FFF2-40B4-BE49-F238E27FC236}">
                <a16:creationId xmlns:a16="http://schemas.microsoft.com/office/drawing/2014/main" id="{7A85969B-B623-DE95-F95F-FE8A5137F8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4522" name="Rectangle 1026">
            <a:extLst>
              <a:ext uri="{FF2B5EF4-FFF2-40B4-BE49-F238E27FC236}">
                <a16:creationId xmlns:a16="http://schemas.microsoft.com/office/drawing/2014/main" id="{B43A22F0-EE70-892C-FEBD-3383E7A453D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65138" y="274638"/>
            <a:ext cx="7772400" cy="719137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Alternative core: circuit switching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64523" name="Rectangle 1027">
            <a:extLst>
              <a:ext uri="{FF2B5EF4-FFF2-40B4-BE49-F238E27FC236}">
                <a16:creationId xmlns:a16="http://schemas.microsoft.com/office/drawing/2014/main" id="{A663142E-AEFF-8D10-359C-3CDDD755A0D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5925" y="1236663"/>
            <a:ext cx="4465638" cy="46482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>
                <a:solidFill>
                  <a:srgbClr val="CC0000"/>
                </a:solidFill>
                <a:ea typeface="ＭＳ Ｐゴシック" panose="020B0600070205080204" pitchFamily="34" charset="-128"/>
              </a:rPr>
              <a:t>end-end resources allocated to, reserved for </a:t>
            </a:r>
            <a:r>
              <a:rPr lang="ja-JP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solidFill>
                  <a:srgbClr val="CC0000"/>
                </a:solidFill>
                <a:ea typeface="ＭＳ Ｐゴシック" panose="020B0600070205080204" pitchFamily="34" charset="-128"/>
              </a:rPr>
              <a:t>call</a:t>
            </a:r>
            <a:r>
              <a:rPr lang="ja-JP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solidFill>
                  <a:srgbClr val="CC0000"/>
                </a:solidFill>
                <a:ea typeface="ＭＳ Ｐゴシック" panose="020B0600070205080204" pitchFamily="34" charset="-128"/>
              </a:rPr>
              <a:t> between source &amp; dest: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 eaLnBrk="1" hangingPunct="1"/>
            <a:r>
              <a:rPr lang="en-US" altLang="zh-CN">
                <a:ea typeface="ＭＳ Ｐゴシック" panose="020B0600070205080204" pitchFamily="34" charset="-128"/>
              </a:rPr>
              <a:t>call gets 2</a:t>
            </a:r>
            <a:r>
              <a:rPr lang="en-US" altLang="zh-CN" baseline="30000">
                <a:ea typeface="ＭＳ Ｐゴシック" panose="020B0600070205080204" pitchFamily="34" charset="-128"/>
              </a:rPr>
              <a:t>nd</a:t>
            </a:r>
            <a:r>
              <a:rPr lang="en-US" altLang="zh-CN">
                <a:ea typeface="ＭＳ Ｐゴシック" panose="020B0600070205080204" pitchFamily="34" charset="-128"/>
              </a:rPr>
              <a:t> circuit in top link and 1</a:t>
            </a:r>
            <a:r>
              <a:rPr lang="en-US" altLang="zh-CN" baseline="30000">
                <a:ea typeface="ＭＳ Ｐゴシック" panose="020B0600070205080204" pitchFamily="34" charset="-128"/>
              </a:rPr>
              <a:t>st</a:t>
            </a:r>
            <a:r>
              <a:rPr lang="en-US" altLang="zh-CN">
                <a:ea typeface="ＭＳ Ｐゴシック" panose="020B0600070205080204" pitchFamily="34" charset="-128"/>
              </a:rPr>
              <a:t> circuit in right link.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circuit-like (guaranteed) performance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zh-CN" sz="2400" i="1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eaLnBrk="1" hangingPunct="1"/>
            <a:r>
              <a:rPr lang="en-US" altLang="zh-CN" sz="2400">
                <a:ea typeface="ＭＳ Ｐゴシック" panose="020B0600070205080204" pitchFamily="34" charset="-128"/>
              </a:rPr>
              <a:t>commonly used in traditional telephone networks</a:t>
            </a:r>
          </a:p>
        </p:txBody>
      </p:sp>
      <p:pic>
        <p:nvPicPr>
          <p:cNvPr id="64524" name="Picture 691" descr="underline_base">
            <a:extLst>
              <a:ext uri="{FF2B5EF4-FFF2-40B4-BE49-F238E27FC236}">
                <a16:creationId xmlns:a16="http://schemas.microsoft.com/office/drawing/2014/main" id="{81D16234-451A-5D6E-842D-514DA756CB5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852488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25" name="Slide Number Placeholder 3">
            <a:extLst>
              <a:ext uri="{FF2B5EF4-FFF2-40B4-BE49-F238E27FC236}">
                <a16:creationId xmlns:a16="http://schemas.microsoft.com/office/drawing/2014/main" id="{6DE9A04E-AD36-39FC-9249-56D6E2DB4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7459BE85-80CB-704E-A624-1B8698B91C8C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64526" name="Group 100">
            <a:extLst>
              <a:ext uri="{FF2B5EF4-FFF2-40B4-BE49-F238E27FC236}">
                <a16:creationId xmlns:a16="http://schemas.microsoft.com/office/drawing/2014/main" id="{0F8F8A24-9BB8-54AE-FA9D-92C64A9552BC}"/>
              </a:ext>
            </a:extLst>
          </p:cNvPr>
          <p:cNvGrpSpPr>
            <a:grpSpLocks/>
          </p:cNvGrpSpPr>
          <p:nvPr/>
        </p:nvGrpSpPr>
        <p:grpSpPr bwMode="auto">
          <a:xfrm>
            <a:off x="4749800" y="1371600"/>
            <a:ext cx="631825" cy="503238"/>
            <a:chOff x="-44" y="1473"/>
            <a:chExt cx="981" cy="1105"/>
          </a:xfrm>
        </p:grpSpPr>
        <p:pic>
          <p:nvPicPr>
            <p:cNvPr id="64582" name="Picture 101" descr="desktop_computer_stylized_medium">
              <a:extLst>
                <a:ext uri="{FF2B5EF4-FFF2-40B4-BE49-F238E27FC236}">
                  <a16:creationId xmlns:a16="http://schemas.microsoft.com/office/drawing/2014/main" id="{8494BDBC-7773-05CF-8F62-D7441F31C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3" name="Freeform 102">
              <a:extLst>
                <a:ext uri="{FF2B5EF4-FFF2-40B4-BE49-F238E27FC236}">
                  <a16:creationId xmlns:a16="http://schemas.microsoft.com/office/drawing/2014/main" id="{769BCB17-FF20-B403-D425-132D9D09D2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56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4527" name="Group 100">
            <a:extLst>
              <a:ext uri="{FF2B5EF4-FFF2-40B4-BE49-F238E27FC236}">
                <a16:creationId xmlns:a16="http://schemas.microsoft.com/office/drawing/2014/main" id="{D685039B-C5C3-B7C0-771E-ADCB7CC0D716}"/>
              </a:ext>
            </a:extLst>
          </p:cNvPr>
          <p:cNvGrpSpPr>
            <a:grpSpLocks/>
          </p:cNvGrpSpPr>
          <p:nvPr/>
        </p:nvGrpSpPr>
        <p:grpSpPr bwMode="auto">
          <a:xfrm>
            <a:off x="8499475" y="4603750"/>
            <a:ext cx="631825" cy="503238"/>
            <a:chOff x="-44" y="1473"/>
            <a:chExt cx="981" cy="1105"/>
          </a:xfrm>
        </p:grpSpPr>
        <p:pic>
          <p:nvPicPr>
            <p:cNvPr id="64580" name="Picture 101" descr="desktop_computer_stylized_medium">
              <a:extLst>
                <a:ext uri="{FF2B5EF4-FFF2-40B4-BE49-F238E27FC236}">
                  <a16:creationId xmlns:a16="http://schemas.microsoft.com/office/drawing/2014/main" id="{6F0F7CDE-D35B-8E10-471B-1B290B0C7C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1" name="Freeform 102">
              <a:extLst>
                <a:ext uri="{FF2B5EF4-FFF2-40B4-BE49-F238E27FC236}">
                  <a16:creationId xmlns:a16="http://schemas.microsoft.com/office/drawing/2014/main" id="{45F9EF93-C9B9-50C6-7E86-5F82B2F518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56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65" name="Rectangle 364">
            <a:extLst>
              <a:ext uri="{FF2B5EF4-FFF2-40B4-BE49-F238E27FC236}">
                <a16:creationId xmlns:a16="http://schemas.microsoft.com/office/drawing/2014/main" id="{2D5E2814-0422-F847-9B7C-BFFB3063884F}"/>
              </a:ext>
            </a:extLst>
          </p:cNvPr>
          <p:cNvSpPr/>
          <p:nvPr/>
        </p:nvSpPr>
        <p:spPr bwMode="auto">
          <a:xfrm>
            <a:off x="6273800" y="2319338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2DF6E00B-CB3C-7C41-8B34-B49A2CD4A3B8}"/>
              </a:ext>
            </a:extLst>
          </p:cNvPr>
          <p:cNvSpPr/>
          <p:nvPr/>
        </p:nvSpPr>
        <p:spPr bwMode="auto">
          <a:xfrm>
            <a:off x="6273800" y="2374900"/>
            <a:ext cx="1346200" cy="55563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933FC1F2-647B-9D44-B48C-7B2AF2B4A77B}"/>
              </a:ext>
            </a:extLst>
          </p:cNvPr>
          <p:cNvSpPr/>
          <p:nvPr/>
        </p:nvSpPr>
        <p:spPr bwMode="auto">
          <a:xfrm>
            <a:off x="6273800" y="2430463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FFD90FAF-9C0D-8A48-B97F-825A6C34F35B}"/>
              </a:ext>
            </a:extLst>
          </p:cNvPr>
          <p:cNvSpPr/>
          <p:nvPr/>
        </p:nvSpPr>
        <p:spPr bwMode="auto">
          <a:xfrm>
            <a:off x="6273800" y="2486025"/>
            <a:ext cx="1346200" cy="55563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32" name="Group 142">
            <a:extLst>
              <a:ext uri="{FF2B5EF4-FFF2-40B4-BE49-F238E27FC236}">
                <a16:creationId xmlns:a16="http://schemas.microsoft.com/office/drawing/2014/main" id="{8C535976-7198-3587-E78A-A5A5EC14B7A7}"/>
              </a:ext>
            </a:extLst>
          </p:cNvPr>
          <p:cNvGrpSpPr>
            <a:grpSpLocks/>
          </p:cNvGrpSpPr>
          <p:nvPr/>
        </p:nvGrpSpPr>
        <p:grpSpPr bwMode="auto">
          <a:xfrm>
            <a:off x="5570538" y="3878263"/>
            <a:ext cx="760412" cy="390525"/>
            <a:chOff x="2356" y="1300"/>
            <a:chExt cx="555" cy="194"/>
          </a:xfrm>
        </p:grpSpPr>
        <p:sp>
          <p:nvSpPr>
            <p:cNvPr id="64572" name="Oval 407">
              <a:extLst>
                <a:ext uri="{FF2B5EF4-FFF2-40B4-BE49-F238E27FC236}">
                  <a16:creationId xmlns:a16="http://schemas.microsoft.com/office/drawing/2014/main" id="{2C3CE593-FB95-26C8-4C63-5797A3026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4573" name="Rectangle 410">
              <a:extLst>
                <a:ext uri="{FF2B5EF4-FFF2-40B4-BE49-F238E27FC236}">
                  <a16:creationId xmlns:a16="http://schemas.microsoft.com/office/drawing/2014/main" id="{5CAAA40C-3D4D-6BFB-0852-0E3FA59A9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4574" name="Oval 411">
              <a:extLst>
                <a:ext uri="{FF2B5EF4-FFF2-40B4-BE49-F238E27FC236}">
                  <a16:creationId xmlns:a16="http://schemas.microsoft.com/office/drawing/2014/main" id="{6BB204B8-028D-092E-E5E2-314D2B8AB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grpSp>
          <p:nvGrpSpPr>
            <p:cNvPr id="64575" name="Group 146">
              <a:extLst>
                <a:ext uri="{FF2B5EF4-FFF2-40B4-BE49-F238E27FC236}">
                  <a16:creationId xmlns:a16="http://schemas.microsoft.com/office/drawing/2014/main" id="{1FB39427-8086-6B84-EFD5-D02475D737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64578" name="Freeform 147">
                <a:extLst>
                  <a:ext uri="{FF2B5EF4-FFF2-40B4-BE49-F238E27FC236}">
                    <a16:creationId xmlns:a16="http://schemas.microsoft.com/office/drawing/2014/main" id="{29ACE882-5E44-3258-4FEC-637EFEB7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79" name="Freeform 148">
                <a:extLst>
                  <a:ext uri="{FF2B5EF4-FFF2-40B4-BE49-F238E27FC236}">
                    <a16:creationId xmlns:a16="http://schemas.microsoft.com/office/drawing/2014/main" id="{E910CE83-E10D-56D5-7C02-E33DC4ADA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4576" name="Line 149">
              <a:extLst>
                <a:ext uri="{FF2B5EF4-FFF2-40B4-BE49-F238E27FC236}">
                  <a16:creationId xmlns:a16="http://schemas.microsoft.com/office/drawing/2014/main" id="{586A1F07-5541-383F-9FE0-F1E66C5C2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7" name="Line 150">
              <a:extLst>
                <a:ext uri="{FF2B5EF4-FFF2-40B4-BE49-F238E27FC236}">
                  <a16:creationId xmlns:a16="http://schemas.microsoft.com/office/drawing/2014/main" id="{801A1209-0C66-9228-EDD8-18AA00280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33" name="Group 75">
            <a:extLst>
              <a:ext uri="{FF2B5EF4-FFF2-40B4-BE49-F238E27FC236}">
                <a16:creationId xmlns:a16="http://schemas.microsoft.com/office/drawing/2014/main" id="{BD5DFCBF-2F60-B752-72AA-64237BE6301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5280818" y="3120232"/>
            <a:ext cx="1281113" cy="234950"/>
            <a:chOff x="4876800" y="1143000"/>
            <a:chExt cx="1752600" cy="3048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29A48E9A-B462-F449-AA9A-7182243A9751}"/>
                </a:ext>
              </a:extLst>
            </p:cNvPr>
            <p:cNvSpPr/>
            <p:nvPr/>
          </p:nvSpPr>
          <p:spPr>
            <a:xfrm>
              <a:off x="4865941" y="1171831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F93DA341-88A0-744F-A9C8-0621E87EE869}"/>
                </a:ext>
              </a:extLst>
            </p:cNvPr>
            <p:cNvSpPr/>
            <p:nvPr/>
          </p:nvSpPr>
          <p:spPr>
            <a:xfrm>
              <a:off x="4865941" y="1248031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5741335B-B81F-8E4C-BD93-A81A3CECBBB7}"/>
                </a:ext>
              </a:extLst>
            </p:cNvPr>
            <p:cNvSpPr/>
            <p:nvPr/>
          </p:nvSpPr>
          <p:spPr>
            <a:xfrm>
              <a:off x="4865941" y="1324231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2F119483-3286-3E48-A998-E3033F7046B5}"/>
                </a:ext>
              </a:extLst>
            </p:cNvPr>
            <p:cNvSpPr/>
            <p:nvPr/>
          </p:nvSpPr>
          <p:spPr>
            <a:xfrm>
              <a:off x="4865941" y="1400431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4534" name="Group 80">
            <a:extLst>
              <a:ext uri="{FF2B5EF4-FFF2-40B4-BE49-F238E27FC236}">
                <a16:creationId xmlns:a16="http://schemas.microsoft.com/office/drawing/2014/main" id="{C1A233A4-16EA-868D-C9E4-9AEA2C96C9B1}"/>
              </a:ext>
            </a:extLst>
          </p:cNvPr>
          <p:cNvGrpSpPr>
            <a:grpSpLocks/>
          </p:cNvGrpSpPr>
          <p:nvPr/>
        </p:nvGrpSpPr>
        <p:grpSpPr bwMode="auto">
          <a:xfrm>
            <a:off x="6350000" y="3990975"/>
            <a:ext cx="1328738" cy="222250"/>
            <a:chOff x="4876800" y="1143000"/>
            <a:chExt cx="1752600" cy="304800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20940F14-1727-1247-8180-DB467BE78D7A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A56D9FC3-0A7B-8140-BF93-141D851AAF63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F565169A-F528-EC44-9FCF-95D9AC5E1F8E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99B4D6BB-7D6D-1044-9AB2-4D64F2DD2382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374" name="Rectangle 373">
            <a:extLst>
              <a:ext uri="{FF2B5EF4-FFF2-40B4-BE49-F238E27FC236}">
                <a16:creationId xmlns:a16="http://schemas.microsoft.com/office/drawing/2014/main" id="{5AE7625A-60EB-3C49-9651-1B0E2CA7454B}"/>
              </a:ext>
            </a:extLst>
          </p:cNvPr>
          <p:cNvSpPr/>
          <p:nvPr/>
        </p:nvSpPr>
        <p:spPr bwMode="auto">
          <a:xfrm rot="5400000">
            <a:off x="7478712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329AA3A1-EADA-3D4C-B938-C05B70A58D8E}"/>
              </a:ext>
            </a:extLst>
          </p:cNvPr>
          <p:cNvSpPr/>
          <p:nvPr/>
        </p:nvSpPr>
        <p:spPr bwMode="auto">
          <a:xfrm rot="5400000">
            <a:off x="7419975" y="3208338"/>
            <a:ext cx="1281113" cy="58737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943AD89F-7557-4D47-A297-E0EAB610FD4A}"/>
              </a:ext>
            </a:extLst>
          </p:cNvPr>
          <p:cNvSpPr/>
          <p:nvPr/>
        </p:nvSpPr>
        <p:spPr bwMode="auto">
          <a:xfrm rot="5400000">
            <a:off x="7361237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830DAC9F-6E45-1940-B8BD-1644E98F19F1}"/>
              </a:ext>
            </a:extLst>
          </p:cNvPr>
          <p:cNvSpPr/>
          <p:nvPr/>
        </p:nvSpPr>
        <p:spPr bwMode="auto">
          <a:xfrm rot="5400000">
            <a:off x="7302500" y="3208338"/>
            <a:ext cx="128111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92A7B51E-B839-D342-8BF7-1822615B1848}"/>
              </a:ext>
            </a:extLst>
          </p:cNvPr>
          <p:cNvSpPr/>
          <p:nvPr/>
        </p:nvSpPr>
        <p:spPr bwMode="auto">
          <a:xfrm rot="3198033">
            <a:off x="5179219" y="1955006"/>
            <a:ext cx="654050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097D4F1B-707F-9540-A73C-777F4C2CA532}"/>
              </a:ext>
            </a:extLst>
          </p:cNvPr>
          <p:cNvSpPr/>
          <p:nvPr/>
        </p:nvSpPr>
        <p:spPr bwMode="auto">
          <a:xfrm rot="3198033">
            <a:off x="8226425" y="4462463"/>
            <a:ext cx="65246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cxnSp>
        <p:nvCxnSpPr>
          <p:cNvPr id="383" name="Straight Connector 382">
            <a:extLst>
              <a:ext uri="{FF2B5EF4-FFF2-40B4-BE49-F238E27FC236}">
                <a16:creationId xmlns:a16="http://schemas.microsoft.com/office/drawing/2014/main" id="{4E9A85C4-48CB-0E47-A997-A71C54A5AC69}"/>
              </a:ext>
            </a:extLst>
          </p:cNvPr>
          <p:cNvCxnSpPr>
            <a:endCxn id="64576" idx="0"/>
          </p:cNvCxnSpPr>
          <p:nvPr/>
        </p:nvCxnSpPr>
        <p:spPr bwMode="auto">
          <a:xfrm>
            <a:off x="5043488" y="3990975"/>
            <a:ext cx="528637" cy="111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AF3F3C7C-5F0A-634B-9950-B2CEF73BD4DD}"/>
              </a:ext>
            </a:extLst>
          </p:cNvPr>
          <p:cNvCxnSpPr>
            <a:endCxn id="64574" idx="1"/>
          </p:cNvCxnSpPr>
          <p:nvPr/>
        </p:nvCxnSpPr>
        <p:spPr bwMode="auto">
          <a:xfrm>
            <a:off x="5218113" y="3600450"/>
            <a:ext cx="461962" cy="315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7BDC0BAD-09F8-7C4E-9CAE-2C87A7FBF51C}"/>
              </a:ext>
            </a:extLst>
          </p:cNvPr>
          <p:cNvCxnSpPr>
            <a:endCxn id="64572" idx="3"/>
          </p:cNvCxnSpPr>
          <p:nvPr/>
        </p:nvCxnSpPr>
        <p:spPr bwMode="auto">
          <a:xfrm flipV="1">
            <a:off x="5159375" y="4237038"/>
            <a:ext cx="522288" cy="31115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" name="Straight Connector 385">
            <a:extLst>
              <a:ext uri="{FF2B5EF4-FFF2-40B4-BE49-F238E27FC236}">
                <a16:creationId xmlns:a16="http://schemas.microsoft.com/office/drawing/2014/main" id="{F6CC8089-F35D-7C48-A4FD-6695F66B9B66}"/>
              </a:ext>
            </a:extLst>
          </p:cNvPr>
          <p:cNvCxnSpPr/>
          <p:nvPr/>
        </p:nvCxnSpPr>
        <p:spPr bwMode="auto">
          <a:xfrm rot="5400000" flipH="1" flipV="1">
            <a:off x="5495132" y="4461669"/>
            <a:ext cx="501650" cy="1158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B0F74A56-9B5A-B249-B8F3-0F63735F64AB}"/>
              </a:ext>
            </a:extLst>
          </p:cNvPr>
          <p:cNvCxnSpPr/>
          <p:nvPr/>
        </p:nvCxnSpPr>
        <p:spPr bwMode="auto">
          <a:xfrm rot="10800000">
            <a:off x="8440738" y="4102100"/>
            <a:ext cx="7032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0" name="Straight Connector 389">
            <a:extLst>
              <a:ext uri="{FF2B5EF4-FFF2-40B4-BE49-F238E27FC236}">
                <a16:creationId xmlns:a16="http://schemas.microsoft.com/office/drawing/2014/main" id="{36805B4C-3E05-2F4F-A2B3-836435ED6F1C}"/>
              </a:ext>
            </a:extLst>
          </p:cNvPr>
          <p:cNvCxnSpPr/>
          <p:nvPr/>
        </p:nvCxnSpPr>
        <p:spPr bwMode="auto">
          <a:xfrm rot="16200000" flipH="1">
            <a:off x="7707313" y="1914525"/>
            <a:ext cx="557212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47" name="Group 100">
            <a:extLst>
              <a:ext uri="{FF2B5EF4-FFF2-40B4-BE49-F238E27FC236}">
                <a16:creationId xmlns:a16="http://schemas.microsoft.com/office/drawing/2014/main" id="{8208D801-2B87-6FD9-CCF1-1524C4EFA9C8}"/>
              </a:ext>
            </a:extLst>
          </p:cNvPr>
          <p:cNvGrpSpPr>
            <a:grpSpLocks/>
          </p:cNvGrpSpPr>
          <p:nvPr/>
        </p:nvGrpSpPr>
        <p:grpSpPr bwMode="auto">
          <a:xfrm>
            <a:off x="7972425" y="1371600"/>
            <a:ext cx="630238" cy="503238"/>
            <a:chOff x="-44" y="1473"/>
            <a:chExt cx="981" cy="1105"/>
          </a:xfrm>
        </p:grpSpPr>
        <p:pic>
          <p:nvPicPr>
            <p:cNvPr id="64562" name="Picture 101" descr="desktop_computer_stylized_medium">
              <a:extLst>
                <a:ext uri="{FF2B5EF4-FFF2-40B4-BE49-F238E27FC236}">
                  <a16:creationId xmlns:a16="http://schemas.microsoft.com/office/drawing/2014/main" id="{7AAD6503-CC43-D279-A178-E80284112F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63" name="Freeform 102">
              <a:extLst>
                <a:ext uri="{FF2B5EF4-FFF2-40B4-BE49-F238E27FC236}">
                  <a16:creationId xmlns:a16="http://schemas.microsoft.com/office/drawing/2014/main" id="{EAD64DAC-ACB2-84AC-374F-97F878B703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56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cxnSp>
        <p:nvCxnSpPr>
          <p:cNvPr id="392" name="Straight Connector 391">
            <a:extLst>
              <a:ext uri="{FF2B5EF4-FFF2-40B4-BE49-F238E27FC236}">
                <a16:creationId xmlns:a16="http://schemas.microsoft.com/office/drawing/2014/main" id="{C4E1D096-E9CA-2841-A416-2C9E951CB0BB}"/>
              </a:ext>
            </a:extLst>
          </p:cNvPr>
          <p:cNvCxnSpPr/>
          <p:nvPr/>
        </p:nvCxnSpPr>
        <p:spPr bwMode="auto">
          <a:xfrm rot="5400000">
            <a:off x="8161338" y="1751013"/>
            <a:ext cx="500062" cy="4111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Rectangle 392">
            <a:extLst>
              <a:ext uri="{FF2B5EF4-FFF2-40B4-BE49-F238E27FC236}">
                <a16:creationId xmlns:a16="http://schemas.microsoft.com/office/drawing/2014/main" id="{24FC0F06-4A52-5546-86EB-678AA49C5A3E}"/>
              </a:ext>
            </a:extLst>
          </p:cNvPr>
          <p:cNvSpPr/>
          <p:nvPr/>
        </p:nvSpPr>
        <p:spPr bwMode="auto">
          <a:xfrm rot="1015003">
            <a:off x="5665788" y="2289175"/>
            <a:ext cx="601662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50D6AEB7-BF89-F745-BF7A-3B00E01148E9}"/>
              </a:ext>
            </a:extLst>
          </p:cNvPr>
          <p:cNvSpPr/>
          <p:nvPr/>
        </p:nvSpPr>
        <p:spPr bwMode="auto">
          <a:xfrm rot="2465437" flipV="1">
            <a:off x="7880350" y="4048125"/>
            <a:ext cx="522288" cy="571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5" name="Rectangle 394">
            <a:extLst>
              <a:ext uri="{FF2B5EF4-FFF2-40B4-BE49-F238E27FC236}">
                <a16:creationId xmlns:a16="http://schemas.microsoft.com/office/drawing/2014/main" id="{F97F8926-5CE9-7744-89FB-30DDE42F2B77}"/>
              </a:ext>
            </a:extLst>
          </p:cNvPr>
          <p:cNvSpPr/>
          <p:nvPr/>
        </p:nvSpPr>
        <p:spPr bwMode="auto">
          <a:xfrm rot="2177866" flipV="1">
            <a:off x="7605713" y="2474913"/>
            <a:ext cx="382587" cy="698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52" name="Group 347">
            <a:extLst>
              <a:ext uri="{FF2B5EF4-FFF2-40B4-BE49-F238E27FC236}">
                <a16:creationId xmlns:a16="http://schemas.microsoft.com/office/drawing/2014/main" id="{AD2CCA94-AB71-6298-B37D-AFC38A0A71D6}"/>
              </a:ext>
            </a:extLst>
          </p:cNvPr>
          <p:cNvGrpSpPr>
            <a:grpSpLocks/>
          </p:cNvGrpSpPr>
          <p:nvPr/>
        </p:nvGrpSpPr>
        <p:grpSpPr bwMode="auto">
          <a:xfrm>
            <a:off x="5529263" y="3871913"/>
            <a:ext cx="815975" cy="449262"/>
            <a:chOff x="1871277" y="1576300"/>
            <a:chExt cx="1128371" cy="437861"/>
          </a:xfrm>
        </p:grpSpPr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70382EA4-C5E5-1444-B2F9-2830DBD36C3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C7F08AF6-9DD5-0543-8AF6-B5E028005820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EA7A645-DE24-4E41-B8BA-E51AE2F25D1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EB7F694D-90FC-A04C-BE8A-8EB64AEA2531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EB49D172-EC7A-DE4A-A049-0D337F63F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C6D5EC6-33B5-FD43-86C8-005B3541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82BF5631-11F5-B34D-A031-76D30626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FF16D2A7-1629-7E48-A704-FBA86D180203}"/>
                </a:ext>
              </a:extLst>
            </p:cNvPr>
            <p:cNvCxnSpPr>
              <a:cxnSpLocks noChangeShapeType="1"/>
              <a:endCxn id="9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F31CD8BB-2F65-4F46-9508-2DF510BE4EE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CB5D377F-4D4F-C2E1-90C2-CBF43195A9EE}"/>
                  </a:ext>
                </a:extLst>
              </p14:cNvPr>
              <p14:cNvContentPartPr/>
              <p14:nvPr/>
            </p14:nvContentPartPr>
            <p14:xfrm>
              <a:off x="2475000" y="321480"/>
              <a:ext cx="360" cy="3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CB5D377F-4D4F-C2E1-90C2-CBF43195A9EE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465640" y="31212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Footer Placeholder 2">
            <a:extLst>
              <a:ext uri="{FF2B5EF4-FFF2-40B4-BE49-F238E27FC236}">
                <a16:creationId xmlns:a16="http://schemas.microsoft.com/office/drawing/2014/main" id="{46988276-4B5C-19A1-FA18-71A8F448D1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6562" name="Picture 108" descr="underline_base">
            <a:extLst>
              <a:ext uri="{FF2B5EF4-FFF2-40B4-BE49-F238E27FC236}">
                <a16:creationId xmlns:a16="http://schemas.microsoft.com/office/drawing/2014/main" id="{10774CED-190A-E907-334B-CED90D1D7C2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3" y="76041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3" name="Rectangle 2">
            <a:extLst>
              <a:ext uri="{FF2B5EF4-FFF2-40B4-BE49-F238E27FC236}">
                <a16:creationId xmlns:a16="http://schemas.microsoft.com/office/drawing/2014/main" id="{653626C9-5FDC-CEC3-AD1E-4077EFA1BD0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4638" y="71438"/>
            <a:ext cx="8462962" cy="947737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Circuit switching: FDM </a:t>
            </a:r>
            <a:r>
              <a:rPr lang="en-US" altLang="zh-CN" sz="3600">
                <a:ea typeface="ＭＳ Ｐゴシック" panose="020B0600070205080204" pitchFamily="34" charset="-128"/>
              </a:rPr>
              <a:t>versus</a:t>
            </a:r>
            <a:r>
              <a:rPr lang="en-US" altLang="zh-CN" sz="4000">
                <a:ea typeface="ＭＳ Ｐゴシック" panose="020B0600070205080204" pitchFamily="34" charset="-128"/>
              </a:rPr>
              <a:t> TDM</a:t>
            </a:r>
            <a:endParaRPr lang="fr-FR" altLang="zh-CN" sz="4000">
              <a:ea typeface="ＭＳ Ｐゴシック" panose="020B0600070205080204" pitchFamily="34" charset="-128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5128990D-2E36-F254-0D57-7A24D4E4EF94}"/>
              </a:ext>
            </a:extLst>
          </p:cNvPr>
          <p:cNvGrpSpPr>
            <a:grpSpLocks/>
          </p:cNvGrpSpPr>
          <p:nvPr/>
        </p:nvGrpSpPr>
        <p:grpSpPr bwMode="auto">
          <a:xfrm>
            <a:off x="393700" y="1585913"/>
            <a:ext cx="7239000" cy="2438400"/>
            <a:chOff x="288" y="1007"/>
            <a:chExt cx="4560" cy="1536"/>
          </a:xfrm>
        </p:grpSpPr>
        <p:sp>
          <p:nvSpPr>
            <p:cNvPr id="66659" name="Text Box 4">
              <a:extLst>
                <a:ext uri="{FF2B5EF4-FFF2-40B4-BE49-F238E27FC236}">
                  <a16:creationId xmlns:a16="http://schemas.microsoft.com/office/drawing/2014/main" id="{B243512F-F365-4277-7708-467E4BC16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1007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FDM</a:t>
              </a:r>
              <a:endParaRPr lang="fr-FR" altLang="zh-CN" sz="2400">
                <a:latin typeface="Arial" panose="020B0604020202020204" pitchFamily="34" charset="0"/>
              </a:endParaRPr>
            </a:p>
          </p:txBody>
        </p:sp>
        <p:grpSp>
          <p:nvGrpSpPr>
            <p:cNvPr id="66660" name="Group 5">
              <a:extLst>
                <a:ext uri="{FF2B5EF4-FFF2-40B4-BE49-F238E27FC236}">
                  <a16:creationId xmlns:a16="http://schemas.microsoft.com/office/drawing/2014/main" id="{2FBD3BC4-1095-FBBA-E1C8-940344BE0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" y="1392"/>
              <a:ext cx="4128" cy="1151"/>
              <a:chOff x="720" y="1392"/>
              <a:chExt cx="4128" cy="1151"/>
            </a:xfrm>
          </p:grpSpPr>
          <p:sp>
            <p:nvSpPr>
              <p:cNvPr id="66661" name="Line 6">
                <a:extLst>
                  <a:ext uri="{FF2B5EF4-FFF2-40B4-BE49-F238E27FC236}">
                    <a16:creationId xmlns:a16="http://schemas.microsoft.com/office/drawing/2014/main" id="{6E7E2F37-76D3-86BE-4694-1B5CCAA880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8" y="1392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662" name="Text Box 7">
                <a:extLst>
                  <a:ext uri="{FF2B5EF4-FFF2-40B4-BE49-F238E27FC236}">
                    <a16:creationId xmlns:a16="http://schemas.microsoft.com/office/drawing/2014/main" id="{6795DCEE-5872-45FC-5193-3ECA0FB29C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1680"/>
                <a:ext cx="9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</a:rPr>
                  <a:t>frequency</a:t>
                </a:r>
                <a:endParaRPr lang="fr-FR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6663" name="Line 8">
                <a:extLst>
                  <a:ext uri="{FF2B5EF4-FFF2-40B4-BE49-F238E27FC236}">
                    <a16:creationId xmlns:a16="http://schemas.microsoft.com/office/drawing/2014/main" id="{01D526A1-6E91-405F-3C33-5C8F0D4EC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08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664" name="Text Box 9">
                <a:extLst>
                  <a:ext uri="{FF2B5EF4-FFF2-40B4-BE49-F238E27FC236}">
                    <a16:creationId xmlns:a16="http://schemas.microsoft.com/office/drawing/2014/main" id="{72CD735C-B4D5-04E9-AD58-218B0053B4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48" y="2255"/>
                <a:ext cx="47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</a:rPr>
                  <a:t>time</a:t>
                </a:r>
                <a:endParaRPr lang="fr-FR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6665" name="Rectangle 10">
                <a:extLst>
                  <a:ext uri="{FF2B5EF4-FFF2-40B4-BE49-F238E27FC236}">
                    <a16:creationId xmlns:a16="http://schemas.microsoft.com/office/drawing/2014/main" id="{BBEE172D-A2AE-A9B1-340C-0E8FB8A73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1584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55307" name="Rectangle 11">
            <a:extLst>
              <a:ext uri="{FF2B5EF4-FFF2-40B4-BE49-F238E27FC236}">
                <a16:creationId xmlns:a16="http://schemas.microsoft.com/office/drawing/2014/main" id="{5AD15FD4-A17B-F407-E266-8E9724934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55308" name="Rectangle 12">
            <a:extLst>
              <a:ext uri="{FF2B5EF4-FFF2-40B4-BE49-F238E27FC236}">
                <a16:creationId xmlns:a16="http://schemas.microsoft.com/office/drawing/2014/main" id="{47786DE1-DA5E-3CC9-2118-521815781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55309" name="Rectangle 13">
            <a:extLst>
              <a:ext uri="{FF2B5EF4-FFF2-40B4-BE49-F238E27FC236}">
                <a16:creationId xmlns:a16="http://schemas.microsoft.com/office/drawing/2014/main" id="{818FCAB9-E0DA-737C-EEEA-7314F82C3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sp>
        <p:nvSpPr>
          <p:cNvPr id="55310" name="Rectangle 14">
            <a:extLst>
              <a:ext uri="{FF2B5EF4-FFF2-40B4-BE49-F238E27FC236}">
                <a16:creationId xmlns:a16="http://schemas.microsoft.com/office/drawing/2014/main" id="{E8DF2E74-32AB-BFB4-F021-6D9F4C920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Times New Roman" panose="02020603050405020304" pitchFamily="18" charset="0"/>
            </a:endParaRPr>
          </a:p>
        </p:txBody>
      </p:sp>
      <p:grpSp>
        <p:nvGrpSpPr>
          <p:cNvPr id="4" name="Group 15">
            <a:extLst>
              <a:ext uri="{FF2B5EF4-FFF2-40B4-BE49-F238E27FC236}">
                <a16:creationId xmlns:a16="http://schemas.microsoft.com/office/drawing/2014/main" id="{DD458D27-D2EF-7526-F5F4-C87AEC9989D6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748088"/>
            <a:ext cx="7239000" cy="2516187"/>
            <a:chOff x="288" y="2543"/>
            <a:chExt cx="4560" cy="1585"/>
          </a:xfrm>
        </p:grpSpPr>
        <p:sp>
          <p:nvSpPr>
            <p:cNvPr id="66653" name="Text Box 16">
              <a:extLst>
                <a:ext uri="{FF2B5EF4-FFF2-40B4-BE49-F238E27FC236}">
                  <a16:creationId xmlns:a16="http://schemas.microsoft.com/office/drawing/2014/main" id="{23A4ADED-8A0B-69D7-54B9-70227538D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2543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TDM</a:t>
              </a:r>
              <a:endParaRPr lang="fr-FR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6654" name="Line 17">
              <a:extLst>
                <a:ext uri="{FF2B5EF4-FFF2-40B4-BE49-F238E27FC236}">
                  <a16:creationId xmlns:a16="http://schemas.microsoft.com/office/drawing/2014/main" id="{DFD3F280-19A8-6FD1-481B-05BECC8EAD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55" name="Text Box 18">
              <a:extLst>
                <a:ext uri="{FF2B5EF4-FFF2-40B4-BE49-F238E27FC236}">
                  <a16:creationId xmlns:a16="http://schemas.microsoft.com/office/drawing/2014/main" id="{C9E63AF2-6018-E323-AA47-205CE54AF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3265"/>
              <a:ext cx="9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frequency</a:t>
              </a:r>
              <a:endParaRPr lang="fr-FR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6656" name="Line 19">
              <a:extLst>
                <a:ext uri="{FF2B5EF4-FFF2-40B4-BE49-F238E27FC236}">
                  <a16:creationId xmlns:a16="http://schemas.microsoft.com/office/drawing/2014/main" id="{429760A9-233E-1F6C-BF8F-2E2DFAA47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57" name="Text Box 20">
              <a:extLst>
                <a:ext uri="{FF2B5EF4-FFF2-40B4-BE49-F238E27FC236}">
                  <a16:creationId xmlns:a16="http://schemas.microsoft.com/office/drawing/2014/main" id="{3F95123F-2523-EFE7-3C6B-6E5EA449CC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4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time</a:t>
              </a:r>
              <a:endParaRPr lang="fr-FR" altLang="zh-CN" sz="2400">
                <a:latin typeface="Arial" panose="020B0604020202020204" pitchFamily="34" charset="0"/>
              </a:endParaRPr>
            </a:p>
          </p:txBody>
        </p:sp>
        <p:sp>
          <p:nvSpPr>
            <p:cNvPr id="66658" name="Rectangle 21">
              <a:extLst>
                <a:ext uri="{FF2B5EF4-FFF2-40B4-BE49-F238E27FC236}">
                  <a16:creationId xmlns:a16="http://schemas.microsoft.com/office/drawing/2014/main" id="{C55BE818-0234-2746-E8B8-9707C6009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" name="Group 22">
            <a:extLst>
              <a:ext uri="{FF2B5EF4-FFF2-40B4-BE49-F238E27FC236}">
                <a16:creationId xmlns:a16="http://schemas.microsoft.com/office/drawing/2014/main" id="{D231DDF8-A7CC-80A8-B86A-5F5B576DDF9F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4740275"/>
            <a:ext cx="3886200" cy="914400"/>
            <a:chOff x="1776" y="3168"/>
            <a:chExt cx="2448" cy="576"/>
          </a:xfrm>
        </p:grpSpPr>
        <p:sp>
          <p:nvSpPr>
            <p:cNvPr id="66648" name="Rectangle 23">
              <a:extLst>
                <a:ext uri="{FF2B5EF4-FFF2-40B4-BE49-F238E27FC236}">
                  <a16:creationId xmlns:a16="http://schemas.microsoft.com/office/drawing/2014/main" id="{D7FA1E02-0D4F-3BEF-EE35-85EC4B633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9" name="Rectangle 24">
              <a:extLst>
                <a:ext uri="{FF2B5EF4-FFF2-40B4-BE49-F238E27FC236}">
                  <a16:creationId xmlns:a16="http://schemas.microsoft.com/office/drawing/2014/main" id="{E9B9FB4E-A1DE-C07C-1AB5-3FBFF14B5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50" name="Rectangle 25">
              <a:extLst>
                <a:ext uri="{FF2B5EF4-FFF2-40B4-BE49-F238E27FC236}">
                  <a16:creationId xmlns:a16="http://schemas.microsoft.com/office/drawing/2014/main" id="{374037FA-229D-AF19-9C91-E69100BEF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51" name="Rectangle 26">
              <a:extLst>
                <a:ext uri="{FF2B5EF4-FFF2-40B4-BE49-F238E27FC236}">
                  <a16:creationId xmlns:a16="http://schemas.microsoft.com/office/drawing/2014/main" id="{50DAF07D-5EF0-E4D7-6710-90A48307E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52" name="Rectangle 27">
              <a:extLst>
                <a:ext uri="{FF2B5EF4-FFF2-40B4-BE49-F238E27FC236}">
                  <a16:creationId xmlns:a16="http://schemas.microsoft.com/office/drawing/2014/main" id="{A266825F-E31D-F32D-459A-5CAA9B65A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6" name="Group 28">
            <a:extLst>
              <a:ext uri="{FF2B5EF4-FFF2-40B4-BE49-F238E27FC236}">
                <a16:creationId xmlns:a16="http://schemas.microsoft.com/office/drawing/2014/main" id="{3FF20396-7F55-21F4-6F78-E70AFEA24A4D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3886200" cy="914400"/>
            <a:chOff x="1920" y="3168"/>
            <a:chExt cx="2448" cy="576"/>
          </a:xfrm>
        </p:grpSpPr>
        <p:sp>
          <p:nvSpPr>
            <p:cNvPr id="66643" name="Rectangle 29">
              <a:extLst>
                <a:ext uri="{FF2B5EF4-FFF2-40B4-BE49-F238E27FC236}">
                  <a16:creationId xmlns:a16="http://schemas.microsoft.com/office/drawing/2014/main" id="{269B6A42-B618-530C-30AA-5A463D70A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4" name="Rectangle 30">
              <a:extLst>
                <a:ext uri="{FF2B5EF4-FFF2-40B4-BE49-F238E27FC236}">
                  <a16:creationId xmlns:a16="http://schemas.microsoft.com/office/drawing/2014/main" id="{5E7EF722-7220-D8D6-91D5-ECB36D00B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5" name="Rectangle 31">
              <a:extLst>
                <a:ext uri="{FF2B5EF4-FFF2-40B4-BE49-F238E27FC236}">
                  <a16:creationId xmlns:a16="http://schemas.microsoft.com/office/drawing/2014/main" id="{C3831207-7CEB-5E27-6968-FF4FB9E9A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6" name="Rectangle 32">
              <a:extLst>
                <a:ext uri="{FF2B5EF4-FFF2-40B4-BE49-F238E27FC236}">
                  <a16:creationId xmlns:a16="http://schemas.microsoft.com/office/drawing/2014/main" id="{48F49F75-59C3-7601-F643-28DDBBF51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7" name="Rectangle 33">
              <a:extLst>
                <a:ext uri="{FF2B5EF4-FFF2-40B4-BE49-F238E27FC236}">
                  <a16:creationId xmlns:a16="http://schemas.microsoft.com/office/drawing/2014/main" id="{59ADDFC7-9DB5-1B8D-1FC5-9046D4C0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34">
            <a:extLst>
              <a:ext uri="{FF2B5EF4-FFF2-40B4-BE49-F238E27FC236}">
                <a16:creationId xmlns:a16="http://schemas.microsoft.com/office/drawing/2014/main" id="{7EF66E33-1258-4853-E446-07172456EC59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740275"/>
            <a:ext cx="3886200" cy="914400"/>
            <a:chOff x="2064" y="3168"/>
            <a:chExt cx="2448" cy="576"/>
          </a:xfrm>
        </p:grpSpPr>
        <p:sp>
          <p:nvSpPr>
            <p:cNvPr id="66638" name="Rectangle 35">
              <a:extLst>
                <a:ext uri="{FF2B5EF4-FFF2-40B4-BE49-F238E27FC236}">
                  <a16:creationId xmlns:a16="http://schemas.microsoft.com/office/drawing/2014/main" id="{C502A57C-EA03-0107-6C98-99292A045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39" name="Rectangle 36">
              <a:extLst>
                <a:ext uri="{FF2B5EF4-FFF2-40B4-BE49-F238E27FC236}">
                  <a16:creationId xmlns:a16="http://schemas.microsoft.com/office/drawing/2014/main" id="{443B537F-55C5-5C7E-9798-B72D2DD60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0" name="Rectangle 37">
              <a:extLst>
                <a:ext uri="{FF2B5EF4-FFF2-40B4-BE49-F238E27FC236}">
                  <a16:creationId xmlns:a16="http://schemas.microsoft.com/office/drawing/2014/main" id="{90AD4988-52F5-1F1B-A83E-3742A5928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1" name="Rectangle 38">
              <a:extLst>
                <a:ext uri="{FF2B5EF4-FFF2-40B4-BE49-F238E27FC236}">
                  <a16:creationId xmlns:a16="http://schemas.microsoft.com/office/drawing/2014/main" id="{17FEC0C0-B83E-1634-4FE2-86C903778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42" name="Rectangle 39">
              <a:extLst>
                <a:ext uri="{FF2B5EF4-FFF2-40B4-BE49-F238E27FC236}">
                  <a16:creationId xmlns:a16="http://schemas.microsoft.com/office/drawing/2014/main" id="{AA2EF166-7127-0567-402A-4FEC42E96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" name="Group 40">
            <a:extLst>
              <a:ext uri="{FF2B5EF4-FFF2-40B4-BE49-F238E27FC236}">
                <a16:creationId xmlns:a16="http://schemas.microsoft.com/office/drawing/2014/main" id="{24A41CE0-6F63-E0C9-3A19-BE224FA9207B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4740275"/>
            <a:ext cx="3886200" cy="914400"/>
            <a:chOff x="2208" y="3168"/>
            <a:chExt cx="2448" cy="576"/>
          </a:xfrm>
        </p:grpSpPr>
        <p:sp>
          <p:nvSpPr>
            <p:cNvPr id="66633" name="Rectangle 41">
              <a:extLst>
                <a:ext uri="{FF2B5EF4-FFF2-40B4-BE49-F238E27FC236}">
                  <a16:creationId xmlns:a16="http://schemas.microsoft.com/office/drawing/2014/main" id="{49B85142-7E0C-7B97-2A67-129F53462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34" name="Rectangle 42">
              <a:extLst>
                <a:ext uri="{FF2B5EF4-FFF2-40B4-BE49-F238E27FC236}">
                  <a16:creationId xmlns:a16="http://schemas.microsoft.com/office/drawing/2014/main" id="{2F8CB549-B63A-4FF7-4748-AD0A01007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35" name="Rectangle 43">
              <a:extLst>
                <a:ext uri="{FF2B5EF4-FFF2-40B4-BE49-F238E27FC236}">
                  <a16:creationId xmlns:a16="http://schemas.microsoft.com/office/drawing/2014/main" id="{EEA8BEFA-11BF-942E-040F-20654C51A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36" name="Rectangle 44">
              <a:extLst>
                <a:ext uri="{FF2B5EF4-FFF2-40B4-BE49-F238E27FC236}">
                  <a16:creationId xmlns:a16="http://schemas.microsoft.com/office/drawing/2014/main" id="{8AF10304-3D8B-2E46-7D46-DA14C2C0B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66637" name="Rectangle 45">
              <a:extLst>
                <a:ext uri="{FF2B5EF4-FFF2-40B4-BE49-F238E27FC236}">
                  <a16:creationId xmlns:a16="http://schemas.microsoft.com/office/drawing/2014/main" id="{ADED662E-61E4-4891-D60C-4949C7230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9" name="Group 46">
            <a:extLst>
              <a:ext uri="{FF2B5EF4-FFF2-40B4-BE49-F238E27FC236}">
                <a16:creationId xmlns:a16="http://schemas.microsoft.com/office/drawing/2014/main" id="{017079CD-101A-FAA0-B797-7C9E13DF6604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743200"/>
            <a:ext cx="4572000" cy="457200"/>
            <a:chOff x="1776" y="1728"/>
            <a:chExt cx="2880" cy="288"/>
          </a:xfrm>
        </p:grpSpPr>
        <p:sp>
          <p:nvSpPr>
            <p:cNvPr id="66630" name="Line 47">
              <a:extLst>
                <a:ext uri="{FF2B5EF4-FFF2-40B4-BE49-F238E27FC236}">
                  <a16:creationId xmlns:a16="http://schemas.microsoft.com/office/drawing/2014/main" id="{C1729DFF-14D0-F8F7-BFE5-A244D85D8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1" name="Line 48">
              <a:extLst>
                <a:ext uri="{FF2B5EF4-FFF2-40B4-BE49-F238E27FC236}">
                  <a16:creationId xmlns:a16="http://schemas.microsoft.com/office/drawing/2014/main" id="{558FFAE1-3E7F-F8EA-99F7-8916E41716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2" name="Line 49">
              <a:extLst>
                <a:ext uri="{FF2B5EF4-FFF2-40B4-BE49-F238E27FC236}">
                  <a16:creationId xmlns:a16="http://schemas.microsoft.com/office/drawing/2014/main" id="{D8314102-422F-61E3-434D-D7E6109F4B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" name="Group 50">
            <a:extLst>
              <a:ext uri="{FF2B5EF4-FFF2-40B4-BE49-F238E27FC236}">
                <a16:creationId xmlns:a16="http://schemas.microsoft.com/office/drawing/2014/main" id="{9D4D481A-854F-AE07-8D04-2D06F0832337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4114800" cy="914400"/>
            <a:chOff x="1920" y="3168"/>
            <a:chExt cx="2592" cy="576"/>
          </a:xfrm>
        </p:grpSpPr>
        <p:sp>
          <p:nvSpPr>
            <p:cNvPr id="66611" name="Line 51">
              <a:extLst>
                <a:ext uri="{FF2B5EF4-FFF2-40B4-BE49-F238E27FC236}">
                  <a16:creationId xmlns:a16="http://schemas.microsoft.com/office/drawing/2014/main" id="{BC5C26EF-B801-2E89-9F9C-05804E395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2" name="Line 52">
              <a:extLst>
                <a:ext uri="{FF2B5EF4-FFF2-40B4-BE49-F238E27FC236}">
                  <a16:creationId xmlns:a16="http://schemas.microsoft.com/office/drawing/2014/main" id="{F2D2DFBD-82F3-56D9-7A79-92C947F9D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3" name="Line 53">
              <a:extLst>
                <a:ext uri="{FF2B5EF4-FFF2-40B4-BE49-F238E27FC236}">
                  <a16:creationId xmlns:a16="http://schemas.microsoft.com/office/drawing/2014/main" id="{C8B618F0-74A0-C5A9-BBFE-D163D949B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4" name="Line 54">
              <a:extLst>
                <a:ext uri="{FF2B5EF4-FFF2-40B4-BE49-F238E27FC236}">
                  <a16:creationId xmlns:a16="http://schemas.microsoft.com/office/drawing/2014/main" id="{E3AAE337-653A-820C-FD11-21194BFE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5" name="Line 55">
              <a:extLst>
                <a:ext uri="{FF2B5EF4-FFF2-40B4-BE49-F238E27FC236}">
                  <a16:creationId xmlns:a16="http://schemas.microsoft.com/office/drawing/2014/main" id="{0B000D26-8DBA-2C67-ED04-7BC8D8E06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6" name="Line 56">
              <a:extLst>
                <a:ext uri="{FF2B5EF4-FFF2-40B4-BE49-F238E27FC236}">
                  <a16:creationId xmlns:a16="http://schemas.microsoft.com/office/drawing/2014/main" id="{D565EF4B-093E-7474-3B0C-6AB4DAA31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7" name="Line 57">
              <a:extLst>
                <a:ext uri="{FF2B5EF4-FFF2-40B4-BE49-F238E27FC236}">
                  <a16:creationId xmlns:a16="http://schemas.microsoft.com/office/drawing/2014/main" id="{CC7E5182-C8D8-ED5B-CC73-84D1BED9D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8" name="Line 58">
              <a:extLst>
                <a:ext uri="{FF2B5EF4-FFF2-40B4-BE49-F238E27FC236}">
                  <a16:creationId xmlns:a16="http://schemas.microsoft.com/office/drawing/2014/main" id="{349B88BE-70E0-4DB6-57BB-58AFCDB0B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9" name="Line 59">
              <a:extLst>
                <a:ext uri="{FF2B5EF4-FFF2-40B4-BE49-F238E27FC236}">
                  <a16:creationId xmlns:a16="http://schemas.microsoft.com/office/drawing/2014/main" id="{7562D3F5-5216-4B19-81AC-9B5F73DC9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0" name="Line 60">
              <a:extLst>
                <a:ext uri="{FF2B5EF4-FFF2-40B4-BE49-F238E27FC236}">
                  <a16:creationId xmlns:a16="http://schemas.microsoft.com/office/drawing/2014/main" id="{74B85FFC-4E54-B7F1-8AE3-1E92ABA10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1" name="Line 61">
              <a:extLst>
                <a:ext uri="{FF2B5EF4-FFF2-40B4-BE49-F238E27FC236}">
                  <a16:creationId xmlns:a16="http://schemas.microsoft.com/office/drawing/2014/main" id="{458B84E9-E681-218F-8118-E65EE1C29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2" name="Line 62">
              <a:extLst>
                <a:ext uri="{FF2B5EF4-FFF2-40B4-BE49-F238E27FC236}">
                  <a16:creationId xmlns:a16="http://schemas.microsoft.com/office/drawing/2014/main" id="{6BCF2F29-F444-F89C-BC4D-CE47C9820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3" name="Line 63">
              <a:extLst>
                <a:ext uri="{FF2B5EF4-FFF2-40B4-BE49-F238E27FC236}">
                  <a16:creationId xmlns:a16="http://schemas.microsoft.com/office/drawing/2014/main" id="{71927F94-7DDF-4935-A15A-A0CADE6CD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4" name="Line 64">
              <a:extLst>
                <a:ext uri="{FF2B5EF4-FFF2-40B4-BE49-F238E27FC236}">
                  <a16:creationId xmlns:a16="http://schemas.microsoft.com/office/drawing/2014/main" id="{23ACE2B4-F978-2041-1633-094C14316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5" name="Line 65">
              <a:extLst>
                <a:ext uri="{FF2B5EF4-FFF2-40B4-BE49-F238E27FC236}">
                  <a16:creationId xmlns:a16="http://schemas.microsoft.com/office/drawing/2014/main" id="{A604E2CA-9221-8996-BE2E-660C9293E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6" name="Line 66">
              <a:extLst>
                <a:ext uri="{FF2B5EF4-FFF2-40B4-BE49-F238E27FC236}">
                  <a16:creationId xmlns:a16="http://schemas.microsoft.com/office/drawing/2014/main" id="{CF71115A-5B61-5481-CE28-CA752680E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7" name="Line 67">
              <a:extLst>
                <a:ext uri="{FF2B5EF4-FFF2-40B4-BE49-F238E27FC236}">
                  <a16:creationId xmlns:a16="http://schemas.microsoft.com/office/drawing/2014/main" id="{F911B67D-2CB6-9A8D-C167-E20CC239B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8" name="Line 68">
              <a:extLst>
                <a:ext uri="{FF2B5EF4-FFF2-40B4-BE49-F238E27FC236}">
                  <a16:creationId xmlns:a16="http://schemas.microsoft.com/office/drawing/2014/main" id="{7164907C-813C-07FC-CA53-17FA5D3A2C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9" name="Line 69">
              <a:extLst>
                <a:ext uri="{FF2B5EF4-FFF2-40B4-BE49-F238E27FC236}">
                  <a16:creationId xmlns:a16="http://schemas.microsoft.com/office/drawing/2014/main" id="{7A6A4193-55FC-EA75-852B-8C2A08F45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" name="Group 70">
            <a:extLst>
              <a:ext uri="{FF2B5EF4-FFF2-40B4-BE49-F238E27FC236}">
                <a16:creationId xmlns:a16="http://schemas.microsoft.com/office/drawing/2014/main" id="{823D9BD5-1567-5342-5141-CB9B599963DA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628900"/>
            <a:ext cx="4572000" cy="685800"/>
            <a:chOff x="1776" y="1656"/>
            <a:chExt cx="2880" cy="432"/>
          </a:xfrm>
        </p:grpSpPr>
        <p:sp>
          <p:nvSpPr>
            <p:cNvPr id="66607" name="Line 71">
              <a:extLst>
                <a:ext uri="{FF2B5EF4-FFF2-40B4-BE49-F238E27FC236}">
                  <a16:creationId xmlns:a16="http://schemas.microsoft.com/office/drawing/2014/main" id="{2C3296D1-9B14-68EE-1AE2-4727D7049B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8" name="Line 72">
              <a:extLst>
                <a:ext uri="{FF2B5EF4-FFF2-40B4-BE49-F238E27FC236}">
                  <a16:creationId xmlns:a16="http://schemas.microsoft.com/office/drawing/2014/main" id="{F4EB9869-46AC-FA49-ED07-D17AE2230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9" name="Line 73">
              <a:extLst>
                <a:ext uri="{FF2B5EF4-FFF2-40B4-BE49-F238E27FC236}">
                  <a16:creationId xmlns:a16="http://schemas.microsoft.com/office/drawing/2014/main" id="{1BD4B3B1-5DC7-406E-8D27-243252D08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0" name="Line 74">
              <a:extLst>
                <a:ext uri="{FF2B5EF4-FFF2-40B4-BE49-F238E27FC236}">
                  <a16:creationId xmlns:a16="http://schemas.microsoft.com/office/drawing/2014/main" id="{6F0BE595-6C92-FB7B-3004-5A746E354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" name="Group 75">
            <a:extLst>
              <a:ext uri="{FF2B5EF4-FFF2-40B4-BE49-F238E27FC236}">
                <a16:creationId xmlns:a16="http://schemas.microsoft.com/office/drawing/2014/main" id="{53A86B2D-5668-4F27-07A4-AF4FB1471ED7}"/>
              </a:ext>
            </a:extLst>
          </p:cNvPr>
          <p:cNvGrpSpPr>
            <a:grpSpLocks/>
          </p:cNvGrpSpPr>
          <p:nvPr/>
        </p:nvGrpSpPr>
        <p:grpSpPr bwMode="auto">
          <a:xfrm>
            <a:off x="2857500" y="4740275"/>
            <a:ext cx="4343400" cy="914400"/>
            <a:chOff x="1848" y="3168"/>
            <a:chExt cx="2736" cy="576"/>
          </a:xfrm>
        </p:grpSpPr>
        <p:sp>
          <p:nvSpPr>
            <p:cNvPr id="66587" name="Line 76">
              <a:extLst>
                <a:ext uri="{FF2B5EF4-FFF2-40B4-BE49-F238E27FC236}">
                  <a16:creationId xmlns:a16="http://schemas.microsoft.com/office/drawing/2014/main" id="{290DB3FA-F801-F544-AA9B-3D69E6F911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8" name="Line 77">
              <a:extLst>
                <a:ext uri="{FF2B5EF4-FFF2-40B4-BE49-F238E27FC236}">
                  <a16:creationId xmlns:a16="http://schemas.microsoft.com/office/drawing/2014/main" id="{F1E514FB-A17C-B29F-2C79-FA102D26DC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9" name="Line 78">
              <a:extLst>
                <a:ext uri="{FF2B5EF4-FFF2-40B4-BE49-F238E27FC236}">
                  <a16:creationId xmlns:a16="http://schemas.microsoft.com/office/drawing/2014/main" id="{D386E06F-CDC8-4AB2-3B29-507D38325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0" name="Line 79">
              <a:extLst>
                <a:ext uri="{FF2B5EF4-FFF2-40B4-BE49-F238E27FC236}">
                  <a16:creationId xmlns:a16="http://schemas.microsoft.com/office/drawing/2014/main" id="{140933D3-FC46-D766-428F-A91F802FB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1" name="Line 80">
              <a:extLst>
                <a:ext uri="{FF2B5EF4-FFF2-40B4-BE49-F238E27FC236}">
                  <a16:creationId xmlns:a16="http://schemas.microsoft.com/office/drawing/2014/main" id="{349C21AD-D9F5-649A-8373-7655D0024D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2" name="Line 81">
              <a:extLst>
                <a:ext uri="{FF2B5EF4-FFF2-40B4-BE49-F238E27FC236}">
                  <a16:creationId xmlns:a16="http://schemas.microsoft.com/office/drawing/2014/main" id="{E06759B4-E00D-28E0-C185-2165B4C2E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3" name="Line 82">
              <a:extLst>
                <a:ext uri="{FF2B5EF4-FFF2-40B4-BE49-F238E27FC236}">
                  <a16:creationId xmlns:a16="http://schemas.microsoft.com/office/drawing/2014/main" id="{798EDAA9-33B7-25BE-B26A-D681F3B9E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4" name="Line 83">
              <a:extLst>
                <a:ext uri="{FF2B5EF4-FFF2-40B4-BE49-F238E27FC236}">
                  <a16:creationId xmlns:a16="http://schemas.microsoft.com/office/drawing/2014/main" id="{6CF1198C-E3F9-8ED3-34B5-40109D3E0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5" name="Line 84">
              <a:extLst>
                <a:ext uri="{FF2B5EF4-FFF2-40B4-BE49-F238E27FC236}">
                  <a16:creationId xmlns:a16="http://schemas.microsoft.com/office/drawing/2014/main" id="{AB469614-171A-BDAE-A731-7F9607B02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6" name="Line 85">
              <a:extLst>
                <a:ext uri="{FF2B5EF4-FFF2-40B4-BE49-F238E27FC236}">
                  <a16:creationId xmlns:a16="http://schemas.microsoft.com/office/drawing/2014/main" id="{4D26571E-D211-859D-BAA7-4E4765673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7" name="Line 86">
              <a:extLst>
                <a:ext uri="{FF2B5EF4-FFF2-40B4-BE49-F238E27FC236}">
                  <a16:creationId xmlns:a16="http://schemas.microsoft.com/office/drawing/2014/main" id="{98D5DACC-77BE-D38B-3C38-CDF978729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8" name="Line 87">
              <a:extLst>
                <a:ext uri="{FF2B5EF4-FFF2-40B4-BE49-F238E27FC236}">
                  <a16:creationId xmlns:a16="http://schemas.microsoft.com/office/drawing/2014/main" id="{4A92CC9D-F0D2-D4A4-2054-CDE459EE3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9" name="Line 88">
              <a:extLst>
                <a:ext uri="{FF2B5EF4-FFF2-40B4-BE49-F238E27FC236}">
                  <a16:creationId xmlns:a16="http://schemas.microsoft.com/office/drawing/2014/main" id="{FCED866E-9D93-18CE-F5BF-7B5735460D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0" name="Line 89">
              <a:extLst>
                <a:ext uri="{FF2B5EF4-FFF2-40B4-BE49-F238E27FC236}">
                  <a16:creationId xmlns:a16="http://schemas.microsoft.com/office/drawing/2014/main" id="{CCE78B99-C1F7-9E54-2EE1-0A661710A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1" name="Line 90">
              <a:extLst>
                <a:ext uri="{FF2B5EF4-FFF2-40B4-BE49-F238E27FC236}">
                  <a16:creationId xmlns:a16="http://schemas.microsoft.com/office/drawing/2014/main" id="{54C576A5-8DEE-8657-F14A-DD1D9017BF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2" name="Line 91">
              <a:extLst>
                <a:ext uri="{FF2B5EF4-FFF2-40B4-BE49-F238E27FC236}">
                  <a16:creationId xmlns:a16="http://schemas.microsoft.com/office/drawing/2014/main" id="{9620F8AD-72EF-D1C6-467F-41C6A9442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3" name="Line 92">
              <a:extLst>
                <a:ext uri="{FF2B5EF4-FFF2-40B4-BE49-F238E27FC236}">
                  <a16:creationId xmlns:a16="http://schemas.microsoft.com/office/drawing/2014/main" id="{BE57896B-FDDB-1AC7-E482-D1DC845EF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4" name="Line 93">
              <a:extLst>
                <a:ext uri="{FF2B5EF4-FFF2-40B4-BE49-F238E27FC236}">
                  <a16:creationId xmlns:a16="http://schemas.microsoft.com/office/drawing/2014/main" id="{B99FAEC2-F8FB-4279-BB5D-7B86630B02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5" name="Line 94">
              <a:extLst>
                <a:ext uri="{FF2B5EF4-FFF2-40B4-BE49-F238E27FC236}">
                  <a16:creationId xmlns:a16="http://schemas.microsoft.com/office/drawing/2014/main" id="{D914A1BA-4FF1-4097-E19D-64D8DDAEBB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6" name="Line 95">
              <a:extLst>
                <a:ext uri="{FF2B5EF4-FFF2-40B4-BE49-F238E27FC236}">
                  <a16:creationId xmlns:a16="http://schemas.microsoft.com/office/drawing/2014/main" id="{8ADF7D18-AD68-5812-B95C-E0A4CF825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DB4725A0-DE56-2558-3809-D63B463E44A5}"/>
              </a:ext>
            </a:extLst>
          </p:cNvPr>
          <p:cNvGrpSpPr>
            <a:grpSpLocks/>
          </p:cNvGrpSpPr>
          <p:nvPr/>
        </p:nvGrpSpPr>
        <p:grpSpPr bwMode="auto">
          <a:xfrm>
            <a:off x="5368925" y="1257300"/>
            <a:ext cx="2709863" cy="952500"/>
            <a:chOff x="3477" y="216"/>
            <a:chExt cx="1707" cy="600"/>
          </a:xfrm>
        </p:grpSpPr>
        <p:grpSp>
          <p:nvGrpSpPr>
            <p:cNvPr id="66580" name="Group 100">
              <a:extLst>
                <a:ext uri="{FF2B5EF4-FFF2-40B4-BE49-F238E27FC236}">
                  <a16:creationId xmlns:a16="http://schemas.microsoft.com/office/drawing/2014/main" id="{D0604B8F-5A19-91E6-2C5A-1C189991A1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7" y="528"/>
              <a:ext cx="1707" cy="288"/>
              <a:chOff x="3477" y="288"/>
              <a:chExt cx="1707" cy="288"/>
            </a:xfrm>
          </p:grpSpPr>
          <p:sp>
            <p:nvSpPr>
              <p:cNvPr id="66582" name="Text Box 101">
                <a:extLst>
                  <a:ext uri="{FF2B5EF4-FFF2-40B4-BE49-F238E27FC236}">
                    <a16:creationId xmlns:a16="http://schemas.microsoft.com/office/drawing/2014/main" id="{C387AA0C-DA88-9A7C-D535-2A79097077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77" y="288"/>
                <a:ext cx="74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Arial" panose="020B0604020202020204" pitchFamily="34" charset="0"/>
                  </a:rPr>
                  <a:t>4 users</a:t>
                </a:r>
                <a:endParaRPr lang="fr-FR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6583" name="Rectangle 102">
                <a:extLst>
                  <a:ext uri="{FF2B5EF4-FFF2-40B4-BE49-F238E27FC236}">
                    <a16:creationId xmlns:a16="http://schemas.microsoft.com/office/drawing/2014/main" id="{F9E6181F-D5CA-68D6-CD50-9CAC3762C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352"/>
                <a:ext cx="144" cy="144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4" name="Rectangle 103">
                <a:extLst>
                  <a:ext uri="{FF2B5EF4-FFF2-40B4-BE49-F238E27FC236}">
                    <a16:creationId xmlns:a16="http://schemas.microsoft.com/office/drawing/2014/main" id="{10FEF485-E3E7-BDB9-5DFE-9C4A69D63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52"/>
                <a:ext cx="144" cy="144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5" name="Rectangle 104">
                <a:extLst>
                  <a:ext uri="{FF2B5EF4-FFF2-40B4-BE49-F238E27FC236}">
                    <a16:creationId xmlns:a16="http://schemas.microsoft.com/office/drawing/2014/main" id="{910BBF51-7A8B-EA42-50B0-27AB82EFC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352"/>
                <a:ext cx="144" cy="144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6" name="Rectangle 105">
                <a:extLst>
                  <a:ext uri="{FF2B5EF4-FFF2-40B4-BE49-F238E27FC236}">
                    <a16:creationId xmlns:a16="http://schemas.microsoft.com/office/drawing/2014/main" id="{271E5A6D-5473-5ACE-BB6C-FDE85AA78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352"/>
                <a:ext cx="144" cy="14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66581" name="Text Box 106">
              <a:extLst>
                <a:ext uri="{FF2B5EF4-FFF2-40B4-BE49-F238E27FC236}">
                  <a16:creationId xmlns:a16="http://schemas.microsoft.com/office/drawing/2014/main" id="{D95B90BB-6251-A33C-B89D-83A05B72C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0" y="216"/>
              <a:ext cx="91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Example:</a:t>
              </a:r>
              <a:endParaRPr lang="fr-FR" altLang="zh-CN" sz="2400">
                <a:latin typeface="Arial" panose="020B0604020202020204" pitchFamily="34" charset="0"/>
              </a:endParaRPr>
            </a:p>
          </p:txBody>
        </p:sp>
      </p:grpSp>
      <p:sp>
        <p:nvSpPr>
          <p:cNvPr id="66579" name="Slide Number Placeholder 3">
            <a:extLst>
              <a:ext uri="{FF2B5EF4-FFF2-40B4-BE49-F238E27FC236}">
                <a16:creationId xmlns:a16="http://schemas.microsoft.com/office/drawing/2014/main" id="{D9334F03-2696-7EB5-A5F1-52082CE3EA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EA7CF54D-51C1-FE4C-A748-ABA883A35746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5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5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8" grpId="0" animBg="1"/>
      <p:bldP spid="55309" grpId="0" animBg="1"/>
      <p:bldP spid="55310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Footer Placeholder 2">
            <a:extLst>
              <a:ext uri="{FF2B5EF4-FFF2-40B4-BE49-F238E27FC236}">
                <a16:creationId xmlns:a16="http://schemas.microsoft.com/office/drawing/2014/main" id="{0A0979FF-BDA3-EFA2-3A89-8D28F57787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91138" name="Picture 36" descr="underline_base">
            <a:extLst>
              <a:ext uri="{FF2B5EF4-FFF2-40B4-BE49-F238E27FC236}">
                <a16:creationId xmlns:a16="http://schemas.microsoft.com/office/drawing/2014/main" id="{1433EC98-982C-545A-26AB-D2C836EC4FD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913" y="12985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39" name="Rectangle 2">
            <a:extLst>
              <a:ext uri="{FF2B5EF4-FFF2-40B4-BE49-F238E27FC236}">
                <a16:creationId xmlns:a16="http://schemas.microsoft.com/office/drawing/2014/main" id="{D85FA18E-C30B-C428-8F28-951B0B0D699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84175" y="723900"/>
            <a:ext cx="8001000" cy="768350"/>
          </a:xfrm>
        </p:spPr>
        <p:txBody>
          <a:bodyPr/>
          <a:lstStyle/>
          <a:p>
            <a:pPr eaLnBrk="1" hangingPunct="1"/>
            <a:r>
              <a:rPr kumimoji="0" lang="en-US" altLang="zh-CN" sz="3600">
                <a:ea typeface="宋体" panose="02010600030101010101" pitchFamily="2" charset="-122"/>
              </a:rPr>
              <a:t>Message</a:t>
            </a:r>
            <a:r>
              <a:rPr kumimoji="0" lang="zh-CN" altLang="en-US" sz="3600">
                <a:ea typeface="宋体" panose="02010600030101010101" pitchFamily="2" charset="-122"/>
              </a:rPr>
              <a:t> </a:t>
            </a:r>
            <a:r>
              <a:rPr kumimoji="0" lang="en-US" altLang="zh-CN" sz="3600">
                <a:ea typeface="宋体" panose="02010600030101010101" pitchFamily="2" charset="-122"/>
              </a:rPr>
              <a:t>swithing</a:t>
            </a:r>
            <a:r>
              <a:rPr kumimoji="0" lang="zh-CN" altLang="en-US" sz="3600">
                <a:ea typeface="宋体" panose="02010600030101010101" pitchFamily="2" charset="-122"/>
              </a:rPr>
              <a:t> </a:t>
            </a:r>
            <a:r>
              <a:rPr kumimoji="0" lang="en-US" altLang="zh-CN" sz="3600">
                <a:ea typeface="宋体" panose="02010600030101010101" pitchFamily="2" charset="-122"/>
              </a:rPr>
              <a:t>versus packet switching</a:t>
            </a:r>
            <a:endParaRPr kumimoji="0" lang="en-US" altLang="zh-CN">
              <a:ea typeface="宋体" panose="02010600030101010101" pitchFamily="2" charset="-122"/>
            </a:endParaRPr>
          </a:p>
        </p:txBody>
      </p:sp>
      <p:sp>
        <p:nvSpPr>
          <p:cNvPr id="91140" name="Slide Number Placeholder 3">
            <a:extLst>
              <a:ext uri="{FF2B5EF4-FFF2-40B4-BE49-F238E27FC236}">
                <a16:creationId xmlns:a16="http://schemas.microsoft.com/office/drawing/2014/main" id="{8F0930A7-2A12-D616-8EAE-6A7D2EFD57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F1C1404B-B72C-5D4C-B326-EC9BE1F78664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F1C43F97-AC1D-D139-5FCF-6A4254FEB177}"/>
              </a:ext>
            </a:extLst>
          </p:cNvPr>
          <p:cNvSpPr/>
          <p:nvPr/>
        </p:nvSpPr>
        <p:spPr>
          <a:xfrm>
            <a:off x="2643719" y="1785114"/>
            <a:ext cx="3674404" cy="461665"/>
          </a:xfrm>
          <a:prstGeom prst="rect">
            <a:avLst/>
          </a:prstGeom>
          <a:solidFill>
            <a:srgbClr val="002060"/>
          </a:solidFill>
          <a:scene3d>
            <a:camera prst="orthographicFront"/>
            <a:lightRig rig="threePt" dir="t"/>
          </a:scene3d>
          <a:sp3d>
            <a:bevelT/>
          </a:sp3d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哈工大视频：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1.3-4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3’-15’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91144" name="Picture 36" descr="underline_base">
            <a:extLst>
              <a:ext uri="{FF2B5EF4-FFF2-40B4-BE49-F238E27FC236}">
                <a16:creationId xmlns:a16="http://schemas.microsoft.com/office/drawing/2014/main" id="{2EA4BCB5-D811-A46E-D95D-12193C5B6CF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38830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" name="Rectangle 2">
            <a:extLst>
              <a:ext uri="{FF2B5EF4-FFF2-40B4-BE49-F238E27FC236}">
                <a16:creationId xmlns:a16="http://schemas.microsoft.com/office/drawing/2014/main" id="{6C8DEC38-91DB-CC15-A74A-FD39F1CD4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438" y="3308350"/>
            <a:ext cx="8001000" cy="76835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000099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5pPr>
            <a:lvl6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6pPr>
            <a:lvl7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7pPr>
            <a:lvl8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8pPr>
            <a:lvl9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0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宋体" panose="02010600030101010101" pitchFamily="2" charset="-122"/>
              </a:rPr>
              <a:t>Packet switching versus circuit switching</a:t>
            </a:r>
            <a:endParaRPr kumimoji="0" lang="en-US" altLang="zh-CN" sz="4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Gill Sans MT"/>
              <a:ea typeface="宋体" panose="02010600030101010101" pitchFamily="2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2DBA7B52-9A3E-885A-E683-BE50C26C3C98}"/>
              </a:ext>
            </a:extLst>
          </p:cNvPr>
          <p:cNvSpPr/>
          <p:nvPr/>
        </p:nvSpPr>
        <p:spPr>
          <a:xfrm>
            <a:off x="2627764" y="4369016"/>
            <a:ext cx="4126451" cy="461665"/>
          </a:xfrm>
          <a:prstGeom prst="rect">
            <a:avLst/>
          </a:prstGeom>
          <a:solidFill>
            <a:srgbClr val="002060"/>
          </a:solidFill>
          <a:scene3d>
            <a:camera prst="orthographicFront"/>
            <a:lightRig rig="threePt" dir="t"/>
          </a:scene3d>
          <a:sp3d>
            <a:bevelT/>
          </a:sp3d>
        </p:spPr>
        <p:txBody>
          <a:bodyPr wrap="non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哈工大视频：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1.3-5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    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6’15”-15’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95470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347">
            <a:extLst>
              <a:ext uri="{FF2B5EF4-FFF2-40B4-BE49-F238E27FC236}">
                <a16:creationId xmlns:a16="http://schemas.microsoft.com/office/drawing/2014/main" id="{8F950D3B-5C10-61A9-15D1-883D31BD990F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2809875"/>
            <a:ext cx="1162050" cy="714375"/>
            <a:chOff x="1871277" y="1576300"/>
            <a:chExt cx="1128371" cy="437861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1FB74DDB-C2F3-2642-97BC-ADE67CB4AE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60" y="1695009"/>
              <a:ext cx="1125288" cy="31915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D8AB16E0-62FD-9440-9F50-F34A51C13506}"/>
                </a:ext>
              </a:extLst>
            </p:cNvPr>
            <p:cNvSpPr/>
            <p:nvPr/>
          </p:nvSpPr>
          <p:spPr bwMode="auto">
            <a:xfrm>
              <a:off x="1871277" y="1739768"/>
              <a:ext cx="1128371" cy="11579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AD5BC518-25A3-7846-AF38-7283B8D4CB0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88" cy="31915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8685149-7EF2-BC44-96D8-055648B6B40B}"/>
                </a:ext>
              </a:extLst>
            </p:cNvPr>
            <p:cNvSpPr/>
            <p:nvPr/>
          </p:nvSpPr>
          <p:spPr bwMode="auto">
            <a:xfrm>
              <a:off x="2159536" y="1673602"/>
              <a:ext cx="548771" cy="160549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C4D518A0-2A90-A846-B902-6B3779286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01" y="1632735"/>
              <a:ext cx="662841" cy="11189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E6746980-88F9-794A-B8B4-4FB24432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1" y="1728092"/>
              <a:ext cx="243555" cy="9633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357DF22-8A6E-4C4D-9407-17FDBF076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69" y="1730038"/>
              <a:ext cx="240473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E0A4E72-0BFC-2C45-9630-AB9044B08354}"/>
                </a:ext>
              </a:extLst>
            </p:cNvPr>
            <p:cNvCxnSpPr>
              <a:cxnSpLocks noChangeShapeType="1"/>
              <a:endCxn id="44" idx="2"/>
            </p:cNvCxnSpPr>
            <p:nvPr/>
          </p:nvCxnSpPr>
          <p:spPr bwMode="auto">
            <a:xfrm flipH="1" flipV="1">
              <a:off x="1871277" y="1736849"/>
              <a:ext cx="3083" cy="1235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0954F988-1FF4-024A-B970-BA8AEC0DD9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65" y="1734903"/>
              <a:ext cx="3083" cy="12260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68610" name="Footer Placeholder 2">
            <a:extLst>
              <a:ext uri="{FF2B5EF4-FFF2-40B4-BE49-F238E27FC236}">
                <a16:creationId xmlns:a16="http://schemas.microsoft.com/office/drawing/2014/main" id="{D0D736A0-9C61-BF51-9BBD-5AA064206A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8611" name="Picture 36" descr="underline_base">
            <a:extLst>
              <a:ext uri="{FF2B5EF4-FFF2-40B4-BE49-F238E27FC236}">
                <a16:creationId xmlns:a16="http://schemas.microsoft.com/office/drawing/2014/main" id="{F612DF8A-FA0A-3960-8610-2D7484BDE2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2" name="Rectangle 2">
            <a:extLst>
              <a:ext uri="{FF2B5EF4-FFF2-40B4-BE49-F238E27FC236}">
                <a16:creationId xmlns:a16="http://schemas.microsoft.com/office/drawing/2014/main" id="{CF917D12-66CC-1EDF-307E-96520132405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25438" y="177800"/>
            <a:ext cx="8001000" cy="768350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Packet switching versus circuit switching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68613" name="Rectangle 3">
            <a:extLst>
              <a:ext uri="{FF2B5EF4-FFF2-40B4-BE49-F238E27FC236}">
                <a16:creationId xmlns:a16="http://schemas.microsoft.com/office/drawing/2014/main" id="{24A9849F-FE04-83CC-D025-BE2FED0D776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981200"/>
            <a:ext cx="3810000" cy="4648200"/>
          </a:xfrm>
        </p:spPr>
        <p:txBody>
          <a:bodyPr/>
          <a:lstStyle/>
          <a:p>
            <a:pPr marL="231775" indent="-231775" eaLnBrk="1" hangingPunct="1">
              <a:buSzPct val="75000"/>
              <a:buFont typeface="Wingdings" pitchFamily="2" charset="2"/>
              <a:buNone/>
              <a:tabLst>
                <a:tab pos="566738" algn="l"/>
              </a:tabLst>
            </a:pPr>
            <a:r>
              <a:rPr lang="en-US" altLang="zh-CN" sz="2400">
                <a:solidFill>
                  <a:srgbClr val="000099"/>
                </a:solidFill>
                <a:ea typeface="ＭＳ Ｐゴシック" panose="020B0600070205080204" pitchFamily="34" charset="-128"/>
              </a:rPr>
              <a:t>example: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zh-CN" sz="2400">
                <a:ea typeface="ＭＳ Ｐゴシック" panose="020B0600070205080204" pitchFamily="34" charset="-128"/>
              </a:rPr>
              <a:t>1 Mb/s link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zh-CN" sz="2400">
                <a:ea typeface="ＭＳ Ｐゴシック" panose="020B0600070205080204" pitchFamily="34" charset="-128"/>
              </a:rPr>
              <a:t>each user: </a:t>
            </a: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zh-CN" sz="2000">
                <a:ea typeface="宋体" panose="02010600030101010101" pitchFamily="2" charset="-122"/>
              </a:rPr>
              <a:t>100 kb/s when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>
                <a:ea typeface="ＭＳ Ｐゴシック" panose="020B0600070205080204" pitchFamily="34" charset="-128"/>
              </a:rPr>
              <a:t>active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ja-JP" sz="2000">
              <a:ea typeface="ＭＳ Ｐゴシック" panose="020B0600070205080204" pitchFamily="34" charset="-128"/>
            </a:endParaRP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zh-CN" sz="2000">
                <a:ea typeface="宋体" panose="02010600030101010101" pitchFamily="2" charset="-122"/>
              </a:rPr>
              <a:t>active 10% of time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endParaRPr lang="en-US" altLang="zh-CN" sz="2000">
              <a:ea typeface="宋体" panose="02010600030101010101" pitchFamily="2" charset="-122"/>
            </a:endParaRPr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circuit-switching:</a:t>
            </a:r>
            <a:r>
              <a:rPr lang="en-US" altLang="zh-CN" sz="2400">
                <a:ea typeface="ＭＳ Ｐゴシック" panose="020B0600070205080204" pitchFamily="34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zh-CN" sz="2000">
                <a:ea typeface="宋体" panose="02010600030101010101" pitchFamily="2" charset="-122"/>
              </a:rPr>
              <a:t>10 users</a:t>
            </a:r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switching:</a:t>
            </a:r>
            <a:r>
              <a:rPr lang="en-US" altLang="zh-CN" sz="2400">
                <a:ea typeface="ＭＳ Ｐゴシック" panose="020B0600070205080204" pitchFamily="34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zh-CN" sz="2000">
                <a:ea typeface="宋体" panose="02010600030101010101" pitchFamily="2" charset="-122"/>
              </a:rPr>
              <a:t>with 35 users, probability &gt; 10 active at same time is less than .0004 *</a:t>
            </a:r>
          </a:p>
          <a:p>
            <a:pPr marL="231775" indent="-231775" eaLnBrk="1" hangingPunct="1">
              <a:tabLst>
                <a:tab pos="566738" algn="l"/>
              </a:tabLst>
            </a:pPr>
            <a:endParaRPr lang="en-US" altLang="zh-CN" sz="2400">
              <a:ea typeface="ＭＳ Ｐゴシック" panose="020B0600070205080204" pitchFamily="34" charset="-128"/>
            </a:endParaRPr>
          </a:p>
        </p:txBody>
      </p:sp>
      <p:sp>
        <p:nvSpPr>
          <p:cNvPr id="68614" name="Rectangle 4">
            <a:extLst>
              <a:ext uri="{FF2B5EF4-FFF2-40B4-BE49-F238E27FC236}">
                <a16:creationId xmlns:a16="http://schemas.microsoft.com/office/drawing/2014/main" id="{297FBFFC-B8D8-0ACE-CE46-2EDF04DCA23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68300" y="1122363"/>
            <a:ext cx="8715375" cy="6096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 allows more users to use network!</a:t>
            </a:r>
          </a:p>
        </p:txBody>
      </p:sp>
      <p:sp>
        <p:nvSpPr>
          <p:cNvPr id="68615" name="Line 15">
            <a:extLst>
              <a:ext uri="{FF2B5EF4-FFF2-40B4-BE49-F238E27FC236}">
                <a16:creationId xmlns:a16="http://schemas.microsoft.com/office/drawing/2014/main" id="{9A73D50B-CAC5-064F-A909-B35CBCA321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0038" y="2562225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616" name="Line 16">
            <a:extLst>
              <a:ext uri="{FF2B5EF4-FFF2-40B4-BE49-F238E27FC236}">
                <a16:creationId xmlns:a16="http://schemas.microsoft.com/office/drawing/2014/main" id="{AE846705-7C98-BDA7-A606-6065510FBB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019425"/>
            <a:ext cx="20383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617" name="Line 17">
            <a:extLst>
              <a:ext uri="{FF2B5EF4-FFF2-40B4-BE49-F238E27FC236}">
                <a16:creationId xmlns:a16="http://schemas.microsoft.com/office/drawing/2014/main" id="{CF1D4906-9715-55DC-97AB-9D3EE101908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171825"/>
            <a:ext cx="20383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618" name="Line 18">
            <a:extLst>
              <a:ext uri="{FF2B5EF4-FFF2-40B4-BE49-F238E27FC236}">
                <a16:creationId xmlns:a16="http://schemas.microsoft.com/office/drawing/2014/main" id="{B9341AAB-DDF8-73A6-E392-7C861F92FF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56238" y="3171825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619" name="Text Box 19">
            <a:extLst>
              <a:ext uri="{FF2B5EF4-FFF2-40B4-BE49-F238E27FC236}">
                <a16:creationId xmlns:a16="http://schemas.microsoft.com/office/drawing/2014/main" id="{5B670C14-1260-538C-9798-56DC806FB5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5088" y="2740025"/>
            <a:ext cx="730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solidFill>
                  <a:srgbClr val="000099"/>
                </a:solidFill>
              </a:rPr>
              <a:t>N</a:t>
            </a:r>
            <a:r>
              <a:rPr lang="en-US" altLang="zh-CN" sz="2000">
                <a:solidFill>
                  <a:srgbClr val="000099"/>
                </a:solidFill>
              </a:rPr>
              <a:t>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solidFill>
                  <a:srgbClr val="000099"/>
                </a:solidFill>
              </a:rPr>
              <a:t>users</a:t>
            </a:r>
          </a:p>
        </p:txBody>
      </p:sp>
      <p:sp>
        <p:nvSpPr>
          <p:cNvPr id="68620" name="Text Box 20">
            <a:extLst>
              <a:ext uri="{FF2B5EF4-FFF2-40B4-BE49-F238E27FC236}">
                <a16:creationId xmlns:a16="http://schemas.microsoft.com/office/drawing/2014/main" id="{72248B6A-5F6B-DAD1-F3EE-DDC4B81B5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2213" y="3303588"/>
            <a:ext cx="1468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>
                <a:latin typeface="Arial" panose="020B0604020202020204" pitchFamily="34" charset="0"/>
              </a:rPr>
              <a:t>1 Mbps link</a:t>
            </a:r>
          </a:p>
        </p:txBody>
      </p:sp>
      <p:sp>
        <p:nvSpPr>
          <p:cNvPr id="68621" name="Line 47">
            <a:extLst>
              <a:ext uri="{FF2B5EF4-FFF2-40B4-BE49-F238E27FC236}">
                <a16:creationId xmlns:a16="http://schemas.microsoft.com/office/drawing/2014/main" id="{1E8156EB-D0DB-C94B-85EC-88E221ACD2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1413" y="3100388"/>
            <a:ext cx="14097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68622" name="Group 35">
            <a:extLst>
              <a:ext uri="{FF2B5EF4-FFF2-40B4-BE49-F238E27FC236}">
                <a16:creationId xmlns:a16="http://schemas.microsoft.com/office/drawing/2014/main" id="{5D4EBFBE-9CE7-9DD0-DB35-55B323403F25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4767263"/>
            <a:ext cx="4168775" cy="985837"/>
            <a:chOff x="3016" y="3097"/>
            <a:chExt cx="2626" cy="621"/>
          </a:xfrm>
        </p:grpSpPr>
        <p:sp>
          <p:nvSpPr>
            <p:cNvPr id="68632" name="Text Box 48">
              <a:extLst>
                <a:ext uri="{FF2B5EF4-FFF2-40B4-BE49-F238E27FC236}">
                  <a16:creationId xmlns:a16="http://schemas.microsoft.com/office/drawing/2014/main" id="{4CE696AC-2735-EC30-ECBB-68B5D3A5B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6" y="3097"/>
              <a:ext cx="262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i="1">
                  <a:solidFill>
                    <a:srgbClr val="CC0000"/>
                  </a:solidFill>
                </a:rPr>
                <a:t>Q:</a:t>
              </a:r>
              <a:r>
                <a:rPr lang="en-US" altLang="zh-CN" sz="2400"/>
                <a:t> how did we get value 0.0004?</a:t>
              </a:r>
            </a:p>
          </p:txBody>
        </p:sp>
        <p:sp>
          <p:nvSpPr>
            <p:cNvPr id="68633" name="Text Box 48">
              <a:extLst>
                <a:ext uri="{FF2B5EF4-FFF2-40B4-BE49-F238E27FC236}">
                  <a16:creationId xmlns:a16="http://schemas.microsoft.com/office/drawing/2014/main" id="{0CF2BEFC-59AA-94A5-B3C8-0A7E316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1" y="3430"/>
              <a:ext cx="253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i="1">
                  <a:solidFill>
                    <a:srgbClr val="CC0000"/>
                  </a:solidFill>
                </a:rPr>
                <a:t>Q:</a:t>
              </a:r>
              <a:r>
                <a:rPr lang="en-US" altLang="zh-CN" sz="2400"/>
                <a:t> what happens if &gt; 35 users ?</a:t>
              </a:r>
            </a:p>
          </p:txBody>
        </p:sp>
      </p:grpSp>
      <p:sp>
        <p:nvSpPr>
          <p:cNvPr id="68623" name="Text Box 34">
            <a:extLst>
              <a:ext uri="{FF2B5EF4-FFF2-40B4-BE49-F238E27FC236}">
                <a16:creationId xmlns:a16="http://schemas.microsoft.com/office/drawing/2014/main" id="{20BD9BB7-24D1-2386-74F8-552C38A6B496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4791869" y="2780507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b="1">
                <a:latin typeface="Arial" panose="020B0604020202020204" pitchFamily="34" charset="0"/>
              </a:rPr>
              <a:t>…..</a:t>
            </a:r>
          </a:p>
        </p:txBody>
      </p:sp>
      <p:grpSp>
        <p:nvGrpSpPr>
          <p:cNvPr id="68624" name="Group 37">
            <a:extLst>
              <a:ext uri="{FF2B5EF4-FFF2-40B4-BE49-F238E27FC236}">
                <a16:creationId xmlns:a16="http://schemas.microsoft.com/office/drawing/2014/main" id="{4EB69C3D-FD9E-82B1-7C79-6E08BD1DF4CD}"/>
              </a:ext>
            </a:extLst>
          </p:cNvPr>
          <p:cNvGrpSpPr>
            <a:grpSpLocks/>
          </p:cNvGrpSpPr>
          <p:nvPr/>
        </p:nvGrpSpPr>
        <p:grpSpPr bwMode="auto">
          <a:xfrm>
            <a:off x="4646613" y="2066925"/>
            <a:ext cx="779462" cy="679450"/>
            <a:chOff x="-44" y="1473"/>
            <a:chExt cx="981" cy="1105"/>
          </a:xfrm>
        </p:grpSpPr>
        <p:pic>
          <p:nvPicPr>
            <p:cNvPr id="68630" name="Picture 38" descr="desktop_computer_stylized_medium">
              <a:extLst>
                <a:ext uri="{FF2B5EF4-FFF2-40B4-BE49-F238E27FC236}">
                  <a16:creationId xmlns:a16="http://schemas.microsoft.com/office/drawing/2014/main" id="{A654941B-2B35-6F5D-8459-7F7CD5F1DE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31" name="Freeform 39">
              <a:extLst>
                <a:ext uri="{FF2B5EF4-FFF2-40B4-BE49-F238E27FC236}">
                  <a16:creationId xmlns:a16="http://schemas.microsoft.com/office/drawing/2014/main" id="{096DB40C-0FA3-881A-77CF-249769FAB7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8625" name="Group 40">
            <a:extLst>
              <a:ext uri="{FF2B5EF4-FFF2-40B4-BE49-F238E27FC236}">
                <a16:creationId xmlns:a16="http://schemas.microsoft.com/office/drawing/2014/main" id="{280613F4-7720-08CB-3DBE-1A4F8225C055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392488"/>
            <a:ext cx="779463" cy="679450"/>
            <a:chOff x="-44" y="1473"/>
            <a:chExt cx="981" cy="1105"/>
          </a:xfrm>
        </p:grpSpPr>
        <p:pic>
          <p:nvPicPr>
            <p:cNvPr id="68628" name="Picture 41" descr="desktop_computer_stylized_medium">
              <a:extLst>
                <a:ext uri="{FF2B5EF4-FFF2-40B4-BE49-F238E27FC236}">
                  <a16:creationId xmlns:a16="http://schemas.microsoft.com/office/drawing/2014/main" id="{C3C395A8-47CA-40C9-DCAC-9DD8A1F5D0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29" name="Freeform 42">
              <a:extLst>
                <a:ext uri="{FF2B5EF4-FFF2-40B4-BE49-F238E27FC236}">
                  <a16:creationId xmlns:a16="http://schemas.microsoft.com/office/drawing/2014/main" id="{54936DA8-FA9C-96A2-AD07-8B3726C4CF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68626" name="Slide Number Placeholder 3">
            <a:extLst>
              <a:ext uri="{FF2B5EF4-FFF2-40B4-BE49-F238E27FC236}">
                <a16:creationId xmlns:a16="http://schemas.microsoft.com/office/drawing/2014/main" id="{583E2FCF-D34B-6897-49B4-CB3A1069A9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56CFAB5E-E453-8142-952F-B9E95439B6E4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68627" name="TextBox 1">
            <a:extLst>
              <a:ext uri="{FF2B5EF4-FFF2-40B4-BE49-F238E27FC236}">
                <a16:creationId xmlns:a16="http://schemas.microsoft.com/office/drawing/2014/main" id="{FEC30066-57D1-388F-7444-E48DCC0352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" y="6127750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zh-CN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Footer Placeholder 2">
            <a:extLst>
              <a:ext uri="{FF2B5EF4-FFF2-40B4-BE49-F238E27FC236}">
                <a16:creationId xmlns:a16="http://schemas.microsoft.com/office/drawing/2014/main" id="{D0A9EA6B-9DA2-C2C0-08F6-E5504012FA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0658" name="Rectangle 3">
            <a:extLst>
              <a:ext uri="{FF2B5EF4-FFF2-40B4-BE49-F238E27FC236}">
                <a16:creationId xmlns:a16="http://schemas.microsoft.com/office/drawing/2014/main" id="{CAF37F8A-584D-FEDF-BC8D-3C2D31B147D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1800" y="1720850"/>
            <a:ext cx="8196263" cy="4648200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 dirty="0">
                <a:ea typeface="ＭＳ Ｐゴシック" panose="020B0600070205080204" pitchFamily="34" charset="-128"/>
              </a:rPr>
              <a:t>great for </a:t>
            </a:r>
            <a:r>
              <a:rPr lang="en-US" altLang="zh-CN" sz="2400" dirty="0" err="1">
                <a:ea typeface="ＭＳ Ｐゴシック" panose="020B0600070205080204" pitchFamily="34" charset="-128"/>
              </a:rPr>
              <a:t>bursty</a:t>
            </a:r>
            <a:r>
              <a:rPr lang="en-US" altLang="zh-CN" sz="2400" dirty="0">
                <a:ea typeface="ＭＳ Ｐゴシック" panose="020B0600070205080204" pitchFamily="34" charset="-128"/>
              </a:rPr>
              <a:t> data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resource sharing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simpler, no call setup</a:t>
            </a:r>
            <a:endParaRPr lang="en-US" altLang="zh-CN" sz="2000" dirty="0">
              <a:ea typeface="宋体" panose="02010600030101010101" pitchFamily="2" charset="-122"/>
            </a:endParaRPr>
          </a:p>
          <a:p>
            <a:pPr marL="287338" indent="-287338" eaLnBrk="1" hangingPunct="1"/>
            <a:r>
              <a:rPr lang="en-US" altLang="zh-CN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excessive congestion possible:</a:t>
            </a:r>
            <a:r>
              <a:rPr lang="en-US" altLang="zh-CN" sz="2400" dirty="0">
                <a:ea typeface="ＭＳ Ｐゴシック" panose="020B0600070205080204" pitchFamily="34" charset="-128"/>
              </a:rPr>
              <a:t> packet delay and loss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protocols needed for reliable data transfer, congestion control</a:t>
            </a:r>
            <a:endParaRPr lang="en-US" altLang="zh-CN" sz="2000" dirty="0">
              <a:ea typeface="宋体" panose="02010600030101010101" pitchFamily="2" charset="-122"/>
            </a:endParaRPr>
          </a:p>
          <a:p>
            <a:pPr marL="287338" indent="-287338" eaLnBrk="1" hangingPunct="1"/>
            <a:r>
              <a:rPr lang="en-US" altLang="zh-CN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CN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to provide circuit-like behavior?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bandwidth guarantees needed for audio/video apps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still an unsolved problem (chapter 7)</a:t>
            </a: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70659" name="Rectangle 4">
            <a:extLst>
              <a:ext uri="{FF2B5EF4-FFF2-40B4-BE49-F238E27FC236}">
                <a16:creationId xmlns:a16="http://schemas.microsoft.com/office/drawing/2014/main" id="{DEDC811A-560A-7557-0AC3-1A630982FF7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74638" y="1196975"/>
            <a:ext cx="7620000" cy="6096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is packet switching a </a:t>
            </a:r>
            <a:r>
              <a:rPr lang="ja-JP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slam dunk winner?</a:t>
            </a:r>
            <a:r>
              <a:rPr lang="ja-JP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endParaRPr lang="en-US" altLang="zh-CN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70660" name="Text Box 20">
            <a:extLst>
              <a:ext uri="{FF2B5EF4-FFF2-40B4-BE49-F238E27FC236}">
                <a16:creationId xmlns:a16="http://schemas.microsoft.com/office/drawing/2014/main" id="{D8D9351C-1486-8492-5B91-5D5ED21C8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" y="5472113"/>
            <a:ext cx="823436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rgbClr val="CC0000"/>
                </a:solidFill>
              </a:rPr>
              <a:t>Q:</a:t>
            </a:r>
            <a:r>
              <a:rPr lang="en-US" altLang="zh-CN" sz="2400"/>
              <a:t>  human analogies of reserved resources (circuit switching) versus on-demand allocation (packet-switching)?</a:t>
            </a:r>
          </a:p>
        </p:txBody>
      </p:sp>
      <p:pic>
        <p:nvPicPr>
          <p:cNvPr id="70661" name="Picture 10" descr="underline_base">
            <a:extLst>
              <a:ext uri="{FF2B5EF4-FFF2-40B4-BE49-F238E27FC236}">
                <a16:creationId xmlns:a16="http://schemas.microsoft.com/office/drawing/2014/main" id="{9C3341ED-4EAB-1522-E10A-657B3E4FC56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2" name="Rectangle 2">
            <a:extLst>
              <a:ext uri="{FF2B5EF4-FFF2-40B4-BE49-F238E27FC236}">
                <a16:creationId xmlns:a16="http://schemas.microsoft.com/office/drawing/2014/main" id="{14CD2722-80D7-1563-6801-C23892B3A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1778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600">
                <a:solidFill>
                  <a:srgbClr val="000099"/>
                </a:solidFill>
              </a:rPr>
              <a:t>Packet switching versus circuit switching</a:t>
            </a:r>
            <a:endParaRPr lang="en-US" altLang="zh-CN" sz="4400">
              <a:solidFill>
                <a:srgbClr val="000099"/>
              </a:solidFill>
            </a:endParaRPr>
          </a:p>
        </p:txBody>
      </p:sp>
      <p:sp>
        <p:nvSpPr>
          <p:cNvPr id="70663" name="Slide Number Placeholder 3">
            <a:extLst>
              <a:ext uri="{FF2B5EF4-FFF2-40B4-BE49-F238E27FC236}">
                <a16:creationId xmlns:a16="http://schemas.microsoft.com/office/drawing/2014/main" id="{A72B89AD-76D2-C1E8-94BB-8EB0FA761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81E3EA1A-ABA8-6E4C-83DE-37F59D426E3E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Rectangle 2">
            <a:extLst>
              <a:ext uri="{FF2B5EF4-FFF2-40B4-BE49-F238E27FC236}">
                <a16:creationId xmlns:a16="http://schemas.microsoft.com/office/drawing/2014/main" id="{7C6CAC5A-F486-66DB-9672-CA5300BB03D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72706" name="Picture 76" descr="underline_base">
            <a:extLst>
              <a:ext uri="{FF2B5EF4-FFF2-40B4-BE49-F238E27FC236}">
                <a16:creationId xmlns:a16="http://schemas.microsoft.com/office/drawing/2014/main" id="{C130E5C2-360D-834A-1337-73DD3F19E19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3">
            <a:extLst>
              <a:ext uri="{FF2B5EF4-FFF2-40B4-BE49-F238E27FC236}">
                <a16:creationId xmlns:a16="http://schemas.microsoft.com/office/drawing/2014/main" id="{4854130B-F8DB-0E9F-869C-1DB842771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1263650"/>
            <a:ext cx="819626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2625" indent="-225425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</a:pPr>
            <a:r>
              <a:rPr lang="en-US" altLang="zh-CN" sz="2400"/>
              <a:t>End systems connect to Internet via </a:t>
            </a:r>
            <a:r>
              <a:rPr lang="en-US" altLang="zh-CN" sz="2400">
                <a:solidFill>
                  <a:srgbClr val="C00000"/>
                </a:solidFill>
              </a:rPr>
              <a:t>access ISPs </a:t>
            </a:r>
            <a:r>
              <a:rPr lang="en-US" altLang="zh-CN" sz="2400"/>
              <a:t>(Internet Service Providers)</a:t>
            </a:r>
          </a:p>
          <a:p>
            <a:pPr lvl="1" eaLnBrk="1" hangingPunct="1">
              <a:buClr>
                <a:srgbClr val="000099"/>
              </a:buClr>
            </a:pPr>
            <a:r>
              <a:rPr lang="en-US" altLang="zh-CN">
                <a:ea typeface="ＭＳ Ｐゴシック" panose="020B0600070205080204" pitchFamily="34" charset="-128"/>
              </a:rPr>
              <a:t>residential, company and university ISPs</a:t>
            </a:r>
          </a:p>
          <a:p>
            <a:pPr eaLnBrk="1" hangingPunct="1">
              <a:buClr>
                <a:srgbClr val="000099"/>
              </a:buClr>
            </a:pPr>
            <a:r>
              <a:rPr lang="en-US" altLang="zh-CN" sz="2400"/>
              <a:t>Access ISPs in turn must be interconnected. </a:t>
            </a:r>
          </a:p>
          <a:p>
            <a:pPr lvl="1" eaLnBrk="1" hangingPunct="1">
              <a:buClr>
                <a:srgbClr val="000099"/>
              </a:buClr>
            </a:pPr>
            <a:r>
              <a:rPr lang="en-US" altLang="zh-CN">
                <a:ea typeface="ＭＳ Ｐゴシック" panose="020B0600070205080204" pitchFamily="34" charset="-128"/>
              </a:rPr>
              <a:t>so that any two hosts can send packets to each other</a:t>
            </a:r>
          </a:p>
          <a:p>
            <a:pPr eaLnBrk="1" hangingPunct="1">
              <a:buClr>
                <a:srgbClr val="000099"/>
              </a:buClr>
            </a:pPr>
            <a:r>
              <a:rPr lang="en-US" altLang="zh-CN" sz="2400"/>
              <a:t>Resulting network of networks is very complex</a:t>
            </a:r>
          </a:p>
          <a:p>
            <a:pPr lvl="1" eaLnBrk="1" hangingPunct="1">
              <a:buClr>
                <a:srgbClr val="000099"/>
              </a:buClr>
            </a:pPr>
            <a:r>
              <a:rPr lang="en-US" altLang="zh-CN">
                <a:ea typeface="ＭＳ Ｐゴシック" panose="020B0600070205080204" pitchFamily="34" charset="-128"/>
              </a:rPr>
              <a:t>evolution was driven by </a:t>
            </a:r>
            <a:r>
              <a:rPr lang="en-US" altLang="zh-CN">
                <a:solidFill>
                  <a:srgbClr val="C00000"/>
                </a:solidFill>
                <a:ea typeface="ＭＳ Ｐゴシック" panose="020B0600070205080204" pitchFamily="34" charset="-128"/>
              </a:rPr>
              <a:t>economics</a:t>
            </a:r>
            <a:r>
              <a:rPr lang="en-US" altLang="zh-CN">
                <a:ea typeface="ＭＳ Ｐゴシック" panose="020B0600070205080204" pitchFamily="34" charset="-128"/>
              </a:rPr>
              <a:t> and </a:t>
            </a:r>
            <a:r>
              <a:rPr lang="en-US" altLang="zh-CN">
                <a:solidFill>
                  <a:srgbClr val="C00000"/>
                </a:solidFill>
                <a:ea typeface="ＭＳ Ｐゴシック" panose="020B0600070205080204" pitchFamily="34" charset="-128"/>
              </a:rPr>
              <a:t>national policies</a:t>
            </a:r>
          </a:p>
          <a:p>
            <a:pPr eaLnBrk="1" hangingPunct="1">
              <a:buClr>
                <a:srgbClr val="000099"/>
              </a:buClr>
            </a:pPr>
            <a:r>
              <a:rPr lang="en-US" altLang="zh-CN" sz="2400"/>
              <a:t>Let</a:t>
            </a:r>
            <a:r>
              <a:rPr lang="ja-JP" altLang="en-US" sz="2400"/>
              <a:t>’</a:t>
            </a:r>
            <a:r>
              <a:rPr lang="en-US" altLang="ja-JP" sz="2400"/>
              <a:t>s take a stepwise approach to describe current Internet structure</a:t>
            </a:r>
            <a:endParaRPr lang="en-US" altLang="zh-CN" sz="2400"/>
          </a:p>
        </p:txBody>
      </p:sp>
      <p:sp>
        <p:nvSpPr>
          <p:cNvPr id="72708" name="Footer Placeholder 2">
            <a:extLst>
              <a:ext uri="{FF2B5EF4-FFF2-40B4-BE49-F238E27FC236}">
                <a16:creationId xmlns:a16="http://schemas.microsoft.com/office/drawing/2014/main" id="{1C476B81-12C3-E565-61D0-CD90B73391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2709" name="Slide Number Placeholder 3">
            <a:extLst>
              <a:ext uri="{FF2B5EF4-FFF2-40B4-BE49-F238E27FC236}">
                <a16:creationId xmlns:a16="http://schemas.microsoft.com/office/drawing/2014/main" id="{B097DFE7-EB56-37F5-E8E2-7741D2F231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041F9FB9-3BCE-7A45-AC2A-58B28558683B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Rectangle 2">
            <a:extLst>
              <a:ext uri="{FF2B5EF4-FFF2-40B4-BE49-F238E27FC236}">
                <a16:creationId xmlns:a16="http://schemas.microsoft.com/office/drawing/2014/main" id="{3318229C-0AB3-A44D-3B71-FACE2CF8E04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74754" name="Rectangle 3">
            <a:extLst>
              <a:ext uri="{FF2B5EF4-FFF2-40B4-BE49-F238E27FC236}">
                <a16:creationId xmlns:a16="http://schemas.microsoft.com/office/drawing/2014/main" id="{0791E304-4418-9208-5FE0-043A7E8D79B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906463"/>
          </a:xfrm>
        </p:spPr>
        <p:txBody>
          <a:bodyPr/>
          <a:lstStyle/>
          <a:p>
            <a:pPr marL="0" indent="0" eaLnBrk="1" hangingPunct="1">
              <a:buSzPct val="75000"/>
              <a:buFont typeface="Wingdings" pitchFamily="2" charset="2"/>
              <a:buNone/>
            </a:pPr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zh-CN" sz="2400">
                <a:ea typeface="ＭＳ Ｐゴシック" panose="020B0600070205080204" pitchFamily="34" charset="-128"/>
              </a:rPr>
              <a:t>given </a:t>
            </a:r>
            <a:r>
              <a:rPr lang="en-US" altLang="zh-CN" sz="2400" i="1">
                <a:ea typeface="ＭＳ Ｐゴシック" panose="020B0600070205080204" pitchFamily="34" charset="-128"/>
              </a:rPr>
              <a:t>millions</a:t>
            </a:r>
            <a:r>
              <a:rPr lang="en-US" altLang="zh-CN" sz="2400">
                <a:ea typeface="ＭＳ Ｐゴシック" panose="020B0600070205080204" pitchFamily="34" charset="-128"/>
              </a:rPr>
              <a:t> of access ISPs, how to connect them together?</a:t>
            </a:r>
          </a:p>
          <a:p>
            <a:pPr marL="0" indent="0" eaLnBrk="1" hangingPunct="1">
              <a:buSzPct val="75000"/>
              <a:buFont typeface="Wingdings" pitchFamily="2" charset="2"/>
              <a:buNone/>
            </a:pPr>
            <a:endParaRPr lang="en-US" altLang="zh-CN" sz="2400">
              <a:ea typeface="ＭＳ Ｐゴシック" panose="020B0600070205080204" pitchFamily="34" charset="-128"/>
            </a:endParaRPr>
          </a:p>
        </p:txBody>
      </p:sp>
      <p:pic>
        <p:nvPicPr>
          <p:cNvPr id="74755" name="Picture 76" descr="underline_base">
            <a:extLst>
              <a:ext uri="{FF2B5EF4-FFF2-40B4-BE49-F238E27FC236}">
                <a16:creationId xmlns:a16="http://schemas.microsoft.com/office/drawing/2014/main" id="{90333BC6-0E42-E751-BD7F-5274397590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4756" name="Group 5">
            <a:extLst>
              <a:ext uri="{FF2B5EF4-FFF2-40B4-BE49-F238E27FC236}">
                <a16:creationId xmlns:a16="http://schemas.microsoft.com/office/drawing/2014/main" id="{C392AE79-3AF9-E8F5-765C-34B4616CF6D9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4759" name="Group 2">
              <a:extLst>
                <a:ext uri="{FF2B5EF4-FFF2-40B4-BE49-F238E27FC236}">
                  <a16:creationId xmlns:a16="http://schemas.microsoft.com/office/drawing/2014/main" id="{C3F9185D-4A9B-89B8-8DB5-84D4947236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4811" name="Freeform 84">
                <a:extLst>
                  <a:ext uri="{FF2B5EF4-FFF2-40B4-BE49-F238E27FC236}">
                    <a16:creationId xmlns:a16="http://schemas.microsoft.com/office/drawing/2014/main" id="{97544413-9C02-BCC9-662D-1D1C88A6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12" name="TextBox 1">
                <a:extLst>
                  <a:ext uri="{FF2B5EF4-FFF2-40B4-BE49-F238E27FC236}">
                    <a16:creationId xmlns:a16="http://schemas.microsoft.com/office/drawing/2014/main" id="{F4EF273C-D22B-0F42-E81B-C49A12FC9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0" name="Group 131">
              <a:extLst>
                <a:ext uri="{FF2B5EF4-FFF2-40B4-BE49-F238E27FC236}">
                  <a16:creationId xmlns:a16="http://schemas.microsoft.com/office/drawing/2014/main" id="{2B908BCD-911D-70EA-4757-BE037A94D5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4809" name="Freeform 84">
                <a:extLst>
                  <a:ext uri="{FF2B5EF4-FFF2-40B4-BE49-F238E27FC236}">
                    <a16:creationId xmlns:a16="http://schemas.microsoft.com/office/drawing/2014/main" id="{8AEC1A81-DA97-279B-8AF3-2D6CDA1A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10" name="TextBox 133">
                <a:extLst>
                  <a:ext uri="{FF2B5EF4-FFF2-40B4-BE49-F238E27FC236}">
                    <a16:creationId xmlns:a16="http://schemas.microsoft.com/office/drawing/2014/main" id="{EA543398-067A-3EE5-C514-8D9A56A977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1" name="Group 135">
              <a:extLst>
                <a:ext uri="{FF2B5EF4-FFF2-40B4-BE49-F238E27FC236}">
                  <a16:creationId xmlns:a16="http://schemas.microsoft.com/office/drawing/2014/main" id="{04B55C98-5801-97B3-B022-4124FEA32D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4807" name="Freeform 84">
                <a:extLst>
                  <a:ext uri="{FF2B5EF4-FFF2-40B4-BE49-F238E27FC236}">
                    <a16:creationId xmlns:a16="http://schemas.microsoft.com/office/drawing/2014/main" id="{DD498CC3-392B-7B56-D395-57B3C7D5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8" name="TextBox 137">
                <a:extLst>
                  <a:ext uri="{FF2B5EF4-FFF2-40B4-BE49-F238E27FC236}">
                    <a16:creationId xmlns:a16="http://schemas.microsoft.com/office/drawing/2014/main" id="{B748692C-D58D-3B52-3C46-2A4B7C1FAA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2" name="Group 138">
              <a:extLst>
                <a:ext uri="{FF2B5EF4-FFF2-40B4-BE49-F238E27FC236}">
                  <a16:creationId xmlns:a16="http://schemas.microsoft.com/office/drawing/2014/main" id="{62BD9934-0673-B861-6602-A0727E0B9B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4805" name="Freeform 84">
                <a:extLst>
                  <a:ext uri="{FF2B5EF4-FFF2-40B4-BE49-F238E27FC236}">
                    <a16:creationId xmlns:a16="http://schemas.microsoft.com/office/drawing/2014/main" id="{80AFEDCC-8694-1885-58B4-E9BE2B60E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6" name="TextBox 140">
                <a:extLst>
                  <a:ext uri="{FF2B5EF4-FFF2-40B4-BE49-F238E27FC236}">
                    <a16:creationId xmlns:a16="http://schemas.microsoft.com/office/drawing/2014/main" id="{A71717C9-65EF-9352-0922-015FA9C866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3" name="Group 141">
              <a:extLst>
                <a:ext uri="{FF2B5EF4-FFF2-40B4-BE49-F238E27FC236}">
                  <a16:creationId xmlns:a16="http://schemas.microsoft.com/office/drawing/2014/main" id="{84DC5098-2A43-8E7A-BFAC-61F7E1DEC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4803" name="Freeform 84">
                <a:extLst>
                  <a:ext uri="{FF2B5EF4-FFF2-40B4-BE49-F238E27FC236}">
                    <a16:creationId xmlns:a16="http://schemas.microsoft.com/office/drawing/2014/main" id="{6664E75F-62F5-6C01-BB86-D3DDE7D3C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4" name="TextBox 143">
                <a:extLst>
                  <a:ext uri="{FF2B5EF4-FFF2-40B4-BE49-F238E27FC236}">
                    <a16:creationId xmlns:a16="http://schemas.microsoft.com/office/drawing/2014/main" id="{2CD5B39C-9B7C-75BF-C30C-9140A08BA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4" name="Group 144">
              <a:extLst>
                <a:ext uri="{FF2B5EF4-FFF2-40B4-BE49-F238E27FC236}">
                  <a16:creationId xmlns:a16="http://schemas.microsoft.com/office/drawing/2014/main" id="{D536E753-E16D-2E1A-E6F0-AD2E8C391C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4801" name="Freeform 84">
                <a:extLst>
                  <a:ext uri="{FF2B5EF4-FFF2-40B4-BE49-F238E27FC236}">
                    <a16:creationId xmlns:a16="http://schemas.microsoft.com/office/drawing/2014/main" id="{06B9C975-441A-086F-5E98-F746964D7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2" name="TextBox 146">
                <a:extLst>
                  <a:ext uri="{FF2B5EF4-FFF2-40B4-BE49-F238E27FC236}">
                    <a16:creationId xmlns:a16="http://schemas.microsoft.com/office/drawing/2014/main" id="{875FE4FA-012D-FB4C-1378-663C4322DE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5" name="Group 147">
              <a:extLst>
                <a:ext uri="{FF2B5EF4-FFF2-40B4-BE49-F238E27FC236}">
                  <a16:creationId xmlns:a16="http://schemas.microsoft.com/office/drawing/2014/main" id="{76617C7E-5A77-C904-C460-993CB35DF2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4799" name="Freeform 84">
                <a:extLst>
                  <a:ext uri="{FF2B5EF4-FFF2-40B4-BE49-F238E27FC236}">
                    <a16:creationId xmlns:a16="http://schemas.microsoft.com/office/drawing/2014/main" id="{752E13C4-A3DF-8EFD-D3EC-3697D6071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800" name="TextBox 149">
                <a:extLst>
                  <a:ext uri="{FF2B5EF4-FFF2-40B4-BE49-F238E27FC236}">
                    <a16:creationId xmlns:a16="http://schemas.microsoft.com/office/drawing/2014/main" id="{31EE79D5-E4F6-ADB4-7938-407C570D6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6" name="Group 150">
              <a:extLst>
                <a:ext uri="{FF2B5EF4-FFF2-40B4-BE49-F238E27FC236}">
                  <a16:creationId xmlns:a16="http://schemas.microsoft.com/office/drawing/2014/main" id="{1C11E440-BB8B-682E-9E56-1434C5EC0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4797" name="Freeform 84">
                <a:extLst>
                  <a:ext uri="{FF2B5EF4-FFF2-40B4-BE49-F238E27FC236}">
                    <a16:creationId xmlns:a16="http://schemas.microsoft.com/office/drawing/2014/main" id="{18CC5B14-1676-11AF-50C7-D84EF101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98" name="TextBox 152">
                <a:extLst>
                  <a:ext uri="{FF2B5EF4-FFF2-40B4-BE49-F238E27FC236}">
                    <a16:creationId xmlns:a16="http://schemas.microsoft.com/office/drawing/2014/main" id="{1B46F7D0-B694-70F1-E2B4-103F7F9EF1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7" name="Group 153">
              <a:extLst>
                <a:ext uri="{FF2B5EF4-FFF2-40B4-BE49-F238E27FC236}">
                  <a16:creationId xmlns:a16="http://schemas.microsoft.com/office/drawing/2014/main" id="{40E848B4-D5BE-9BCE-C0E8-6A18A028BB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4795" name="Freeform 84">
                <a:extLst>
                  <a:ext uri="{FF2B5EF4-FFF2-40B4-BE49-F238E27FC236}">
                    <a16:creationId xmlns:a16="http://schemas.microsoft.com/office/drawing/2014/main" id="{0AB859E3-CA23-D87C-3336-D8C3CB9D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96" name="TextBox 155">
                <a:extLst>
                  <a:ext uri="{FF2B5EF4-FFF2-40B4-BE49-F238E27FC236}">
                    <a16:creationId xmlns:a16="http://schemas.microsoft.com/office/drawing/2014/main" id="{D8939CCF-8D1A-FD1F-0642-DDF0C91A4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8" name="Group 156">
              <a:extLst>
                <a:ext uri="{FF2B5EF4-FFF2-40B4-BE49-F238E27FC236}">
                  <a16:creationId xmlns:a16="http://schemas.microsoft.com/office/drawing/2014/main" id="{8E9B75C3-CD79-CBAE-C4DD-D84234474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4793" name="Freeform 84">
                <a:extLst>
                  <a:ext uri="{FF2B5EF4-FFF2-40B4-BE49-F238E27FC236}">
                    <a16:creationId xmlns:a16="http://schemas.microsoft.com/office/drawing/2014/main" id="{D656DE00-B658-EA66-5567-BDA6349F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94" name="TextBox 158">
                <a:extLst>
                  <a:ext uri="{FF2B5EF4-FFF2-40B4-BE49-F238E27FC236}">
                    <a16:creationId xmlns:a16="http://schemas.microsoft.com/office/drawing/2014/main" id="{6E92F7F0-58F4-E685-0BE4-48F5A6C9D6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69" name="Group 160">
              <a:extLst>
                <a:ext uri="{FF2B5EF4-FFF2-40B4-BE49-F238E27FC236}">
                  <a16:creationId xmlns:a16="http://schemas.microsoft.com/office/drawing/2014/main" id="{5646BB61-DEF2-7F84-F281-2A21D92EE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4791" name="Freeform 84">
                <a:extLst>
                  <a:ext uri="{FF2B5EF4-FFF2-40B4-BE49-F238E27FC236}">
                    <a16:creationId xmlns:a16="http://schemas.microsoft.com/office/drawing/2014/main" id="{B9DA7D62-E675-DABD-4E99-8A7EF1BDA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92" name="TextBox 162">
                <a:extLst>
                  <a:ext uri="{FF2B5EF4-FFF2-40B4-BE49-F238E27FC236}">
                    <a16:creationId xmlns:a16="http://schemas.microsoft.com/office/drawing/2014/main" id="{125B3762-F4CD-A0BA-B787-F3E6DEA464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70" name="Group 163">
              <a:extLst>
                <a:ext uri="{FF2B5EF4-FFF2-40B4-BE49-F238E27FC236}">
                  <a16:creationId xmlns:a16="http://schemas.microsoft.com/office/drawing/2014/main" id="{40EE4FE8-65E6-B155-5D23-D9FAC5548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4789" name="Freeform 84">
                <a:extLst>
                  <a:ext uri="{FF2B5EF4-FFF2-40B4-BE49-F238E27FC236}">
                    <a16:creationId xmlns:a16="http://schemas.microsoft.com/office/drawing/2014/main" id="{7CDD191C-8EAA-A91F-D4E3-2C7EA08B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90" name="TextBox 165">
                <a:extLst>
                  <a:ext uri="{FF2B5EF4-FFF2-40B4-BE49-F238E27FC236}">
                    <a16:creationId xmlns:a16="http://schemas.microsoft.com/office/drawing/2014/main" id="{8396F12C-6A7D-078B-E291-0F220395D8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71" name="Group 166">
              <a:extLst>
                <a:ext uri="{FF2B5EF4-FFF2-40B4-BE49-F238E27FC236}">
                  <a16:creationId xmlns:a16="http://schemas.microsoft.com/office/drawing/2014/main" id="{59822655-F36C-02A0-BCA0-2836ED15A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4787" name="Freeform 84">
                <a:extLst>
                  <a:ext uri="{FF2B5EF4-FFF2-40B4-BE49-F238E27FC236}">
                    <a16:creationId xmlns:a16="http://schemas.microsoft.com/office/drawing/2014/main" id="{62ABF094-BB51-67B5-874D-1433D950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88" name="TextBox 168">
                <a:extLst>
                  <a:ext uri="{FF2B5EF4-FFF2-40B4-BE49-F238E27FC236}">
                    <a16:creationId xmlns:a16="http://schemas.microsoft.com/office/drawing/2014/main" id="{3030ABAC-9B57-12BB-6BEF-360B62634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72" name="Group 169">
              <a:extLst>
                <a:ext uri="{FF2B5EF4-FFF2-40B4-BE49-F238E27FC236}">
                  <a16:creationId xmlns:a16="http://schemas.microsoft.com/office/drawing/2014/main" id="{5C8D5DA3-FC38-61B9-581E-AF588B45B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4785" name="Freeform 84">
                <a:extLst>
                  <a:ext uri="{FF2B5EF4-FFF2-40B4-BE49-F238E27FC236}">
                    <a16:creationId xmlns:a16="http://schemas.microsoft.com/office/drawing/2014/main" id="{5A834E77-3C6A-B34D-0841-2DA5C6ED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86" name="TextBox 171">
                <a:extLst>
                  <a:ext uri="{FF2B5EF4-FFF2-40B4-BE49-F238E27FC236}">
                    <a16:creationId xmlns:a16="http://schemas.microsoft.com/office/drawing/2014/main" id="{037C679C-0100-362C-8F12-ADB1189021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73" name="Group 172">
              <a:extLst>
                <a:ext uri="{FF2B5EF4-FFF2-40B4-BE49-F238E27FC236}">
                  <a16:creationId xmlns:a16="http://schemas.microsoft.com/office/drawing/2014/main" id="{BFDA54D0-B82C-7D8C-B243-96D67CECF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4783" name="Freeform 84">
                <a:extLst>
                  <a:ext uri="{FF2B5EF4-FFF2-40B4-BE49-F238E27FC236}">
                    <a16:creationId xmlns:a16="http://schemas.microsoft.com/office/drawing/2014/main" id="{1B9A110E-99E2-C25C-556E-8149B723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84" name="TextBox 174">
                <a:extLst>
                  <a:ext uri="{FF2B5EF4-FFF2-40B4-BE49-F238E27FC236}">
                    <a16:creationId xmlns:a16="http://schemas.microsoft.com/office/drawing/2014/main" id="{4E12AD79-837C-1E42-1DB5-04F3C1E8A3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4774" name="Group 175">
              <a:extLst>
                <a:ext uri="{FF2B5EF4-FFF2-40B4-BE49-F238E27FC236}">
                  <a16:creationId xmlns:a16="http://schemas.microsoft.com/office/drawing/2014/main" id="{B4862A76-F5D3-7C54-25E9-B6A76308A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4781" name="Freeform 84">
                <a:extLst>
                  <a:ext uri="{FF2B5EF4-FFF2-40B4-BE49-F238E27FC236}">
                    <a16:creationId xmlns:a16="http://schemas.microsoft.com/office/drawing/2014/main" id="{4D863C42-C114-EF5F-7790-47CEB710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782" name="TextBox 177">
                <a:extLst>
                  <a:ext uri="{FF2B5EF4-FFF2-40B4-BE49-F238E27FC236}">
                    <a16:creationId xmlns:a16="http://schemas.microsoft.com/office/drawing/2014/main" id="{54C3A1DD-942A-9BF9-5E0C-11C77B67C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4775" name="TextBox 4">
              <a:extLst>
                <a:ext uri="{FF2B5EF4-FFF2-40B4-BE49-F238E27FC236}">
                  <a16:creationId xmlns:a16="http://schemas.microsoft.com/office/drawing/2014/main" id="{4FDAFF33-CE0F-1755-B47C-F0A765B4A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776" name="TextBox 179">
              <a:extLst>
                <a:ext uri="{FF2B5EF4-FFF2-40B4-BE49-F238E27FC236}">
                  <a16:creationId xmlns:a16="http://schemas.microsoft.com/office/drawing/2014/main" id="{13499E77-BD7E-5F20-43BF-830B5A6F83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777" name="TextBox 180">
              <a:extLst>
                <a:ext uri="{FF2B5EF4-FFF2-40B4-BE49-F238E27FC236}">
                  <a16:creationId xmlns:a16="http://schemas.microsoft.com/office/drawing/2014/main" id="{69A09BEF-4B2E-F899-1BCC-7136AE135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778" name="TextBox 181">
              <a:extLst>
                <a:ext uri="{FF2B5EF4-FFF2-40B4-BE49-F238E27FC236}">
                  <a16:creationId xmlns:a16="http://schemas.microsoft.com/office/drawing/2014/main" id="{5E8171E4-D108-5A60-9EDA-186A3A104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779" name="TextBox 182">
              <a:extLst>
                <a:ext uri="{FF2B5EF4-FFF2-40B4-BE49-F238E27FC236}">
                  <a16:creationId xmlns:a16="http://schemas.microsoft.com/office/drawing/2014/main" id="{51823447-485D-7E70-37F8-B670B1E5B0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4780" name="TextBox 183">
              <a:extLst>
                <a:ext uri="{FF2B5EF4-FFF2-40B4-BE49-F238E27FC236}">
                  <a16:creationId xmlns:a16="http://schemas.microsoft.com/office/drawing/2014/main" id="{48D1E472-0E8C-0504-C436-5493A4720E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74757" name="Footer Placeholder 2">
            <a:extLst>
              <a:ext uri="{FF2B5EF4-FFF2-40B4-BE49-F238E27FC236}">
                <a16:creationId xmlns:a16="http://schemas.microsoft.com/office/drawing/2014/main" id="{7C617E0D-FA81-FEB8-41EC-10778A1949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4758" name="Slide Number Placeholder 3">
            <a:extLst>
              <a:ext uri="{FF2B5EF4-FFF2-40B4-BE49-F238E27FC236}">
                <a16:creationId xmlns:a16="http://schemas.microsoft.com/office/drawing/2014/main" id="{3455448D-19F9-9633-C23F-5372C97EAA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496FE599-CCE7-C54B-B1EF-7F225A218C59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zh-CN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Rectangle 2">
            <a:extLst>
              <a:ext uri="{FF2B5EF4-FFF2-40B4-BE49-F238E27FC236}">
                <a16:creationId xmlns:a16="http://schemas.microsoft.com/office/drawing/2014/main" id="{3BCF2468-4E19-6F49-D70A-1511A530EC2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76802" name="Rectangle 3">
            <a:extLst>
              <a:ext uri="{FF2B5EF4-FFF2-40B4-BE49-F238E27FC236}">
                <a16:creationId xmlns:a16="http://schemas.microsoft.com/office/drawing/2014/main" id="{77DB0D9D-5F3E-2BBF-0BE6-D62FB1D3F6E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673100"/>
          </a:xfrm>
        </p:spPr>
        <p:txBody>
          <a:bodyPr/>
          <a:lstStyle/>
          <a:p>
            <a:pPr marL="0" indent="0" eaLnBrk="1" hangingPunct="1">
              <a:buSzPct val="75000"/>
              <a:buFont typeface="Wingdings" pitchFamily="2" charset="2"/>
              <a:buNone/>
            </a:pPr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Option: </a:t>
            </a:r>
            <a:r>
              <a:rPr lang="en-US" altLang="zh-CN" sz="2400" i="1">
                <a:ea typeface="ＭＳ Ｐゴシック" panose="020B0600070205080204" pitchFamily="34" charset="-128"/>
              </a:rPr>
              <a:t>connect each access ISP to every other access ISP? </a:t>
            </a:r>
          </a:p>
          <a:p>
            <a:pPr marL="0" indent="0" eaLnBrk="1" hangingPunct="1">
              <a:buSzPct val="75000"/>
              <a:buFont typeface="Wingdings" pitchFamily="2" charset="2"/>
              <a:buNone/>
            </a:pPr>
            <a:endParaRPr lang="en-US" altLang="zh-CN" sz="2400">
              <a:ea typeface="ＭＳ Ｐゴシック" panose="020B0600070205080204" pitchFamily="34" charset="-128"/>
            </a:endParaRPr>
          </a:p>
        </p:txBody>
      </p:sp>
      <p:pic>
        <p:nvPicPr>
          <p:cNvPr id="76803" name="Picture 76" descr="underline_base">
            <a:extLst>
              <a:ext uri="{FF2B5EF4-FFF2-40B4-BE49-F238E27FC236}">
                <a16:creationId xmlns:a16="http://schemas.microsoft.com/office/drawing/2014/main" id="{7FEDA9E3-0360-DE52-CBE1-2F16A125D23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6804" name="Group 141">
            <a:extLst>
              <a:ext uri="{FF2B5EF4-FFF2-40B4-BE49-F238E27FC236}">
                <a16:creationId xmlns:a16="http://schemas.microsoft.com/office/drawing/2014/main" id="{504ABE97-7376-1968-7B06-3549D69B9945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76912" name="Freeform 84">
              <a:extLst>
                <a:ext uri="{FF2B5EF4-FFF2-40B4-BE49-F238E27FC236}">
                  <a16:creationId xmlns:a16="http://schemas.microsoft.com/office/drawing/2014/main" id="{D2572463-BC0B-BE50-2800-B681941D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913" name="TextBox 143">
              <a:extLst>
                <a:ext uri="{FF2B5EF4-FFF2-40B4-BE49-F238E27FC236}">
                  <a16:creationId xmlns:a16="http://schemas.microsoft.com/office/drawing/2014/main" id="{99AD2AF0-AE87-15F6-5965-C7B113B98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05" name="Group 144">
            <a:extLst>
              <a:ext uri="{FF2B5EF4-FFF2-40B4-BE49-F238E27FC236}">
                <a16:creationId xmlns:a16="http://schemas.microsoft.com/office/drawing/2014/main" id="{2EA0595E-3904-7237-696D-2D3A16A0C735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76910" name="Freeform 84">
              <a:extLst>
                <a:ext uri="{FF2B5EF4-FFF2-40B4-BE49-F238E27FC236}">
                  <a16:creationId xmlns:a16="http://schemas.microsoft.com/office/drawing/2014/main" id="{0FEED852-1114-CF30-656A-FC4CF5BE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911" name="TextBox 146">
              <a:extLst>
                <a:ext uri="{FF2B5EF4-FFF2-40B4-BE49-F238E27FC236}">
                  <a16:creationId xmlns:a16="http://schemas.microsoft.com/office/drawing/2014/main" id="{045FF26B-58B2-19C6-30FE-46EB7FE31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76806" name="TextBox 181">
            <a:extLst>
              <a:ext uri="{FF2B5EF4-FFF2-40B4-BE49-F238E27FC236}">
                <a16:creationId xmlns:a16="http://schemas.microsoft.com/office/drawing/2014/main" id="{A67B161D-A4DF-621A-D198-F5B49656D7EB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76807" name="TextBox 182">
            <a:extLst>
              <a:ext uri="{FF2B5EF4-FFF2-40B4-BE49-F238E27FC236}">
                <a16:creationId xmlns:a16="http://schemas.microsoft.com/office/drawing/2014/main" id="{00FD3551-5AE5-86BA-56E1-25F14A0A9394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76808" name="TextBox 183">
            <a:extLst>
              <a:ext uri="{FF2B5EF4-FFF2-40B4-BE49-F238E27FC236}">
                <a16:creationId xmlns:a16="http://schemas.microsoft.com/office/drawing/2014/main" id="{3C01EB72-241C-9A0E-040A-68F9DF36BA4C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grpSp>
        <p:nvGrpSpPr>
          <p:cNvPr id="19" name="Group 25">
            <a:extLst>
              <a:ext uri="{FF2B5EF4-FFF2-40B4-BE49-F238E27FC236}">
                <a16:creationId xmlns:a16="http://schemas.microsoft.com/office/drawing/2014/main" id="{CCDCA6D1-F1FD-B072-9E07-29DD6C704671}"/>
              </a:ext>
            </a:extLst>
          </p:cNvPr>
          <p:cNvGrpSpPr>
            <a:grpSpLocks/>
          </p:cNvGrpSpPr>
          <p:nvPr/>
        </p:nvGrpSpPr>
        <p:grpSpPr bwMode="auto">
          <a:xfrm>
            <a:off x="908050" y="2281238"/>
            <a:ext cx="7361238" cy="3768725"/>
            <a:chOff x="888125" y="2295063"/>
            <a:chExt cx="7361771" cy="3769689"/>
          </a:xfrm>
        </p:grpSpPr>
        <p:cxnSp>
          <p:nvCxnSpPr>
            <p:cNvPr id="76890" name="Straight Connector 7">
              <a:extLst>
                <a:ext uri="{FF2B5EF4-FFF2-40B4-BE49-F238E27FC236}">
                  <a16:creationId xmlns:a16="http://schemas.microsoft.com/office/drawing/2014/main" id="{C19B88CA-5E2D-2B93-9A0D-5C807E5F26D5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1" name="Straight Connector 188">
              <a:extLst>
                <a:ext uri="{FF2B5EF4-FFF2-40B4-BE49-F238E27FC236}">
                  <a16:creationId xmlns:a16="http://schemas.microsoft.com/office/drawing/2014/main" id="{6063398B-4E07-7240-7939-DB49CC056777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2" name="Straight Connector 190">
              <a:extLst>
                <a:ext uri="{FF2B5EF4-FFF2-40B4-BE49-F238E27FC236}">
                  <a16:creationId xmlns:a16="http://schemas.microsoft.com/office/drawing/2014/main" id="{23BB5915-3887-6113-F17C-79ACAF5569C9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3" name="Straight Connector 192">
              <a:extLst>
                <a:ext uri="{FF2B5EF4-FFF2-40B4-BE49-F238E27FC236}">
                  <a16:creationId xmlns:a16="http://schemas.microsoft.com/office/drawing/2014/main" id="{7B23E30E-CEA7-035C-B05E-6CF16CED8122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4" name="Straight Connector 195">
              <a:extLst>
                <a:ext uri="{FF2B5EF4-FFF2-40B4-BE49-F238E27FC236}">
                  <a16:creationId xmlns:a16="http://schemas.microsoft.com/office/drawing/2014/main" id="{C6E7D243-6472-29CB-D6B4-26B1446E2B84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5" name="Straight Connector 197">
              <a:extLst>
                <a:ext uri="{FF2B5EF4-FFF2-40B4-BE49-F238E27FC236}">
                  <a16:creationId xmlns:a16="http://schemas.microsoft.com/office/drawing/2014/main" id="{8A69A777-1035-81FD-F28C-4666AA8E1A92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6" name="Straight Connector 199">
              <a:extLst>
                <a:ext uri="{FF2B5EF4-FFF2-40B4-BE49-F238E27FC236}">
                  <a16:creationId xmlns:a16="http://schemas.microsoft.com/office/drawing/2014/main" id="{2899E3C5-C378-3B56-2E81-7EEC4867F7B4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7" name="Straight Connector 201">
              <a:extLst>
                <a:ext uri="{FF2B5EF4-FFF2-40B4-BE49-F238E27FC236}">
                  <a16:creationId xmlns:a16="http://schemas.microsoft.com/office/drawing/2014/main" id="{6E9C6732-BC8D-D167-BA45-3C77F08552D6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8" name="Straight Connector 203">
              <a:extLst>
                <a:ext uri="{FF2B5EF4-FFF2-40B4-BE49-F238E27FC236}">
                  <a16:creationId xmlns:a16="http://schemas.microsoft.com/office/drawing/2014/main" id="{F28BFD3A-2146-B576-D383-C9DC27DDF8E1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9" name="Straight Connector 204">
              <a:extLst>
                <a:ext uri="{FF2B5EF4-FFF2-40B4-BE49-F238E27FC236}">
                  <a16:creationId xmlns:a16="http://schemas.microsoft.com/office/drawing/2014/main" id="{AED1ED81-DB8A-252B-483C-F44A008B4F5F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0" name="Straight Connector 207">
              <a:extLst>
                <a:ext uri="{FF2B5EF4-FFF2-40B4-BE49-F238E27FC236}">
                  <a16:creationId xmlns:a16="http://schemas.microsoft.com/office/drawing/2014/main" id="{431CA09C-3107-93B2-4923-96B079777ED6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1" name="Straight Connector 209">
              <a:extLst>
                <a:ext uri="{FF2B5EF4-FFF2-40B4-BE49-F238E27FC236}">
                  <a16:creationId xmlns:a16="http://schemas.microsoft.com/office/drawing/2014/main" id="{30C2BA88-B53C-0670-F5A7-7ACBAAA1AF8D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2" name="Straight Connector 211">
              <a:extLst>
                <a:ext uri="{FF2B5EF4-FFF2-40B4-BE49-F238E27FC236}">
                  <a16:creationId xmlns:a16="http://schemas.microsoft.com/office/drawing/2014/main" id="{3CFD0426-09FD-59FC-727D-A5D6DF3390D3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3" name="Straight Connector 213">
              <a:extLst>
                <a:ext uri="{FF2B5EF4-FFF2-40B4-BE49-F238E27FC236}">
                  <a16:creationId xmlns:a16="http://schemas.microsoft.com/office/drawing/2014/main" id="{1FA47BF0-621D-C03F-2658-9C9E7537865C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4" name="Straight Connector 215">
              <a:extLst>
                <a:ext uri="{FF2B5EF4-FFF2-40B4-BE49-F238E27FC236}">
                  <a16:creationId xmlns:a16="http://schemas.microsoft.com/office/drawing/2014/main" id="{74BADF67-655B-86C6-914B-7BED0812DBBB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6905" name="TextBox 24">
              <a:extLst>
                <a:ext uri="{FF2B5EF4-FFF2-40B4-BE49-F238E27FC236}">
                  <a16:creationId xmlns:a16="http://schemas.microsoft.com/office/drawing/2014/main" id="{C7CAD5FF-06E3-1C2F-9079-EE49611A5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06" name="TextBox 218">
              <a:extLst>
                <a:ext uri="{FF2B5EF4-FFF2-40B4-BE49-F238E27FC236}">
                  <a16:creationId xmlns:a16="http://schemas.microsoft.com/office/drawing/2014/main" id="{67828F0B-68C1-C3E8-D6A3-30EA2E6DA2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07" name="TextBox 219">
              <a:extLst>
                <a:ext uri="{FF2B5EF4-FFF2-40B4-BE49-F238E27FC236}">
                  <a16:creationId xmlns:a16="http://schemas.microsoft.com/office/drawing/2014/main" id="{F1E70BB2-A9E5-1F9F-969B-BC82D994F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08" name="TextBox 220">
              <a:extLst>
                <a:ext uri="{FF2B5EF4-FFF2-40B4-BE49-F238E27FC236}">
                  <a16:creationId xmlns:a16="http://schemas.microsoft.com/office/drawing/2014/main" id="{36C5CAEA-C606-FC79-9394-24A89D70E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6909" name="TextBox 221">
              <a:extLst>
                <a:ext uri="{FF2B5EF4-FFF2-40B4-BE49-F238E27FC236}">
                  <a16:creationId xmlns:a16="http://schemas.microsoft.com/office/drawing/2014/main" id="{B6F1F7E1-44E4-7FF4-D0E3-367059AE52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>
                  <a:latin typeface="Arial" panose="020B0604020202020204" pitchFamily="34" charset="0"/>
                </a:rPr>
                <a:t>…</a:t>
              </a:r>
            </a:p>
          </p:txBody>
        </p:sp>
      </p:grpSp>
      <p:grpSp>
        <p:nvGrpSpPr>
          <p:cNvPr id="20" name="Group 223">
            <a:extLst>
              <a:ext uri="{FF2B5EF4-FFF2-40B4-BE49-F238E27FC236}">
                <a16:creationId xmlns:a16="http://schemas.microsoft.com/office/drawing/2014/main" id="{A6D9F62A-0CDB-C398-818E-C4904FD4AB80}"/>
              </a:ext>
            </a:extLst>
          </p:cNvPr>
          <p:cNvGrpSpPr>
            <a:grpSpLocks/>
          </p:cNvGrpSpPr>
          <p:nvPr/>
        </p:nvGrpSpPr>
        <p:grpSpPr bwMode="auto">
          <a:xfrm>
            <a:off x="1158875" y="2305050"/>
            <a:ext cx="7094538" cy="3695700"/>
            <a:chOff x="862570" y="2361120"/>
            <a:chExt cx="7094553" cy="3695520"/>
          </a:xfrm>
        </p:grpSpPr>
        <p:cxnSp>
          <p:nvCxnSpPr>
            <p:cNvPr id="76875" name="Straight Connector 224">
              <a:extLst>
                <a:ext uri="{FF2B5EF4-FFF2-40B4-BE49-F238E27FC236}">
                  <a16:creationId xmlns:a16="http://schemas.microsoft.com/office/drawing/2014/main" id="{52BFB44A-9B48-7B1D-C758-373E2E4118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6" name="Straight Connector 225">
              <a:extLst>
                <a:ext uri="{FF2B5EF4-FFF2-40B4-BE49-F238E27FC236}">
                  <a16:creationId xmlns:a16="http://schemas.microsoft.com/office/drawing/2014/main" id="{E294FF5B-334D-FFD4-97A8-45E3D4B291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7" name="Straight Connector 226">
              <a:extLst>
                <a:ext uri="{FF2B5EF4-FFF2-40B4-BE49-F238E27FC236}">
                  <a16:creationId xmlns:a16="http://schemas.microsoft.com/office/drawing/2014/main" id="{A66F4E42-9A09-A54B-4690-BE9C9076280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8" name="Straight Connector 227">
              <a:extLst>
                <a:ext uri="{FF2B5EF4-FFF2-40B4-BE49-F238E27FC236}">
                  <a16:creationId xmlns:a16="http://schemas.microsoft.com/office/drawing/2014/main" id="{CEB404F5-1FEC-9C36-9402-4CBC343E98D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9" name="Straight Connector 228">
              <a:extLst>
                <a:ext uri="{FF2B5EF4-FFF2-40B4-BE49-F238E27FC236}">
                  <a16:creationId xmlns:a16="http://schemas.microsoft.com/office/drawing/2014/main" id="{8803CFC4-EEBE-6A3D-B81D-79F17EAB12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0" name="Straight Connector 229">
              <a:extLst>
                <a:ext uri="{FF2B5EF4-FFF2-40B4-BE49-F238E27FC236}">
                  <a16:creationId xmlns:a16="http://schemas.microsoft.com/office/drawing/2014/main" id="{14731D03-5250-ECC2-7F44-BBDC668376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1" name="Straight Connector 230">
              <a:extLst>
                <a:ext uri="{FF2B5EF4-FFF2-40B4-BE49-F238E27FC236}">
                  <a16:creationId xmlns:a16="http://schemas.microsoft.com/office/drawing/2014/main" id="{8AA6BB9C-D925-545D-A234-D569ED24D1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2" name="Straight Connector 231">
              <a:extLst>
                <a:ext uri="{FF2B5EF4-FFF2-40B4-BE49-F238E27FC236}">
                  <a16:creationId xmlns:a16="http://schemas.microsoft.com/office/drawing/2014/main" id="{1E718D81-056D-A89B-FEB9-926D6F0221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3" name="Straight Connector 232">
              <a:extLst>
                <a:ext uri="{FF2B5EF4-FFF2-40B4-BE49-F238E27FC236}">
                  <a16:creationId xmlns:a16="http://schemas.microsoft.com/office/drawing/2014/main" id="{8CD8BED7-FEB1-E1A0-164F-43C0156949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4" name="Straight Connector 233">
              <a:extLst>
                <a:ext uri="{FF2B5EF4-FFF2-40B4-BE49-F238E27FC236}">
                  <a16:creationId xmlns:a16="http://schemas.microsoft.com/office/drawing/2014/main" id="{875920F6-E2E3-29A6-2714-D45382C1B0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5" name="Straight Connector 234">
              <a:extLst>
                <a:ext uri="{FF2B5EF4-FFF2-40B4-BE49-F238E27FC236}">
                  <a16:creationId xmlns:a16="http://schemas.microsoft.com/office/drawing/2014/main" id="{E3B2DF81-717A-6AF5-3510-46C612F343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6" name="Straight Connector 235">
              <a:extLst>
                <a:ext uri="{FF2B5EF4-FFF2-40B4-BE49-F238E27FC236}">
                  <a16:creationId xmlns:a16="http://schemas.microsoft.com/office/drawing/2014/main" id="{D7EABAC6-61F3-5693-B86F-7F90D7C975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7" name="Straight Connector 236">
              <a:extLst>
                <a:ext uri="{FF2B5EF4-FFF2-40B4-BE49-F238E27FC236}">
                  <a16:creationId xmlns:a16="http://schemas.microsoft.com/office/drawing/2014/main" id="{63CA6D50-8269-8DAC-2B13-95475B344A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8" name="Straight Connector 237">
              <a:extLst>
                <a:ext uri="{FF2B5EF4-FFF2-40B4-BE49-F238E27FC236}">
                  <a16:creationId xmlns:a16="http://schemas.microsoft.com/office/drawing/2014/main" id="{A1E367A0-155D-5926-D2B1-50E1E7EC17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9" name="Straight Connector 238">
              <a:extLst>
                <a:ext uri="{FF2B5EF4-FFF2-40B4-BE49-F238E27FC236}">
                  <a16:creationId xmlns:a16="http://schemas.microsoft.com/office/drawing/2014/main" id="{6E71445C-E010-A5B1-99A0-B741BC190A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239">
            <a:extLst>
              <a:ext uri="{FF2B5EF4-FFF2-40B4-BE49-F238E27FC236}">
                <a16:creationId xmlns:a16="http://schemas.microsoft.com/office/drawing/2014/main" id="{7F83DBED-A4CD-3EA8-7866-62207AA0B116}"/>
              </a:ext>
            </a:extLst>
          </p:cNvPr>
          <p:cNvGrpSpPr>
            <a:grpSpLocks/>
          </p:cNvGrpSpPr>
          <p:nvPr/>
        </p:nvGrpSpPr>
        <p:grpSpPr bwMode="auto">
          <a:xfrm>
            <a:off x="1095375" y="2195513"/>
            <a:ext cx="7158038" cy="3798887"/>
            <a:chOff x="799176" y="2251902"/>
            <a:chExt cx="7158126" cy="3799069"/>
          </a:xfrm>
        </p:grpSpPr>
        <p:cxnSp>
          <p:nvCxnSpPr>
            <p:cNvPr id="76860" name="Straight Connector 240">
              <a:extLst>
                <a:ext uri="{FF2B5EF4-FFF2-40B4-BE49-F238E27FC236}">
                  <a16:creationId xmlns:a16="http://schemas.microsoft.com/office/drawing/2014/main" id="{83DCA233-8EF4-8E05-255C-E9254C0999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1" name="Straight Connector 241">
              <a:extLst>
                <a:ext uri="{FF2B5EF4-FFF2-40B4-BE49-F238E27FC236}">
                  <a16:creationId xmlns:a16="http://schemas.microsoft.com/office/drawing/2014/main" id="{69B212D8-5035-CCC2-EA10-5FF3807813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2" name="Straight Connector 242">
              <a:extLst>
                <a:ext uri="{FF2B5EF4-FFF2-40B4-BE49-F238E27FC236}">
                  <a16:creationId xmlns:a16="http://schemas.microsoft.com/office/drawing/2014/main" id="{94345060-D7F7-891B-EB2E-811A3F8BE9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3" name="Straight Connector 243">
              <a:extLst>
                <a:ext uri="{FF2B5EF4-FFF2-40B4-BE49-F238E27FC236}">
                  <a16:creationId xmlns:a16="http://schemas.microsoft.com/office/drawing/2014/main" id="{96617075-7072-E52A-7E49-B2E82C49C8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4" name="Straight Connector 244">
              <a:extLst>
                <a:ext uri="{FF2B5EF4-FFF2-40B4-BE49-F238E27FC236}">
                  <a16:creationId xmlns:a16="http://schemas.microsoft.com/office/drawing/2014/main" id="{80B41E16-34AF-B0EC-C0DD-8F64173D1B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5" name="Straight Connector 245">
              <a:extLst>
                <a:ext uri="{FF2B5EF4-FFF2-40B4-BE49-F238E27FC236}">
                  <a16:creationId xmlns:a16="http://schemas.microsoft.com/office/drawing/2014/main" id="{B40AB9A9-D691-A2D6-F611-DDF38FB00EB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6" name="Straight Connector 246">
              <a:extLst>
                <a:ext uri="{FF2B5EF4-FFF2-40B4-BE49-F238E27FC236}">
                  <a16:creationId xmlns:a16="http://schemas.microsoft.com/office/drawing/2014/main" id="{DA84D25F-04C7-7CC4-363E-0562B40E61E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7" name="Straight Connector 247">
              <a:extLst>
                <a:ext uri="{FF2B5EF4-FFF2-40B4-BE49-F238E27FC236}">
                  <a16:creationId xmlns:a16="http://schemas.microsoft.com/office/drawing/2014/main" id="{FAEBAD39-C7B8-3683-FDBF-95CD6B55C1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8" name="Straight Connector 248">
              <a:extLst>
                <a:ext uri="{FF2B5EF4-FFF2-40B4-BE49-F238E27FC236}">
                  <a16:creationId xmlns:a16="http://schemas.microsoft.com/office/drawing/2014/main" id="{E1D82B72-3B55-A559-089C-588870FA56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9" name="Straight Connector 249">
              <a:extLst>
                <a:ext uri="{FF2B5EF4-FFF2-40B4-BE49-F238E27FC236}">
                  <a16:creationId xmlns:a16="http://schemas.microsoft.com/office/drawing/2014/main" id="{5218593D-1B33-CB78-FF88-7FBE27C35F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0" name="Straight Connector 250">
              <a:extLst>
                <a:ext uri="{FF2B5EF4-FFF2-40B4-BE49-F238E27FC236}">
                  <a16:creationId xmlns:a16="http://schemas.microsoft.com/office/drawing/2014/main" id="{4D6D1E80-1C8B-3B1C-BDE5-88325AC83D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1" name="Straight Connector 251">
              <a:extLst>
                <a:ext uri="{FF2B5EF4-FFF2-40B4-BE49-F238E27FC236}">
                  <a16:creationId xmlns:a16="http://schemas.microsoft.com/office/drawing/2014/main" id="{C5324856-3670-CFF9-0083-74510A69617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2" name="Straight Connector 252">
              <a:extLst>
                <a:ext uri="{FF2B5EF4-FFF2-40B4-BE49-F238E27FC236}">
                  <a16:creationId xmlns:a16="http://schemas.microsoft.com/office/drawing/2014/main" id="{7F4F8B8F-9787-31C8-A9E6-879F7A9380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3" name="Straight Connector 253">
              <a:extLst>
                <a:ext uri="{FF2B5EF4-FFF2-40B4-BE49-F238E27FC236}">
                  <a16:creationId xmlns:a16="http://schemas.microsoft.com/office/drawing/2014/main" id="{0D2BEA41-BA01-62D4-4F50-7086DE24BF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4" name="Straight Connector 254">
              <a:extLst>
                <a:ext uri="{FF2B5EF4-FFF2-40B4-BE49-F238E27FC236}">
                  <a16:creationId xmlns:a16="http://schemas.microsoft.com/office/drawing/2014/main" id="{6082AA9D-2872-FBDA-F2D8-9283C82C26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EED123FA-3DD0-4A77-572C-1F972AB10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8" y="340360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latin typeface="Arial" panose="020B0604020202020204" pitchFamily="34" charset="0"/>
              </a:rPr>
              <a:t>connecting each access ISP to each other directly </a:t>
            </a:r>
            <a:r>
              <a:rPr lang="en-US" altLang="zh-CN" sz="2400" i="1">
                <a:solidFill>
                  <a:srgbClr val="CC0000"/>
                </a:solidFill>
                <a:latin typeface="Arial" panose="020B0604020202020204" pitchFamily="34" charset="0"/>
              </a:rPr>
              <a:t>doesn</a:t>
            </a: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’</a:t>
            </a:r>
            <a:r>
              <a:rPr lang="en-US" altLang="zh-CN" sz="2400" i="1">
                <a:solidFill>
                  <a:srgbClr val="CC0000"/>
                </a:solidFill>
                <a:latin typeface="Arial" panose="020B0604020202020204" pitchFamily="34" charset="0"/>
              </a:rPr>
              <a:t>t scale: </a:t>
            </a:r>
            <a:r>
              <a:rPr lang="en-US" altLang="zh-CN" sz="2400">
                <a:latin typeface="Arial" panose="020B0604020202020204" pitchFamily="34" charset="0"/>
              </a:rPr>
              <a:t>O(</a:t>
            </a:r>
            <a:r>
              <a:rPr lang="en-US" altLang="zh-CN" sz="2400" i="1">
                <a:latin typeface="Arial" panose="020B0604020202020204" pitchFamily="34" charset="0"/>
              </a:rPr>
              <a:t>N</a:t>
            </a:r>
            <a:r>
              <a:rPr lang="en-US" altLang="zh-CN" sz="2400" baseline="30000">
                <a:latin typeface="Arial" panose="020B0604020202020204" pitchFamily="34" charset="0"/>
              </a:rPr>
              <a:t>2</a:t>
            </a:r>
            <a:r>
              <a:rPr lang="en-US" altLang="zh-CN" sz="2400">
                <a:latin typeface="Arial" panose="020B0604020202020204" pitchFamily="34" charset="0"/>
              </a:rPr>
              <a:t>) connections.</a:t>
            </a:r>
          </a:p>
        </p:txBody>
      </p:sp>
      <p:sp>
        <p:nvSpPr>
          <p:cNvPr id="76813" name="Footer Placeholder 2">
            <a:extLst>
              <a:ext uri="{FF2B5EF4-FFF2-40B4-BE49-F238E27FC236}">
                <a16:creationId xmlns:a16="http://schemas.microsoft.com/office/drawing/2014/main" id="{DD762CE3-2C0D-7F79-A715-8D52EDB509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6814" name="Slide Number Placeholder 3">
            <a:extLst>
              <a:ext uri="{FF2B5EF4-FFF2-40B4-BE49-F238E27FC236}">
                <a16:creationId xmlns:a16="http://schemas.microsoft.com/office/drawing/2014/main" id="{D5A0AEC6-3B33-DA1C-D949-A0BCCFD5E3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19FD8835-B99C-1240-8E01-DB3716A50A3B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76815" name="Group 2">
            <a:extLst>
              <a:ext uri="{FF2B5EF4-FFF2-40B4-BE49-F238E27FC236}">
                <a16:creationId xmlns:a16="http://schemas.microsoft.com/office/drawing/2014/main" id="{C07503A1-EE6A-AC79-0FE5-B3EDB28B9E9E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76858" name="Freeform 84">
              <a:extLst>
                <a:ext uri="{FF2B5EF4-FFF2-40B4-BE49-F238E27FC236}">
                  <a16:creationId xmlns:a16="http://schemas.microsoft.com/office/drawing/2014/main" id="{A1517E94-AE1B-CFB5-979D-F6DE54C0C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59" name="TextBox 1">
              <a:extLst>
                <a:ext uri="{FF2B5EF4-FFF2-40B4-BE49-F238E27FC236}">
                  <a16:creationId xmlns:a16="http://schemas.microsoft.com/office/drawing/2014/main" id="{E7E2BA43-5415-AC01-58EB-1D153A34D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16" name="Group 131">
            <a:extLst>
              <a:ext uri="{FF2B5EF4-FFF2-40B4-BE49-F238E27FC236}">
                <a16:creationId xmlns:a16="http://schemas.microsoft.com/office/drawing/2014/main" id="{C67CBF38-2218-CC39-DF66-7140A7FEDA73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76856" name="Freeform 84">
              <a:extLst>
                <a:ext uri="{FF2B5EF4-FFF2-40B4-BE49-F238E27FC236}">
                  <a16:creationId xmlns:a16="http://schemas.microsoft.com/office/drawing/2014/main" id="{41865AB4-A535-A322-1BFC-54ACDD9F3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57" name="TextBox 133">
              <a:extLst>
                <a:ext uri="{FF2B5EF4-FFF2-40B4-BE49-F238E27FC236}">
                  <a16:creationId xmlns:a16="http://schemas.microsoft.com/office/drawing/2014/main" id="{0796830C-976D-FA9E-7698-E066163988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17" name="Group 153">
            <a:extLst>
              <a:ext uri="{FF2B5EF4-FFF2-40B4-BE49-F238E27FC236}">
                <a16:creationId xmlns:a16="http://schemas.microsoft.com/office/drawing/2014/main" id="{E5D34568-66D8-9D42-1827-B611382DEBC3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76854" name="Freeform 84">
              <a:extLst>
                <a:ext uri="{FF2B5EF4-FFF2-40B4-BE49-F238E27FC236}">
                  <a16:creationId xmlns:a16="http://schemas.microsoft.com/office/drawing/2014/main" id="{15F042D8-5E7F-3928-1BF9-2801F8EF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55" name="TextBox 155">
              <a:extLst>
                <a:ext uri="{FF2B5EF4-FFF2-40B4-BE49-F238E27FC236}">
                  <a16:creationId xmlns:a16="http://schemas.microsoft.com/office/drawing/2014/main" id="{5FE7FCC4-F5D6-B64A-B030-4E54F9CC2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18" name="Group 138">
            <a:extLst>
              <a:ext uri="{FF2B5EF4-FFF2-40B4-BE49-F238E27FC236}">
                <a16:creationId xmlns:a16="http://schemas.microsoft.com/office/drawing/2014/main" id="{14D141A2-1476-2DAB-8530-9665FE87D59E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76852" name="Freeform 84">
              <a:extLst>
                <a:ext uri="{FF2B5EF4-FFF2-40B4-BE49-F238E27FC236}">
                  <a16:creationId xmlns:a16="http://schemas.microsoft.com/office/drawing/2014/main" id="{5610A3AC-229E-87EA-2AF3-5CF1CDD1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53" name="TextBox 140">
              <a:extLst>
                <a:ext uri="{FF2B5EF4-FFF2-40B4-BE49-F238E27FC236}">
                  <a16:creationId xmlns:a16="http://schemas.microsoft.com/office/drawing/2014/main" id="{7E6F2C2D-A461-C2E5-8B88-C936A35E1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19" name="Group 150">
            <a:extLst>
              <a:ext uri="{FF2B5EF4-FFF2-40B4-BE49-F238E27FC236}">
                <a16:creationId xmlns:a16="http://schemas.microsoft.com/office/drawing/2014/main" id="{1CC1A37B-44D3-E592-2E5C-E4323DA6639A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76850" name="Freeform 84">
              <a:extLst>
                <a:ext uri="{FF2B5EF4-FFF2-40B4-BE49-F238E27FC236}">
                  <a16:creationId xmlns:a16="http://schemas.microsoft.com/office/drawing/2014/main" id="{5DCD53C2-B31A-B9ED-2848-7C71FC42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51" name="TextBox 152">
              <a:extLst>
                <a:ext uri="{FF2B5EF4-FFF2-40B4-BE49-F238E27FC236}">
                  <a16:creationId xmlns:a16="http://schemas.microsoft.com/office/drawing/2014/main" id="{6C0E3664-0F06-2D48-136D-CEBB369BB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0" name="Group 156">
            <a:extLst>
              <a:ext uri="{FF2B5EF4-FFF2-40B4-BE49-F238E27FC236}">
                <a16:creationId xmlns:a16="http://schemas.microsoft.com/office/drawing/2014/main" id="{049F5A9A-B45B-9229-AB75-54F793483236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76848" name="Freeform 84">
              <a:extLst>
                <a:ext uri="{FF2B5EF4-FFF2-40B4-BE49-F238E27FC236}">
                  <a16:creationId xmlns:a16="http://schemas.microsoft.com/office/drawing/2014/main" id="{A2B1A314-E8C4-41A8-52A4-69D6DCA56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49" name="TextBox 158">
              <a:extLst>
                <a:ext uri="{FF2B5EF4-FFF2-40B4-BE49-F238E27FC236}">
                  <a16:creationId xmlns:a16="http://schemas.microsoft.com/office/drawing/2014/main" id="{AABAC074-1CEA-D6D6-86CD-B87B710798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76821" name="TextBox 4">
            <a:extLst>
              <a:ext uri="{FF2B5EF4-FFF2-40B4-BE49-F238E27FC236}">
                <a16:creationId xmlns:a16="http://schemas.microsoft.com/office/drawing/2014/main" id="{73C20377-22CE-0058-F035-BEAC6018A223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grpSp>
        <p:nvGrpSpPr>
          <p:cNvPr id="76822" name="Group 147">
            <a:extLst>
              <a:ext uri="{FF2B5EF4-FFF2-40B4-BE49-F238E27FC236}">
                <a16:creationId xmlns:a16="http://schemas.microsoft.com/office/drawing/2014/main" id="{7463D230-1179-14FD-5CF2-C0FF6DB52762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76846" name="Freeform 84">
              <a:extLst>
                <a:ext uri="{FF2B5EF4-FFF2-40B4-BE49-F238E27FC236}">
                  <a16:creationId xmlns:a16="http://schemas.microsoft.com/office/drawing/2014/main" id="{449A9153-250D-F752-C3E0-398918A35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47" name="TextBox 149">
              <a:extLst>
                <a:ext uri="{FF2B5EF4-FFF2-40B4-BE49-F238E27FC236}">
                  <a16:creationId xmlns:a16="http://schemas.microsoft.com/office/drawing/2014/main" id="{1CCD04B2-0EA3-1205-F23D-BFEBA47C5C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3" name="Group 160">
            <a:extLst>
              <a:ext uri="{FF2B5EF4-FFF2-40B4-BE49-F238E27FC236}">
                <a16:creationId xmlns:a16="http://schemas.microsoft.com/office/drawing/2014/main" id="{C5EE2756-CEA6-018B-1966-C94512BEDDBA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76844" name="Freeform 84">
              <a:extLst>
                <a:ext uri="{FF2B5EF4-FFF2-40B4-BE49-F238E27FC236}">
                  <a16:creationId xmlns:a16="http://schemas.microsoft.com/office/drawing/2014/main" id="{7F51F7D7-ACE8-9A5A-1479-5A0E282D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45" name="TextBox 162">
              <a:extLst>
                <a:ext uri="{FF2B5EF4-FFF2-40B4-BE49-F238E27FC236}">
                  <a16:creationId xmlns:a16="http://schemas.microsoft.com/office/drawing/2014/main" id="{8D0E3EF0-BD04-FA8A-9A54-81CFAE442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4" name="Group 163">
            <a:extLst>
              <a:ext uri="{FF2B5EF4-FFF2-40B4-BE49-F238E27FC236}">
                <a16:creationId xmlns:a16="http://schemas.microsoft.com/office/drawing/2014/main" id="{A7428DF2-E4F0-79D1-663E-DEEB91E2F5FE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76842" name="Freeform 84">
              <a:extLst>
                <a:ext uri="{FF2B5EF4-FFF2-40B4-BE49-F238E27FC236}">
                  <a16:creationId xmlns:a16="http://schemas.microsoft.com/office/drawing/2014/main" id="{B69E02BB-9899-C3C7-6DB4-5E813B84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43" name="TextBox 165">
              <a:extLst>
                <a:ext uri="{FF2B5EF4-FFF2-40B4-BE49-F238E27FC236}">
                  <a16:creationId xmlns:a16="http://schemas.microsoft.com/office/drawing/2014/main" id="{2CDF232D-2D0F-9A66-0182-0C5945F947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5" name="Group 166">
            <a:extLst>
              <a:ext uri="{FF2B5EF4-FFF2-40B4-BE49-F238E27FC236}">
                <a16:creationId xmlns:a16="http://schemas.microsoft.com/office/drawing/2014/main" id="{90A0B3D8-F3E4-7C26-5CC3-8FE430395B53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76840" name="Freeform 84">
              <a:extLst>
                <a:ext uri="{FF2B5EF4-FFF2-40B4-BE49-F238E27FC236}">
                  <a16:creationId xmlns:a16="http://schemas.microsoft.com/office/drawing/2014/main" id="{CBB9E5C1-89B3-0F56-03DB-388D0CB1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41" name="TextBox 168">
              <a:extLst>
                <a:ext uri="{FF2B5EF4-FFF2-40B4-BE49-F238E27FC236}">
                  <a16:creationId xmlns:a16="http://schemas.microsoft.com/office/drawing/2014/main" id="{138420F0-C3C1-FE2D-963B-F12916ABE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76826" name="TextBox 179">
            <a:extLst>
              <a:ext uri="{FF2B5EF4-FFF2-40B4-BE49-F238E27FC236}">
                <a16:creationId xmlns:a16="http://schemas.microsoft.com/office/drawing/2014/main" id="{9595A528-E145-D266-36CB-0D9E8D8227EB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grpSp>
        <p:nvGrpSpPr>
          <p:cNvPr id="76827" name="Group 135">
            <a:extLst>
              <a:ext uri="{FF2B5EF4-FFF2-40B4-BE49-F238E27FC236}">
                <a16:creationId xmlns:a16="http://schemas.microsoft.com/office/drawing/2014/main" id="{652B7D7A-5276-3392-7D75-52D5282A3F28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76838" name="Freeform 84">
              <a:extLst>
                <a:ext uri="{FF2B5EF4-FFF2-40B4-BE49-F238E27FC236}">
                  <a16:creationId xmlns:a16="http://schemas.microsoft.com/office/drawing/2014/main" id="{05548548-48CD-D959-CB5E-3F59E9E2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39" name="TextBox 137">
              <a:extLst>
                <a:ext uri="{FF2B5EF4-FFF2-40B4-BE49-F238E27FC236}">
                  <a16:creationId xmlns:a16="http://schemas.microsoft.com/office/drawing/2014/main" id="{B4A1E8F9-B2AB-98A5-155D-BD8436E40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8" name="Group 169">
            <a:extLst>
              <a:ext uri="{FF2B5EF4-FFF2-40B4-BE49-F238E27FC236}">
                <a16:creationId xmlns:a16="http://schemas.microsoft.com/office/drawing/2014/main" id="{151B03B9-04BD-F10A-86E4-EB17193E6971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76836" name="Freeform 84">
              <a:extLst>
                <a:ext uri="{FF2B5EF4-FFF2-40B4-BE49-F238E27FC236}">
                  <a16:creationId xmlns:a16="http://schemas.microsoft.com/office/drawing/2014/main" id="{A841DB3C-9EA5-6953-1460-7BE93116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37" name="TextBox 171">
              <a:extLst>
                <a:ext uri="{FF2B5EF4-FFF2-40B4-BE49-F238E27FC236}">
                  <a16:creationId xmlns:a16="http://schemas.microsoft.com/office/drawing/2014/main" id="{36152D4F-08B4-2BD8-A711-EBD871037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29" name="Group 172">
            <a:extLst>
              <a:ext uri="{FF2B5EF4-FFF2-40B4-BE49-F238E27FC236}">
                <a16:creationId xmlns:a16="http://schemas.microsoft.com/office/drawing/2014/main" id="{FA943887-B927-A7D8-DAA6-32483953A56D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76834" name="Freeform 84">
              <a:extLst>
                <a:ext uri="{FF2B5EF4-FFF2-40B4-BE49-F238E27FC236}">
                  <a16:creationId xmlns:a16="http://schemas.microsoft.com/office/drawing/2014/main" id="{3C9FDF3F-8758-25C5-BE1A-13171298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35" name="TextBox 174">
              <a:extLst>
                <a:ext uri="{FF2B5EF4-FFF2-40B4-BE49-F238E27FC236}">
                  <a16:creationId xmlns:a16="http://schemas.microsoft.com/office/drawing/2014/main" id="{0970F2C0-181A-D70A-B9F5-F2C01D8E5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76830" name="Group 175">
            <a:extLst>
              <a:ext uri="{FF2B5EF4-FFF2-40B4-BE49-F238E27FC236}">
                <a16:creationId xmlns:a16="http://schemas.microsoft.com/office/drawing/2014/main" id="{F59CBB0B-96A6-0313-1FE9-0CAF8A2970AF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76832" name="Freeform 84">
              <a:extLst>
                <a:ext uri="{FF2B5EF4-FFF2-40B4-BE49-F238E27FC236}">
                  <a16:creationId xmlns:a16="http://schemas.microsoft.com/office/drawing/2014/main" id="{3C57AB43-92F0-2F13-6D9B-25EED0CC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33" name="TextBox 177">
              <a:extLst>
                <a:ext uri="{FF2B5EF4-FFF2-40B4-BE49-F238E27FC236}">
                  <a16:creationId xmlns:a16="http://schemas.microsoft.com/office/drawing/2014/main" id="{7284BCA2-D240-AF52-7B8B-AB3CA4A088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76831" name="TextBox 180">
            <a:extLst>
              <a:ext uri="{FF2B5EF4-FFF2-40B4-BE49-F238E27FC236}">
                <a16:creationId xmlns:a16="http://schemas.microsoft.com/office/drawing/2014/main" id="{7E49F3CC-3A52-8C16-ECA8-FE480A5378C9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6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Rectangle 2">
            <a:extLst>
              <a:ext uri="{FF2B5EF4-FFF2-40B4-BE49-F238E27FC236}">
                <a16:creationId xmlns:a16="http://schemas.microsoft.com/office/drawing/2014/main" id="{0ABEBFEF-6438-C19C-A0D5-B971D1B419E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78850" name="Picture 76" descr="underline_base">
            <a:extLst>
              <a:ext uri="{FF2B5EF4-FFF2-40B4-BE49-F238E27FC236}">
                <a16:creationId xmlns:a16="http://schemas.microsoft.com/office/drawing/2014/main" id="{2413CDEB-330A-FDB2-1EC8-D8F55327860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851" name="Group 5">
            <a:extLst>
              <a:ext uri="{FF2B5EF4-FFF2-40B4-BE49-F238E27FC236}">
                <a16:creationId xmlns:a16="http://schemas.microsoft.com/office/drawing/2014/main" id="{E6DDEA2F-CB61-FDA4-E619-B1891C3C707D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8961" name="Group 2">
              <a:extLst>
                <a:ext uri="{FF2B5EF4-FFF2-40B4-BE49-F238E27FC236}">
                  <a16:creationId xmlns:a16="http://schemas.microsoft.com/office/drawing/2014/main" id="{E3641AFD-040C-F8BA-DF10-CC672998B1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9013" name="Freeform 84">
                <a:extLst>
                  <a:ext uri="{FF2B5EF4-FFF2-40B4-BE49-F238E27FC236}">
                    <a16:creationId xmlns:a16="http://schemas.microsoft.com/office/drawing/2014/main" id="{0DF9E594-EEB3-2BCC-22C3-BCED40D50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14" name="TextBox 1">
                <a:extLst>
                  <a:ext uri="{FF2B5EF4-FFF2-40B4-BE49-F238E27FC236}">
                    <a16:creationId xmlns:a16="http://schemas.microsoft.com/office/drawing/2014/main" id="{37242327-6628-8826-C50E-36066682F6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2" name="Group 131">
              <a:extLst>
                <a:ext uri="{FF2B5EF4-FFF2-40B4-BE49-F238E27FC236}">
                  <a16:creationId xmlns:a16="http://schemas.microsoft.com/office/drawing/2014/main" id="{2AFD0E3C-A54C-8064-BA42-47023C2BC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9011" name="Freeform 84">
                <a:extLst>
                  <a:ext uri="{FF2B5EF4-FFF2-40B4-BE49-F238E27FC236}">
                    <a16:creationId xmlns:a16="http://schemas.microsoft.com/office/drawing/2014/main" id="{2E531C65-22D5-855C-C45B-6E182C7DD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12" name="TextBox 133">
                <a:extLst>
                  <a:ext uri="{FF2B5EF4-FFF2-40B4-BE49-F238E27FC236}">
                    <a16:creationId xmlns:a16="http://schemas.microsoft.com/office/drawing/2014/main" id="{7B22D7A6-7976-1F05-5506-BBA995CDB8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3" name="Group 135">
              <a:extLst>
                <a:ext uri="{FF2B5EF4-FFF2-40B4-BE49-F238E27FC236}">
                  <a16:creationId xmlns:a16="http://schemas.microsoft.com/office/drawing/2014/main" id="{E5670133-B442-B6E2-82BD-802C698DA2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9009" name="Freeform 84">
                <a:extLst>
                  <a:ext uri="{FF2B5EF4-FFF2-40B4-BE49-F238E27FC236}">
                    <a16:creationId xmlns:a16="http://schemas.microsoft.com/office/drawing/2014/main" id="{A697EB04-2AEE-3730-4056-6BF3C8BA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10" name="TextBox 137">
                <a:extLst>
                  <a:ext uri="{FF2B5EF4-FFF2-40B4-BE49-F238E27FC236}">
                    <a16:creationId xmlns:a16="http://schemas.microsoft.com/office/drawing/2014/main" id="{F9E0820B-2DDC-EE50-D308-D5E05D85A7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4" name="Group 138">
              <a:extLst>
                <a:ext uri="{FF2B5EF4-FFF2-40B4-BE49-F238E27FC236}">
                  <a16:creationId xmlns:a16="http://schemas.microsoft.com/office/drawing/2014/main" id="{0E75582E-C420-0D9F-62E7-38A3D59D1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9007" name="Freeform 84">
                <a:extLst>
                  <a:ext uri="{FF2B5EF4-FFF2-40B4-BE49-F238E27FC236}">
                    <a16:creationId xmlns:a16="http://schemas.microsoft.com/office/drawing/2014/main" id="{8851EF4A-8C82-193D-3006-935DAD6B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08" name="TextBox 140">
                <a:extLst>
                  <a:ext uri="{FF2B5EF4-FFF2-40B4-BE49-F238E27FC236}">
                    <a16:creationId xmlns:a16="http://schemas.microsoft.com/office/drawing/2014/main" id="{015B4CEA-470D-5E99-4ED5-7F18D8D0D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5" name="Group 141">
              <a:extLst>
                <a:ext uri="{FF2B5EF4-FFF2-40B4-BE49-F238E27FC236}">
                  <a16:creationId xmlns:a16="http://schemas.microsoft.com/office/drawing/2014/main" id="{E9930BCC-0950-2A3F-1007-427A556A5D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9005" name="Freeform 84">
                <a:extLst>
                  <a:ext uri="{FF2B5EF4-FFF2-40B4-BE49-F238E27FC236}">
                    <a16:creationId xmlns:a16="http://schemas.microsoft.com/office/drawing/2014/main" id="{CBB7CF49-B350-5785-9189-B71F73E49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06" name="TextBox 143">
                <a:extLst>
                  <a:ext uri="{FF2B5EF4-FFF2-40B4-BE49-F238E27FC236}">
                    <a16:creationId xmlns:a16="http://schemas.microsoft.com/office/drawing/2014/main" id="{C5564FAE-A498-7A05-12D6-95938D9131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6" name="Group 144">
              <a:extLst>
                <a:ext uri="{FF2B5EF4-FFF2-40B4-BE49-F238E27FC236}">
                  <a16:creationId xmlns:a16="http://schemas.microsoft.com/office/drawing/2014/main" id="{FCA56B3C-408D-239F-A574-5B14BDAD76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9003" name="Freeform 84">
                <a:extLst>
                  <a:ext uri="{FF2B5EF4-FFF2-40B4-BE49-F238E27FC236}">
                    <a16:creationId xmlns:a16="http://schemas.microsoft.com/office/drawing/2014/main" id="{CF1C265C-505D-C113-58EA-1845C90D7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04" name="TextBox 146">
                <a:extLst>
                  <a:ext uri="{FF2B5EF4-FFF2-40B4-BE49-F238E27FC236}">
                    <a16:creationId xmlns:a16="http://schemas.microsoft.com/office/drawing/2014/main" id="{6080A41E-6A78-F5A5-B368-F9ECFFE7FC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7" name="Group 147">
              <a:extLst>
                <a:ext uri="{FF2B5EF4-FFF2-40B4-BE49-F238E27FC236}">
                  <a16:creationId xmlns:a16="http://schemas.microsoft.com/office/drawing/2014/main" id="{05D4CC85-A120-4505-DB54-4726C7C31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9001" name="Freeform 84">
                <a:extLst>
                  <a:ext uri="{FF2B5EF4-FFF2-40B4-BE49-F238E27FC236}">
                    <a16:creationId xmlns:a16="http://schemas.microsoft.com/office/drawing/2014/main" id="{D2AA746C-2EED-AF3B-01B7-0B3E1995A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02" name="TextBox 149">
                <a:extLst>
                  <a:ext uri="{FF2B5EF4-FFF2-40B4-BE49-F238E27FC236}">
                    <a16:creationId xmlns:a16="http://schemas.microsoft.com/office/drawing/2014/main" id="{2FDA2EA9-D46B-ED64-62B0-9832D14823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8" name="Group 150">
              <a:extLst>
                <a:ext uri="{FF2B5EF4-FFF2-40B4-BE49-F238E27FC236}">
                  <a16:creationId xmlns:a16="http://schemas.microsoft.com/office/drawing/2014/main" id="{10472054-A05A-DE96-1831-698CF1222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8999" name="Freeform 84">
                <a:extLst>
                  <a:ext uri="{FF2B5EF4-FFF2-40B4-BE49-F238E27FC236}">
                    <a16:creationId xmlns:a16="http://schemas.microsoft.com/office/drawing/2014/main" id="{9A5A1114-F553-F7C3-DD9B-85C342DCE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000" name="TextBox 152">
                <a:extLst>
                  <a:ext uri="{FF2B5EF4-FFF2-40B4-BE49-F238E27FC236}">
                    <a16:creationId xmlns:a16="http://schemas.microsoft.com/office/drawing/2014/main" id="{5E4D6286-997F-F703-3B0A-81712C4D6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69" name="Group 153">
              <a:extLst>
                <a:ext uri="{FF2B5EF4-FFF2-40B4-BE49-F238E27FC236}">
                  <a16:creationId xmlns:a16="http://schemas.microsoft.com/office/drawing/2014/main" id="{24154475-986C-DADC-C10E-AD20BC06E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8997" name="Freeform 84">
                <a:extLst>
                  <a:ext uri="{FF2B5EF4-FFF2-40B4-BE49-F238E27FC236}">
                    <a16:creationId xmlns:a16="http://schemas.microsoft.com/office/drawing/2014/main" id="{B7743EBD-A4D0-4AD7-1692-853D7CA4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98" name="TextBox 155">
                <a:extLst>
                  <a:ext uri="{FF2B5EF4-FFF2-40B4-BE49-F238E27FC236}">
                    <a16:creationId xmlns:a16="http://schemas.microsoft.com/office/drawing/2014/main" id="{AC869CD0-286B-9ACF-F952-01BFCCA36C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0" name="Group 156">
              <a:extLst>
                <a:ext uri="{FF2B5EF4-FFF2-40B4-BE49-F238E27FC236}">
                  <a16:creationId xmlns:a16="http://schemas.microsoft.com/office/drawing/2014/main" id="{E7487C44-54BF-7AAA-BDE6-FCB272498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8995" name="Freeform 84">
                <a:extLst>
                  <a:ext uri="{FF2B5EF4-FFF2-40B4-BE49-F238E27FC236}">
                    <a16:creationId xmlns:a16="http://schemas.microsoft.com/office/drawing/2014/main" id="{A31C38F7-B2EB-B12A-47AE-B3284219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96" name="TextBox 158">
                <a:extLst>
                  <a:ext uri="{FF2B5EF4-FFF2-40B4-BE49-F238E27FC236}">
                    <a16:creationId xmlns:a16="http://schemas.microsoft.com/office/drawing/2014/main" id="{C7D6D405-AA09-6BE7-0ED2-02B0DC6821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1" name="Group 160">
              <a:extLst>
                <a:ext uri="{FF2B5EF4-FFF2-40B4-BE49-F238E27FC236}">
                  <a16:creationId xmlns:a16="http://schemas.microsoft.com/office/drawing/2014/main" id="{9A4288CC-D75F-622D-7D11-F7CAEB0DFF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8993" name="Freeform 84">
                <a:extLst>
                  <a:ext uri="{FF2B5EF4-FFF2-40B4-BE49-F238E27FC236}">
                    <a16:creationId xmlns:a16="http://schemas.microsoft.com/office/drawing/2014/main" id="{8E7527B8-557E-9DB6-D7BB-6D824649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94" name="TextBox 162">
                <a:extLst>
                  <a:ext uri="{FF2B5EF4-FFF2-40B4-BE49-F238E27FC236}">
                    <a16:creationId xmlns:a16="http://schemas.microsoft.com/office/drawing/2014/main" id="{79D41A33-DCE8-C079-9AB3-3DE0D9E0CF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2" name="Group 163">
              <a:extLst>
                <a:ext uri="{FF2B5EF4-FFF2-40B4-BE49-F238E27FC236}">
                  <a16:creationId xmlns:a16="http://schemas.microsoft.com/office/drawing/2014/main" id="{6A8C7913-4F0A-85DD-5441-FC0D7EF032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8991" name="Freeform 84">
                <a:extLst>
                  <a:ext uri="{FF2B5EF4-FFF2-40B4-BE49-F238E27FC236}">
                    <a16:creationId xmlns:a16="http://schemas.microsoft.com/office/drawing/2014/main" id="{0037EBA6-F888-E7C4-7432-D4D05328A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92" name="TextBox 165">
                <a:extLst>
                  <a:ext uri="{FF2B5EF4-FFF2-40B4-BE49-F238E27FC236}">
                    <a16:creationId xmlns:a16="http://schemas.microsoft.com/office/drawing/2014/main" id="{E3A54738-E1C4-C507-1295-35608FCA4B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3" name="Group 166">
              <a:extLst>
                <a:ext uri="{FF2B5EF4-FFF2-40B4-BE49-F238E27FC236}">
                  <a16:creationId xmlns:a16="http://schemas.microsoft.com/office/drawing/2014/main" id="{9E7B73F3-C22D-690F-D560-1BC28783BC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8989" name="Freeform 84">
                <a:extLst>
                  <a:ext uri="{FF2B5EF4-FFF2-40B4-BE49-F238E27FC236}">
                    <a16:creationId xmlns:a16="http://schemas.microsoft.com/office/drawing/2014/main" id="{20F5E3D2-6EDB-C90A-D9C4-7C162EA2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90" name="TextBox 168">
                <a:extLst>
                  <a:ext uri="{FF2B5EF4-FFF2-40B4-BE49-F238E27FC236}">
                    <a16:creationId xmlns:a16="http://schemas.microsoft.com/office/drawing/2014/main" id="{1BB0579C-70E1-9B22-8C15-DE48CBAB9B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4" name="Group 169">
              <a:extLst>
                <a:ext uri="{FF2B5EF4-FFF2-40B4-BE49-F238E27FC236}">
                  <a16:creationId xmlns:a16="http://schemas.microsoft.com/office/drawing/2014/main" id="{D836396D-3BE7-A3F3-EDA4-6075BB78B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8987" name="Freeform 84">
                <a:extLst>
                  <a:ext uri="{FF2B5EF4-FFF2-40B4-BE49-F238E27FC236}">
                    <a16:creationId xmlns:a16="http://schemas.microsoft.com/office/drawing/2014/main" id="{1D9392D8-0E12-1401-AA77-58F07E67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88" name="TextBox 171">
                <a:extLst>
                  <a:ext uri="{FF2B5EF4-FFF2-40B4-BE49-F238E27FC236}">
                    <a16:creationId xmlns:a16="http://schemas.microsoft.com/office/drawing/2014/main" id="{58BFA2A1-5CBC-BACB-D490-4E3861DA71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5" name="Group 172">
              <a:extLst>
                <a:ext uri="{FF2B5EF4-FFF2-40B4-BE49-F238E27FC236}">
                  <a16:creationId xmlns:a16="http://schemas.microsoft.com/office/drawing/2014/main" id="{C131D106-29CE-EC01-5C33-9C598F70A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8985" name="Freeform 84">
                <a:extLst>
                  <a:ext uri="{FF2B5EF4-FFF2-40B4-BE49-F238E27FC236}">
                    <a16:creationId xmlns:a16="http://schemas.microsoft.com/office/drawing/2014/main" id="{A960253C-59F1-C0C3-0862-5C2ACCD0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86" name="TextBox 174">
                <a:extLst>
                  <a:ext uri="{FF2B5EF4-FFF2-40B4-BE49-F238E27FC236}">
                    <a16:creationId xmlns:a16="http://schemas.microsoft.com/office/drawing/2014/main" id="{75695544-FA95-7259-D876-B37DF67D95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78976" name="Group 175">
              <a:extLst>
                <a:ext uri="{FF2B5EF4-FFF2-40B4-BE49-F238E27FC236}">
                  <a16:creationId xmlns:a16="http://schemas.microsoft.com/office/drawing/2014/main" id="{91CF73AE-0CB1-A033-DAEB-1087DC83AF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8983" name="Freeform 84">
                <a:extLst>
                  <a:ext uri="{FF2B5EF4-FFF2-40B4-BE49-F238E27FC236}">
                    <a16:creationId xmlns:a16="http://schemas.microsoft.com/office/drawing/2014/main" id="{AE7AFB70-D0F6-DACC-DE7C-952EB8BE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8984" name="TextBox 177">
                <a:extLst>
                  <a:ext uri="{FF2B5EF4-FFF2-40B4-BE49-F238E27FC236}">
                    <a16:creationId xmlns:a16="http://schemas.microsoft.com/office/drawing/2014/main" id="{379C69E1-891C-EC00-1CF1-091B414922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78977" name="TextBox 4">
              <a:extLst>
                <a:ext uri="{FF2B5EF4-FFF2-40B4-BE49-F238E27FC236}">
                  <a16:creationId xmlns:a16="http://schemas.microsoft.com/office/drawing/2014/main" id="{53192568-AEF6-AD54-22E8-8036D77C5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8978" name="TextBox 179">
              <a:extLst>
                <a:ext uri="{FF2B5EF4-FFF2-40B4-BE49-F238E27FC236}">
                  <a16:creationId xmlns:a16="http://schemas.microsoft.com/office/drawing/2014/main" id="{AFC863F3-8CE0-E4C5-D0CF-DBB859449D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8979" name="TextBox 180">
              <a:extLst>
                <a:ext uri="{FF2B5EF4-FFF2-40B4-BE49-F238E27FC236}">
                  <a16:creationId xmlns:a16="http://schemas.microsoft.com/office/drawing/2014/main" id="{795190AA-0C82-B31B-EA03-F0E419B65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8980" name="TextBox 181">
              <a:extLst>
                <a:ext uri="{FF2B5EF4-FFF2-40B4-BE49-F238E27FC236}">
                  <a16:creationId xmlns:a16="http://schemas.microsoft.com/office/drawing/2014/main" id="{50C67ED0-932B-8FBE-E551-378912B3C0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8981" name="TextBox 182">
              <a:extLst>
                <a:ext uri="{FF2B5EF4-FFF2-40B4-BE49-F238E27FC236}">
                  <a16:creationId xmlns:a16="http://schemas.microsoft.com/office/drawing/2014/main" id="{22E75FE3-B3A7-C8F1-B9F3-F981F911BB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78982" name="TextBox 183">
              <a:extLst>
                <a:ext uri="{FF2B5EF4-FFF2-40B4-BE49-F238E27FC236}">
                  <a16:creationId xmlns:a16="http://schemas.microsoft.com/office/drawing/2014/main" id="{15BE5C77-793E-7BEE-3F05-F30A919A2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sp>
        <p:nvSpPr>
          <p:cNvPr id="78852" name="Rectangle 3">
            <a:extLst>
              <a:ext uri="{FF2B5EF4-FFF2-40B4-BE49-F238E27FC236}">
                <a16:creationId xmlns:a16="http://schemas.microsoft.com/office/drawing/2014/main" id="{00BE1FA6-2311-234D-97DD-D203D2DC52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Option: </a:t>
            </a:r>
            <a:r>
              <a:rPr lang="en-US" i="1" dirty="0">
                <a:latin typeface="Gill Sans MT" charset="0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00000"/>
                </a:solidFill>
                <a:latin typeface="+mn-lt"/>
              </a:rPr>
              <a:t>Customer</a:t>
            </a:r>
            <a:r>
              <a:rPr lang="en-US" i="1" dirty="0">
                <a:latin typeface="+mn-lt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+mn-lt"/>
              </a:rPr>
              <a:t>provider </a:t>
            </a:r>
            <a:r>
              <a:rPr lang="en-US" i="1" dirty="0">
                <a:latin typeface="+mn-lt"/>
              </a:rPr>
              <a:t>ISPs have economic agreement.</a:t>
            </a:r>
            <a:endParaRPr lang="en-US" dirty="0">
              <a:latin typeface="+mn-lt"/>
            </a:endParaRPr>
          </a:p>
        </p:txBody>
      </p:sp>
      <p:sp>
        <p:nvSpPr>
          <p:cNvPr id="78853" name="Footer Placeholder 2">
            <a:extLst>
              <a:ext uri="{FF2B5EF4-FFF2-40B4-BE49-F238E27FC236}">
                <a16:creationId xmlns:a16="http://schemas.microsoft.com/office/drawing/2014/main" id="{EF0A0D56-4975-82B6-7674-2C92B8BE79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8854" name="Slide Number Placeholder 3">
            <a:extLst>
              <a:ext uri="{FF2B5EF4-FFF2-40B4-BE49-F238E27FC236}">
                <a16:creationId xmlns:a16="http://schemas.microsoft.com/office/drawing/2014/main" id="{5939D1A6-7CAA-5B5A-8CC8-69E336A3E7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363FDAFF-190A-1B4F-A1D4-7715EFBC6FA5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78855" name="Oval 3">
            <a:extLst>
              <a:ext uri="{FF2B5EF4-FFF2-40B4-BE49-F238E27FC236}">
                <a16:creationId xmlns:a16="http://schemas.microsoft.com/office/drawing/2014/main" id="{C6D8D99C-D5E6-BDFE-93C4-948487E858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3192463"/>
            <a:ext cx="3709987" cy="18621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78856" name="Straight Connector 10">
            <a:extLst>
              <a:ext uri="{FF2B5EF4-FFF2-40B4-BE49-F238E27FC236}">
                <a16:creationId xmlns:a16="http://schemas.microsoft.com/office/drawing/2014/main" id="{019C9E78-B09E-F1AB-DB86-B6CFB9BAE116}"/>
              </a:ext>
            </a:extLst>
          </p:cNvPr>
          <p:cNvCxnSpPr>
            <a:cxnSpLocks noChangeShapeType="1"/>
            <a:stCxn id="163" idx="7"/>
          </p:cNvCxnSpPr>
          <p:nvPr/>
        </p:nvCxnSpPr>
        <p:spPr bwMode="auto">
          <a:xfrm>
            <a:off x="4022725" y="3521075"/>
            <a:ext cx="1223963" cy="968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7" name="Straight Connector 297">
            <a:extLst>
              <a:ext uri="{FF2B5EF4-FFF2-40B4-BE49-F238E27FC236}">
                <a16:creationId xmlns:a16="http://schemas.microsoft.com/office/drawing/2014/main" id="{6B48C7C5-D72D-59F1-6123-A6DF26B5797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56138" y="3924300"/>
            <a:ext cx="139700" cy="1127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8" name="Straight Connector 298">
            <a:extLst>
              <a:ext uri="{FF2B5EF4-FFF2-40B4-BE49-F238E27FC236}">
                <a16:creationId xmlns:a16="http://schemas.microsoft.com/office/drawing/2014/main" id="{B1B654E3-1805-2B42-C0A3-5CC0307A9FB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25950" y="4200525"/>
            <a:ext cx="280988" cy="61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9" name="Straight Connector 299">
            <a:extLst>
              <a:ext uri="{FF2B5EF4-FFF2-40B4-BE49-F238E27FC236}">
                <a16:creationId xmlns:a16="http://schemas.microsoft.com/office/drawing/2014/main" id="{C6C2A8C5-B116-9095-BE71-D9B102C8E25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3050" y="3962400"/>
            <a:ext cx="223838" cy="1492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0" name="Straight Connector 300">
            <a:extLst>
              <a:ext uri="{FF2B5EF4-FFF2-40B4-BE49-F238E27FC236}">
                <a16:creationId xmlns:a16="http://schemas.microsoft.com/office/drawing/2014/main" id="{D597D2DE-0D3A-D478-184F-6F9D64641464}"/>
              </a:ext>
            </a:extLst>
          </p:cNvPr>
          <p:cNvCxnSpPr>
            <a:cxnSpLocks noChangeShapeType="1"/>
            <a:stCxn id="237" idx="6"/>
          </p:cNvCxnSpPr>
          <p:nvPr/>
        </p:nvCxnSpPr>
        <p:spPr bwMode="auto">
          <a:xfrm flipV="1">
            <a:off x="3722688" y="4367213"/>
            <a:ext cx="238125" cy="1333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1" name="Straight Connector 301">
            <a:extLst>
              <a:ext uri="{FF2B5EF4-FFF2-40B4-BE49-F238E27FC236}">
                <a16:creationId xmlns:a16="http://schemas.microsoft.com/office/drawing/2014/main" id="{FB48734C-4594-BEB4-01CB-B7D10423F73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75188" y="4267200"/>
            <a:ext cx="292100" cy="3429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2" name="Straight Connector 302">
            <a:extLst>
              <a:ext uri="{FF2B5EF4-FFF2-40B4-BE49-F238E27FC236}">
                <a16:creationId xmlns:a16="http://schemas.microsoft.com/office/drawing/2014/main" id="{76FD183D-8934-D063-6834-E959025C862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43513" y="4248150"/>
            <a:ext cx="412750" cy="1682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3" name="Straight Connector 303">
            <a:extLst>
              <a:ext uri="{FF2B5EF4-FFF2-40B4-BE49-F238E27FC236}">
                <a16:creationId xmlns:a16="http://schemas.microsoft.com/office/drawing/2014/main" id="{F9EACA43-F1D0-5939-EC62-E3E4B2BC5C0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27638" y="3776663"/>
            <a:ext cx="328612" cy="2667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4" name="Straight Connector 304">
            <a:extLst>
              <a:ext uri="{FF2B5EF4-FFF2-40B4-BE49-F238E27FC236}">
                <a16:creationId xmlns:a16="http://schemas.microsoft.com/office/drawing/2014/main" id="{DAC53E2B-CEF9-19CB-8083-9779C2381D78}"/>
              </a:ext>
            </a:extLst>
          </p:cNvPr>
          <p:cNvCxnSpPr>
            <a:cxnSpLocks noChangeShapeType="1"/>
            <a:endCxn id="161" idx="7"/>
          </p:cNvCxnSpPr>
          <p:nvPr/>
        </p:nvCxnSpPr>
        <p:spPr bwMode="auto">
          <a:xfrm flipH="1" flipV="1">
            <a:off x="4024313" y="3600450"/>
            <a:ext cx="261937" cy="11906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865" name="TextBox 39958">
            <a:extLst>
              <a:ext uri="{FF2B5EF4-FFF2-40B4-BE49-F238E27FC236}">
                <a16:creationId xmlns:a16="http://schemas.microsoft.com/office/drawing/2014/main" id="{0AA0FADE-473F-173D-6F72-7C9BD7884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663" y="3584575"/>
            <a:ext cx="10080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global</a:t>
            </a:r>
            <a:br>
              <a:rPr lang="en-US" altLang="zh-CN" sz="2400" i="1">
                <a:latin typeface="Arial" panose="020B0604020202020204" pitchFamily="34" charset="0"/>
              </a:rPr>
            </a:br>
            <a:r>
              <a:rPr lang="en-US" altLang="zh-CN" sz="2400" i="1">
                <a:latin typeface="Arial" panose="020B0604020202020204" pitchFamily="34" charset="0"/>
              </a:rPr>
              <a:t>ISP</a:t>
            </a:r>
          </a:p>
        </p:txBody>
      </p:sp>
      <p:grpSp>
        <p:nvGrpSpPr>
          <p:cNvPr id="78866" name="Group 347">
            <a:extLst>
              <a:ext uri="{FF2B5EF4-FFF2-40B4-BE49-F238E27FC236}">
                <a16:creationId xmlns:a16="http://schemas.microsoft.com/office/drawing/2014/main" id="{B6007CA5-6129-9ECA-F722-4FCF2B9FFC29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994150"/>
            <a:ext cx="611187" cy="298450"/>
            <a:chOff x="1871277" y="1576300"/>
            <a:chExt cx="1128371" cy="437860"/>
          </a:xfrm>
        </p:grpSpPr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006B698-5CBC-7D4F-B89E-95A28295E6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7" y="1695082"/>
              <a:ext cx="1125441" cy="31907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B3B3BD83-2C16-A84A-A894-3C58B976BDEE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1B3D9A6-B834-FF44-A590-C9A6BD4DD06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41" cy="31908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EA2AB6A3-CE83-EB49-A68B-AD770A17AD35}"/>
                </a:ext>
              </a:extLst>
            </p:cNvPr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A46E6524-B2E9-B04D-A00E-A8E4C5CD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2" y="1632197"/>
              <a:ext cx="662369" cy="11179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39066B64-AC65-CB41-BF3D-874BDC8E0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6" y="1727688"/>
              <a:ext cx="243260" cy="9782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FC17DCE6-9AD4-1F48-A8E8-36F72B3B3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89" y="1730017"/>
              <a:ext cx="240329" cy="9782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15B4072F-7F46-5746-A365-8A0E1DE8552B}"/>
                </a:ext>
              </a:extLst>
            </p:cNvPr>
            <p:cNvCxnSpPr>
              <a:cxnSpLocks noChangeShapeType="1"/>
              <a:endCxn id="197" idx="2"/>
            </p:cNvCxnSpPr>
            <p:nvPr/>
          </p:nvCxnSpPr>
          <p:spPr bwMode="auto">
            <a:xfrm flipH="1" flipV="1">
              <a:off x="1871277" y="1737005"/>
              <a:ext cx="2930" cy="12343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1330F954-954A-654C-A30E-49AE35E4C9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8" y="1734675"/>
              <a:ext cx="2930" cy="12344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8867" name="Group 347">
            <a:extLst>
              <a:ext uri="{FF2B5EF4-FFF2-40B4-BE49-F238E27FC236}">
                <a16:creationId xmlns:a16="http://schemas.microsoft.com/office/drawing/2014/main" id="{1E0DA6E1-E9BB-48B9-ECAD-EF9F7C2055AF}"/>
              </a:ext>
            </a:extLst>
          </p:cNvPr>
          <p:cNvGrpSpPr>
            <a:grpSpLocks/>
          </p:cNvGrpSpPr>
          <p:nvPr/>
        </p:nvGrpSpPr>
        <p:grpSpPr bwMode="auto">
          <a:xfrm>
            <a:off x="4108450" y="3694113"/>
            <a:ext cx="609600" cy="296862"/>
            <a:chOff x="1871277" y="1576300"/>
            <a:chExt cx="1128371" cy="437860"/>
          </a:xfrm>
        </p:grpSpPr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30231F50-9BE3-5E42-AAB2-8D474612328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16" y="1695716"/>
              <a:ext cx="1125432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4B4F7843-4888-8A45-9E9E-8F165721D208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7434B61A-51B2-C046-8CAD-D0BA36C15E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3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A7B6542D-26A3-EF45-802A-162BE7AE60A9}"/>
                </a:ext>
              </a:extLst>
            </p:cNvPr>
            <p:cNvSpPr/>
            <p:nvPr/>
          </p:nvSpPr>
          <p:spPr bwMode="auto">
            <a:xfrm>
              <a:off x="2159247" y="1672301"/>
              <a:ext cx="549494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F24D0F60-66B1-944E-ADB9-46CCEFDC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17" y="1632496"/>
              <a:ext cx="661154" cy="11239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42931E39-67B4-5042-A3F1-B0B5E5E4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310" y="1728497"/>
              <a:ext cx="243892" cy="960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2547568-8737-9848-8A8E-8F9771B2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723" y="1730839"/>
              <a:ext cx="240954" cy="9600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ED03D8F2-6448-A64A-B825-40030DB12C8D}"/>
                </a:ext>
              </a:extLst>
            </p:cNvPr>
            <p:cNvCxnSpPr>
              <a:cxnSpLocks noChangeShapeType="1"/>
              <a:endCxn id="207" idx="2"/>
            </p:cNvCxnSpPr>
            <p:nvPr/>
          </p:nvCxnSpPr>
          <p:spPr bwMode="auto">
            <a:xfrm flipH="1" flipV="1">
              <a:off x="1871277" y="1737863"/>
              <a:ext cx="2939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CD59E925-DE24-7A47-B419-667A133523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0" y="1735522"/>
              <a:ext cx="2938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8868" name="Group 347">
            <a:extLst>
              <a:ext uri="{FF2B5EF4-FFF2-40B4-BE49-F238E27FC236}">
                <a16:creationId xmlns:a16="http://schemas.microsoft.com/office/drawing/2014/main" id="{9E709AA4-62B8-70A8-A3A5-08A767F70E27}"/>
              </a:ext>
            </a:extLst>
          </p:cNvPr>
          <p:cNvGrpSpPr>
            <a:grpSpLocks/>
          </p:cNvGrpSpPr>
          <p:nvPr/>
        </p:nvGrpSpPr>
        <p:grpSpPr bwMode="auto">
          <a:xfrm>
            <a:off x="3848100" y="4106863"/>
            <a:ext cx="611188" cy="298450"/>
            <a:chOff x="1871277" y="1576300"/>
            <a:chExt cx="1128371" cy="437860"/>
          </a:xfrm>
        </p:grpSpPr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CF5F67BE-B585-E645-8725-C849614DFB0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9" y="1695080"/>
              <a:ext cx="1125439" cy="31908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5EA0CC66-7583-B148-8585-00B32D491DF1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81C964E9-BADB-E94A-B28A-228D821E103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9" cy="31907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5D7FE64B-5475-5E4A-91AE-F17882861200}"/>
                </a:ext>
              </a:extLst>
            </p:cNvPr>
            <p:cNvSpPr/>
            <p:nvPr/>
          </p:nvSpPr>
          <p:spPr bwMode="auto">
            <a:xfrm>
              <a:off x="2158498" y="1674120"/>
              <a:ext cx="550996" cy="16070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3311C68D-E62C-2E4A-940B-3B68E31C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4" y="1632197"/>
              <a:ext cx="662368" cy="11179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ED4A3AA6-E1F2-7044-B2FC-BDE56CDD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7" y="1727687"/>
              <a:ext cx="243258" cy="9782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71AC824-6753-6B4F-B7D3-E4107EE42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90" y="1730017"/>
              <a:ext cx="240328" cy="9782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7F0E3954-407D-D446-9786-86404EFCF5E0}"/>
                </a:ext>
              </a:extLst>
            </p:cNvPr>
            <p:cNvCxnSpPr>
              <a:cxnSpLocks noChangeShapeType="1"/>
              <a:endCxn id="217" idx="2"/>
            </p:cNvCxnSpPr>
            <p:nvPr/>
          </p:nvCxnSpPr>
          <p:spPr bwMode="auto">
            <a:xfrm flipH="1" flipV="1">
              <a:off x="1871277" y="1737003"/>
              <a:ext cx="2932" cy="12344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FBCDEF3D-331B-F249-9716-E6B181A47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6" y="1734675"/>
              <a:ext cx="2932" cy="12343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69" name="Straight Connector 307">
            <a:extLst>
              <a:ext uri="{FF2B5EF4-FFF2-40B4-BE49-F238E27FC236}">
                <a16:creationId xmlns:a16="http://schemas.microsoft.com/office/drawing/2014/main" id="{1E7FBD5E-D718-3B15-1B91-96E5F9481BE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66813" y="4260850"/>
            <a:ext cx="1971675" cy="211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0" name="Straight Connector 308">
            <a:extLst>
              <a:ext uri="{FF2B5EF4-FFF2-40B4-BE49-F238E27FC236}">
                <a16:creationId xmlns:a16="http://schemas.microsoft.com/office/drawing/2014/main" id="{1A1A561E-58A9-FFA0-728D-42C1A73F5E3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393825" y="4573588"/>
            <a:ext cx="1744663" cy="411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1" name="Straight Connector 309">
            <a:extLst>
              <a:ext uri="{FF2B5EF4-FFF2-40B4-BE49-F238E27FC236}">
                <a16:creationId xmlns:a16="http://schemas.microsoft.com/office/drawing/2014/main" id="{CD7553B6-938D-76C2-04D7-399DE5BE233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7050" y="4622800"/>
            <a:ext cx="1431925" cy="755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2" name="Group 347">
            <a:extLst>
              <a:ext uri="{FF2B5EF4-FFF2-40B4-BE49-F238E27FC236}">
                <a16:creationId xmlns:a16="http://schemas.microsoft.com/office/drawing/2014/main" id="{9515FC30-17E3-2103-1C74-48604B39B5DE}"/>
              </a:ext>
            </a:extLst>
          </p:cNvPr>
          <p:cNvGrpSpPr>
            <a:grpSpLocks/>
          </p:cNvGrpSpPr>
          <p:nvPr/>
        </p:nvGrpSpPr>
        <p:grpSpPr bwMode="auto">
          <a:xfrm>
            <a:off x="3113088" y="4391025"/>
            <a:ext cx="611187" cy="298450"/>
            <a:chOff x="1871277" y="1576300"/>
            <a:chExt cx="1128371" cy="437860"/>
          </a:xfrm>
        </p:grpSpPr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B7ECE865-529E-974D-B622-75D0D907148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7" y="1695082"/>
              <a:ext cx="1125441" cy="31907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0DF6F18F-52B7-864A-9386-31623096DB0D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7" name="Oval 236">
              <a:extLst>
                <a:ext uri="{FF2B5EF4-FFF2-40B4-BE49-F238E27FC236}">
                  <a16:creationId xmlns:a16="http://schemas.microsoft.com/office/drawing/2014/main" id="{3E3472FD-4A1A-B54F-885A-54F3E4C3E3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41" cy="31908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498BECD7-E354-9E4C-B496-945F85C93ED6}"/>
                </a:ext>
              </a:extLst>
            </p:cNvPr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FDEF4B45-A489-854E-A8BC-CA0D93AB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2" y="1632197"/>
              <a:ext cx="662369" cy="11179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A9B6B1D-05C5-D34B-8FC7-71B0F3EB6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6" y="1727688"/>
              <a:ext cx="243260" cy="9782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681528CD-63BC-914E-BBF4-7BA3030F2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89" y="1730017"/>
              <a:ext cx="240329" cy="9782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1625CA08-9CD5-6D4A-95CB-4BB3805C40C8}"/>
                </a:ext>
              </a:extLst>
            </p:cNvPr>
            <p:cNvCxnSpPr>
              <a:cxnSpLocks noChangeShapeType="1"/>
              <a:endCxn id="237" idx="2"/>
            </p:cNvCxnSpPr>
            <p:nvPr/>
          </p:nvCxnSpPr>
          <p:spPr bwMode="auto">
            <a:xfrm flipH="1" flipV="1">
              <a:off x="1871277" y="1737005"/>
              <a:ext cx="2930" cy="12343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F12AD4B9-D0BE-0744-B0CD-A708AB8B7C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8" y="1734675"/>
              <a:ext cx="2930" cy="12344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73" name="Straight Connector 310">
            <a:extLst>
              <a:ext uri="{FF2B5EF4-FFF2-40B4-BE49-F238E27FC236}">
                <a16:creationId xmlns:a16="http://schemas.microsoft.com/office/drawing/2014/main" id="{2C29DC9D-308B-A9D8-42CB-252A6A5BF371}"/>
              </a:ext>
            </a:extLst>
          </p:cNvPr>
          <p:cNvCxnSpPr>
            <a:cxnSpLocks noChangeShapeType="1"/>
            <a:stCxn id="78984" idx="0"/>
          </p:cNvCxnSpPr>
          <p:nvPr/>
        </p:nvCxnSpPr>
        <p:spPr bwMode="auto">
          <a:xfrm flipV="1">
            <a:off x="3389313" y="4643438"/>
            <a:ext cx="57150" cy="121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4" name="Straight Connector 311">
            <a:extLst>
              <a:ext uri="{FF2B5EF4-FFF2-40B4-BE49-F238E27FC236}">
                <a16:creationId xmlns:a16="http://schemas.microsoft.com/office/drawing/2014/main" id="{052DD99A-4F86-407A-CCCA-9E13CC9A0F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16450" y="4872038"/>
            <a:ext cx="6350" cy="11350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5" name="Straight Connector 312">
            <a:extLst>
              <a:ext uri="{FF2B5EF4-FFF2-40B4-BE49-F238E27FC236}">
                <a16:creationId xmlns:a16="http://schemas.microsoft.com/office/drawing/2014/main" id="{44E5A31B-8DCD-2E0B-5EE1-45684ADE97E1}"/>
              </a:ext>
            </a:extLst>
          </p:cNvPr>
          <p:cNvCxnSpPr>
            <a:cxnSpLocks noChangeShapeType="1"/>
            <a:stCxn id="78987" idx="1"/>
          </p:cNvCxnSpPr>
          <p:nvPr/>
        </p:nvCxnSpPr>
        <p:spPr bwMode="auto">
          <a:xfrm flipH="1" flipV="1">
            <a:off x="4924425" y="4821238"/>
            <a:ext cx="506413" cy="1058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6" name="Group 347">
            <a:extLst>
              <a:ext uri="{FF2B5EF4-FFF2-40B4-BE49-F238E27FC236}">
                <a16:creationId xmlns:a16="http://schemas.microsoft.com/office/drawing/2014/main" id="{708B5B4C-3F9D-E707-DB43-9AA2FE2FB2FE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4586288"/>
            <a:ext cx="611188" cy="296862"/>
            <a:chOff x="1871277" y="1576300"/>
            <a:chExt cx="1128371" cy="437860"/>
          </a:xfrm>
        </p:grpSpPr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DF8B71C3-6A4F-244C-8A07-CB00A95484A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0BDFA76B-E094-014D-B779-634FA63A79A9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F46FD825-362A-B641-BC94-7EBBF8C4DC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1A8832AE-94F7-B143-AC14-E1BB13E066CF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565C217B-A1EC-E44D-A392-F5029238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815DBDB8-EA99-624F-B45F-B2CAA3B5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C1669FE3-AB9D-4141-B391-FE2A1F42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611BA7A8-0B47-D74E-B47E-CE965F60DCDE}"/>
                </a:ext>
              </a:extLst>
            </p:cNvPr>
            <p:cNvCxnSpPr>
              <a:cxnSpLocks noChangeShapeType="1"/>
              <a:endCxn id="227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7DF16168-90DD-9841-BAED-3DE92D287B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77" name="Straight Connector 313">
            <a:extLst>
              <a:ext uri="{FF2B5EF4-FFF2-40B4-BE49-F238E27FC236}">
                <a16:creationId xmlns:a16="http://schemas.microsoft.com/office/drawing/2014/main" id="{7EEBCD66-501A-3DCA-50E4-925699E64DE9}"/>
              </a:ext>
            </a:extLst>
          </p:cNvPr>
          <p:cNvCxnSpPr>
            <a:cxnSpLocks noChangeShapeType="1"/>
            <a:endCxn id="183" idx="7"/>
          </p:cNvCxnSpPr>
          <p:nvPr/>
        </p:nvCxnSpPr>
        <p:spPr bwMode="auto">
          <a:xfrm flipH="1" flipV="1">
            <a:off x="6042025" y="4586288"/>
            <a:ext cx="1512888" cy="1082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8" name="Straight Connector 314">
            <a:extLst>
              <a:ext uri="{FF2B5EF4-FFF2-40B4-BE49-F238E27FC236}">
                <a16:creationId xmlns:a16="http://schemas.microsoft.com/office/drawing/2014/main" id="{67432AE8-3AC3-6B18-1D8E-36930CE502A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099175" y="4464050"/>
            <a:ext cx="2244725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9" name="Straight Connector 315">
            <a:extLst>
              <a:ext uri="{FF2B5EF4-FFF2-40B4-BE49-F238E27FC236}">
                <a16:creationId xmlns:a16="http://schemas.microsoft.com/office/drawing/2014/main" id="{4B6BA85E-19CD-954D-A859-8CB508D4318E}"/>
              </a:ext>
            </a:extLst>
          </p:cNvPr>
          <p:cNvCxnSpPr>
            <a:cxnSpLocks noChangeShapeType="1"/>
            <a:endCxn id="185" idx="5"/>
          </p:cNvCxnSpPr>
          <p:nvPr/>
        </p:nvCxnSpPr>
        <p:spPr bwMode="auto">
          <a:xfrm flipH="1">
            <a:off x="6040438" y="4159250"/>
            <a:ext cx="2076450" cy="193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0" name="Group 347">
            <a:extLst>
              <a:ext uri="{FF2B5EF4-FFF2-40B4-BE49-F238E27FC236}">
                <a16:creationId xmlns:a16="http://schemas.microsoft.com/office/drawing/2014/main" id="{F8E363F8-DBAC-7D42-B7C9-B90CF32F6CDB}"/>
              </a:ext>
            </a:extLst>
          </p:cNvPr>
          <p:cNvGrpSpPr>
            <a:grpSpLocks/>
          </p:cNvGrpSpPr>
          <p:nvPr/>
        </p:nvGrpSpPr>
        <p:grpSpPr bwMode="auto">
          <a:xfrm>
            <a:off x="5521325" y="4321175"/>
            <a:ext cx="611188" cy="296863"/>
            <a:chOff x="1871277" y="1576300"/>
            <a:chExt cx="1128371" cy="437860"/>
          </a:xfrm>
        </p:grpSpPr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B1B10553-3095-F749-9292-600748180B5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9" y="1695717"/>
              <a:ext cx="1125439" cy="31844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73B64511-188D-B94B-BEC7-D4025D0BCF50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1F34562F-D05B-F940-A6F3-5FC47F23D33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9" cy="31844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558AA7C3-9494-CB45-8697-3EFB739D85FA}"/>
                </a:ext>
              </a:extLst>
            </p:cNvPr>
            <p:cNvSpPr/>
            <p:nvPr/>
          </p:nvSpPr>
          <p:spPr bwMode="auto">
            <a:xfrm>
              <a:off x="2158498" y="1672302"/>
              <a:ext cx="550996" cy="16156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DF592075-06A6-E542-9BFB-160DBEEF1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337BC12B-280F-4441-BC6B-F9B46600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7" y="1728498"/>
              <a:ext cx="243258" cy="9600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3030F68E-CE55-0B4C-ABF5-5E9C34CEE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90" y="1730839"/>
              <a:ext cx="240328" cy="960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C5C45D8E-FF6D-F242-AFFB-C6D6D76B5754}"/>
                </a:ext>
              </a:extLst>
            </p:cNvPr>
            <p:cNvCxnSpPr>
              <a:cxnSpLocks noChangeShapeType="1"/>
              <a:endCxn id="185" idx="2"/>
            </p:cNvCxnSpPr>
            <p:nvPr/>
          </p:nvCxnSpPr>
          <p:spPr bwMode="auto">
            <a:xfrm flipH="1" flipV="1">
              <a:off x="1871277" y="1737864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145994F0-BDD9-6D43-A9AD-AEE740D222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81" name="Straight Connector 316">
            <a:extLst>
              <a:ext uri="{FF2B5EF4-FFF2-40B4-BE49-F238E27FC236}">
                <a16:creationId xmlns:a16="http://schemas.microsoft.com/office/drawing/2014/main" id="{C47C3AFD-24F7-6986-C503-2C69D780F88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861050" y="3227388"/>
            <a:ext cx="142240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2" name="Straight Connector 317">
            <a:extLst>
              <a:ext uri="{FF2B5EF4-FFF2-40B4-BE49-F238E27FC236}">
                <a16:creationId xmlns:a16="http://schemas.microsoft.com/office/drawing/2014/main" id="{610D894B-64E6-6D34-CE58-31CEC3DDA4F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84838" y="2803525"/>
            <a:ext cx="898525" cy="728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3" name="Straight Connector 318">
            <a:extLst>
              <a:ext uri="{FF2B5EF4-FFF2-40B4-BE49-F238E27FC236}">
                <a16:creationId xmlns:a16="http://schemas.microsoft.com/office/drawing/2014/main" id="{40A95B43-FEE5-4EBC-6330-8099EFBDE91B}"/>
              </a:ext>
            </a:extLst>
          </p:cNvPr>
          <p:cNvCxnSpPr>
            <a:cxnSpLocks noChangeShapeType="1"/>
            <a:stCxn id="78995" idx="9"/>
          </p:cNvCxnSpPr>
          <p:nvPr/>
        </p:nvCxnSpPr>
        <p:spPr bwMode="auto">
          <a:xfrm>
            <a:off x="4849813" y="2381250"/>
            <a:ext cx="555625" cy="11255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4" name="Group 347">
            <a:extLst>
              <a:ext uri="{FF2B5EF4-FFF2-40B4-BE49-F238E27FC236}">
                <a16:creationId xmlns:a16="http://schemas.microsoft.com/office/drawing/2014/main" id="{6AD30DBE-1134-EC18-6C59-810A183D4A39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3497263"/>
            <a:ext cx="611188" cy="296862"/>
            <a:chOff x="1871277" y="1576300"/>
            <a:chExt cx="1128371" cy="43786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49DF763D-84DE-334C-BD9E-DA7BD3C6987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13457552-BD11-E746-A897-93B33E050A65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B41E39B1-7224-1D49-A2D4-4BD7C84BC85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D36283FB-F782-B445-9972-05863F6A7968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26D88D1-ABAF-BA4C-9340-615CEB24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F1D560A-BD97-DD4A-83EE-28B30410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23962E10-3197-0A4A-A735-7EF00A89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6F56C2A-D463-114D-8F83-8FE2BB57BC77}"/>
                </a:ext>
              </a:extLst>
            </p:cNvPr>
            <p:cNvCxnSpPr>
              <a:cxnSpLocks noChangeShapeType="1"/>
              <a:endCxn id="175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D27F60E8-D782-034C-9F68-A1818C57E7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85" name="Straight Connector 22">
            <a:extLst>
              <a:ext uri="{FF2B5EF4-FFF2-40B4-BE49-F238E27FC236}">
                <a16:creationId xmlns:a16="http://schemas.microsoft.com/office/drawing/2014/main" id="{E6823712-ADFE-6D01-9FD0-1B1298FB7D8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62200" y="2578100"/>
            <a:ext cx="1230313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6" name="Straight Connector 305">
            <a:extLst>
              <a:ext uri="{FF2B5EF4-FFF2-40B4-BE49-F238E27FC236}">
                <a16:creationId xmlns:a16="http://schemas.microsoft.com/office/drawing/2014/main" id="{7BF2E2E2-DB2C-C586-E7A7-FE8A42ED2C7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617663" y="2909888"/>
            <a:ext cx="1885950" cy="519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7" name="Straight Connector 306">
            <a:extLst>
              <a:ext uri="{FF2B5EF4-FFF2-40B4-BE49-F238E27FC236}">
                <a16:creationId xmlns:a16="http://schemas.microsoft.com/office/drawing/2014/main" id="{4AC39478-9A28-52E1-BAEA-369F50763B5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230313" y="3278188"/>
            <a:ext cx="22733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8" name="Group 347">
            <a:extLst>
              <a:ext uri="{FF2B5EF4-FFF2-40B4-BE49-F238E27FC236}">
                <a16:creationId xmlns:a16="http://schemas.microsoft.com/office/drawing/2014/main" id="{530D0BDA-2946-806A-33BB-182BB2E75066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3335338"/>
            <a:ext cx="611188" cy="296862"/>
            <a:chOff x="1871277" y="1576300"/>
            <a:chExt cx="1128371" cy="437860"/>
          </a:xfrm>
        </p:grpSpPr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97FD8148-F3A1-D24D-A302-C252340C9B7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3A4BF9D8-1E61-A949-877B-32B5E9FA1E1E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BF86606C-2B1E-5247-8D9D-BD5650C381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4244F39E-9485-F644-98FF-774FF1B80D2A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2A1297A7-AF19-B341-8238-64E997D9E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29F6C23A-D8ED-B645-84BA-678FB7DA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05184FF7-B96E-214F-A5CE-902BF669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46948673-A1C5-7943-9AB1-833EF340E94C}"/>
                </a:ext>
              </a:extLst>
            </p:cNvPr>
            <p:cNvCxnSpPr>
              <a:cxnSpLocks noChangeShapeType="1"/>
              <a:endCxn id="163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ED4502B-1684-4A46-8666-D25DF38A879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Oval 3">
            <a:extLst>
              <a:ext uri="{FF2B5EF4-FFF2-40B4-BE49-F238E27FC236}">
                <a16:creationId xmlns:a16="http://schemas.microsoft.com/office/drawing/2014/main" id="{3D7470F6-E31A-918F-6374-2BB0E9BD6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0898" name="Straight Connector 10">
            <a:extLst>
              <a:ext uri="{FF2B5EF4-FFF2-40B4-BE49-F238E27FC236}">
                <a16:creationId xmlns:a16="http://schemas.microsoft.com/office/drawing/2014/main" id="{87101994-31D3-301B-F381-CAA3662AB356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99" name="Straight Connector 297">
            <a:extLst>
              <a:ext uri="{FF2B5EF4-FFF2-40B4-BE49-F238E27FC236}">
                <a16:creationId xmlns:a16="http://schemas.microsoft.com/office/drawing/2014/main" id="{5983E0C8-FD45-DE5D-EDA4-213D12DED34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0" name="Straight Connector 298">
            <a:extLst>
              <a:ext uri="{FF2B5EF4-FFF2-40B4-BE49-F238E27FC236}">
                <a16:creationId xmlns:a16="http://schemas.microsoft.com/office/drawing/2014/main" id="{2C23F98B-B811-E16A-905D-02174C7FFA8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1" name="Straight Connector 299">
            <a:extLst>
              <a:ext uri="{FF2B5EF4-FFF2-40B4-BE49-F238E27FC236}">
                <a16:creationId xmlns:a16="http://schemas.microsoft.com/office/drawing/2014/main" id="{AA8AD630-8F58-04A6-7BB3-FB7C65026AA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2" name="Straight Connector 300">
            <a:extLst>
              <a:ext uri="{FF2B5EF4-FFF2-40B4-BE49-F238E27FC236}">
                <a16:creationId xmlns:a16="http://schemas.microsoft.com/office/drawing/2014/main" id="{AE551079-2244-FE40-CDA9-69C13606715C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3" name="Straight Connector 301">
            <a:extLst>
              <a:ext uri="{FF2B5EF4-FFF2-40B4-BE49-F238E27FC236}">
                <a16:creationId xmlns:a16="http://schemas.microsoft.com/office/drawing/2014/main" id="{CC6DE46A-BF45-003A-6A00-8169050C7D0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4" name="Straight Connector 302">
            <a:extLst>
              <a:ext uri="{FF2B5EF4-FFF2-40B4-BE49-F238E27FC236}">
                <a16:creationId xmlns:a16="http://schemas.microsoft.com/office/drawing/2014/main" id="{A87BB1F9-9788-9FBA-2DD6-251DC3BA245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5" name="Straight Connector 303">
            <a:extLst>
              <a:ext uri="{FF2B5EF4-FFF2-40B4-BE49-F238E27FC236}">
                <a16:creationId xmlns:a16="http://schemas.microsoft.com/office/drawing/2014/main" id="{3E4AFA64-64D2-2737-C9DE-4D3F652F41F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304">
            <a:extLst>
              <a:ext uri="{FF2B5EF4-FFF2-40B4-BE49-F238E27FC236}">
                <a16:creationId xmlns:a16="http://schemas.microsoft.com/office/drawing/2014/main" id="{86EDE955-5D2F-500C-1940-D4EA339BCFAC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07" name="TextBox 39958">
            <a:extLst>
              <a:ext uri="{FF2B5EF4-FFF2-40B4-BE49-F238E27FC236}">
                <a16:creationId xmlns:a16="http://schemas.microsoft.com/office/drawing/2014/main" id="{DDBBDF2F-19F4-0D15-CE8C-37FFB305F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C</a:t>
            </a:r>
          </a:p>
        </p:txBody>
      </p:sp>
      <p:grpSp>
        <p:nvGrpSpPr>
          <p:cNvPr id="80908" name="Group 347">
            <a:extLst>
              <a:ext uri="{FF2B5EF4-FFF2-40B4-BE49-F238E27FC236}">
                <a16:creationId xmlns:a16="http://schemas.microsoft.com/office/drawing/2014/main" id="{948BB95A-DED3-2638-A10D-A3FA727B4605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A7B13B38-BCC5-004B-8092-72AD86F49F4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7D34F86-70D5-D742-8D35-51460FB9550B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76D8A073-5CCA-2844-91F4-40E0AE9CB0A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906ACEE9-9405-3A48-A958-735B966E741E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74294FB0-F62A-4C4D-8B71-1A6D59C2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AA3C5A81-394B-A346-B215-F7A96780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9860C94F-96F0-0944-834B-DBA4D182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FD63B2D4-CF63-CA4E-BE29-F6B6A8EAE6AA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904689E-7219-574A-8A2A-F2DF6A770D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09" name="Group 347">
            <a:extLst>
              <a:ext uri="{FF2B5EF4-FFF2-40B4-BE49-F238E27FC236}">
                <a16:creationId xmlns:a16="http://schemas.microsoft.com/office/drawing/2014/main" id="{CB3D1D58-1148-4F0A-3AB0-AE43C48430CC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D6A0601C-295C-C643-B979-55B2B160715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FF1AB49-78B2-214F-B9DD-CD6398EE021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F394A41C-99B6-8247-8554-40C5C030114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71F25B36-6D52-004E-B73C-38F762BEA536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021B8111-B568-B149-B1FF-56FD342D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7E34C809-4C81-0943-9A6E-DE39FED8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6DF3AA61-5074-4143-BF31-C450EDACE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6D88D5C-9A6E-3040-B83D-41AB425610D7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8E94095-EF31-AD40-A416-42821052B5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10" name="Group 347">
            <a:extLst>
              <a:ext uri="{FF2B5EF4-FFF2-40B4-BE49-F238E27FC236}">
                <a16:creationId xmlns:a16="http://schemas.microsoft.com/office/drawing/2014/main" id="{B6FE06E9-3CF5-0619-BA25-82E8BFB1272A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28AD4749-BD25-2747-A836-51BFF7133A6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56B438E3-6446-7C4A-91E5-6E0A0CC2CA4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2E6BCDAA-4FA7-CC44-8BD9-55F73BFD2D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87DAF50A-EC8B-3843-994E-413F6F53CCDE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DB3E6B8C-C204-1645-86B6-29E64BDE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91D79203-3140-AC48-A4D2-120AF7CE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47CF6AF1-D097-6249-A7E6-41B350C90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3D92BE30-840E-7043-9D88-FD19EF73AF8D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BAC1E2DC-8994-4646-B66B-A7D30ED3520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11" name="Group 347">
            <a:extLst>
              <a:ext uri="{FF2B5EF4-FFF2-40B4-BE49-F238E27FC236}">
                <a16:creationId xmlns:a16="http://schemas.microsoft.com/office/drawing/2014/main" id="{19197881-5571-DC5C-17DE-0975EF3ABA7C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565D94C5-DB95-2B44-ADE5-86C0BD0DB43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0D0B76-DD57-5B43-9E84-D24DD206FDA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D8D8F858-4178-A041-A72D-9C9CDD2E422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BB8E1A50-D599-634B-9908-CB0CF34D2D9D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AFA5450C-4872-4E41-BC2B-7FD7395C2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8D175659-87FE-6740-B7B0-0F0CAC36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CD7F7472-D42C-0246-8AF3-7B92CD53C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F3584A5C-A573-3047-91CA-317FA23E50B7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B2702726-8DBE-064F-B0EB-BD5F94950C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12" name="Oval 3">
            <a:extLst>
              <a:ext uri="{FF2B5EF4-FFF2-40B4-BE49-F238E27FC236}">
                <a16:creationId xmlns:a16="http://schemas.microsoft.com/office/drawing/2014/main" id="{DBD78370-B5B3-8E9E-954C-AF99D06AE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0913" name="Straight Connector 10">
            <a:extLst>
              <a:ext uri="{FF2B5EF4-FFF2-40B4-BE49-F238E27FC236}">
                <a16:creationId xmlns:a16="http://schemas.microsoft.com/office/drawing/2014/main" id="{18CF9F0D-671A-A9A7-6852-5FBC8F4AC53B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4" name="Straight Connector 297">
            <a:extLst>
              <a:ext uri="{FF2B5EF4-FFF2-40B4-BE49-F238E27FC236}">
                <a16:creationId xmlns:a16="http://schemas.microsoft.com/office/drawing/2014/main" id="{C6688971-849C-8F8A-5BBE-17D7927AA98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5" name="Straight Connector 298">
            <a:extLst>
              <a:ext uri="{FF2B5EF4-FFF2-40B4-BE49-F238E27FC236}">
                <a16:creationId xmlns:a16="http://schemas.microsoft.com/office/drawing/2014/main" id="{890AEB8D-32CE-5C6E-6463-31D3B720AFC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6" name="Straight Connector 299">
            <a:extLst>
              <a:ext uri="{FF2B5EF4-FFF2-40B4-BE49-F238E27FC236}">
                <a16:creationId xmlns:a16="http://schemas.microsoft.com/office/drawing/2014/main" id="{D6F6C263-8BE2-9E03-B0CB-AFCD15D9A6D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7" name="Straight Connector 300">
            <a:extLst>
              <a:ext uri="{FF2B5EF4-FFF2-40B4-BE49-F238E27FC236}">
                <a16:creationId xmlns:a16="http://schemas.microsoft.com/office/drawing/2014/main" id="{E94EE69E-B741-145A-DBFD-C366C02521E0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8" name="Straight Connector 301">
            <a:extLst>
              <a:ext uri="{FF2B5EF4-FFF2-40B4-BE49-F238E27FC236}">
                <a16:creationId xmlns:a16="http://schemas.microsoft.com/office/drawing/2014/main" id="{75FC64EE-6EB0-E27B-47D0-5ED92893B91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9" name="Straight Connector 302">
            <a:extLst>
              <a:ext uri="{FF2B5EF4-FFF2-40B4-BE49-F238E27FC236}">
                <a16:creationId xmlns:a16="http://schemas.microsoft.com/office/drawing/2014/main" id="{E70036CF-C596-C8F5-FAF5-D91FB0B0926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0" name="Straight Connector 303">
            <a:extLst>
              <a:ext uri="{FF2B5EF4-FFF2-40B4-BE49-F238E27FC236}">
                <a16:creationId xmlns:a16="http://schemas.microsoft.com/office/drawing/2014/main" id="{0A8C10FA-8B59-153B-45A6-95F9E17853B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1" name="Straight Connector 304">
            <a:extLst>
              <a:ext uri="{FF2B5EF4-FFF2-40B4-BE49-F238E27FC236}">
                <a16:creationId xmlns:a16="http://schemas.microsoft.com/office/drawing/2014/main" id="{6679D40D-07C1-094D-2172-B7F64D5AC1FC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22" name="TextBox 39958">
            <a:extLst>
              <a:ext uri="{FF2B5EF4-FFF2-40B4-BE49-F238E27FC236}">
                <a16:creationId xmlns:a16="http://schemas.microsoft.com/office/drawing/2014/main" id="{9E0A929E-24DE-F502-0C48-E6D75CD60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B</a:t>
            </a:r>
          </a:p>
        </p:txBody>
      </p:sp>
      <p:grpSp>
        <p:nvGrpSpPr>
          <p:cNvPr id="80923" name="Group 347">
            <a:extLst>
              <a:ext uri="{FF2B5EF4-FFF2-40B4-BE49-F238E27FC236}">
                <a16:creationId xmlns:a16="http://schemas.microsoft.com/office/drawing/2014/main" id="{05343E9F-DC90-E579-A8E5-A340FB570284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5C81D6B3-D7F4-7F40-B09C-50BD3CAF49F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26CA5BF5-331B-EC40-B90A-426392E8B205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A6220C8B-E793-AD41-8C87-8CFC300A00B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0473288E-64F0-E441-9D7A-7B78724BD39B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E3B25D45-DE5C-3744-A929-7C0030F8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A2963319-C572-824E-A619-B824ED18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4A713A51-EDFF-634F-B1D5-208FB83C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3C4D4C3E-10CD-7643-9E5E-4C75AEF80BAC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F22D075D-9047-2D4A-8C87-EDDEB31B99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4" name="Group 347">
            <a:extLst>
              <a:ext uri="{FF2B5EF4-FFF2-40B4-BE49-F238E27FC236}">
                <a16:creationId xmlns:a16="http://schemas.microsoft.com/office/drawing/2014/main" id="{666E2D8F-22C2-33C0-EF84-5211A4A8DFDB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7AAF2BC4-7D86-FF48-BE9B-E9509312DBA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DC17DB51-8E75-0B45-A2D3-04200214A876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4EB1D519-2CBB-9547-BD27-53474908681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094473F2-052A-D741-97B5-C53F78D4A4FE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0551D196-6E4A-384F-981C-7474669FF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B2968412-1D26-9A41-B013-9170D054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A7DFB3F8-E762-C746-AF3E-7F18733D7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C938CAC9-06F1-8840-AC69-86C3C810F925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49983C21-ACFE-0D43-BFB3-A16F1BAD1D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5" name="Group 347">
            <a:extLst>
              <a:ext uri="{FF2B5EF4-FFF2-40B4-BE49-F238E27FC236}">
                <a16:creationId xmlns:a16="http://schemas.microsoft.com/office/drawing/2014/main" id="{896EEAE8-17C1-139F-F952-EC64F1951826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F1F563A1-2B8E-2145-A5BF-5E80532080E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31FC04B4-6F44-4E47-B33C-14E129A8EA20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256C483A-97D4-864F-AD53-BB2182701BE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6B109FCE-1DC7-9B44-8A77-4C6D2F9C3D18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789DB291-AA8D-974C-B598-4848FDFE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1AFE9B9D-3EDA-CD40-8F95-39D0FC2F3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A8DEDD74-EAD7-FF47-882B-519251A3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5F86F7C7-8943-1A4F-BB17-F807F6BA2398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D76F9D0D-D81E-9A40-B5AC-23A60BFFC2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6" name="Group 347">
            <a:extLst>
              <a:ext uri="{FF2B5EF4-FFF2-40B4-BE49-F238E27FC236}">
                <a16:creationId xmlns:a16="http://schemas.microsoft.com/office/drawing/2014/main" id="{F6C9D21C-83EF-5110-8892-DEA5BC38A5D3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4ED3D428-CDBB-554E-92C0-EC5D18076D2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F9869236-CF4D-ED4C-967B-5705A0C08D92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1C485E34-DC15-414A-BDD3-D225E2963C0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5B6F8EA1-AEFA-7840-97FF-281CAE05D489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60FC2305-D8F0-AD41-A1D7-AAB92D4C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E3C7F2B9-40C1-B34B-B922-3F02350B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D400ADAC-C12D-0646-A89C-BBEE85AA1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B4636A50-AD02-0842-832C-1F484EE749D8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24E3B7AF-ED22-FC44-BDC5-E697A8E8CD4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27" name="Oval 3">
            <a:extLst>
              <a:ext uri="{FF2B5EF4-FFF2-40B4-BE49-F238E27FC236}">
                <a16:creationId xmlns:a16="http://schemas.microsoft.com/office/drawing/2014/main" id="{5BF69B0A-DD21-5E6A-1B20-87C6F0F99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0928" name="Straight Connector 10">
            <a:extLst>
              <a:ext uri="{FF2B5EF4-FFF2-40B4-BE49-F238E27FC236}">
                <a16:creationId xmlns:a16="http://schemas.microsoft.com/office/drawing/2014/main" id="{90A6F07A-0DD4-B0D8-3B6D-354447827063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9" name="Straight Connector 297">
            <a:extLst>
              <a:ext uri="{FF2B5EF4-FFF2-40B4-BE49-F238E27FC236}">
                <a16:creationId xmlns:a16="http://schemas.microsoft.com/office/drawing/2014/main" id="{01C24723-AF17-59C9-C5CA-39C5FFBF7D2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0" name="Straight Connector 298">
            <a:extLst>
              <a:ext uri="{FF2B5EF4-FFF2-40B4-BE49-F238E27FC236}">
                <a16:creationId xmlns:a16="http://schemas.microsoft.com/office/drawing/2014/main" id="{3D0D843B-4A38-7D6D-5FA2-1A909550B04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1" name="Straight Connector 299">
            <a:extLst>
              <a:ext uri="{FF2B5EF4-FFF2-40B4-BE49-F238E27FC236}">
                <a16:creationId xmlns:a16="http://schemas.microsoft.com/office/drawing/2014/main" id="{18558D88-75B5-A832-B88B-6921B7332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2" name="Straight Connector 300">
            <a:extLst>
              <a:ext uri="{FF2B5EF4-FFF2-40B4-BE49-F238E27FC236}">
                <a16:creationId xmlns:a16="http://schemas.microsoft.com/office/drawing/2014/main" id="{201DDCD8-EDA6-433F-6CC7-C018FD8C00FB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3" name="Straight Connector 301">
            <a:extLst>
              <a:ext uri="{FF2B5EF4-FFF2-40B4-BE49-F238E27FC236}">
                <a16:creationId xmlns:a16="http://schemas.microsoft.com/office/drawing/2014/main" id="{65B412F4-EA06-767B-C158-4339DA6D551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4" name="Straight Connector 302">
            <a:extLst>
              <a:ext uri="{FF2B5EF4-FFF2-40B4-BE49-F238E27FC236}">
                <a16:creationId xmlns:a16="http://schemas.microsoft.com/office/drawing/2014/main" id="{CBAAD1BA-B9C9-9CC0-2DEB-5EBCF321D69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5" name="Straight Connector 303">
            <a:extLst>
              <a:ext uri="{FF2B5EF4-FFF2-40B4-BE49-F238E27FC236}">
                <a16:creationId xmlns:a16="http://schemas.microsoft.com/office/drawing/2014/main" id="{A64E2B8A-8D74-615F-67BF-A8368319CBE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6" name="Straight Connector 304">
            <a:extLst>
              <a:ext uri="{FF2B5EF4-FFF2-40B4-BE49-F238E27FC236}">
                <a16:creationId xmlns:a16="http://schemas.microsoft.com/office/drawing/2014/main" id="{EEDB456D-F940-EC8A-5601-524E1A5E547A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37" name="TextBox 39958">
            <a:extLst>
              <a:ext uri="{FF2B5EF4-FFF2-40B4-BE49-F238E27FC236}">
                <a16:creationId xmlns:a16="http://schemas.microsoft.com/office/drawing/2014/main" id="{07BA5084-A6A0-5596-9187-44814A13A1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A</a:t>
            </a:r>
          </a:p>
        </p:txBody>
      </p:sp>
      <p:grpSp>
        <p:nvGrpSpPr>
          <p:cNvPr id="80938" name="Group 347">
            <a:extLst>
              <a:ext uri="{FF2B5EF4-FFF2-40B4-BE49-F238E27FC236}">
                <a16:creationId xmlns:a16="http://schemas.microsoft.com/office/drawing/2014/main" id="{3F0B70B7-F014-25B9-CF55-2EB010F76DA4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9697302E-C7B3-F64E-813D-F3ED8A3C13F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38653F6F-D853-B64A-8C67-EDCA9A817900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58E43933-F758-5B40-90F4-3985902FC0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D379154A-0D4B-5146-BFA1-E1EFE8ECE2F6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115DB9F2-3BEE-8240-9C5F-5AB26E96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31836D6-9A0C-4E49-9E94-F42EDEF2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8A669E40-CCF7-6046-B0EB-4E573F1F2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1C5F89A4-9228-AF43-A3D2-71ABB3BF5C09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2A78BC7A-F932-5943-B405-3CFFA16873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39" name="Group 347">
            <a:extLst>
              <a:ext uri="{FF2B5EF4-FFF2-40B4-BE49-F238E27FC236}">
                <a16:creationId xmlns:a16="http://schemas.microsoft.com/office/drawing/2014/main" id="{CC52C01B-54D4-F834-8DE3-3FE1D44C141E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93C8286F-7A1B-954E-8EBA-77C25E418B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035295BB-B2E6-814B-B564-45E0AE089A68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8BD47A3D-A03F-BB46-8725-A3E1B6205D2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42E55C48-FD90-2B43-BEF3-C5F388A0D586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FAFEE638-5EDA-6E49-8050-D922B65EA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0CE1229F-284E-B047-949F-B1192DA6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0F34FA01-8BA8-6944-90F2-B3E386AD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A26E8671-A7A4-0942-BEAC-E697F4168BC0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345496EB-6CE6-6C45-8BB1-00AB8E5F31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0" name="Group 347">
            <a:extLst>
              <a:ext uri="{FF2B5EF4-FFF2-40B4-BE49-F238E27FC236}">
                <a16:creationId xmlns:a16="http://schemas.microsoft.com/office/drawing/2014/main" id="{3F0F2019-AF63-8CAF-7C88-0DABD38E7129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19FB9ADC-B2CB-8A41-8A8B-5BF707C9E04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D3FECF3F-4D9E-064C-B356-B9F5F6AEDA95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EBA6D2F0-B79D-DC4B-AD6A-AF0DADB92A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626A9469-856F-7B4F-A45C-56FBBE6C2DAB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97BCF339-8E77-CD4C-B623-91224148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7F09B57-2CD7-CE49-833C-3602A66C2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F68D1D46-8F1A-E84A-B709-A836BA80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0E795CC3-65C5-C94E-BAF1-F47B1F70D039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69C1489-EA59-2A46-99EA-C1DB803019E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1" name="Group 347">
            <a:extLst>
              <a:ext uri="{FF2B5EF4-FFF2-40B4-BE49-F238E27FC236}">
                <a16:creationId xmlns:a16="http://schemas.microsoft.com/office/drawing/2014/main" id="{B070C4A2-53A5-3D4A-63EF-E492E4700EA3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63CCB02C-C686-9E49-853A-7927CFF69E7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791C6F19-FF5F-444F-9E24-91A0BC9F9D18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CD463EF9-4A86-D746-8A76-B06D29118AE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66E5B522-7017-5546-94FC-02F2DFDA89F6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6C4D8A87-E1A6-A14C-AC97-B594D41F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2E94E5D-A062-EC4D-BD85-1360CE25C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E3B7FDC0-8752-504B-AFD9-B2661B1C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7499CE4B-AABE-C245-967D-79A28A8FA06C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3C1B0C61-5486-154C-BEFF-C9881FA133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2" name="Group 347">
            <a:extLst>
              <a:ext uri="{FF2B5EF4-FFF2-40B4-BE49-F238E27FC236}">
                <a16:creationId xmlns:a16="http://schemas.microsoft.com/office/drawing/2014/main" id="{BE6F326E-0D13-CE27-2324-FE4A8E6783AF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44E36340-6AD0-5243-BD14-C8B66772E3F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9B9F380-F9F6-CF40-89B7-B4C93B92BE50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CF0B8A34-4461-F94F-A7AC-E00490FCF3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01865471-3B13-624B-B1E3-8A129CBE8DFB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F8DE8674-AA7D-4647-A4CF-05E773F9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63513D36-06A7-B948-AA29-0CCB815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2E614EFF-D979-B24A-AFBF-8E9518776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0A5DB379-4570-434B-A329-FEEFD8D15B04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2D9390DD-16AD-314E-B614-00A56266D8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3" name="Group 347">
            <a:extLst>
              <a:ext uri="{FF2B5EF4-FFF2-40B4-BE49-F238E27FC236}">
                <a16:creationId xmlns:a16="http://schemas.microsoft.com/office/drawing/2014/main" id="{1098BC06-9C4C-1D1A-EBEB-7B93917618B8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8C186ED7-1A6C-1E44-9B59-40CC5449C27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B3D6141D-7068-9A4A-B8A7-9D506E9366C9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273C935A-D4CB-DB46-8DC6-3F6439E7BAF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18F0EEEF-9108-C846-8408-72002730D6A9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6E3E73E7-E0D9-CD43-A357-D118EE56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04FAB771-92EF-7240-B311-9466EEF6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AEF7A837-FD58-E840-9F8F-65C282648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36AFD994-B596-514A-94B0-7E8133912B7B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67730679-93EC-7740-A6AD-B7F8396CD5E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44" name="Rectangle 2">
            <a:extLst>
              <a:ext uri="{FF2B5EF4-FFF2-40B4-BE49-F238E27FC236}">
                <a16:creationId xmlns:a16="http://schemas.microsoft.com/office/drawing/2014/main" id="{B7F8D7D4-AD2E-88F9-DFD0-43ACED32E87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80945" name="Picture 76" descr="underline_base">
            <a:extLst>
              <a:ext uri="{FF2B5EF4-FFF2-40B4-BE49-F238E27FC236}">
                <a16:creationId xmlns:a16="http://schemas.microsoft.com/office/drawing/2014/main" id="{F17D6628-6462-3E98-5DC0-8A9C70D2214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0946" name="Group 2">
            <a:extLst>
              <a:ext uri="{FF2B5EF4-FFF2-40B4-BE49-F238E27FC236}">
                <a16:creationId xmlns:a16="http://schemas.microsoft.com/office/drawing/2014/main" id="{72FF4492-2966-47CB-60E9-FDC0D14CDA98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1117" name="Freeform 84">
              <a:extLst>
                <a:ext uri="{FF2B5EF4-FFF2-40B4-BE49-F238E27FC236}">
                  <a16:creationId xmlns:a16="http://schemas.microsoft.com/office/drawing/2014/main" id="{BF792C6B-4D54-A866-C4A7-5B9192120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18" name="TextBox 1">
              <a:extLst>
                <a:ext uri="{FF2B5EF4-FFF2-40B4-BE49-F238E27FC236}">
                  <a16:creationId xmlns:a16="http://schemas.microsoft.com/office/drawing/2014/main" id="{1105B91D-9F02-26D9-AA5E-68F5B4F5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47" name="Group 131">
            <a:extLst>
              <a:ext uri="{FF2B5EF4-FFF2-40B4-BE49-F238E27FC236}">
                <a16:creationId xmlns:a16="http://schemas.microsoft.com/office/drawing/2014/main" id="{6A0BB959-F86A-A540-A026-BE61F283943A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1115" name="Freeform 84">
              <a:extLst>
                <a:ext uri="{FF2B5EF4-FFF2-40B4-BE49-F238E27FC236}">
                  <a16:creationId xmlns:a16="http://schemas.microsoft.com/office/drawing/2014/main" id="{7AEAED64-8E8B-12BD-805D-E0A0BF3E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16" name="TextBox 133">
              <a:extLst>
                <a:ext uri="{FF2B5EF4-FFF2-40B4-BE49-F238E27FC236}">
                  <a16:creationId xmlns:a16="http://schemas.microsoft.com/office/drawing/2014/main" id="{F42E940F-C553-1161-61ED-6F32F0993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48" name="Group 135">
            <a:extLst>
              <a:ext uri="{FF2B5EF4-FFF2-40B4-BE49-F238E27FC236}">
                <a16:creationId xmlns:a16="http://schemas.microsoft.com/office/drawing/2014/main" id="{468065E2-C6CE-D3DB-3223-B89EB0F698E5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1113" name="Freeform 84">
              <a:extLst>
                <a:ext uri="{FF2B5EF4-FFF2-40B4-BE49-F238E27FC236}">
                  <a16:creationId xmlns:a16="http://schemas.microsoft.com/office/drawing/2014/main" id="{BCEF19B2-D2F6-221F-5ABE-9E42E18E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14" name="TextBox 137">
              <a:extLst>
                <a:ext uri="{FF2B5EF4-FFF2-40B4-BE49-F238E27FC236}">
                  <a16:creationId xmlns:a16="http://schemas.microsoft.com/office/drawing/2014/main" id="{AA2F6C9D-09AE-FC5D-402F-BB879ABCA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49" name="Group 138">
            <a:extLst>
              <a:ext uri="{FF2B5EF4-FFF2-40B4-BE49-F238E27FC236}">
                <a16:creationId xmlns:a16="http://schemas.microsoft.com/office/drawing/2014/main" id="{33E72AD2-8501-7EF3-808B-CB0DFB8BB933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1111" name="Freeform 84">
              <a:extLst>
                <a:ext uri="{FF2B5EF4-FFF2-40B4-BE49-F238E27FC236}">
                  <a16:creationId xmlns:a16="http://schemas.microsoft.com/office/drawing/2014/main" id="{59C16AC5-0A34-D0F8-1702-5343006E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12" name="TextBox 140">
              <a:extLst>
                <a:ext uri="{FF2B5EF4-FFF2-40B4-BE49-F238E27FC236}">
                  <a16:creationId xmlns:a16="http://schemas.microsoft.com/office/drawing/2014/main" id="{417B912C-AFFE-3B37-D3F2-8BF229A0F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0" name="Group 141">
            <a:extLst>
              <a:ext uri="{FF2B5EF4-FFF2-40B4-BE49-F238E27FC236}">
                <a16:creationId xmlns:a16="http://schemas.microsoft.com/office/drawing/2014/main" id="{198839D5-CD67-940E-C736-DA68353C34F8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1109" name="Freeform 84">
              <a:extLst>
                <a:ext uri="{FF2B5EF4-FFF2-40B4-BE49-F238E27FC236}">
                  <a16:creationId xmlns:a16="http://schemas.microsoft.com/office/drawing/2014/main" id="{483C6F15-703D-5275-F9B5-66BD2E2C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10" name="TextBox 143">
              <a:extLst>
                <a:ext uri="{FF2B5EF4-FFF2-40B4-BE49-F238E27FC236}">
                  <a16:creationId xmlns:a16="http://schemas.microsoft.com/office/drawing/2014/main" id="{61FADCE6-2EDC-AD5D-2BFE-875503D51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1" name="Group 144">
            <a:extLst>
              <a:ext uri="{FF2B5EF4-FFF2-40B4-BE49-F238E27FC236}">
                <a16:creationId xmlns:a16="http://schemas.microsoft.com/office/drawing/2014/main" id="{A8BE6333-6A78-44AD-900D-F06120432758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1107" name="Freeform 84">
              <a:extLst>
                <a:ext uri="{FF2B5EF4-FFF2-40B4-BE49-F238E27FC236}">
                  <a16:creationId xmlns:a16="http://schemas.microsoft.com/office/drawing/2014/main" id="{A956BA5E-2746-EA87-8A13-AFD96F82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08" name="TextBox 146">
              <a:extLst>
                <a:ext uri="{FF2B5EF4-FFF2-40B4-BE49-F238E27FC236}">
                  <a16:creationId xmlns:a16="http://schemas.microsoft.com/office/drawing/2014/main" id="{C2FE4D55-3732-795F-01B8-3D8CEF951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2" name="Group 147">
            <a:extLst>
              <a:ext uri="{FF2B5EF4-FFF2-40B4-BE49-F238E27FC236}">
                <a16:creationId xmlns:a16="http://schemas.microsoft.com/office/drawing/2014/main" id="{7F3AF4E1-262C-64F9-FC17-CC8C775E06C9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1105" name="Freeform 84">
              <a:extLst>
                <a:ext uri="{FF2B5EF4-FFF2-40B4-BE49-F238E27FC236}">
                  <a16:creationId xmlns:a16="http://schemas.microsoft.com/office/drawing/2014/main" id="{34B8601B-96B1-002B-C292-869D17A7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06" name="TextBox 149">
              <a:extLst>
                <a:ext uri="{FF2B5EF4-FFF2-40B4-BE49-F238E27FC236}">
                  <a16:creationId xmlns:a16="http://schemas.microsoft.com/office/drawing/2014/main" id="{DB748F77-A9B2-7D8D-7057-F998A7333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3" name="Group 150">
            <a:extLst>
              <a:ext uri="{FF2B5EF4-FFF2-40B4-BE49-F238E27FC236}">
                <a16:creationId xmlns:a16="http://schemas.microsoft.com/office/drawing/2014/main" id="{60BDCE92-014D-90A6-BDE4-A2580497ED86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1103" name="Freeform 84">
              <a:extLst>
                <a:ext uri="{FF2B5EF4-FFF2-40B4-BE49-F238E27FC236}">
                  <a16:creationId xmlns:a16="http://schemas.microsoft.com/office/drawing/2014/main" id="{A69EE429-1780-628C-A0B3-E6784F9B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04" name="TextBox 152">
              <a:extLst>
                <a:ext uri="{FF2B5EF4-FFF2-40B4-BE49-F238E27FC236}">
                  <a16:creationId xmlns:a16="http://schemas.microsoft.com/office/drawing/2014/main" id="{90AB7897-45C4-6ACE-4CE6-20587CD71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4" name="Group 153">
            <a:extLst>
              <a:ext uri="{FF2B5EF4-FFF2-40B4-BE49-F238E27FC236}">
                <a16:creationId xmlns:a16="http://schemas.microsoft.com/office/drawing/2014/main" id="{F0B4B4D6-61E7-118E-C3F8-B95FD1A7314C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1101" name="Freeform 84">
              <a:extLst>
                <a:ext uri="{FF2B5EF4-FFF2-40B4-BE49-F238E27FC236}">
                  <a16:creationId xmlns:a16="http://schemas.microsoft.com/office/drawing/2014/main" id="{7DD58A74-A4EF-AE72-F1C8-60822DB6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02" name="TextBox 155">
              <a:extLst>
                <a:ext uri="{FF2B5EF4-FFF2-40B4-BE49-F238E27FC236}">
                  <a16:creationId xmlns:a16="http://schemas.microsoft.com/office/drawing/2014/main" id="{8DE1785D-EC2B-307D-3D9C-5CE2E5BA4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5" name="Group 156">
            <a:extLst>
              <a:ext uri="{FF2B5EF4-FFF2-40B4-BE49-F238E27FC236}">
                <a16:creationId xmlns:a16="http://schemas.microsoft.com/office/drawing/2014/main" id="{EC6D94A5-F3F6-3BA1-0C8B-DF29D733A237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1099" name="Freeform 84">
              <a:extLst>
                <a:ext uri="{FF2B5EF4-FFF2-40B4-BE49-F238E27FC236}">
                  <a16:creationId xmlns:a16="http://schemas.microsoft.com/office/drawing/2014/main" id="{60351F13-00D6-DB4C-D800-9316AD663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100" name="TextBox 158">
              <a:extLst>
                <a:ext uri="{FF2B5EF4-FFF2-40B4-BE49-F238E27FC236}">
                  <a16:creationId xmlns:a16="http://schemas.microsoft.com/office/drawing/2014/main" id="{AD548463-8B34-7859-7053-FC267B7BA2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6" name="Group 160">
            <a:extLst>
              <a:ext uri="{FF2B5EF4-FFF2-40B4-BE49-F238E27FC236}">
                <a16:creationId xmlns:a16="http://schemas.microsoft.com/office/drawing/2014/main" id="{45704DF6-23FA-CCFB-D021-52F0DA7A55DA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1097" name="Freeform 84">
              <a:extLst>
                <a:ext uri="{FF2B5EF4-FFF2-40B4-BE49-F238E27FC236}">
                  <a16:creationId xmlns:a16="http://schemas.microsoft.com/office/drawing/2014/main" id="{BF0CE858-80DF-82D9-3FC6-FEA34DB3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098" name="TextBox 162">
              <a:extLst>
                <a:ext uri="{FF2B5EF4-FFF2-40B4-BE49-F238E27FC236}">
                  <a16:creationId xmlns:a16="http://schemas.microsoft.com/office/drawing/2014/main" id="{7EF5539B-DCA7-C397-3EDF-FD38105B4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7" name="Group 163">
            <a:extLst>
              <a:ext uri="{FF2B5EF4-FFF2-40B4-BE49-F238E27FC236}">
                <a16:creationId xmlns:a16="http://schemas.microsoft.com/office/drawing/2014/main" id="{42F780F9-7AFC-1B11-45D0-78C51CD5445D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1095" name="Freeform 84">
              <a:extLst>
                <a:ext uri="{FF2B5EF4-FFF2-40B4-BE49-F238E27FC236}">
                  <a16:creationId xmlns:a16="http://schemas.microsoft.com/office/drawing/2014/main" id="{0A9E08F1-D271-AB72-97AE-3C01D0A7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096" name="TextBox 165">
              <a:extLst>
                <a:ext uri="{FF2B5EF4-FFF2-40B4-BE49-F238E27FC236}">
                  <a16:creationId xmlns:a16="http://schemas.microsoft.com/office/drawing/2014/main" id="{F707111F-8A3A-88EA-B676-E2AA8CE6CC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8" name="Group 169">
            <a:extLst>
              <a:ext uri="{FF2B5EF4-FFF2-40B4-BE49-F238E27FC236}">
                <a16:creationId xmlns:a16="http://schemas.microsoft.com/office/drawing/2014/main" id="{53DD86D1-FFB4-E461-B8F7-F0DAEB1E55F8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1093" name="Freeform 84">
              <a:extLst>
                <a:ext uri="{FF2B5EF4-FFF2-40B4-BE49-F238E27FC236}">
                  <a16:creationId xmlns:a16="http://schemas.microsoft.com/office/drawing/2014/main" id="{9A5FDF6C-DB75-E02C-FF40-CFF3C9D1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094" name="TextBox 171">
              <a:extLst>
                <a:ext uri="{FF2B5EF4-FFF2-40B4-BE49-F238E27FC236}">
                  <a16:creationId xmlns:a16="http://schemas.microsoft.com/office/drawing/2014/main" id="{57DFE7B1-A82E-B4A5-07B9-51DBBF13E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59" name="Group 172">
            <a:extLst>
              <a:ext uri="{FF2B5EF4-FFF2-40B4-BE49-F238E27FC236}">
                <a16:creationId xmlns:a16="http://schemas.microsoft.com/office/drawing/2014/main" id="{11B2DDD5-F464-418B-286B-260C7D3461EA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1091" name="Freeform 84">
              <a:extLst>
                <a:ext uri="{FF2B5EF4-FFF2-40B4-BE49-F238E27FC236}">
                  <a16:creationId xmlns:a16="http://schemas.microsoft.com/office/drawing/2014/main" id="{557376DD-77BF-9BCD-0B8A-CF8C429D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092" name="TextBox 174">
              <a:extLst>
                <a:ext uri="{FF2B5EF4-FFF2-40B4-BE49-F238E27FC236}">
                  <a16:creationId xmlns:a16="http://schemas.microsoft.com/office/drawing/2014/main" id="{2574448A-219C-83B8-7030-A1A411043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0960" name="Group 175">
            <a:extLst>
              <a:ext uri="{FF2B5EF4-FFF2-40B4-BE49-F238E27FC236}">
                <a16:creationId xmlns:a16="http://schemas.microsoft.com/office/drawing/2014/main" id="{B3B3121D-AB95-1E6D-82A7-DD8881711C4D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1089" name="Freeform 84">
              <a:extLst>
                <a:ext uri="{FF2B5EF4-FFF2-40B4-BE49-F238E27FC236}">
                  <a16:creationId xmlns:a16="http://schemas.microsoft.com/office/drawing/2014/main" id="{0BB5A802-118E-5D97-4C4D-A63592C83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090" name="TextBox 177">
              <a:extLst>
                <a:ext uri="{FF2B5EF4-FFF2-40B4-BE49-F238E27FC236}">
                  <a16:creationId xmlns:a16="http://schemas.microsoft.com/office/drawing/2014/main" id="{9478A3DF-8C0A-F727-CEDC-B5A4BB6D6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80961" name="TextBox 4">
            <a:extLst>
              <a:ext uri="{FF2B5EF4-FFF2-40B4-BE49-F238E27FC236}">
                <a16:creationId xmlns:a16="http://schemas.microsoft.com/office/drawing/2014/main" id="{EA4C19E1-B17F-F682-3ED1-52FE62FAD1EF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2" name="TextBox 179">
            <a:extLst>
              <a:ext uri="{FF2B5EF4-FFF2-40B4-BE49-F238E27FC236}">
                <a16:creationId xmlns:a16="http://schemas.microsoft.com/office/drawing/2014/main" id="{D8040B08-3806-1287-E737-1A3FCCECDE1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3" name="TextBox 180">
            <a:extLst>
              <a:ext uri="{FF2B5EF4-FFF2-40B4-BE49-F238E27FC236}">
                <a16:creationId xmlns:a16="http://schemas.microsoft.com/office/drawing/2014/main" id="{C77C8F10-03AB-1B33-FEAA-216C88C64CF3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4" name="TextBox 181">
            <a:extLst>
              <a:ext uri="{FF2B5EF4-FFF2-40B4-BE49-F238E27FC236}">
                <a16:creationId xmlns:a16="http://schemas.microsoft.com/office/drawing/2014/main" id="{28F213FC-F973-1B2A-E8D4-C45818217687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5" name="TextBox 182">
            <a:extLst>
              <a:ext uri="{FF2B5EF4-FFF2-40B4-BE49-F238E27FC236}">
                <a16:creationId xmlns:a16="http://schemas.microsoft.com/office/drawing/2014/main" id="{1B17F385-1605-6F79-40D0-C0027FC1F796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6" name="TextBox 183">
            <a:extLst>
              <a:ext uri="{FF2B5EF4-FFF2-40B4-BE49-F238E27FC236}">
                <a16:creationId xmlns:a16="http://schemas.microsoft.com/office/drawing/2014/main" id="{A99237D3-FA31-B3D6-5559-14B72B51543E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0967" name="Rectangle 3">
            <a:extLst>
              <a:ext uri="{FF2B5EF4-FFF2-40B4-BE49-F238E27FC236}">
                <a16:creationId xmlns:a16="http://schemas.microsoft.com/office/drawing/2014/main" id="{26888119-AB13-FF3F-CE31-3E20747F3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zh-CN" sz="2400" dirty="0"/>
              <a:t>But if one global ISP is viable business, there will be competitors ….</a:t>
            </a:r>
          </a:p>
        </p:txBody>
      </p:sp>
      <p:cxnSp>
        <p:nvCxnSpPr>
          <p:cNvPr id="80968" name="Straight Connector 12">
            <a:extLst>
              <a:ext uri="{FF2B5EF4-FFF2-40B4-BE49-F238E27FC236}">
                <a16:creationId xmlns:a16="http://schemas.microsoft.com/office/drawing/2014/main" id="{80C7520A-ED5E-9409-E261-38245B79AA6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69" name="Straight Connector 500">
            <a:extLst>
              <a:ext uri="{FF2B5EF4-FFF2-40B4-BE49-F238E27FC236}">
                <a16:creationId xmlns:a16="http://schemas.microsoft.com/office/drawing/2014/main" id="{372A853C-163A-6EE6-24FA-7CF276F0167B}"/>
              </a:ext>
            </a:extLst>
          </p:cNvPr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0" name="Straight Connector 501">
            <a:extLst>
              <a:ext uri="{FF2B5EF4-FFF2-40B4-BE49-F238E27FC236}">
                <a16:creationId xmlns:a16="http://schemas.microsoft.com/office/drawing/2014/main" id="{C13C69DB-93C5-4C6C-5455-563687FDF0D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1" name="Straight Connector 502">
            <a:extLst>
              <a:ext uri="{FF2B5EF4-FFF2-40B4-BE49-F238E27FC236}">
                <a16:creationId xmlns:a16="http://schemas.microsoft.com/office/drawing/2014/main" id="{718943C7-BA70-154A-3105-B85989A8FC7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2" name="Straight Connector 503">
            <a:extLst>
              <a:ext uri="{FF2B5EF4-FFF2-40B4-BE49-F238E27FC236}">
                <a16:creationId xmlns:a16="http://schemas.microsoft.com/office/drawing/2014/main" id="{6F3CAF2D-A1E4-B206-D5E5-069C7A37A12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3" name="Straight Connector 504">
            <a:extLst>
              <a:ext uri="{FF2B5EF4-FFF2-40B4-BE49-F238E27FC236}">
                <a16:creationId xmlns:a16="http://schemas.microsoft.com/office/drawing/2014/main" id="{FAC97916-FF9C-9A2A-3766-CB4598F31A5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4" name="Straight Connector 505">
            <a:extLst>
              <a:ext uri="{FF2B5EF4-FFF2-40B4-BE49-F238E27FC236}">
                <a16:creationId xmlns:a16="http://schemas.microsoft.com/office/drawing/2014/main" id="{B2491A9E-067A-17ED-950C-0440FD17613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5" name="Straight Connector 507">
            <a:extLst>
              <a:ext uri="{FF2B5EF4-FFF2-40B4-BE49-F238E27FC236}">
                <a16:creationId xmlns:a16="http://schemas.microsoft.com/office/drawing/2014/main" id="{6D640E9E-59CB-2D80-06CB-B8ABCA499CF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6" name="Straight Connector 509">
            <a:extLst>
              <a:ext uri="{FF2B5EF4-FFF2-40B4-BE49-F238E27FC236}">
                <a16:creationId xmlns:a16="http://schemas.microsoft.com/office/drawing/2014/main" id="{B7BF6C89-B9E3-3F9C-3368-26CE96CCDABB}"/>
              </a:ext>
            </a:extLst>
          </p:cNvPr>
          <p:cNvCxnSpPr>
            <a:cxnSpLocks noChangeShapeType="1"/>
            <a:stCxn id="81093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7" name="Straight Connector 510">
            <a:extLst>
              <a:ext uri="{FF2B5EF4-FFF2-40B4-BE49-F238E27FC236}">
                <a16:creationId xmlns:a16="http://schemas.microsoft.com/office/drawing/2014/main" id="{5DFBF126-A92F-7B55-BC7A-4CF9B26646F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8" name="Straight Connector 511">
            <a:extLst>
              <a:ext uri="{FF2B5EF4-FFF2-40B4-BE49-F238E27FC236}">
                <a16:creationId xmlns:a16="http://schemas.microsoft.com/office/drawing/2014/main" id="{5816D15B-8EDD-1D28-5332-8F31486A4B6B}"/>
              </a:ext>
            </a:extLst>
          </p:cNvPr>
          <p:cNvCxnSpPr>
            <a:cxnSpLocks noChangeShapeType="1"/>
            <a:stCxn id="81090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9" name="Straight Connector 512">
            <a:extLst>
              <a:ext uri="{FF2B5EF4-FFF2-40B4-BE49-F238E27FC236}">
                <a16:creationId xmlns:a16="http://schemas.microsoft.com/office/drawing/2014/main" id="{E2F59E30-74F9-7377-F6A7-DD06CC8AAD5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0" name="Straight Connector 513">
            <a:extLst>
              <a:ext uri="{FF2B5EF4-FFF2-40B4-BE49-F238E27FC236}">
                <a16:creationId xmlns:a16="http://schemas.microsoft.com/office/drawing/2014/main" id="{C1C30CCB-6FDD-54D1-DB00-E126495BFB0B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1" name="Straight Connector 514">
            <a:extLst>
              <a:ext uri="{FF2B5EF4-FFF2-40B4-BE49-F238E27FC236}">
                <a16:creationId xmlns:a16="http://schemas.microsoft.com/office/drawing/2014/main" id="{587DFFB5-0D1D-BC18-B7C5-5A1BDA5B899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82" name="Footer Placeholder 2">
            <a:extLst>
              <a:ext uri="{FF2B5EF4-FFF2-40B4-BE49-F238E27FC236}">
                <a16:creationId xmlns:a16="http://schemas.microsoft.com/office/drawing/2014/main" id="{055A1037-E464-538D-BF22-B8F5D4667E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0983" name="Slide Number Placeholder 3">
            <a:extLst>
              <a:ext uri="{FF2B5EF4-FFF2-40B4-BE49-F238E27FC236}">
                <a16:creationId xmlns:a16="http://schemas.microsoft.com/office/drawing/2014/main" id="{498892D7-A6BB-919B-6433-993962C6FF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DE8563D3-B532-FC45-B311-A36C6318790A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80984" name="Group 347">
            <a:extLst>
              <a:ext uri="{FF2B5EF4-FFF2-40B4-BE49-F238E27FC236}">
                <a16:creationId xmlns:a16="http://schemas.microsoft.com/office/drawing/2014/main" id="{6BE4E8DD-ADF1-378E-FEAA-5FDB32ABE031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0CC82EE0-DA51-CD4D-BF8A-FD70A018581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F18C2207-F4E8-6E4F-B237-E2CD60B0BA04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4C5C7076-4A4D-B646-843C-D992F6AC0D0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73062F11-4062-5D4F-9423-78FEE3FA1D2A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29D458D0-472A-4842-96FD-0C5D0B73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B614991E-C6B7-CC4D-95A4-C83AE5EA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537B304D-2609-EA45-AE3B-E5E58503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3705066A-A0E7-1B4D-91D1-7EB17D9D08A3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2B6473DC-BE59-2649-ACB4-8875CA4188E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5" name="Group 347">
            <a:extLst>
              <a:ext uri="{FF2B5EF4-FFF2-40B4-BE49-F238E27FC236}">
                <a16:creationId xmlns:a16="http://schemas.microsoft.com/office/drawing/2014/main" id="{D8243528-96D5-8C3C-5D66-C41833AEE2FF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B5B928AC-7475-FF4A-9DF3-4F04A6B80AD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AF2393C0-F931-A842-96FE-65DF0873459D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3D14F26B-0412-1C40-8CE4-5A67C652B1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623556E3-7DCD-C046-BEF6-1D7A0BB06A22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B9D68CF3-12A4-2348-AD6A-21DE4577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2F5BC56E-6506-4142-99B4-A50C5EA2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0D9A0ABC-59FD-FA47-ACAA-383AEC61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FA1F38D6-6BFC-F74A-B942-0BB095825465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3251C0C6-2F14-8449-B367-EE9B892FF0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6" name="Group 347">
            <a:extLst>
              <a:ext uri="{FF2B5EF4-FFF2-40B4-BE49-F238E27FC236}">
                <a16:creationId xmlns:a16="http://schemas.microsoft.com/office/drawing/2014/main" id="{241F5CEC-782E-7E67-E9BE-75F77FA8A9B3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70B8589B-08E8-8641-A1DC-6007827E764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6DFFF392-9CB3-6F47-848A-64FE50D404D8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95849E3A-054E-2648-A9EF-C5F8098D918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86B73C68-9E7E-3542-8F21-C6AB8F3F2123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22023860-B9CC-CF42-9BBE-C0F9321E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1B810312-122D-A24C-83D6-0683B94C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14F27CFE-AC57-C54D-8745-09B6C44A4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1316E16B-D345-174A-A55D-8AC7F3028FAE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334404F7-3C12-D141-873E-179CABC468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0987" name="Straight Connector 508">
            <a:extLst>
              <a:ext uri="{FF2B5EF4-FFF2-40B4-BE49-F238E27FC236}">
                <a16:creationId xmlns:a16="http://schemas.microsoft.com/office/drawing/2014/main" id="{A98DC80C-4E5B-2AE9-43F1-D253024F097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88" name="Group 347">
            <a:extLst>
              <a:ext uri="{FF2B5EF4-FFF2-40B4-BE49-F238E27FC236}">
                <a16:creationId xmlns:a16="http://schemas.microsoft.com/office/drawing/2014/main" id="{A45674B6-9A5F-FFDA-D4FD-6D9A9E7DEB45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730D9E2E-E211-A146-9055-03D2BB28002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6912A328-5886-404A-AD28-57A701BFE939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844F2822-A9A3-8D40-82E3-667C749BB95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400F5F00-A471-584E-8EC5-5D3266677FF9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7C6C8BCA-E992-4246-B7D1-802D3A27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3F585DA2-586D-8240-AFAF-A8FEB2FD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4E38B9D2-2902-064E-A810-9426F6C6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13B8B878-077D-C742-BB9C-7EC5DC9A3640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677129D7-F21A-9746-A882-AFEAB6D180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9" name="Group 347">
            <a:extLst>
              <a:ext uri="{FF2B5EF4-FFF2-40B4-BE49-F238E27FC236}">
                <a16:creationId xmlns:a16="http://schemas.microsoft.com/office/drawing/2014/main" id="{322F7E3F-2F2C-2AD9-4E6F-192542DBE22C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58B2162D-E5F1-A14A-BDA9-4BAC010E1F2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5EB61710-DC9D-864A-8B1F-DE9796030090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7402231D-9A1C-C549-BFE9-84550D9F2AA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4BF9F92A-656E-674B-AC88-1C4BD8F7C8DB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CA4FC6C3-EAC7-3443-9A98-5545D41B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0B79D3FB-A243-CE45-913E-0536C25AD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CDBF2BA5-91CF-2946-B31C-CAC865B1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9370FD66-841B-D44B-B518-630B0C34B937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C0456BD6-DF00-0E40-8A06-AA21519FE6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0" name="Group 439">
            <a:extLst>
              <a:ext uri="{FF2B5EF4-FFF2-40B4-BE49-F238E27FC236}">
                <a16:creationId xmlns:a16="http://schemas.microsoft.com/office/drawing/2014/main" id="{9AB16C98-F7AC-4FAE-4B45-990C309C2AD3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3E9EC1A4-F737-9244-BE1D-7BC5D0F29B4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D671192F-777E-AE45-8270-6E400464620B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7212395B-AAF8-7844-8D88-BA831BB1F05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DF035835-843B-4649-8A1F-39FCB329A1E7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16133E72-28EF-7148-AA29-79CC8DFB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E6B7C93B-B953-6F41-B2AF-3919E692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A8CA4F3E-1983-D546-A3FC-C6565C042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D8D5EED9-4651-FA4B-8902-FE1901A78074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7A5E23EF-7525-1043-B9B8-8CCF6DCB5A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1" name="Group 347">
            <a:extLst>
              <a:ext uri="{FF2B5EF4-FFF2-40B4-BE49-F238E27FC236}">
                <a16:creationId xmlns:a16="http://schemas.microsoft.com/office/drawing/2014/main" id="{778ED739-753D-8E7C-708B-68044A6102EF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B68572CE-8E30-8443-99A7-B87A794D39A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DF91CA62-FBC6-1341-8C8E-D1E3ECF57CA3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DED7F101-C06F-934A-A633-1F21A59B439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99BD39A2-6CD5-EB48-B438-E1E4C8B5D6FC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47191993-9985-724B-8ABA-55254FF6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7877ADD6-081C-CD4E-93D1-859DC20E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2F99529-A558-6E4B-9F77-F5E1CDC2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242BAD8F-090F-6241-ACEF-AD3D596BC722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C1D84C65-05ED-1F40-9E93-578878C96E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2" name="Group 347">
            <a:extLst>
              <a:ext uri="{FF2B5EF4-FFF2-40B4-BE49-F238E27FC236}">
                <a16:creationId xmlns:a16="http://schemas.microsoft.com/office/drawing/2014/main" id="{253EF023-4D3E-EB5E-DECE-159647B1A7B1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6C1C579B-15D5-CF49-B045-F276F5F498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9A2E6085-4D7D-1046-9CAB-1BF01BADBF05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DA46256C-BC1C-4F4D-A5F9-4ED225AE158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1FE1369C-34D5-1746-9AB8-47F55E98C26E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512ED3B3-2F5E-2C42-93B9-AE7D1A7A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5635D5DB-B4B9-8442-B5D4-4D52E3AC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CF69D1DA-01EA-6246-8E2C-773E3825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63DAF6BA-98DE-C942-9026-4A09EE6B8A72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1785BD54-C456-CC45-9272-98EB9B4FEC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3" name="Group 347">
            <a:extLst>
              <a:ext uri="{FF2B5EF4-FFF2-40B4-BE49-F238E27FC236}">
                <a16:creationId xmlns:a16="http://schemas.microsoft.com/office/drawing/2014/main" id="{5C15D4C5-7089-B0B7-CB65-EACA0A1AB620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CC87CEDA-12EC-0F49-8C0C-14D2B5F54D3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0EFA4FCA-4346-6849-8A15-973A2CF2567C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424F936E-D452-9148-A056-CB4F161543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5EA3BCC3-F572-A441-9E74-AACB3A4845F6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1CF650D7-EC37-6C4D-912E-2D17B6153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BCE500C3-8160-2042-8F7C-1BB30B25C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DB5DF9C2-02FD-854C-9044-5E201A9C0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0BF767A3-97D0-5C46-B3DB-271550A7A04A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EC650572-A029-204D-BF2A-A67854D46A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4" name="Group 531">
            <a:extLst>
              <a:ext uri="{FF2B5EF4-FFF2-40B4-BE49-F238E27FC236}">
                <a16:creationId xmlns:a16="http://schemas.microsoft.com/office/drawing/2014/main" id="{701EE1F2-F358-82EC-ABC8-F72BF8E63029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34870710-E364-2A44-8F51-68EFD95C038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7637CFD6-AADD-AD47-B94B-22F7D27D7502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9F0C8AD3-D2F3-B74A-930B-CA0C0A8A79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BCAE953D-67EA-E34D-A96F-6AE4BD0B5F8A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EF511D51-C032-2C4D-9BD5-EB26CED6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B0DC2AA8-2176-8746-9279-D80DBC51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408A6661-1044-9B41-AE4E-D78165F9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B0B7A4DC-235B-DA43-BCF4-C18377DC1AC2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7C928ADE-F51E-AC44-96CE-566EF6E19B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0995" name="Straight Connector 506">
            <a:extLst>
              <a:ext uri="{FF2B5EF4-FFF2-40B4-BE49-F238E27FC236}">
                <a16:creationId xmlns:a16="http://schemas.microsoft.com/office/drawing/2014/main" id="{874835CC-9EDD-5A7B-64F9-10E1B3C728A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96" name="Group 166">
            <a:extLst>
              <a:ext uri="{FF2B5EF4-FFF2-40B4-BE49-F238E27FC236}">
                <a16:creationId xmlns:a16="http://schemas.microsoft.com/office/drawing/2014/main" id="{3CC56EA7-1443-2F58-0638-2C3C327BE595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0997" name="Freeform 84">
              <a:extLst>
                <a:ext uri="{FF2B5EF4-FFF2-40B4-BE49-F238E27FC236}">
                  <a16:creationId xmlns:a16="http://schemas.microsoft.com/office/drawing/2014/main" id="{88597D0A-D3D3-CD69-35A3-980AED9B9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98" name="TextBox 168">
              <a:extLst>
                <a:ext uri="{FF2B5EF4-FFF2-40B4-BE49-F238E27FC236}">
                  <a16:creationId xmlns:a16="http://schemas.microsoft.com/office/drawing/2014/main" id="{31401F40-DEBC-E5BF-6EC6-99EEC9CEDD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Oval 3">
            <a:extLst>
              <a:ext uri="{FF2B5EF4-FFF2-40B4-BE49-F238E27FC236}">
                <a16:creationId xmlns:a16="http://schemas.microsoft.com/office/drawing/2014/main" id="{D106332C-9583-FAD3-DFA1-C818B8F3C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2946" name="Straight Connector 10">
            <a:extLst>
              <a:ext uri="{FF2B5EF4-FFF2-40B4-BE49-F238E27FC236}">
                <a16:creationId xmlns:a16="http://schemas.microsoft.com/office/drawing/2014/main" id="{5FA82BF6-3A5C-C9DB-ED5F-10A38F187231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7" name="Straight Connector 297">
            <a:extLst>
              <a:ext uri="{FF2B5EF4-FFF2-40B4-BE49-F238E27FC236}">
                <a16:creationId xmlns:a16="http://schemas.microsoft.com/office/drawing/2014/main" id="{DEA84F52-8B7F-8D45-7FD2-0473EAEF6B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8" name="Straight Connector 298">
            <a:extLst>
              <a:ext uri="{FF2B5EF4-FFF2-40B4-BE49-F238E27FC236}">
                <a16:creationId xmlns:a16="http://schemas.microsoft.com/office/drawing/2014/main" id="{D2D92754-23FE-6133-81A5-4730717A2E7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9" name="Straight Connector 299">
            <a:extLst>
              <a:ext uri="{FF2B5EF4-FFF2-40B4-BE49-F238E27FC236}">
                <a16:creationId xmlns:a16="http://schemas.microsoft.com/office/drawing/2014/main" id="{15E13E81-B302-848C-0548-72F70B74F9C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0" name="Straight Connector 300">
            <a:extLst>
              <a:ext uri="{FF2B5EF4-FFF2-40B4-BE49-F238E27FC236}">
                <a16:creationId xmlns:a16="http://schemas.microsoft.com/office/drawing/2014/main" id="{A510FB03-5475-E77C-41BD-4EAD62D104C9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1" name="Straight Connector 301">
            <a:extLst>
              <a:ext uri="{FF2B5EF4-FFF2-40B4-BE49-F238E27FC236}">
                <a16:creationId xmlns:a16="http://schemas.microsoft.com/office/drawing/2014/main" id="{BA138994-D3EC-11E5-753C-8478DADE647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2" name="Straight Connector 302">
            <a:extLst>
              <a:ext uri="{FF2B5EF4-FFF2-40B4-BE49-F238E27FC236}">
                <a16:creationId xmlns:a16="http://schemas.microsoft.com/office/drawing/2014/main" id="{0517EF9B-1694-9D02-57FC-258056EB9ED2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3" name="Straight Connector 303">
            <a:extLst>
              <a:ext uri="{FF2B5EF4-FFF2-40B4-BE49-F238E27FC236}">
                <a16:creationId xmlns:a16="http://schemas.microsoft.com/office/drawing/2014/main" id="{5146A7A7-5DD7-D566-6CDA-3FC14A09B71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4" name="Straight Connector 304">
            <a:extLst>
              <a:ext uri="{FF2B5EF4-FFF2-40B4-BE49-F238E27FC236}">
                <a16:creationId xmlns:a16="http://schemas.microsoft.com/office/drawing/2014/main" id="{BFAAADDA-450B-A7F7-DBE3-6EE9CC98F2A7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55" name="TextBox 39958">
            <a:extLst>
              <a:ext uri="{FF2B5EF4-FFF2-40B4-BE49-F238E27FC236}">
                <a16:creationId xmlns:a16="http://schemas.microsoft.com/office/drawing/2014/main" id="{D04BA68A-D21D-3E51-B3A7-5DABF8643A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C</a:t>
            </a:r>
          </a:p>
        </p:txBody>
      </p:sp>
      <p:grpSp>
        <p:nvGrpSpPr>
          <p:cNvPr id="82956" name="Group 347">
            <a:extLst>
              <a:ext uri="{FF2B5EF4-FFF2-40B4-BE49-F238E27FC236}">
                <a16:creationId xmlns:a16="http://schemas.microsoft.com/office/drawing/2014/main" id="{66502144-11F3-466D-0F15-A982C90950C5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270F9D96-31BE-FF46-BE01-FCD6A86BFF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DCD6AEAE-8ACD-5B49-AED1-74BD9A228E5F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DB288E92-E07A-CA49-A134-8027C5DDBC7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B892A58E-4693-E147-B360-18F72F158414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E26D9059-4514-C344-889C-D6E5CB36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E6032976-717F-E543-B0F6-C57101FB8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386B8502-E743-144D-B37E-09C3A47F8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D9715353-6F20-3C47-9D9C-1C348BA5036D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8522D481-5461-2F40-AE80-00C1FBC166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7" name="Group 347">
            <a:extLst>
              <a:ext uri="{FF2B5EF4-FFF2-40B4-BE49-F238E27FC236}">
                <a16:creationId xmlns:a16="http://schemas.microsoft.com/office/drawing/2014/main" id="{0FED3480-D7C6-9230-BA92-90A40368160A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00FB090A-6F3A-0F43-8A89-A954204038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98B24172-B559-E745-B50A-76F48EFC323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C9A90C2B-624E-9742-91E7-A1A3C0B024E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CA8D0A42-0F0F-9647-8075-F67771C00326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325F078A-F951-C844-978D-A5040F99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B75E9FE6-D7B2-C24D-A533-B29C0BB61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5F560B43-1C1A-B54C-8C7F-70AC8ED8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3A050902-3EE3-E740-AF36-36065B8EA689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2BD39D03-1566-A74A-92CC-3A266FAB86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8" name="Group 347">
            <a:extLst>
              <a:ext uri="{FF2B5EF4-FFF2-40B4-BE49-F238E27FC236}">
                <a16:creationId xmlns:a16="http://schemas.microsoft.com/office/drawing/2014/main" id="{33E00720-E399-6743-D811-77D389022D6A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08AC52A0-0F4E-C540-8490-E4EAF854B6A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2517B223-6C10-7A46-B3D4-1AD9533B8AB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9380736C-902F-6949-A09A-C49C2B90B68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4046A42A-9AD7-9B47-BBD8-95D6D8214224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2FB2B002-0850-5B4D-BE9D-76B6A1778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25F5D271-5EB5-BD4B-A9C3-E7B8B50E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663B8DFF-380E-DF46-935C-BFA3F1841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DF85F69-B014-1A4F-8783-CC721BC9718F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54DD7A49-5B7C-A94A-AF20-D72D3EDE35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9" name="Group 347">
            <a:extLst>
              <a:ext uri="{FF2B5EF4-FFF2-40B4-BE49-F238E27FC236}">
                <a16:creationId xmlns:a16="http://schemas.microsoft.com/office/drawing/2014/main" id="{05D8E973-9B2D-D98C-6A65-8B793750214A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DDDE393C-2121-E84A-AD10-04634FACB78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876B4017-790E-E74B-A03B-91E1A3CA19F5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EC06F489-2850-5D40-AA45-8DB85876A6C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BC8E29CC-DFFA-5B47-9E8A-D176CEE5FCA1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C54B5B64-52B5-8444-B898-81FB4000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544E217-DD82-D648-A750-DB7DC945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EC7A9026-0475-1749-B2F4-50F84F4F4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2F4F96B6-6172-324C-A56D-B7B734ED8F5E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3E76C766-BF6A-E34B-8BF6-7A9E043A868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60" name="Oval 3">
            <a:extLst>
              <a:ext uri="{FF2B5EF4-FFF2-40B4-BE49-F238E27FC236}">
                <a16:creationId xmlns:a16="http://schemas.microsoft.com/office/drawing/2014/main" id="{3428AD86-A0E4-1C32-BE53-DDEA5A248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2961" name="Straight Connector 10">
            <a:extLst>
              <a:ext uri="{FF2B5EF4-FFF2-40B4-BE49-F238E27FC236}">
                <a16:creationId xmlns:a16="http://schemas.microsoft.com/office/drawing/2014/main" id="{D155AFE3-D96B-F925-69B5-4E729007DB8C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2" name="Straight Connector 297">
            <a:extLst>
              <a:ext uri="{FF2B5EF4-FFF2-40B4-BE49-F238E27FC236}">
                <a16:creationId xmlns:a16="http://schemas.microsoft.com/office/drawing/2014/main" id="{6E570182-9204-647F-A2BC-29162FE14B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3" name="Straight Connector 298">
            <a:extLst>
              <a:ext uri="{FF2B5EF4-FFF2-40B4-BE49-F238E27FC236}">
                <a16:creationId xmlns:a16="http://schemas.microsoft.com/office/drawing/2014/main" id="{6453829D-4711-50F8-6811-18943E2AD51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4" name="Straight Connector 299">
            <a:extLst>
              <a:ext uri="{FF2B5EF4-FFF2-40B4-BE49-F238E27FC236}">
                <a16:creationId xmlns:a16="http://schemas.microsoft.com/office/drawing/2014/main" id="{6E66ECBC-56FF-982A-3F0A-E405C7B752A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5" name="Straight Connector 300">
            <a:extLst>
              <a:ext uri="{FF2B5EF4-FFF2-40B4-BE49-F238E27FC236}">
                <a16:creationId xmlns:a16="http://schemas.microsoft.com/office/drawing/2014/main" id="{581C8167-6F73-F320-33D4-A48D0037228D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6" name="Straight Connector 301">
            <a:extLst>
              <a:ext uri="{FF2B5EF4-FFF2-40B4-BE49-F238E27FC236}">
                <a16:creationId xmlns:a16="http://schemas.microsoft.com/office/drawing/2014/main" id="{044E7F57-AFE5-2F64-8B39-BB5979CD9C0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7" name="Straight Connector 302">
            <a:extLst>
              <a:ext uri="{FF2B5EF4-FFF2-40B4-BE49-F238E27FC236}">
                <a16:creationId xmlns:a16="http://schemas.microsoft.com/office/drawing/2014/main" id="{7F998F64-C466-1D67-D76E-53E5B7F22E3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8" name="Straight Connector 303">
            <a:extLst>
              <a:ext uri="{FF2B5EF4-FFF2-40B4-BE49-F238E27FC236}">
                <a16:creationId xmlns:a16="http://schemas.microsoft.com/office/drawing/2014/main" id="{163DD1C9-D49F-D9C8-044E-DA895D34668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9" name="Straight Connector 304">
            <a:extLst>
              <a:ext uri="{FF2B5EF4-FFF2-40B4-BE49-F238E27FC236}">
                <a16:creationId xmlns:a16="http://schemas.microsoft.com/office/drawing/2014/main" id="{3C8AEE33-16EA-DF16-1D4A-1E71CF4AEDA6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70" name="TextBox 39958">
            <a:extLst>
              <a:ext uri="{FF2B5EF4-FFF2-40B4-BE49-F238E27FC236}">
                <a16:creationId xmlns:a16="http://schemas.microsoft.com/office/drawing/2014/main" id="{65F28000-3CF4-90DB-828C-397290F5C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B</a:t>
            </a:r>
          </a:p>
        </p:txBody>
      </p:sp>
      <p:grpSp>
        <p:nvGrpSpPr>
          <p:cNvPr id="82971" name="Group 347">
            <a:extLst>
              <a:ext uri="{FF2B5EF4-FFF2-40B4-BE49-F238E27FC236}">
                <a16:creationId xmlns:a16="http://schemas.microsoft.com/office/drawing/2014/main" id="{3B54F76D-731C-C671-2E1F-67868CC6DB99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51194647-0126-9545-8373-C5B39F2C4E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42EF2BF6-1A45-EB4F-908C-27B01141F00E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D5440BC7-5A9B-E342-B23D-FED639DAC69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192ABA7B-D8C7-264C-82F7-47C73953B223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4C012D8C-DE84-CE42-A83D-E276C276E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4A234480-36FF-F940-A7F8-641CDCC9A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81AEDAA2-6FFE-6047-AC63-9948B045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6E06CCA5-29FB-FC4A-8B92-6A1821805A9E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F29AF38C-3F8E-8943-88FD-AC6F403582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2" name="Group 347">
            <a:extLst>
              <a:ext uri="{FF2B5EF4-FFF2-40B4-BE49-F238E27FC236}">
                <a16:creationId xmlns:a16="http://schemas.microsoft.com/office/drawing/2014/main" id="{CFF5E63A-3FEC-AD22-D969-67C4EF683FCF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93F35A36-95EE-E846-9688-A113CB1873F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F819459F-1899-684E-B749-1C6242FCF9ED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4814D02E-07DC-5A43-8422-F45DFAA4E20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FAC78F3C-C84C-E440-89C1-450B1F6CF82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6A1265D1-0765-F545-9C0D-2E746AB82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CD63F041-53F1-6246-933F-94ED27536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C49CD24C-4E96-0240-84E8-0F899C57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506C9F63-0A81-1E42-AD18-C5E1E055B9CD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EAC9D51B-7292-2742-B422-D1E0D5AFDD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3" name="Group 347">
            <a:extLst>
              <a:ext uri="{FF2B5EF4-FFF2-40B4-BE49-F238E27FC236}">
                <a16:creationId xmlns:a16="http://schemas.microsoft.com/office/drawing/2014/main" id="{226F46BC-B981-034F-0ADF-B8BB3A818BBA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419866D4-5D0C-9A48-B44A-C967A6C91D2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37F5C735-FBC7-BA41-B12A-0B6DDD77ABB9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86A0E629-9014-244F-A07C-3564EC79AF5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80512869-33FE-1A40-8FE6-0403EA9EC0D3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E4454D11-A782-614E-AC5C-343E9573C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CF4EAC16-83EC-FF44-9B4D-B27CFF16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63D9D7C7-089C-5B45-8538-B5BBADE6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3D5C49D4-EC0D-424B-AB2C-B69FBBDF318E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A63A241A-08D3-9046-8D5B-D1D0AE78C35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4" name="Group 347">
            <a:extLst>
              <a:ext uri="{FF2B5EF4-FFF2-40B4-BE49-F238E27FC236}">
                <a16:creationId xmlns:a16="http://schemas.microsoft.com/office/drawing/2014/main" id="{8E832AD5-0BED-DAD7-0E5A-CE8ACE827C0D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9B7147CF-7FE6-CD48-8EF7-95A4038EF42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0904A457-AF3E-464D-AB68-9C8E40A846DD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A0B07AFF-F86E-0B40-B300-CF9447D461A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2BF1FE43-3C7E-C94E-9D8A-E2EC6AA49584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CDF0593E-1698-CC4F-8AE7-70DCBBF4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39E5AF60-83FE-F64F-8E8B-39907E85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412F9C69-5FF7-B847-BD28-EC08CDDBD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37AD0885-A5E6-C445-957B-4A6A869B43E6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993931E5-6900-4146-9D04-B5D6DA8B59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75" name="Oval 3">
            <a:extLst>
              <a:ext uri="{FF2B5EF4-FFF2-40B4-BE49-F238E27FC236}">
                <a16:creationId xmlns:a16="http://schemas.microsoft.com/office/drawing/2014/main" id="{7DDA1AE8-8B24-B8E0-4F78-851F405D4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2976" name="Straight Connector 10">
            <a:extLst>
              <a:ext uri="{FF2B5EF4-FFF2-40B4-BE49-F238E27FC236}">
                <a16:creationId xmlns:a16="http://schemas.microsoft.com/office/drawing/2014/main" id="{D36FE433-1AB6-30FB-8692-D5C852AA2079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7" name="Straight Connector 297">
            <a:extLst>
              <a:ext uri="{FF2B5EF4-FFF2-40B4-BE49-F238E27FC236}">
                <a16:creationId xmlns:a16="http://schemas.microsoft.com/office/drawing/2014/main" id="{1BD73A98-168A-02E4-34E7-8869DA5C4DE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8" name="Straight Connector 298">
            <a:extLst>
              <a:ext uri="{FF2B5EF4-FFF2-40B4-BE49-F238E27FC236}">
                <a16:creationId xmlns:a16="http://schemas.microsoft.com/office/drawing/2014/main" id="{8100C690-DA9A-F1D9-BCBF-461ADA7B8A5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9" name="Straight Connector 299">
            <a:extLst>
              <a:ext uri="{FF2B5EF4-FFF2-40B4-BE49-F238E27FC236}">
                <a16:creationId xmlns:a16="http://schemas.microsoft.com/office/drawing/2014/main" id="{CB0284F6-D573-B278-FBDD-C73F2EBE91F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0" name="Straight Connector 300">
            <a:extLst>
              <a:ext uri="{FF2B5EF4-FFF2-40B4-BE49-F238E27FC236}">
                <a16:creationId xmlns:a16="http://schemas.microsoft.com/office/drawing/2014/main" id="{35A3ADC6-A22B-B626-2C3E-6496038DFFC9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1" name="Straight Connector 301">
            <a:extLst>
              <a:ext uri="{FF2B5EF4-FFF2-40B4-BE49-F238E27FC236}">
                <a16:creationId xmlns:a16="http://schemas.microsoft.com/office/drawing/2014/main" id="{14899387-8EF6-127A-050C-EBC2F29957E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2" name="Straight Connector 302">
            <a:extLst>
              <a:ext uri="{FF2B5EF4-FFF2-40B4-BE49-F238E27FC236}">
                <a16:creationId xmlns:a16="http://schemas.microsoft.com/office/drawing/2014/main" id="{B25745AC-45D6-9060-990F-F836190FEC6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3" name="Straight Connector 303">
            <a:extLst>
              <a:ext uri="{FF2B5EF4-FFF2-40B4-BE49-F238E27FC236}">
                <a16:creationId xmlns:a16="http://schemas.microsoft.com/office/drawing/2014/main" id="{83BA3953-63B8-1A5E-B8BB-4AC3DE25090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4" name="Straight Connector 304">
            <a:extLst>
              <a:ext uri="{FF2B5EF4-FFF2-40B4-BE49-F238E27FC236}">
                <a16:creationId xmlns:a16="http://schemas.microsoft.com/office/drawing/2014/main" id="{590CC9BD-3746-D2C0-36F7-0138C8A86DC0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85" name="TextBox 39958">
            <a:extLst>
              <a:ext uri="{FF2B5EF4-FFF2-40B4-BE49-F238E27FC236}">
                <a16:creationId xmlns:a16="http://schemas.microsoft.com/office/drawing/2014/main" id="{2455511D-C1A4-70B4-4BFE-1987AFE6B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A</a:t>
            </a:r>
          </a:p>
        </p:txBody>
      </p:sp>
      <p:grpSp>
        <p:nvGrpSpPr>
          <p:cNvPr id="82986" name="Group 347">
            <a:extLst>
              <a:ext uri="{FF2B5EF4-FFF2-40B4-BE49-F238E27FC236}">
                <a16:creationId xmlns:a16="http://schemas.microsoft.com/office/drawing/2014/main" id="{BC77A855-538E-B32D-3BAE-E0FE214C0C6F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0EA0EF98-BA97-524D-8C63-AA419B40655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DFD4F8B5-FE6C-4141-B9BB-35088166E506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8B26557F-4630-5443-8277-4EA50BA20B3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18F90F9E-994F-3048-AA47-5CB7A2F2A028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43B6E4F7-6155-DA46-94F5-A14859F7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4B45CD56-8C35-3441-B215-9FABBA196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FE07B2F8-707B-6B44-B3A3-A55133D4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8E4D9965-32B0-0543-BDB5-40C93026E1BD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B437DB45-3A6D-B544-AEB0-6257AD2BDD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7" name="Group 347">
            <a:extLst>
              <a:ext uri="{FF2B5EF4-FFF2-40B4-BE49-F238E27FC236}">
                <a16:creationId xmlns:a16="http://schemas.microsoft.com/office/drawing/2014/main" id="{B5C5EC58-440D-6398-98EF-C12CA5571FDE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5CF83EDB-9A89-DB49-A54D-5D48D2A076B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C1365B56-CE3A-B44F-A70F-12713CB5801B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69E5F29A-5B3A-0A41-A8E3-7B7DFFF9D4E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8A9F21D1-0952-7B49-BF6E-9FC97CA1C2CB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32877036-59E7-704D-99B6-7E313A5C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3E75359F-D02E-BD41-BCF5-B8190C9B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51FEEAE7-689E-CE45-8EF5-CD7508F6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4A0B9AB-37F6-7645-8B90-F6D2EB2C2F9B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8CF8C12F-71CB-5341-9258-9D4A2FA4209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8" name="Group 347">
            <a:extLst>
              <a:ext uri="{FF2B5EF4-FFF2-40B4-BE49-F238E27FC236}">
                <a16:creationId xmlns:a16="http://schemas.microsoft.com/office/drawing/2014/main" id="{3DC294CF-8B8C-212F-9D25-4D668D48AA06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137DE27F-06C5-8943-B44A-0E95888B061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80E91689-1F22-7547-B771-940AFFBFC49A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D64411FE-C969-FE49-A135-BD55B4390A0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316B7D90-F556-4241-AF9B-22018C77B944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79F01AC7-95E2-6D47-8157-B4AB8242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5820834F-C037-F540-B694-1AA42D48B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ED27CFC2-6C97-4643-89F4-6733FBBE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3954090E-1070-C84C-ACE5-6053C5F28E07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512591F3-2F36-404E-A9E0-8A486CBC91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9" name="Group 347">
            <a:extLst>
              <a:ext uri="{FF2B5EF4-FFF2-40B4-BE49-F238E27FC236}">
                <a16:creationId xmlns:a16="http://schemas.microsoft.com/office/drawing/2014/main" id="{34E5C9DC-0459-E6D1-9565-20A938AC52CA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8A4C9347-1FB9-074E-94FB-61E63C22D2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B4C3F78E-60E1-AE4D-A9E8-7445BF0927B0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A26ED707-C791-6843-AC62-0FB21AEE76C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724F4D7E-4B0D-904F-976B-6384AF2E9593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54E1DB6-FE20-D64B-BDEC-96B1E80E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E163433A-30A0-5F47-88AB-3EC49DB6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FC8ECB40-096F-3E45-B855-3F2DBFB91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0172195B-7271-E448-947F-96F50D7247F7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45A3F03-7B10-7B47-A918-7245D9ED40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90" name="Group 347">
            <a:extLst>
              <a:ext uri="{FF2B5EF4-FFF2-40B4-BE49-F238E27FC236}">
                <a16:creationId xmlns:a16="http://schemas.microsoft.com/office/drawing/2014/main" id="{7E085D18-4FC6-64EC-A672-1CD18C42D611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026D241B-A252-8944-A601-88C46A0FEED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717FB1D9-C653-294C-93C3-6CA2E47016F4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3590A66A-ED8F-F345-97AE-882BE629E00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2191A9DD-F531-E648-923B-B7417E5CC8C3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9CC82BD7-C59C-C940-A015-51F7354D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6CFB6498-955A-A449-B71E-62093DC5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885B40BB-1801-3248-BA19-AABD027A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52545F81-8438-F84D-8425-3D5155D3004C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62948FF3-BF45-D746-AEFF-64DA8157B8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91" name="Group 347">
            <a:extLst>
              <a:ext uri="{FF2B5EF4-FFF2-40B4-BE49-F238E27FC236}">
                <a16:creationId xmlns:a16="http://schemas.microsoft.com/office/drawing/2014/main" id="{084CB117-CD94-5A5A-817D-E72DA22496A5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533C38ED-74EF-4D48-828F-9E288920E4C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7977F316-C65D-8742-AA3E-BA95C5109D94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A9867E27-BBE8-7944-8E59-5BCDD736D1E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2DDBC44A-3842-D543-A9D4-73C63194F7A0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DDF170BF-C044-BA43-8065-30E32225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7B4A599C-9F6E-A34D-9205-D2D31063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08C800BD-60E9-3E4C-8AB6-D68DF1AE8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4F085683-F2A1-2E43-8F26-C7FF3ED0D23D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D588FD99-387F-DA4E-913E-CE27F75D2C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92" name="Rectangle 2">
            <a:extLst>
              <a:ext uri="{FF2B5EF4-FFF2-40B4-BE49-F238E27FC236}">
                <a16:creationId xmlns:a16="http://schemas.microsoft.com/office/drawing/2014/main" id="{A68BBBDB-56F9-D24C-D9EC-6C7F24E4A60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82993" name="Picture 76" descr="underline_base">
            <a:extLst>
              <a:ext uri="{FF2B5EF4-FFF2-40B4-BE49-F238E27FC236}">
                <a16:creationId xmlns:a16="http://schemas.microsoft.com/office/drawing/2014/main" id="{E92C3F25-3D4B-BAA4-C4F3-A4CDA1C16F1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2994" name="Group 2">
            <a:extLst>
              <a:ext uri="{FF2B5EF4-FFF2-40B4-BE49-F238E27FC236}">
                <a16:creationId xmlns:a16="http://schemas.microsoft.com/office/drawing/2014/main" id="{98BEDD1B-C6C7-5445-701F-E9B08B69E652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3188" name="Freeform 84">
              <a:extLst>
                <a:ext uri="{FF2B5EF4-FFF2-40B4-BE49-F238E27FC236}">
                  <a16:creationId xmlns:a16="http://schemas.microsoft.com/office/drawing/2014/main" id="{2F76283E-307E-D615-028C-443A0F67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89" name="TextBox 1">
              <a:extLst>
                <a:ext uri="{FF2B5EF4-FFF2-40B4-BE49-F238E27FC236}">
                  <a16:creationId xmlns:a16="http://schemas.microsoft.com/office/drawing/2014/main" id="{50B1DABC-121A-1284-2033-A042B49BA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2995" name="Group 131">
            <a:extLst>
              <a:ext uri="{FF2B5EF4-FFF2-40B4-BE49-F238E27FC236}">
                <a16:creationId xmlns:a16="http://schemas.microsoft.com/office/drawing/2014/main" id="{C62D7E12-318D-F886-1828-DFA026E559E2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3186" name="Freeform 84">
              <a:extLst>
                <a:ext uri="{FF2B5EF4-FFF2-40B4-BE49-F238E27FC236}">
                  <a16:creationId xmlns:a16="http://schemas.microsoft.com/office/drawing/2014/main" id="{F8D0C431-7E35-B335-99D4-158C3971B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87" name="TextBox 133">
              <a:extLst>
                <a:ext uri="{FF2B5EF4-FFF2-40B4-BE49-F238E27FC236}">
                  <a16:creationId xmlns:a16="http://schemas.microsoft.com/office/drawing/2014/main" id="{1960FFB6-A535-EE9E-C1F8-B69348FB41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2996" name="Group 135">
            <a:extLst>
              <a:ext uri="{FF2B5EF4-FFF2-40B4-BE49-F238E27FC236}">
                <a16:creationId xmlns:a16="http://schemas.microsoft.com/office/drawing/2014/main" id="{0BA4E643-9503-1F10-91D6-8AAE9006FB4E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3184" name="Freeform 84">
              <a:extLst>
                <a:ext uri="{FF2B5EF4-FFF2-40B4-BE49-F238E27FC236}">
                  <a16:creationId xmlns:a16="http://schemas.microsoft.com/office/drawing/2014/main" id="{EC693651-40B7-4D0D-B047-7431E362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85" name="TextBox 137">
              <a:extLst>
                <a:ext uri="{FF2B5EF4-FFF2-40B4-BE49-F238E27FC236}">
                  <a16:creationId xmlns:a16="http://schemas.microsoft.com/office/drawing/2014/main" id="{21F0E4E3-A417-15B3-DED3-7A9C2C04D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2997" name="Group 138">
            <a:extLst>
              <a:ext uri="{FF2B5EF4-FFF2-40B4-BE49-F238E27FC236}">
                <a16:creationId xmlns:a16="http://schemas.microsoft.com/office/drawing/2014/main" id="{18F084FB-8184-A2D6-4FEA-A31C7A9648C3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3182" name="Freeform 84">
              <a:extLst>
                <a:ext uri="{FF2B5EF4-FFF2-40B4-BE49-F238E27FC236}">
                  <a16:creationId xmlns:a16="http://schemas.microsoft.com/office/drawing/2014/main" id="{5903F9F9-759A-0179-FB9A-9A4AF431D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83" name="TextBox 140">
              <a:extLst>
                <a:ext uri="{FF2B5EF4-FFF2-40B4-BE49-F238E27FC236}">
                  <a16:creationId xmlns:a16="http://schemas.microsoft.com/office/drawing/2014/main" id="{68456B5D-DEA8-2208-8B8F-1FD2AF898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2998" name="Group 141">
            <a:extLst>
              <a:ext uri="{FF2B5EF4-FFF2-40B4-BE49-F238E27FC236}">
                <a16:creationId xmlns:a16="http://schemas.microsoft.com/office/drawing/2014/main" id="{90B1B665-8CB0-0389-17AB-A148734ADFBF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3180" name="Freeform 84">
              <a:extLst>
                <a:ext uri="{FF2B5EF4-FFF2-40B4-BE49-F238E27FC236}">
                  <a16:creationId xmlns:a16="http://schemas.microsoft.com/office/drawing/2014/main" id="{28194B8A-FCEE-1E82-7DB5-07ABEEAF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81" name="TextBox 143">
              <a:extLst>
                <a:ext uri="{FF2B5EF4-FFF2-40B4-BE49-F238E27FC236}">
                  <a16:creationId xmlns:a16="http://schemas.microsoft.com/office/drawing/2014/main" id="{C5C1E462-45E4-F3B1-5302-6638CA60D4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2999" name="Group 144">
            <a:extLst>
              <a:ext uri="{FF2B5EF4-FFF2-40B4-BE49-F238E27FC236}">
                <a16:creationId xmlns:a16="http://schemas.microsoft.com/office/drawing/2014/main" id="{E00CF52F-95CF-7D60-F571-1722806F3D00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3178" name="Freeform 84">
              <a:extLst>
                <a:ext uri="{FF2B5EF4-FFF2-40B4-BE49-F238E27FC236}">
                  <a16:creationId xmlns:a16="http://schemas.microsoft.com/office/drawing/2014/main" id="{6F909713-3F36-60DD-2065-B45AC6662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79" name="TextBox 146">
              <a:extLst>
                <a:ext uri="{FF2B5EF4-FFF2-40B4-BE49-F238E27FC236}">
                  <a16:creationId xmlns:a16="http://schemas.microsoft.com/office/drawing/2014/main" id="{0981C7AB-F326-E9F5-141A-EB5D16D231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0" name="Group 147">
            <a:extLst>
              <a:ext uri="{FF2B5EF4-FFF2-40B4-BE49-F238E27FC236}">
                <a16:creationId xmlns:a16="http://schemas.microsoft.com/office/drawing/2014/main" id="{40019893-3CCB-78B5-ABB0-B9CB86C45C0C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3176" name="Freeform 84">
              <a:extLst>
                <a:ext uri="{FF2B5EF4-FFF2-40B4-BE49-F238E27FC236}">
                  <a16:creationId xmlns:a16="http://schemas.microsoft.com/office/drawing/2014/main" id="{FD509EC0-56F6-55A3-744A-7EE1ADE4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77" name="TextBox 149">
              <a:extLst>
                <a:ext uri="{FF2B5EF4-FFF2-40B4-BE49-F238E27FC236}">
                  <a16:creationId xmlns:a16="http://schemas.microsoft.com/office/drawing/2014/main" id="{1F876D5C-7578-7C63-F73E-BE30E266B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1" name="Group 150">
            <a:extLst>
              <a:ext uri="{FF2B5EF4-FFF2-40B4-BE49-F238E27FC236}">
                <a16:creationId xmlns:a16="http://schemas.microsoft.com/office/drawing/2014/main" id="{F1160F9D-003A-40D0-B7E9-B9D2F56CCCE1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3174" name="Freeform 84">
              <a:extLst>
                <a:ext uri="{FF2B5EF4-FFF2-40B4-BE49-F238E27FC236}">
                  <a16:creationId xmlns:a16="http://schemas.microsoft.com/office/drawing/2014/main" id="{BDCD339B-4160-C731-EC7C-EF0C4C9E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75" name="TextBox 152">
              <a:extLst>
                <a:ext uri="{FF2B5EF4-FFF2-40B4-BE49-F238E27FC236}">
                  <a16:creationId xmlns:a16="http://schemas.microsoft.com/office/drawing/2014/main" id="{6E72B4F5-AD67-01AD-EE85-20A511964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2" name="Group 153">
            <a:extLst>
              <a:ext uri="{FF2B5EF4-FFF2-40B4-BE49-F238E27FC236}">
                <a16:creationId xmlns:a16="http://schemas.microsoft.com/office/drawing/2014/main" id="{178C50FC-4D44-328E-B959-4CDFE77EBC72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3172" name="Freeform 84">
              <a:extLst>
                <a:ext uri="{FF2B5EF4-FFF2-40B4-BE49-F238E27FC236}">
                  <a16:creationId xmlns:a16="http://schemas.microsoft.com/office/drawing/2014/main" id="{B0F93937-9F2F-5F65-1BC9-19E004B8C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73" name="TextBox 155">
              <a:extLst>
                <a:ext uri="{FF2B5EF4-FFF2-40B4-BE49-F238E27FC236}">
                  <a16:creationId xmlns:a16="http://schemas.microsoft.com/office/drawing/2014/main" id="{E4A337CA-0663-6E78-F1AE-32B3E9EA3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3" name="Group 156">
            <a:extLst>
              <a:ext uri="{FF2B5EF4-FFF2-40B4-BE49-F238E27FC236}">
                <a16:creationId xmlns:a16="http://schemas.microsoft.com/office/drawing/2014/main" id="{0286A805-F779-D8BF-57D8-203A1EF62745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3170" name="Freeform 84">
              <a:extLst>
                <a:ext uri="{FF2B5EF4-FFF2-40B4-BE49-F238E27FC236}">
                  <a16:creationId xmlns:a16="http://schemas.microsoft.com/office/drawing/2014/main" id="{C12A1C73-ABBA-F2AF-312A-39222C5C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71" name="TextBox 158">
              <a:extLst>
                <a:ext uri="{FF2B5EF4-FFF2-40B4-BE49-F238E27FC236}">
                  <a16:creationId xmlns:a16="http://schemas.microsoft.com/office/drawing/2014/main" id="{E410E2FD-F215-C9F0-3DB8-D1E918ED0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4" name="Group 160">
            <a:extLst>
              <a:ext uri="{FF2B5EF4-FFF2-40B4-BE49-F238E27FC236}">
                <a16:creationId xmlns:a16="http://schemas.microsoft.com/office/drawing/2014/main" id="{E83D6AD6-2044-7679-7235-E8CE5DCC73E4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3168" name="Freeform 84">
              <a:extLst>
                <a:ext uri="{FF2B5EF4-FFF2-40B4-BE49-F238E27FC236}">
                  <a16:creationId xmlns:a16="http://schemas.microsoft.com/office/drawing/2014/main" id="{77C086FD-FB4B-317B-BD01-901889A5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69" name="TextBox 162">
              <a:extLst>
                <a:ext uri="{FF2B5EF4-FFF2-40B4-BE49-F238E27FC236}">
                  <a16:creationId xmlns:a16="http://schemas.microsoft.com/office/drawing/2014/main" id="{2B1482DF-3B12-838B-242F-01DCB3883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5" name="Group 163">
            <a:extLst>
              <a:ext uri="{FF2B5EF4-FFF2-40B4-BE49-F238E27FC236}">
                <a16:creationId xmlns:a16="http://schemas.microsoft.com/office/drawing/2014/main" id="{29818502-658A-B2B5-A0C7-FABCB5097D39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3166" name="Freeform 84">
              <a:extLst>
                <a:ext uri="{FF2B5EF4-FFF2-40B4-BE49-F238E27FC236}">
                  <a16:creationId xmlns:a16="http://schemas.microsoft.com/office/drawing/2014/main" id="{9E657FAE-AB79-FAE9-E34E-4934B70B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67" name="TextBox 165">
              <a:extLst>
                <a:ext uri="{FF2B5EF4-FFF2-40B4-BE49-F238E27FC236}">
                  <a16:creationId xmlns:a16="http://schemas.microsoft.com/office/drawing/2014/main" id="{BE4BA5C8-2C9E-474F-7A72-278D378C8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6" name="Group 169">
            <a:extLst>
              <a:ext uri="{FF2B5EF4-FFF2-40B4-BE49-F238E27FC236}">
                <a16:creationId xmlns:a16="http://schemas.microsoft.com/office/drawing/2014/main" id="{678CD0AE-04A8-4F19-5098-8016BB0C8DD2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3164" name="Freeform 84">
              <a:extLst>
                <a:ext uri="{FF2B5EF4-FFF2-40B4-BE49-F238E27FC236}">
                  <a16:creationId xmlns:a16="http://schemas.microsoft.com/office/drawing/2014/main" id="{8A24B611-89DD-33B6-71A6-474EDC92C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65" name="TextBox 171">
              <a:extLst>
                <a:ext uri="{FF2B5EF4-FFF2-40B4-BE49-F238E27FC236}">
                  <a16:creationId xmlns:a16="http://schemas.microsoft.com/office/drawing/2014/main" id="{D1DED64B-3FA6-5650-C989-CFAC89ADE8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7" name="Group 172">
            <a:extLst>
              <a:ext uri="{FF2B5EF4-FFF2-40B4-BE49-F238E27FC236}">
                <a16:creationId xmlns:a16="http://schemas.microsoft.com/office/drawing/2014/main" id="{74A50E35-09C4-73FE-B743-3A5C8C835B1C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3162" name="Freeform 84">
              <a:extLst>
                <a:ext uri="{FF2B5EF4-FFF2-40B4-BE49-F238E27FC236}">
                  <a16:creationId xmlns:a16="http://schemas.microsoft.com/office/drawing/2014/main" id="{233E0D47-14CE-00ED-B4BD-59D0B53E5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63" name="TextBox 174">
              <a:extLst>
                <a:ext uri="{FF2B5EF4-FFF2-40B4-BE49-F238E27FC236}">
                  <a16:creationId xmlns:a16="http://schemas.microsoft.com/office/drawing/2014/main" id="{BF21024F-B8F3-6AF5-CADC-8F23807B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3008" name="Group 175">
            <a:extLst>
              <a:ext uri="{FF2B5EF4-FFF2-40B4-BE49-F238E27FC236}">
                <a16:creationId xmlns:a16="http://schemas.microsoft.com/office/drawing/2014/main" id="{ADAE408E-9927-C6CA-C311-CCA35BF47AED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3160" name="Freeform 84">
              <a:extLst>
                <a:ext uri="{FF2B5EF4-FFF2-40B4-BE49-F238E27FC236}">
                  <a16:creationId xmlns:a16="http://schemas.microsoft.com/office/drawing/2014/main" id="{14D89584-DAA9-8917-9D97-319D8981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161" name="TextBox 177">
              <a:extLst>
                <a:ext uri="{FF2B5EF4-FFF2-40B4-BE49-F238E27FC236}">
                  <a16:creationId xmlns:a16="http://schemas.microsoft.com/office/drawing/2014/main" id="{4AC6A700-82FE-C9A2-5555-F16F6FB59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83009" name="TextBox 4">
            <a:extLst>
              <a:ext uri="{FF2B5EF4-FFF2-40B4-BE49-F238E27FC236}">
                <a16:creationId xmlns:a16="http://schemas.microsoft.com/office/drawing/2014/main" id="{39910FB3-FA12-D483-7924-C76C8087F4D1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3010" name="TextBox 179">
            <a:extLst>
              <a:ext uri="{FF2B5EF4-FFF2-40B4-BE49-F238E27FC236}">
                <a16:creationId xmlns:a16="http://schemas.microsoft.com/office/drawing/2014/main" id="{F8CEC927-529A-7A0C-22F6-5231F29FF286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3011" name="TextBox 180">
            <a:extLst>
              <a:ext uri="{FF2B5EF4-FFF2-40B4-BE49-F238E27FC236}">
                <a16:creationId xmlns:a16="http://schemas.microsoft.com/office/drawing/2014/main" id="{F41C067B-E594-66CF-102B-C2A5E8A37DFE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3012" name="TextBox 181">
            <a:extLst>
              <a:ext uri="{FF2B5EF4-FFF2-40B4-BE49-F238E27FC236}">
                <a16:creationId xmlns:a16="http://schemas.microsoft.com/office/drawing/2014/main" id="{F2051667-C464-4765-812B-BD8B8E3FCDB9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3013" name="TextBox 182">
            <a:extLst>
              <a:ext uri="{FF2B5EF4-FFF2-40B4-BE49-F238E27FC236}">
                <a16:creationId xmlns:a16="http://schemas.microsoft.com/office/drawing/2014/main" id="{D564869F-529C-F4D6-69BC-C8BC33634213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3014" name="TextBox 183">
            <a:extLst>
              <a:ext uri="{FF2B5EF4-FFF2-40B4-BE49-F238E27FC236}">
                <a16:creationId xmlns:a16="http://schemas.microsoft.com/office/drawing/2014/main" id="{74DD9238-2327-6B7B-0554-8D8653EF1789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cxnSp>
        <p:nvCxnSpPr>
          <p:cNvPr id="83015" name="Straight Connector 12">
            <a:extLst>
              <a:ext uri="{FF2B5EF4-FFF2-40B4-BE49-F238E27FC236}">
                <a16:creationId xmlns:a16="http://schemas.microsoft.com/office/drawing/2014/main" id="{51464180-5902-9C16-0D57-6A8D35A7848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6" name="Straight Connector 500">
            <a:extLst>
              <a:ext uri="{FF2B5EF4-FFF2-40B4-BE49-F238E27FC236}">
                <a16:creationId xmlns:a16="http://schemas.microsoft.com/office/drawing/2014/main" id="{889012D6-A770-14B2-87AE-2F7FF2F0B0B8}"/>
              </a:ext>
            </a:extLst>
          </p:cNvPr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7" name="Straight Connector 501">
            <a:extLst>
              <a:ext uri="{FF2B5EF4-FFF2-40B4-BE49-F238E27FC236}">
                <a16:creationId xmlns:a16="http://schemas.microsoft.com/office/drawing/2014/main" id="{C1772FA1-446F-F3D3-1191-2C279FD0116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8" name="Straight Connector 502">
            <a:extLst>
              <a:ext uri="{FF2B5EF4-FFF2-40B4-BE49-F238E27FC236}">
                <a16:creationId xmlns:a16="http://schemas.microsoft.com/office/drawing/2014/main" id="{160BC212-B800-BC62-0DCC-DA3DA4421E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9" name="Straight Connector 503">
            <a:extLst>
              <a:ext uri="{FF2B5EF4-FFF2-40B4-BE49-F238E27FC236}">
                <a16:creationId xmlns:a16="http://schemas.microsoft.com/office/drawing/2014/main" id="{8673DF32-9F9A-70FE-E9F8-92870C72C49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0" name="Straight Connector 504">
            <a:extLst>
              <a:ext uri="{FF2B5EF4-FFF2-40B4-BE49-F238E27FC236}">
                <a16:creationId xmlns:a16="http://schemas.microsoft.com/office/drawing/2014/main" id="{4EB8BAA2-6085-43D8-E9B9-461DF956F72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1" name="Straight Connector 505">
            <a:extLst>
              <a:ext uri="{FF2B5EF4-FFF2-40B4-BE49-F238E27FC236}">
                <a16:creationId xmlns:a16="http://schemas.microsoft.com/office/drawing/2014/main" id="{E13D9E94-3ED4-8818-9AFE-D64B96CBBE1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2" name="Straight Connector 507">
            <a:extLst>
              <a:ext uri="{FF2B5EF4-FFF2-40B4-BE49-F238E27FC236}">
                <a16:creationId xmlns:a16="http://schemas.microsoft.com/office/drawing/2014/main" id="{5F7715DB-502B-A12F-2907-8FC0FA1A131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3" name="Straight Connector 509">
            <a:extLst>
              <a:ext uri="{FF2B5EF4-FFF2-40B4-BE49-F238E27FC236}">
                <a16:creationId xmlns:a16="http://schemas.microsoft.com/office/drawing/2014/main" id="{9210B7BF-E24B-9F73-30A2-A4A73A689FA3}"/>
              </a:ext>
            </a:extLst>
          </p:cNvPr>
          <p:cNvCxnSpPr>
            <a:cxnSpLocks noChangeShapeType="1"/>
            <a:stCxn id="83164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4" name="Straight Connector 510">
            <a:extLst>
              <a:ext uri="{FF2B5EF4-FFF2-40B4-BE49-F238E27FC236}">
                <a16:creationId xmlns:a16="http://schemas.microsoft.com/office/drawing/2014/main" id="{41C390E2-7A93-12A6-F44C-57DB1DF4AA5A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5" name="Straight Connector 511">
            <a:extLst>
              <a:ext uri="{FF2B5EF4-FFF2-40B4-BE49-F238E27FC236}">
                <a16:creationId xmlns:a16="http://schemas.microsoft.com/office/drawing/2014/main" id="{CA5B6A91-7C14-24A3-18F0-43DE6C9F05D1}"/>
              </a:ext>
            </a:extLst>
          </p:cNvPr>
          <p:cNvCxnSpPr>
            <a:cxnSpLocks noChangeShapeType="1"/>
            <a:stCxn id="83161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6" name="Straight Connector 512">
            <a:extLst>
              <a:ext uri="{FF2B5EF4-FFF2-40B4-BE49-F238E27FC236}">
                <a16:creationId xmlns:a16="http://schemas.microsoft.com/office/drawing/2014/main" id="{B1A02BC6-F3B3-434B-DE20-AE1C5A9266D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7" name="Straight Connector 513">
            <a:extLst>
              <a:ext uri="{FF2B5EF4-FFF2-40B4-BE49-F238E27FC236}">
                <a16:creationId xmlns:a16="http://schemas.microsoft.com/office/drawing/2014/main" id="{076F5372-E22F-6094-46E4-FD9B7F902D44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8" name="Straight Connector 514">
            <a:extLst>
              <a:ext uri="{FF2B5EF4-FFF2-40B4-BE49-F238E27FC236}">
                <a16:creationId xmlns:a16="http://schemas.microsoft.com/office/drawing/2014/main" id="{B8AB24B4-AD77-F206-A09A-74EC414B603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029" name="Footer Placeholder 2">
            <a:extLst>
              <a:ext uri="{FF2B5EF4-FFF2-40B4-BE49-F238E27FC236}">
                <a16:creationId xmlns:a16="http://schemas.microsoft.com/office/drawing/2014/main" id="{A78B4247-790E-9B3F-2040-CF1B18F954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3030" name="Slide Number Placeholder 3">
            <a:extLst>
              <a:ext uri="{FF2B5EF4-FFF2-40B4-BE49-F238E27FC236}">
                <a16:creationId xmlns:a16="http://schemas.microsoft.com/office/drawing/2014/main" id="{6DF5718A-1E46-B3FB-00AF-7BF0B35CF7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336BBAD9-8E19-F844-865C-A0F57FEDCE97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83031" name="Group 347">
            <a:extLst>
              <a:ext uri="{FF2B5EF4-FFF2-40B4-BE49-F238E27FC236}">
                <a16:creationId xmlns:a16="http://schemas.microsoft.com/office/drawing/2014/main" id="{A74E32F4-EC90-0C6D-D194-70D63185552B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0BF84FDB-7427-BC4E-8105-0D772CF3590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E40B5050-CF54-1E4B-B47A-718371BF63D9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EF4C004B-FFCA-9643-A4F7-D774B5C126A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4CA36A10-BEA1-3543-A7A1-8F895498F3B8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3CEAF274-BADD-354C-BC2A-1EE4D013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9900D8B2-9BE3-0147-A266-18C72528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11255218-7307-544E-A7A7-C587467A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23F75C89-A188-234F-A1B6-1140C5A978FC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2660E30B-829A-1743-8A25-AB43569FEC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2" name="Group 347">
            <a:extLst>
              <a:ext uri="{FF2B5EF4-FFF2-40B4-BE49-F238E27FC236}">
                <a16:creationId xmlns:a16="http://schemas.microsoft.com/office/drawing/2014/main" id="{30F2307D-AF11-50AB-4FCC-C324F3D9B912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442A6DEA-B5D5-DB4D-B3FD-E1AB8C5F152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46B8EFB5-AE1B-9547-84B3-9C0CAB0713C0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A61D2FEF-FB63-9845-ACFA-8A45FBC389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95F68B55-2BAA-084B-A7FB-5C6CA83B39C6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16009F0C-4396-8649-AA7F-CA69CFB6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BE9FBC37-1D50-6D46-BEE1-54C701C4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362B69A5-80A8-034A-B4AB-8A199704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179F8FFF-A6F8-7748-9E20-EAB3E721E8E3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35DBB96F-C56D-ED4A-BE6D-F1A049F9A4F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3" name="Group 347">
            <a:extLst>
              <a:ext uri="{FF2B5EF4-FFF2-40B4-BE49-F238E27FC236}">
                <a16:creationId xmlns:a16="http://schemas.microsoft.com/office/drawing/2014/main" id="{D5E7B421-1804-FCA7-B5BA-EB90B9AC0105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F9946999-5052-284F-BB48-AAEFAB3D976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5E478EE-1092-8B4E-8295-FCD816A8D4CC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0A0264C2-B77D-264C-BA3A-034690F81A1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39948E45-7A23-D940-8C7A-D71A8BC24766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772FA0E4-46A6-B14D-8B3D-0FD0D84FB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9AFF0C52-E5DE-1542-A0EA-6369680EC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A89DB42F-7E1B-C44C-A59D-37C84D1B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89EEBAFD-6D2B-3F48-A68C-D0820919102B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2CF93FA7-47B6-3D4B-AAC2-D2CC7D6089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3034" name="Straight Connector 508">
            <a:extLst>
              <a:ext uri="{FF2B5EF4-FFF2-40B4-BE49-F238E27FC236}">
                <a16:creationId xmlns:a16="http://schemas.microsoft.com/office/drawing/2014/main" id="{2ADDF458-3CD9-F228-D311-AB495C71F427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35" name="Group 347">
            <a:extLst>
              <a:ext uri="{FF2B5EF4-FFF2-40B4-BE49-F238E27FC236}">
                <a16:creationId xmlns:a16="http://schemas.microsoft.com/office/drawing/2014/main" id="{7DF54BBB-1BCE-C534-67B5-FB54759D5117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85FD45CF-FF15-294A-A1FF-16764903BA3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4306961E-9BF9-0B4A-AC13-ED2F1AB49DB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76318DF4-8A38-7945-9E12-2CDCD2ABA6B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5B7835B4-EFE3-414C-BBED-D5CD61E0EB0B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F47B31E5-3159-D944-B687-9473141D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0ED78AEC-79A4-F043-B0CB-3754F8F69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F929425E-BA35-E142-BA0A-63D2C5B9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C912994-AB19-6A44-8B7C-80A20D5AD1A2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2F5E3A6-B718-FE41-8B7E-46F917004E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6" name="Group 347">
            <a:extLst>
              <a:ext uri="{FF2B5EF4-FFF2-40B4-BE49-F238E27FC236}">
                <a16:creationId xmlns:a16="http://schemas.microsoft.com/office/drawing/2014/main" id="{F72C7B1C-4264-5A9D-99B7-F507274F296F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0BD82CCB-9AC1-8B4B-965D-80600D1DDBE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D1351E5E-817A-F84D-8B0D-EA9C3EB75CF3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753D83AB-BBC8-FF4F-841F-0B2417CA6C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82ED72F4-F841-FF4B-9768-63B561EC1499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8C9497CE-E4D9-7946-940C-CDDDF55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77226DC6-F191-7C40-8E66-BB8F78A69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FA7AF2C3-4DC6-3144-B265-C3F507AF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B7BCD90E-006C-584C-8834-8F45678A2816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5186DB09-4102-D248-ACBC-461553E858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7" name="Group 439">
            <a:extLst>
              <a:ext uri="{FF2B5EF4-FFF2-40B4-BE49-F238E27FC236}">
                <a16:creationId xmlns:a16="http://schemas.microsoft.com/office/drawing/2014/main" id="{0F96D1B0-D189-D7DC-BC8F-FDC0F49E4D27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597BDA8A-7C54-E74F-A07F-B48043E7492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0A3F9266-BE36-2549-998F-F4D5A6322840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36F0FD45-2E8A-6645-A011-831BDA97FDF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0053B494-268D-6647-B18A-5A0A14D658DB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A2B7EA59-060B-9C40-8FA3-8DF5C1387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51F791AD-7F5F-E946-A245-A8A4167E9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0D89D344-3EE3-7747-954E-4597DAFAB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EACA0E2B-2C03-4C46-9686-30FE1EB6A24F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E98DB09C-AF87-6D43-A8D1-47DC8D2DD3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8" name="Group 347">
            <a:extLst>
              <a:ext uri="{FF2B5EF4-FFF2-40B4-BE49-F238E27FC236}">
                <a16:creationId xmlns:a16="http://schemas.microsoft.com/office/drawing/2014/main" id="{7F029E91-3E59-99EE-C94F-44DC9B5A91EA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ED49B7BB-65F7-2E4B-B109-E9ECCEFF3F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DB9E5E3B-B79A-EA42-9BDE-F7B20FE66F30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E4802B8-8A9E-DB41-A592-DF839230456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D58F6269-A9D5-E242-9A74-B948F3EB3DF5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A75EACCB-2EDE-0541-83FA-0503578D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AEC95465-9C00-6F43-A871-E8EAD8D1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3DFC48C1-3E13-0047-9808-30E0D351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E468B102-1945-9944-A4B8-FA294B78E685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06944C2A-56F0-5F46-91DB-D33180DE83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9" name="Group 347">
            <a:extLst>
              <a:ext uri="{FF2B5EF4-FFF2-40B4-BE49-F238E27FC236}">
                <a16:creationId xmlns:a16="http://schemas.microsoft.com/office/drawing/2014/main" id="{296F7707-1371-5A5E-BBDB-E0F72AE36BE3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43E02CDC-64DD-FD48-8FA7-E99DEE022B2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65FA48F8-B30D-2C41-B15B-5AE20D0ED64E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9A0771DB-BDEF-3A47-B692-589D1FBC82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A1806269-66EA-C84C-AAE1-98B0743FCE0A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BAA17691-F568-A64D-A587-5DE4248B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B94AC311-48C0-7E42-A442-6B2B625DC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C3586F3A-9455-AB4B-BAE6-5646B6F2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42487456-039B-A946-BA5A-6C411651F1A2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094FF3B3-A228-524F-A8A9-DFC67CD5444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40" name="Group 347">
            <a:extLst>
              <a:ext uri="{FF2B5EF4-FFF2-40B4-BE49-F238E27FC236}">
                <a16:creationId xmlns:a16="http://schemas.microsoft.com/office/drawing/2014/main" id="{A0ABF7B9-AC80-2EAD-DA59-3574B3CDB473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BC031567-E2D6-4F42-900B-E6292855C8D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4C8801B6-21DB-CC46-AFB9-FC9CEC8F37C6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E2C30C3D-FC4F-9941-9D03-12792A2B0AE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41B5B03B-2438-0F4D-A34B-C16F132CB611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187BB1E3-0DC5-7444-B00A-BF291D15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2A38B724-5BED-3E41-B975-E9675DA8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241B8BA3-465B-A741-AE9B-756BDB99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CC30CB5D-3206-E04B-A194-25E55B378E4C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EC0489C5-33E2-B440-B689-5ED58A310A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41" name="Group 531">
            <a:extLst>
              <a:ext uri="{FF2B5EF4-FFF2-40B4-BE49-F238E27FC236}">
                <a16:creationId xmlns:a16="http://schemas.microsoft.com/office/drawing/2014/main" id="{E9E0B0E9-4F91-2BBE-5A1B-99AD02275673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7A932665-1BA6-D24B-AD12-F23793E2480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73770C97-A7C0-4C4C-B49B-199CE913F246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A359A888-A309-D047-9C1B-7047EB5C3BE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BB8C4F8A-AB1C-0C4B-B5E0-D59594C061AA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7C53E3E-3C6B-EA48-9143-0CC2B0149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6612364B-DFFB-F242-9A2F-92B26FA2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8BC5A68A-25B8-A943-BE19-74FC33B5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2D06A704-7C96-BF47-ABA6-91357167E48B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0516ED31-7518-4B4F-A5EB-E95A7BD977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3042" name="Straight Connector 506">
            <a:extLst>
              <a:ext uri="{FF2B5EF4-FFF2-40B4-BE49-F238E27FC236}">
                <a16:creationId xmlns:a16="http://schemas.microsoft.com/office/drawing/2014/main" id="{9A30956F-25D9-9E95-2B2B-0FA8111FEAE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43" name="Group 166">
            <a:extLst>
              <a:ext uri="{FF2B5EF4-FFF2-40B4-BE49-F238E27FC236}">
                <a16:creationId xmlns:a16="http://schemas.microsoft.com/office/drawing/2014/main" id="{767E3863-1F25-94BF-ECBA-C59D39A7F72C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3068" name="Freeform 84">
              <a:extLst>
                <a:ext uri="{FF2B5EF4-FFF2-40B4-BE49-F238E27FC236}">
                  <a16:creationId xmlns:a16="http://schemas.microsoft.com/office/drawing/2014/main" id="{3474EC89-35EA-933F-1E4E-F1711107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69" name="TextBox 168">
              <a:extLst>
                <a:ext uri="{FF2B5EF4-FFF2-40B4-BE49-F238E27FC236}">
                  <a16:creationId xmlns:a16="http://schemas.microsoft.com/office/drawing/2014/main" id="{E1325308-4BB8-0D24-A31B-649A401B8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83044" name="Rectangle 3">
            <a:extLst>
              <a:ext uri="{FF2B5EF4-FFF2-40B4-BE49-F238E27FC236}">
                <a16:creationId xmlns:a16="http://schemas.microsoft.com/office/drawing/2014/main" id="{E2FD85AD-120A-9E4E-9759-B5CACEC4A6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zh-CN" sz="2400"/>
              <a:t>But if one global ISP is viable business, there will be competitors ….  which must be interconnected</a:t>
            </a:r>
          </a:p>
        </p:txBody>
      </p:sp>
      <p:grpSp>
        <p:nvGrpSpPr>
          <p:cNvPr id="514" name="Group 20">
            <a:extLst>
              <a:ext uri="{FF2B5EF4-FFF2-40B4-BE49-F238E27FC236}">
                <a16:creationId xmlns:a16="http://schemas.microsoft.com/office/drawing/2014/main" id="{9C18E475-B948-ACC9-4606-1986924E2431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3063" name="Group 16">
              <a:extLst>
                <a:ext uri="{FF2B5EF4-FFF2-40B4-BE49-F238E27FC236}">
                  <a16:creationId xmlns:a16="http://schemas.microsoft.com/office/drawing/2014/main" id="{B0A0BEAE-12CD-0CC4-4ED0-0EDAB9F73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3066" name="Oval 14">
                <a:extLst>
                  <a:ext uri="{FF2B5EF4-FFF2-40B4-BE49-F238E27FC236}">
                    <a16:creationId xmlns:a16="http://schemas.microsoft.com/office/drawing/2014/main" id="{BCE73449-9D67-FF53-F064-BEF70224E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3067" name="TextBox 15">
                <a:extLst>
                  <a:ext uri="{FF2B5EF4-FFF2-40B4-BE49-F238E27FC236}">
                    <a16:creationId xmlns:a16="http://schemas.microsoft.com/office/drawing/2014/main" id="{AC2719A2-FB7F-0B40-ECD2-C5861EDBE8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3064" name="Straight Connector 18">
              <a:extLst>
                <a:ext uri="{FF2B5EF4-FFF2-40B4-BE49-F238E27FC236}">
                  <a16:creationId xmlns:a16="http://schemas.microsoft.com/office/drawing/2014/main" id="{7512103A-83E4-A8BF-FDD2-EB994C9D3D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5" name="Straight Connector 516">
              <a:extLst>
                <a:ext uri="{FF2B5EF4-FFF2-40B4-BE49-F238E27FC236}">
                  <a16:creationId xmlns:a16="http://schemas.microsoft.com/office/drawing/2014/main" id="{AF40E693-C8DC-DAAA-16F4-64E3C93208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1" name="Group 39939">
            <a:extLst>
              <a:ext uri="{FF2B5EF4-FFF2-40B4-BE49-F238E27FC236}">
                <a16:creationId xmlns:a16="http://schemas.microsoft.com/office/drawing/2014/main" id="{0F6317B9-0F88-F634-BB8E-FB2BB16FAC73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3060" name="Straight Connector 7">
              <a:extLst>
                <a:ext uri="{FF2B5EF4-FFF2-40B4-BE49-F238E27FC236}">
                  <a16:creationId xmlns:a16="http://schemas.microsoft.com/office/drawing/2014/main" id="{8C5D6422-0D75-601E-E20B-A20B25EA8D66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1" name="Straight Connector 415">
              <a:extLst>
                <a:ext uri="{FF2B5EF4-FFF2-40B4-BE49-F238E27FC236}">
                  <a16:creationId xmlns:a16="http://schemas.microsoft.com/office/drawing/2014/main" id="{D5C75C3A-86F3-D6CA-27DD-7CDBB1D3725E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2" name="Straight Connector 523">
              <a:extLst>
                <a:ext uri="{FF2B5EF4-FFF2-40B4-BE49-F238E27FC236}">
                  <a16:creationId xmlns:a16="http://schemas.microsoft.com/office/drawing/2014/main" id="{54B692F7-049B-8ACE-8E30-1422546CF0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5" name="Group 39945">
            <a:extLst>
              <a:ext uri="{FF2B5EF4-FFF2-40B4-BE49-F238E27FC236}">
                <a16:creationId xmlns:a16="http://schemas.microsoft.com/office/drawing/2014/main" id="{D59A77B3-E895-4984-3C5F-B1DA33435E65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4864100"/>
            <a:ext cx="1914525" cy="741363"/>
            <a:chOff x="4686300" y="4864100"/>
            <a:chExt cx="1914118" cy="740879"/>
          </a:xfrm>
        </p:grpSpPr>
        <p:sp>
          <p:nvSpPr>
            <p:cNvPr id="83058" name="TextBox 39940">
              <a:extLst>
                <a:ext uri="{FF2B5EF4-FFF2-40B4-BE49-F238E27FC236}">
                  <a16:creationId xmlns:a16="http://schemas.microsoft.com/office/drawing/2014/main" id="{76E353D0-3E65-584F-E6E2-B7D4B35CA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761718" cy="4614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peering link</a:t>
              </a:r>
            </a:p>
          </p:txBody>
        </p:sp>
        <p:cxnSp>
          <p:nvCxnSpPr>
            <p:cNvPr id="83059" name="Straight Connector 39943">
              <a:extLst>
                <a:ext uri="{FF2B5EF4-FFF2-40B4-BE49-F238E27FC236}">
                  <a16:creationId xmlns:a16="http://schemas.microsoft.com/office/drawing/2014/main" id="{27F356A4-5C0C-B009-798D-0B71C78C3D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8" name="Group 39950">
            <a:extLst>
              <a:ext uri="{FF2B5EF4-FFF2-40B4-BE49-F238E27FC236}">
                <a16:creationId xmlns:a16="http://schemas.microsoft.com/office/drawing/2014/main" id="{C78E709E-6916-16A5-EA14-5574EE0452EE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1701800"/>
            <a:ext cx="3478213" cy="1169988"/>
            <a:chOff x="5270500" y="1701800"/>
            <a:chExt cx="3477123" cy="1169232"/>
          </a:xfrm>
        </p:grpSpPr>
        <p:sp>
          <p:nvSpPr>
            <p:cNvPr id="83056" name="TextBox 39946">
              <a:extLst>
                <a:ext uri="{FF2B5EF4-FFF2-40B4-BE49-F238E27FC236}">
                  <a16:creationId xmlns:a16="http://schemas.microsoft.com/office/drawing/2014/main" id="{829E29FA-500C-B7B3-3361-DCB4F8329E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477123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Internet exchange point </a:t>
              </a:r>
            </a:p>
          </p:txBody>
        </p:sp>
        <p:cxnSp>
          <p:nvCxnSpPr>
            <p:cNvPr id="83057" name="Straight Connector 39948">
              <a:extLst>
                <a:ext uri="{FF2B5EF4-FFF2-40B4-BE49-F238E27FC236}">
                  <a16:creationId xmlns:a16="http://schemas.microsoft.com/office/drawing/2014/main" id="{6A5E3811-61CE-A770-F397-E153D713FD3E}"/>
                </a:ext>
              </a:extLst>
            </p:cNvPr>
            <p:cNvCxnSpPr>
              <a:cxnSpLocks noChangeShapeType="1"/>
              <a:endCxn id="83067" idx="0"/>
            </p:cNvCxnSpPr>
            <p:nvPr/>
          </p:nvCxnSpPr>
          <p:spPr bwMode="auto">
            <a:xfrm flipH="1">
              <a:off x="5952289" y="2159000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21" name="Group 39937">
            <a:extLst>
              <a:ext uri="{FF2B5EF4-FFF2-40B4-BE49-F238E27FC236}">
                <a16:creationId xmlns:a16="http://schemas.microsoft.com/office/drawing/2014/main" id="{5C904DBE-A593-1D80-5C52-B08281F90473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3050" name="Straight Connector 515">
              <a:extLst>
                <a:ext uri="{FF2B5EF4-FFF2-40B4-BE49-F238E27FC236}">
                  <a16:creationId xmlns:a16="http://schemas.microsoft.com/office/drawing/2014/main" id="{CFF15DFF-D7BA-F091-49A3-34D05F559B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3051" name="Group 518">
              <a:extLst>
                <a:ext uri="{FF2B5EF4-FFF2-40B4-BE49-F238E27FC236}">
                  <a16:creationId xmlns:a16="http://schemas.microsoft.com/office/drawing/2014/main" id="{F52B8055-B590-9C09-84A9-84098746F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3054" name="Oval 521">
                <a:extLst>
                  <a:ext uri="{FF2B5EF4-FFF2-40B4-BE49-F238E27FC236}">
                    <a16:creationId xmlns:a16="http://schemas.microsoft.com/office/drawing/2014/main" id="{16F2379F-F05C-53CC-F2D4-9686F9897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3055" name="TextBox 522">
                <a:extLst>
                  <a:ext uri="{FF2B5EF4-FFF2-40B4-BE49-F238E27FC236}">
                    <a16:creationId xmlns:a16="http://schemas.microsoft.com/office/drawing/2014/main" id="{E1188938-1EAD-EBED-321F-5B9B0F4C7E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3052" name="Straight Connector 519">
              <a:extLst>
                <a:ext uri="{FF2B5EF4-FFF2-40B4-BE49-F238E27FC236}">
                  <a16:creationId xmlns:a16="http://schemas.microsoft.com/office/drawing/2014/main" id="{5F4737DF-922E-0410-87F8-5D4B49549E44}"/>
                </a:ext>
              </a:extLst>
            </p:cNvPr>
            <p:cNvCxnSpPr>
              <a:cxnSpLocks noChangeShapeType="1"/>
              <a:stCxn id="83054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53" name="Straight Connector 520">
              <a:extLst>
                <a:ext uri="{FF2B5EF4-FFF2-40B4-BE49-F238E27FC236}">
                  <a16:creationId xmlns:a16="http://schemas.microsoft.com/office/drawing/2014/main" id="{999F952A-1173-27E6-8494-FE08E459D7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Oval 3">
            <a:extLst>
              <a:ext uri="{FF2B5EF4-FFF2-40B4-BE49-F238E27FC236}">
                <a16:creationId xmlns:a16="http://schemas.microsoft.com/office/drawing/2014/main" id="{CFD4B5FC-0AE4-87CF-EAC7-8754870A5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4994" name="Straight Connector 10">
            <a:extLst>
              <a:ext uri="{FF2B5EF4-FFF2-40B4-BE49-F238E27FC236}">
                <a16:creationId xmlns:a16="http://schemas.microsoft.com/office/drawing/2014/main" id="{B2DE0C7C-F694-9FDA-A590-8EB2072BD15C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5" name="Straight Connector 297">
            <a:extLst>
              <a:ext uri="{FF2B5EF4-FFF2-40B4-BE49-F238E27FC236}">
                <a16:creationId xmlns:a16="http://schemas.microsoft.com/office/drawing/2014/main" id="{DA2F1FAA-C97D-0DFE-203F-50F8A18DEA5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6" name="Straight Connector 298">
            <a:extLst>
              <a:ext uri="{FF2B5EF4-FFF2-40B4-BE49-F238E27FC236}">
                <a16:creationId xmlns:a16="http://schemas.microsoft.com/office/drawing/2014/main" id="{0DE9AB70-1BC1-CDFF-9A8F-E432BC0C8A6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7" name="Straight Connector 299">
            <a:extLst>
              <a:ext uri="{FF2B5EF4-FFF2-40B4-BE49-F238E27FC236}">
                <a16:creationId xmlns:a16="http://schemas.microsoft.com/office/drawing/2014/main" id="{94E44C71-BA6D-551F-BA47-59FDEA6CC50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8" name="Straight Connector 300">
            <a:extLst>
              <a:ext uri="{FF2B5EF4-FFF2-40B4-BE49-F238E27FC236}">
                <a16:creationId xmlns:a16="http://schemas.microsoft.com/office/drawing/2014/main" id="{8B270FD4-ED23-206E-7363-FF9CC8CF03E8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9" name="Straight Connector 301">
            <a:extLst>
              <a:ext uri="{FF2B5EF4-FFF2-40B4-BE49-F238E27FC236}">
                <a16:creationId xmlns:a16="http://schemas.microsoft.com/office/drawing/2014/main" id="{31FE0834-6A93-E750-2F94-240201923DB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0" name="Straight Connector 302">
            <a:extLst>
              <a:ext uri="{FF2B5EF4-FFF2-40B4-BE49-F238E27FC236}">
                <a16:creationId xmlns:a16="http://schemas.microsoft.com/office/drawing/2014/main" id="{FDD05F1A-80FE-BF70-70CB-20F32DA50B3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1" name="Straight Connector 303">
            <a:extLst>
              <a:ext uri="{FF2B5EF4-FFF2-40B4-BE49-F238E27FC236}">
                <a16:creationId xmlns:a16="http://schemas.microsoft.com/office/drawing/2014/main" id="{FD3F99DE-C493-B47E-8B68-B00D0D6FCAE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2" name="Straight Connector 304">
            <a:extLst>
              <a:ext uri="{FF2B5EF4-FFF2-40B4-BE49-F238E27FC236}">
                <a16:creationId xmlns:a16="http://schemas.microsoft.com/office/drawing/2014/main" id="{3611B496-C664-5923-7177-B5DDA0A10014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03" name="TextBox 39958">
            <a:extLst>
              <a:ext uri="{FF2B5EF4-FFF2-40B4-BE49-F238E27FC236}">
                <a16:creationId xmlns:a16="http://schemas.microsoft.com/office/drawing/2014/main" id="{E9018274-D7D6-DCC9-38CA-7D8153CB5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C</a:t>
            </a:r>
          </a:p>
        </p:txBody>
      </p:sp>
      <p:grpSp>
        <p:nvGrpSpPr>
          <p:cNvPr id="85004" name="Group 347">
            <a:extLst>
              <a:ext uri="{FF2B5EF4-FFF2-40B4-BE49-F238E27FC236}">
                <a16:creationId xmlns:a16="http://schemas.microsoft.com/office/drawing/2014/main" id="{17B7EBB0-F72A-6436-6C64-D85BB144579A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5D826DF1-7C3F-124D-9944-ED7D2D67620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68B2BDC-160A-084E-980E-9263CF1E962E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7552C406-16E4-0F4A-B279-AE9D952A11D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AFEEB9A3-666A-4445-B84E-53536FEF4A3C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87177621-539C-034E-B376-921C2D0F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56C24759-B30C-6C41-AF7B-CB478B58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D5AAB709-6602-A845-9FB7-A1C05A57E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F09FBD6F-7102-C143-9C63-6EA6639153C8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E5EA4390-3205-CD43-8109-F5BAA2D933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5" name="Group 347">
            <a:extLst>
              <a:ext uri="{FF2B5EF4-FFF2-40B4-BE49-F238E27FC236}">
                <a16:creationId xmlns:a16="http://schemas.microsoft.com/office/drawing/2014/main" id="{8E1DD055-EEF5-02BC-4851-4908B5C10BD2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BEC8A844-C0A7-424C-9310-915E2767097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0FE552F6-626D-5C44-B8B6-4852292D244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BD37F74E-46BB-904D-A3B1-781B3913317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49BE28B2-3C82-4742-AE69-418AFA327A3B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AE320079-78F9-254E-805B-503639AD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3E0753DC-B420-814B-87A2-56EEE9F04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14CE1EE1-7549-1F4D-A652-46E226FB6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4C886321-95B6-8B44-94F8-C35C73E3DCA9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0D529EFC-E1B2-F549-A4EE-76B1A62C97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6" name="Group 347">
            <a:extLst>
              <a:ext uri="{FF2B5EF4-FFF2-40B4-BE49-F238E27FC236}">
                <a16:creationId xmlns:a16="http://schemas.microsoft.com/office/drawing/2014/main" id="{1F1BFCBB-E28B-4433-8F34-45F55E476BB1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1BE52FF6-C22C-6645-8BF1-328B1B639D6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BF888360-D8A0-8D4F-97D1-1F1F3C4D3823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16AB2ECB-2411-5047-BB89-FABA6E90CC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CD953E2C-E2C1-2A42-8D30-B56C26682CB8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CB5FB787-3E9D-9A4F-AB9E-05843304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FB24A26A-9A1E-EB48-A959-346B5A80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E4B68BA7-C415-E646-A6C0-72D2BD276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4D5ED42A-D6C6-2247-AA53-670E2FB83D5E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C6ACFF0C-0408-9C43-9305-34C35A2ECF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7" name="Group 347">
            <a:extLst>
              <a:ext uri="{FF2B5EF4-FFF2-40B4-BE49-F238E27FC236}">
                <a16:creationId xmlns:a16="http://schemas.microsoft.com/office/drawing/2014/main" id="{EA4C49B0-962C-A9E0-7D30-221E62508A71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430E1FB8-57A5-0A46-BD34-BC158C60AE8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9FD68A47-F3C3-554F-940B-97921EE48DB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464C32BE-BABD-B046-9148-1DA6B6E2442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849EEF71-99F2-5842-849E-721DC03506E6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FDC409DA-E7C7-C049-ABDE-931EF327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52729D05-D1F1-8F48-9E8C-7C93091D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3BC27473-8973-C845-9B60-CA17F412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1CA81C9-F6F2-1A49-8829-1FBE240D58AB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19F0A55E-FAB2-C34F-9C77-66C71B7F65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08" name="Oval 3">
            <a:extLst>
              <a:ext uri="{FF2B5EF4-FFF2-40B4-BE49-F238E27FC236}">
                <a16:creationId xmlns:a16="http://schemas.microsoft.com/office/drawing/2014/main" id="{2CF819E3-500B-0F6B-D239-80912ACC7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5009" name="Straight Connector 10">
            <a:extLst>
              <a:ext uri="{FF2B5EF4-FFF2-40B4-BE49-F238E27FC236}">
                <a16:creationId xmlns:a16="http://schemas.microsoft.com/office/drawing/2014/main" id="{699BA87F-8056-2797-49CA-0484EDF9C9B8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0" name="Straight Connector 297">
            <a:extLst>
              <a:ext uri="{FF2B5EF4-FFF2-40B4-BE49-F238E27FC236}">
                <a16:creationId xmlns:a16="http://schemas.microsoft.com/office/drawing/2014/main" id="{84B54F59-419F-3B5C-632B-44CF5596A2D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1" name="Straight Connector 298">
            <a:extLst>
              <a:ext uri="{FF2B5EF4-FFF2-40B4-BE49-F238E27FC236}">
                <a16:creationId xmlns:a16="http://schemas.microsoft.com/office/drawing/2014/main" id="{0A785F94-34D8-C7A3-E38F-DF46AC443E6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2" name="Straight Connector 299">
            <a:extLst>
              <a:ext uri="{FF2B5EF4-FFF2-40B4-BE49-F238E27FC236}">
                <a16:creationId xmlns:a16="http://schemas.microsoft.com/office/drawing/2014/main" id="{5429BBDD-07A0-C213-E1FA-FA7E9192E51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3" name="Straight Connector 300">
            <a:extLst>
              <a:ext uri="{FF2B5EF4-FFF2-40B4-BE49-F238E27FC236}">
                <a16:creationId xmlns:a16="http://schemas.microsoft.com/office/drawing/2014/main" id="{59296C9F-0601-91FB-6B4B-899685AA081B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4" name="Straight Connector 301">
            <a:extLst>
              <a:ext uri="{FF2B5EF4-FFF2-40B4-BE49-F238E27FC236}">
                <a16:creationId xmlns:a16="http://schemas.microsoft.com/office/drawing/2014/main" id="{18D44F82-241F-6B05-0484-399CA02EDFF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5" name="Straight Connector 302">
            <a:extLst>
              <a:ext uri="{FF2B5EF4-FFF2-40B4-BE49-F238E27FC236}">
                <a16:creationId xmlns:a16="http://schemas.microsoft.com/office/drawing/2014/main" id="{25AE4994-4E53-6659-2F84-3A84275EF8F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6" name="Straight Connector 303">
            <a:extLst>
              <a:ext uri="{FF2B5EF4-FFF2-40B4-BE49-F238E27FC236}">
                <a16:creationId xmlns:a16="http://schemas.microsoft.com/office/drawing/2014/main" id="{78A4E1D4-EA88-4A1B-CAD1-921A1FA2315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7" name="Straight Connector 304">
            <a:extLst>
              <a:ext uri="{FF2B5EF4-FFF2-40B4-BE49-F238E27FC236}">
                <a16:creationId xmlns:a16="http://schemas.microsoft.com/office/drawing/2014/main" id="{13901DCB-3C97-B299-9646-55715F3C8BBF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18" name="TextBox 39958">
            <a:extLst>
              <a:ext uri="{FF2B5EF4-FFF2-40B4-BE49-F238E27FC236}">
                <a16:creationId xmlns:a16="http://schemas.microsoft.com/office/drawing/2014/main" id="{F0CD8137-A11F-D70D-764E-BDA0740DC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B</a:t>
            </a:r>
          </a:p>
        </p:txBody>
      </p:sp>
      <p:grpSp>
        <p:nvGrpSpPr>
          <p:cNvPr id="85019" name="Group 347">
            <a:extLst>
              <a:ext uri="{FF2B5EF4-FFF2-40B4-BE49-F238E27FC236}">
                <a16:creationId xmlns:a16="http://schemas.microsoft.com/office/drawing/2014/main" id="{78C31518-1851-C8C7-C8B4-47660CF67B76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C1495AE6-F54A-714B-8C3E-DFE673BB21F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6378CB13-626A-8546-B84D-2B4117F657F5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FE4C13E2-3CA6-A646-B7E3-E400A4A00B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2B35B581-ABE3-6B4E-BB12-AE9C057E62A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C9E1DBAC-188B-DD48-997A-C2D63800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CC435A19-B734-C244-9134-18F79E67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AE5CE01C-A13C-CB4B-B164-126FAD1EC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5091B480-649D-724E-9C4E-EA82062D2A3E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3DB77E80-64E2-AB48-99D4-9E1A4A442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0" name="Group 347">
            <a:extLst>
              <a:ext uri="{FF2B5EF4-FFF2-40B4-BE49-F238E27FC236}">
                <a16:creationId xmlns:a16="http://schemas.microsoft.com/office/drawing/2014/main" id="{35038EA1-0E5D-2F68-5FBB-D967CE1860C6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811C5E82-C269-BF4B-A79F-731E04573FE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B199AD5-3B7B-E247-9A8C-73B30EB2971D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6540FFAC-C45D-BB4B-84F1-7542D99D174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FB59A3A3-DF63-E840-9E11-77A81CAF8638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A8FDDCBA-3091-6E4D-AFBF-56622721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E02FCB1C-A32C-B74C-AFDF-C66D7256D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D026455E-BC6E-FC46-B56D-941DB77D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4E5415EB-A68A-EC41-8C54-AE007BA5AC01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FFB8AD17-69EC-3B49-B950-4F95BCD9A4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1" name="Group 347">
            <a:extLst>
              <a:ext uri="{FF2B5EF4-FFF2-40B4-BE49-F238E27FC236}">
                <a16:creationId xmlns:a16="http://schemas.microsoft.com/office/drawing/2014/main" id="{16A65341-14E7-2BEB-8443-24D6938C8699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BDC741D1-E473-8C43-AA97-8E88A1457F8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BE5BC043-2916-8B42-B929-F112C4E732CE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C61CFDDD-47DC-DB4C-B3DA-75F6D03E516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51D3CB3F-9CB6-1542-8805-2BC1993DB4C2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1B516A1D-CA75-0A49-A9A0-46AB7F9BC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E1952B54-86BA-7D4B-BA75-BD12ED985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A8266637-9004-C04F-A768-A95BE969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91CDBE60-F885-9241-93CB-C474077CB347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811CE2CF-1B04-5146-B7AC-654A177901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2" name="Group 347">
            <a:extLst>
              <a:ext uri="{FF2B5EF4-FFF2-40B4-BE49-F238E27FC236}">
                <a16:creationId xmlns:a16="http://schemas.microsoft.com/office/drawing/2014/main" id="{CD876C80-3202-BA03-F2A9-9DDF00096B35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7D2A19F5-418A-8B4B-9533-91ABC5782F8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63104CD7-51FF-B744-A5CD-9BE92B965FF1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8A07D26D-E522-E244-8706-F46C3FBDEBC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B6152342-9490-914E-971C-D50036782845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E59CAEB2-35F5-7E4E-BE49-9E6F2CC3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FAD44350-7016-8949-879D-B5A9C646B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9B92BF22-48DB-CE45-BDDE-FE5D28F1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479D3B17-A005-1743-855B-1932175CECCE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9052B633-7017-E24E-9F9D-1F43EEE11B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23" name="Oval 3">
            <a:extLst>
              <a:ext uri="{FF2B5EF4-FFF2-40B4-BE49-F238E27FC236}">
                <a16:creationId xmlns:a16="http://schemas.microsoft.com/office/drawing/2014/main" id="{AB8BCECE-4A3C-3C97-6F73-7018BB1CE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5024" name="Straight Connector 10">
            <a:extLst>
              <a:ext uri="{FF2B5EF4-FFF2-40B4-BE49-F238E27FC236}">
                <a16:creationId xmlns:a16="http://schemas.microsoft.com/office/drawing/2014/main" id="{DF582455-C67B-26B5-EDB5-4ACF4333B3BF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5" name="Straight Connector 297">
            <a:extLst>
              <a:ext uri="{FF2B5EF4-FFF2-40B4-BE49-F238E27FC236}">
                <a16:creationId xmlns:a16="http://schemas.microsoft.com/office/drawing/2014/main" id="{8F82D4D1-C53D-1863-D67F-2D628FE6A8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6" name="Straight Connector 298">
            <a:extLst>
              <a:ext uri="{FF2B5EF4-FFF2-40B4-BE49-F238E27FC236}">
                <a16:creationId xmlns:a16="http://schemas.microsoft.com/office/drawing/2014/main" id="{3047F310-0F41-D920-1754-E77E560D925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7" name="Straight Connector 299">
            <a:extLst>
              <a:ext uri="{FF2B5EF4-FFF2-40B4-BE49-F238E27FC236}">
                <a16:creationId xmlns:a16="http://schemas.microsoft.com/office/drawing/2014/main" id="{24CDC637-75E5-5827-4A57-054870ABAE7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8" name="Straight Connector 300">
            <a:extLst>
              <a:ext uri="{FF2B5EF4-FFF2-40B4-BE49-F238E27FC236}">
                <a16:creationId xmlns:a16="http://schemas.microsoft.com/office/drawing/2014/main" id="{EDB75366-3481-DF2A-32CE-3145EC95442A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9" name="Straight Connector 301">
            <a:extLst>
              <a:ext uri="{FF2B5EF4-FFF2-40B4-BE49-F238E27FC236}">
                <a16:creationId xmlns:a16="http://schemas.microsoft.com/office/drawing/2014/main" id="{FF7BF593-A8B7-BAF2-E090-44A264F00F2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0" name="Straight Connector 302">
            <a:extLst>
              <a:ext uri="{FF2B5EF4-FFF2-40B4-BE49-F238E27FC236}">
                <a16:creationId xmlns:a16="http://schemas.microsoft.com/office/drawing/2014/main" id="{044B0342-3C2B-6716-B9BD-70321CEE6097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1" name="Straight Connector 303">
            <a:extLst>
              <a:ext uri="{FF2B5EF4-FFF2-40B4-BE49-F238E27FC236}">
                <a16:creationId xmlns:a16="http://schemas.microsoft.com/office/drawing/2014/main" id="{95B16020-6F50-FB95-F480-205CDBCCDB2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2" name="Straight Connector 304">
            <a:extLst>
              <a:ext uri="{FF2B5EF4-FFF2-40B4-BE49-F238E27FC236}">
                <a16:creationId xmlns:a16="http://schemas.microsoft.com/office/drawing/2014/main" id="{2A08D369-E980-9E15-82A6-55D87DC17E62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33" name="TextBox 39958">
            <a:extLst>
              <a:ext uri="{FF2B5EF4-FFF2-40B4-BE49-F238E27FC236}">
                <a16:creationId xmlns:a16="http://schemas.microsoft.com/office/drawing/2014/main" id="{0D0D4D86-E93B-38E9-C81D-312C84943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A</a:t>
            </a:r>
          </a:p>
        </p:txBody>
      </p:sp>
      <p:grpSp>
        <p:nvGrpSpPr>
          <p:cNvPr id="85034" name="Group 347">
            <a:extLst>
              <a:ext uri="{FF2B5EF4-FFF2-40B4-BE49-F238E27FC236}">
                <a16:creationId xmlns:a16="http://schemas.microsoft.com/office/drawing/2014/main" id="{C96B67DB-5068-8639-47B2-2FB90F74EF41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3B5F3A54-83D9-DB4C-9798-1666DC053B0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A7170846-773D-3848-94BE-E728EAC03938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8257A7E9-B432-E448-9360-F9AD126A71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2D022A0F-855C-4048-B87B-3B97615E8BAB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4013F3AC-57DE-AC40-9DDF-EC3FC545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A48A2000-29DA-9B43-AAA8-E1AE73C6D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F3F24040-3C91-DD4A-8A21-18974E5DA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0AC1E87A-963C-8848-845A-892E5FD7C3E4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9E7C2C5D-958E-9C4A-BB78-F166157AE9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5" name="Group 347">
            <a:extLst>
              <a:ext uri="{FF2B5EF4-FFF2-40B4-BE49-F238E27FC236}">
                <a16:creationId xmlns:a16="http://schemas.microsoft.com/office/drawing/2014/main" id="{708B63FE-19D6-6319-BA97-1E952AB76CA6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9EA82DE9-29AA-3E4A-A7F4-9B00311F043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E3B352B-BBED-FD49-BF96-1291399C5E37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CDE1BD6C-41E0-A14E-8F61-1714E7AE646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4CD127CB-D07E-F74A-9539-85686CE51153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D4861CF3-A378-C046-8962-86566A4A4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ACA41505-0813-8B46-9F0A-4333B9EE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CF63E5D3-B134-CF4C-99BC-4AD199E5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2B42A080-FD56-494B-95B8-5AE9AB17BAAB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0B9E5C4E-5C02-B143-BC57-1741010992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6" name="Group 347">
            <a:extLst>
              <a:ext uri="{FF2B5EF4-FFF2-40B4-BE49-F238E27FC236}">
                <a16:creationId xmlns:a16="http://schemas.microsoft.com/office/drawing/2014/main" id="{09F235CF-5F83-4F0D-6130-C3C36C2B7E7A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154B8108-856D-5743-A7EE-30C53B36A6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03A68564-3A2D-4B4E-B9F9-B456294F4056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E79EA988-9EFF-5444-813B-E36B2A8D747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9237EACB-BDC6-2343-9292-A99A6925D3AD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31A8B270-2F0F-8E4C-B2B3-6A4F9D1F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662A3AF5-62BB-F340-9C37-6B691A26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9BB3EE0A-A85E-0F48-9094-55476CDC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7FD4B6DD-5DAF-8847-9D13-C6AB3DFC66B6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74943215-4063-6444-B2F7-7CDC611E15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7" name="Group 347">
            <a:extLst>
              <a:ext uri="{FF2B5EF4-FFF2-40B4-BE49-F238E27FC236}">
                <a16:creationId xmlns:a16="http://schemas.microsoft.com/office/drawing/2014/main" id="{5AB9DA1A-8DA4-1AB8-9876-5B8C9CE070CF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33A8844C-FCD1-8749-82BB-E7F7E2C5085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1D73F728-2A0D-F440-9E6A-F431F6EFB056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8E3D928D-3F77-A24F-9F31-44167B52403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6CD1C7E7-E760-C84C-841D-7A9EB6066429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62FFBC0C-8DB7-6246-B2FE-6C0AA3EF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01520E2E-FD98-C741-AD0A-8F3AC81E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DBFEDAFB-F967-D044-86BC-D19C3803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9B5B9126-6FCA-B64F-8741-D90EAFBB6A73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A70D03A2-6810-9041-948C-9D0E0C268B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8" name="Group 347">
            <a:extLst>
              <a:ext uri="{FF2B5EF4-FFF2-40B4-BE49-F238E27FC236}">
                <a16:creationId xmlns:a16="http://schemas.microsoft.com/office/drawing/2014/main" id="{C5ADD744-8F7C-745D-8813-6196D55023BB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33D73EE3-C91C-6446-AB33-E6C34C7AA49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EA0D445B-025D-7745-8A73-DCBBFC025A3C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9AD28872-8771-7247-A2AE-29D38ABFCD9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77A9244D-A147-5C4A-B101-1B268A977F2F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A38B9BDB-0D7C-8D42-B5DA-EEA4D1AA7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821491B3-DF7F-FC4C-AC2A-1CBA942B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8611FF35-0F03-D645-BEB0-D3699513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40C9803-BDE8-9841-9CA3-0168786D9A7E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F5C26F82-8CAE-4F46-9B07-6043DB991D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9" name="Group 347">
            <a:extLst>
              <a:ext uri="{FF2B5EF4-FFF2-40B4-BE49-F238E27FC236}">
                <a16:creationId xmlns:a16="http://schemas.microsoft.com/office/drawing/2014/main" id="{5A2853BE-8668-02B0-EDEF-C6519CA9D2B0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DAF14DE4-831E-CD4A-8256-597CE4B1A31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0F9CF9B9-71CC-0E4E-B82E-3A7A3444900C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84EC1D01-445A-8544-8F21-4C2D89C8C01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2CBEA7A0-AB46-3A4D-86D4-049BC614E7B8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F146AE30-79D8-C841-8D38-6F196DAE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27274157-8025-5740-B82B-4F988198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BFE914E6-3404-874C-B8AB-DFC36FA1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C0B79FF5-15CB-2E44-A959-89441478686D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039A57E-673A-5E47-B7C5-4528784E5CF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40" name="Rectangle 2">
            <a:extLst>
              <a:ext uri="{FF2B5EF4-FFF2-40B4-BE49-F238E27FC236}">
                <a16:creationId xmlns:a16="http://schemas.microsoft.com/office/drawing/2014/main" id="{A92BAB36-8AAF-A2BF-281C-DE7F50BC682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85041" name="Picture 76" descr="underline_base">
            <a:extLst>
              <a:ext uri="{FF2B5EF4-FFF2-40B4-BE49-F238E27FC236}">
                <a16:creationId xmlns:a16="http://schemas.microsoft.com/office/drawing/2014/main" id="{EE6520C0-1AB3-A0B7-30ED-1E4C86EB19C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5042" name="Group 2">
            <a:extLst>
              <a:ext uri="{FF2B5EF4-FFF2-40B4-BE49-F238E27FC236}">
                <a16:creationId xmlns:a16="http://schemas.microsoft.com/office/drawing/2014/main" id="{6BADB4C3-108B-28E2-D423-8E49620980FA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5235" name="Freeform 84">
              <a:extLst>
                <a:ext uri="{FF2B5EF4-FFF2-40B4-BE49-F238E27FC236}">
                  <a16:creationId xmlns:a16="http://schemas.microsoft.com/office/drawing/2014/main" id="{1B46BA37-7787-5673-C0BB-3CF5A538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36" name="TextBox 1">
              <a:extLst>
                <a:ext uri="{FF2B5EF4-FFF2-40B4-BE49-F238E27FC236}">
                  <a16:creationId xmlns:a16="http://schemas.microsoft.com/office/drawing/2014/main" id="{84D2A2C0-D892-838B-8781-791A71E9A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3" name="Group 135">
            <a:extLst>
              <a:ext uri="{FF2B5EF4-FFF2-40B4-BE49-F238E27FC236}">
                <a16:creationId xmlns:a16="http://schemas.microsoft.com/office/drawing/2014/main" id="{98567B83-0090-3272-4344-45E7C209E25B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5233" name="Freeform 84">
              <a:extLst>
                <a:ext uri="{FF2B5EF4-FFF2-40B4-BE49-F238E27FC236}">
                  <a16:creationId xmlns:a16="http://schemas.microsoft.com/office/drawing/2014/main" id="{877B51DF-73DD-8B3C-E4B4-71BF3E1FE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34" name="TextBox 137">
              <a:extLst>
                <a:ext uri="{FF2B5EF4-FFF2-40B4-BE49-F238E27FC236}">
                  <a16:creationId xmlns:a16="http://schemas.microsoft.com/office/drawing/2014/main" id="{012ADABF-D06E-64B1-1A42-FE9725654B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4" name="Group 138">
            <a:extLst>
              <a:ext uri="{FF2B5EF4-FFF2-40B4-BE49-F238E27FC236}">
                <a16:creationId xmlns:a16="http://schemas.microsoft.com/office/drawing/2014/main" id="{70DF8878-F16F-020E-0327-BBCB25338EB3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5231" name="Freeform 84">
              <a:extLst>
                <a:ext uri="{FF2B5EF4-FFF2-40B4-BE49-F238E27FC236}">
                  <a16:creationId xmlns:a16="http://schemas.microsoft.com/office/drawing/2014/main" id="{6372B169-9F65-C2B3-4F5F-D51B8BA3F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32" name="TextBox 140">
              <a:extLst>
                <a:ext uri="{FF2B5EF4-FFF2-40B4-BE49-F238E27FC236}">
                  <a16:creationId xmlns:a16="http://schemas.microsoft.com/office/drawing/2014/main" id="{C2709BEA-9B6A-5303-E74B-922106A4B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5" name="Group 141">
            <a:extLst>
              <a:ext uri="{FF2B5EF4-FFF2-40B4-BE49-F238E27FC236}">
                <a16:creationId xmlns:a16="http://schemas.microsoft.com/office/drawing/2014/main" id="{0FDD4820-5993-9C9E-6DBE-1A11EC68891F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5229" name="Freeform 84">
              <a:extLst>
                <a:ext uri="{FF2B5EF4-FFF2-40B4-BE49-F238E27FC236}">
                  <a16:creationId xmlns:a16="http://schemas.microsoft.com/office/drawing/2014/main" id="{9E24DF39-3078-662E-E162-96035494D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30" name="TextBox 143">
              <a:extLst>
                <a:ext uri="{FF2B5EF4-FFF2-40B4-BE49-F238E27FC236}">
                  <a16:creationId xmlns:a16="http://schemas.microsoft.com/office/drawing/2014/main" id="{321234E3-4FD5-F246-277F-8309F5D16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6" name="Group 147">
            <a:extLst>
              <a:ext uri="{FF2B5EF4-FFF2-40B4-BE49-F238E27FC236}">
                <a16:creationId xmlns:a16="http://schemas.microsoft.com/office/drawing/2014/main" id="{F3449733-D2B4-50D0-B30D-C81A2A7B4927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5227" name="Freeform 84">
              <a:extLst>
                <a:ext uri="{FF2B5EF4-FFF2-40B4-BE49-F238E27FC236}">
                  <a16:creationId xmlns:a16="http://schemas.microsoft.com/office/drawing/2014/main" id="{D397B2F8-661C-E020-517F-DA9138D85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28" name="TextBox 149">
              <a:extLst>
                <a:ext uri="{FF2B5EF4-FFF2-40B4-BE49-F238E27FC236}">
                  <a16:creationId xmlns:a16="http://schemas.microsoft.com/office/drawing/2014/main" id="{587A6782-9E0E-F61B-1768-B11DB632C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7" name="Group 150">
            <a:extLst>
              <a:ext uri="{FF2B5EF4-FFF2-40B4-BE49-F238E27FC236}">
                <a16:creationId xmlns:a16="http://schemas.microsoft.com/office/drawing/2014/main" id="{5C651726-840D-E50B-5A67-F1F26A236648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5225" name="Freeform 84">
              <a:extLst>
                <a:ext uri="{FF2B5EF4-FFF2-40B4-BE49-F238E27FC236}">
                  <a16:creationId xmlns:a16="http://schemas.microsoft.com/office/drawing/2014/main" id="{FDF134ED-5B90-8337-5547-FAAD22DA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26" name="TextBox 152">
              <a:extLst>
                <a:ext uri="{FF2B5EF4-FFF2-40B4-BE49-F238E27FC236}">
                  <a16:creationId xmlns:a16="http://schemas.microsoft.com/office/drawing/2014/main" id="{E27738F4-52C5-9519-7B5D-073921852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8" name="Group 156">
            <a:extLst>
              <a:ext uri="{FF2B5EF4-FFF2-40B4-BE49-F238E27FC236}">
                <a16:creationId xmlns:a16="http://schemas.microsoft.com/office/drawing/2014/main" id="{E3B8DE04-DCB4-14C8-7484-3BF8261F38E8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5223" name="Freeform 84">
              <a:extLst>
                <a:ext uri="{FF2B5EF4-FFF2-40B4-BE49-F238E27FC236}">
                  <a16:creationId xmlns:a16="http://schemas.microsoft.com/office/drawing/2014/main" id="{7A1CE877-AED3-509A-7A7E-743E1358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24" name="TextBox 158">
              <a:extLst>
                <a:ext uri="{FF2B5EF4-FFF2-40B4-BE49-F238E27FC236}">
                  <a16:creationId xmlns:a16="http://schemas.microsoft.com/office/drawing/2014/main" id="{3A01D346-5B5F-7917-E6E2-061AB727E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49" name="Group 160">
            <a:extLst>
              <a:ext uri="{FF2B5EF4-FFF2-40B4-BE49-F238E27FC236}">
                <a16:creationId xmlns:a16="http://schemas.microsoft.com/office/drawing/2014/main" id="{98A6E9B0-B798-1683-54FB-0A634F285EA7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5221" name="Freeform 84">
              <a:extLst>
                <a:ext uri="{FF2B5EF4-FFF2-40B4-BE49-F238E27FC236}">
                  <a16:creationId xmlns:a16="http://schemas.microsoft.com/office/drawing/2014/main" id="{6C7B8823-3D05-BD3D-C510-CEEE19232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22" name="TextBox 162">
              <a:extLst>
                <a:ext uri="{FF2B5EF4-FFF2-40B4-BE49-F238E27FC236}">
                  <a16:creationId xmlns:a16="http://schemas.microsoft.com/office/drawing/2014/main" id="{8B73455A-9EC0-119C-79AF-DBA889C2C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50" name="Group 163">
            <a:extLst>
              <a:ext uri="{FF2B5EF4-FFF2-40B4-BE49-F238E27FC236}">
                <a16:creationId xmlns:a16="http://schemas.microsoft.com/office/drawing/2014/main" id="{A85689FD-3967-4571-F037-64293A9D338D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5219" name="Freeform 84">
              <a:extLst>
                <a:ext uri="{FF2B5EF4-FFF2-40B4-BE49-F238E27FC236}">
                  <a16:creationId xmlns:a16="http://schemas.microsoft.com/office/drawing/2014/main" id="{CA8EE6AF-74E7-9557-6976-79D54505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20" name="TextBox 165">
              <a:extLst>
                <a:ext uri="{FF2B5EF4-FFF2-40B4-BE49-F238E27FC236}">
                  <a16:creationId xmlns:a16="http://schemas.microsoft.com/office/drawing/2014/main" id="{6BAF3745-4572-E3EC-EFA7-81E23FD56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51" name="Group 169">
            <a:extLst>
              <a:ext uri="{FF2B5EF4-FFF2-40B4-BE49-F238E27FC236}">
                <a16:creationId xmlns:a16="http://schemas.microsoft.com/office/drawing/2014/main" id="{E917A275-025F-8F66-B41E-A70B1E434169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5217" name="Freeform 84">
              <a:extLst>
                <a:ext uri="{FF2B5EF4-FFF2-40B4-BE49-F238E27FC236}">
                  <a16:creationId xmlns:a16="http://schemas.microsoft.com/office/drawing/2014/main" id="{3A858643-106F-8F32-D4F8-AB5A1D4C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18" name="TextBox 171">
              <a:extLst>
                <a:ext uri="{FF2B5EF4-FFF2-40B4-BE49-F238E27FC236}">
                  <a16:creationId xmlns:a16="http://schemas.microsoft.com/office/drawing/2014/main" id="{08C3D3D3-7A59-5776-65B5-B64FFCA40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52" name="Group 172">
            <a:extLst>
              <a:ext uri="{FF2B5EF4-FFF2-40B4-BE49-F238E27FC236}">
                <a16:creationId xmlns:a16="http://schemas.microsoft.com/office/drawing/2014/main" id="{C3E514DC-AD19-2D4E-DEE6-E7510DF99CE2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5215" name="Freeform 84">
              <a:extLst>
                <a:ext uri="{FF2B5EF4-FFF2-40B4-BE49-F238E27FC236}">
                  <a16:creationId xmlns:a16="http://schemas.microsoft.com/office/drawing/2014/main" id="{0B12BAF1-DD3A-4F08-16D2-6AF54AA2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16" name="TextBox 174">
              <a:extLst>
                <a:ext uri="{FF2B5EF4-FFF2-40B4-BE49-F238E27FC236}">
                  <a16:creationId xmlns:a16="http://schemas.microsoft.com/office/drawing/2014/main" id="{03216F7E-C724-9E80-C9E4-9F66C3A22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53" name="Group 175">
            <a:extLst>
              <a:ext uri="{FF2B5EF4-FFF2-40B4-BE49-F238E27FC236}">
                <a16:creationId xmlns:a16="http://schemas.microsoft.com/office/drawing/2014/main" id="{16460141-249F-63FB-B2F1-86E66DD30733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5213" name="Freeform 84">
              <a:extLst>
                <a:ext uri="{FF2B5EF4-FFF2-40B4-BE49-F238E27FC236}">
                  <a16:creationId xmlns:a16="http://schemas.microsoft.com/office/drawing/2014/main" id="{28A8D335-3511-85F4-E0A7-8EEB00E9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214" name="TextBox 177">
              <a:extLst>
                <a:ext uri="{FF2B5EF4-FFF2-40B4-BE49-F238E27FC236}">
                  <a16:creationId xmlns:a16="http://schemas.microsoft.com/office/drawing/2014/main" id="{52B84BA8-A093-212A-D7AF-4E57E1776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85054" name="TextBox 4">
            <a:extLst>
              <a:ext uri="{FF2B5EF4-FFF2-40B4-BE49-F238E27FC236}">
                <a16:creationId xmlns:a16="http://schemas.microsoft.com/office/drawing/2014/main" id="{1D8C186B-EF65-ECD0-4EA0-BE821A4086EA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5055" name="TextBox 179">
            <a:extLst>
              <a:ext uri="{FF2B5EF4-FFF2-40B4-BE49-F238E27FC236}">
                <a16:creationId xmlns:a16="http://schemas.microsoft.com/office/drawing/2014/main" id="{B50C64EA-8AF3-03B2-C8F9-98B4F77F84D6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5056" name="TextBox 180">
            <a:extLst>
              <a:ext uri="{FF2B5EF4-FFF2-40B4-BE49-F238E27FC236}">
                <a16:creationId xmlns:a16="http://schemas.microsoft.com/office/drawing/2014/main" id="{AB8A886D-8171-550B-6B65-8FC332ACF1F1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5057" name="TextBox 181">
            <a:extLst>
              <a:ext uri="{FF2B5EF4-FFF2-40B4-BE49-F238E27FC236}">
                <a16:creationId xmlns:a16="http://schemas.microsoft.com/office/drawing/2014/main" id="{725FB5EB-E0ED-63BF-B3ED-1F4D272B6A66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5058" name="TextBox 182">
            <a:extLst>
              <a:ext uri="{FF2B5EF4-FFF2-40B4-BE49-F238E27FC236}">
                <a16:creationId xmlns:a16="http://schemas.microsoft.com/office/drawing/2014/main" id="{6E64FF84-2A7B-4100-C873-5E3C55F9CB5C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5059" name="TextBox 183">
            <a:extLst>
              <a:ext uri="{FF2B5EF4-FFF2-40B4-BE49-F238E27FC236}">
                <a16:creationId xmlns:a16="http://schemas.microsoft.com/office/drawing/2014/main" id="{F5CD95C2-6134-C789-9D75-32B5E603183A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cxnSp>
        <p:nvCxnSpPr>
          <p:cNvPr id="85060" name="Straight Connector 12">
            <a:extLst>
              <a:ext uri="{FF2B5EF4-FFF2-40B4-BE49-F238E27FC236}">
                <a16:creationId xmlns:a16="http://schemas.microsoft.com/office/drawing/2014/main" id="{78F422FC-3745-8BB7-FBB1-EE34DA7FA97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1" name="Straight Connector 502">
            <a:extLst>
              <a:ext uri="{FF2B5EF4-FFF2-40B4-BE49-F238E27FC236}">
                <a16:creationId xmlns:a16="http://schemas.microsoft.com/office/drawing/2014/main" id="{1EDC0D2C-5A4E-73B3-A7ED-EAE5A3AE356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2" name="Straight Connector 503">
            <a:extLst>
              <a:ext uri="{FF2B5EF4-FFF2-40B4-BE49-F238E27FC236}">
                <a16:creationId xmlns:a16="http://schemas.microsoft.com/office/drawing/2014/main" id="{B0E30E8F-E8C6-792B-EFB0-471F08A6F09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3" name="Straight Connector 504">
            <a:extLst>
              <a:ext uri="{FF2B5EF4-FFF2-40B4-BE49-F238E27FC236}">
                <a16:creationId xmlns:a16="http://schemas.microsoft.com/office/drawing/2014/main" id="{F9C9EAD2-1FBD-F795-9FC9-06B3847BF0F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4" name="Straight Connector 505">
            <a:extLst>
              <a:ext uri="{FF2B5EF4-FFF2-40B4-BE49-F238E27FC236}">
                <a16:creationId xmlns:a16="http://schemas.microsoft.com/office/drawing/2014/main" id="{0FB2CE34-8833-325E-B68A-05A9D7608CF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5" name="Straight Connector 507">
            <a:extLst>
              <a:ext uri="{FF2B5EF4-FFF2-40B4-BE49-F238E27FC236}">
                <a16:creationId xmlns:a16="http://schemas.microsoft.com/office/drawing/2014/main" id="{47629413-949E-82F0-8674-4BBF5D5C72D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6" name="Straight Connector 510">
            <a:extLst>
              <a:ext uri="{FF2B5EF4-FFF2-40B4-BE49-F238E27FC236}">
                <a16:creationId xmlns:a16="http://schemas.microsoft.com/office/drawing/2014/main" id="{CAE10514-1078-6064-92A0-8BB41885FC2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7" name="Straight Connector 512">
            <a:extLst>
              <a:ext uri="{FF2B5EF4-FFF2-40B4-BE49-F238E27FC236}">
                <a16:creationId xmlns:a16="http://schemas.microsoft.com/office/drawing/2014/main" id="{E6F68046-DEA8-726A-77FF-AEC866946BE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8" name="Straight Connector 513">
            <a:extLst>
              <a:ext uri="{FF2B5EF4-FFF2-40B4-BE49-F238E27FC236}">
                <a16:creationId xmlns:a16="http://schemas.microsoft.com/office/drawing/2014/main" id="{BE33241C-E83A-CE38-4897-4DDB544D1250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69" name="Footer Placeholder 2">
            <a:extLst>
              <a:ext uri="{FF2B5EF4-FFF2-40B4-BE49-F238E27FC236}">
                <a16:creationId xmlns:a16="http://schemas.microsoft.com/office/drawing/2014/main" id="{BEBB30B4-AF9F-8F5A-8B21-5EBF4B6D1A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5070" name="Slide Number Placeholder 3">
            <a:extLst>
              <a:ext uri="{FF2B5EF4-FFF2-40B4-BE49-F238E27FC236}">
                <a16:creationId xmlns:a16="http://schemas.microsoft.com/office/drawing/2014/main" id="{D141FB40-4B53-500D-2291-FBA595A1C7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6E58AC3F-7D86-7A46-AACA-9F52FDE42A67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85071" name="Group 347">
            <a:extLst>
              <a:ext uri="{FF2B5EF4-FFF2-40B4-BE49-F238E27FC236}">
                <a16:creationId xmlns:a16="http://schemas.microsoft.com/office/drawing/2014/main" id="{5BB0DBC2-4AF6-7162-D078-0D692AC26DC9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218692C7-15FA-244E-A9A3-96FB9B0523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AF9B6122-AE13-554F-94DF-1D16A7A64D12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577403AC-735B-514B-BDB7-1A1C2A84FF6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08D67A32-DA78-9040-B071-6C906D8C9E9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6F65E028-E2DE-9048-8780-40DDC8AD1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9925152E-0379-3846-9360-1AE533B0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CB41C7CB-E6F4-9742-992C-C83CADD7A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41D974E9-6DBA-B34A-AD2C-A5FBCBC81E9D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D4773F73-249B-BB4D-A59C-CFF2BBB34A4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2" name="Group 347">
            <a:extLst>
              <a:ext uri="{FF2B5EF4-FFF2-40B4-BE49-F238E27FC236}">
                <a16:creationId xmlns:a16="http://schemas.microsoft.com/office/drawing/2014/main" id="{5E473DDD-3A2A-D496-0042-D0BA318612EE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DDC13B78-4568-8A45-87A5-DB66B8F3FD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31DB34ED-02D0-804A-BA54-356A15CB9111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950DF999-4E66-5049-8234-95236B375F7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C1662F2A-DD36-F340-BB41-38DF1E5BAE21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8BF661D-DDED-1A4D-960A-34282A8C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6C0A1242-3C25-BF44-B992-B642DE7D4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3082ED1B-1C53-CA49-BD23-C6A546F30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DA3018E6-A16C-CF45-A1DA-E364B63753C0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9E7C9451-7A3F-984C-BABC-DE1C2F5077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3" name="Group 347">
            <a:extLst>
              <a:ext uri="{FF2B5EF4-FFF2-40B4-BE49-F238E27FC236}">
                <a16:creationId xmlns:a16="http://schemas.microsoft.com/office/drawing/2014/main" id="{68C84640-1241-3C9D-EB79-F3A70C8FE105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99EC25AA-020B-5D45-99B3-DC786B5F91F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F7AB227A-C0DA-344C-A138-69AE86DFD433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104002C9-DA1C-9D42-B8D2-D0FA88760D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FBCDC4B1-2672-D84C-9AD7-F2DFF6D6ECA6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797024C3-3E5C-AB47-9F39-33360EF10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01A709CB-AC07-8047-B67D-B78AFC81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B77106BD-85FC-DE42-97F7-96B8D59EC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1B084E68-7479-E04E-9B3E-2C1C2FF9868F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4DABE79B-333A-A941-A99E-19C5C10FDF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74" name="Straight Connector 508">
            <a:extLst>
              <a:ext uri="{FF2B5EF4-FFF2-40B4-BE49-F238E27FC236}">
                <a16:creationId xmlns:a16="http://schemas.microsoft.com/office/drawing/2014/main" id="{469DF3AD-2251-9DBD-236D-D5C7FC5846B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75" name="Group 347">
            <a:extLst>
              <a:ext uri="{FF2B5EF4-FFF2-40B4-BE49-F238E27FC236}">
                <a16:creationId xmlns:a16="http://schemas.microsoft.com/office/drawing/2014/main" id="{20EC5BB3-C85B-DEAE-B3E9-08158BB5DC60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18DE4403-170E-654B-9997-0E1299207EB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87D46C4D-FFEF-9941-B799-DA887CBE9886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CCFB69DE-052D-BC46-9689-E4FCE5533F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ABF09E3B-2078-084F-A778-DEC3B7394F27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1E051875-C8E1-1548-A5B0-765422DF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63DF7925-2451-E84B-A6FA-04E358A2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B1F2BC42-29AF-F74C-95C3-9221115A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3867F042-C344-4641-A3DF-8DB1E7AE65BE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A1E7C029-E78F-6E40-AA04-AC8E3A1149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6" name="Group 347">
            <a:extLst>
              <a:ext uri="{FF2B5EF4-FFF2-40B4-BE49-F238E27FC236}">
                <a16:creationId xmlns:a16="http://schemas.microsoft.com/office/drawing/2014/main" id="{FCBF82F8-EC6A-A879-6CE3-71ED068EF0B7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4F03BBE5-5D1D-B24A-817E-4D6862EB50D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06F38E21-95F4-3342-A227-1831CD686F8B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725C027D-244F-AB4D-8E21-438930E3623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849AD623-5E45-9847-BAA3-0D26F959BCFA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82CEB012-500C-E44C-8F1A-09ABF8F9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B657619B-C88B-4A49-BB15-32BF3C5AE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16BB0D3A-550B-B74D-AA98-25DB4980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048BEFD7-1E92-4D49-ABD0-A8A9AA25FB17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DEB0B1C-84A4-7A40-AAB8-7512C0BCD5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7" name="Group 439">
            <a:extLst>
              <a:ext uri="{FF2B5EF4-FFF2-40B4-BE49-F238E27FC236}">
                <a16:creationId xmlns:a16="http://schemas.microsoft.com/office/drawing/2014/main" id="{D4EDE75E-07E4-759B-70BB-559A1D652E94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E70E300A-716D-AF45-B2AA-5E691296571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7A50348B-E15B-9344-B9A0-32BB8959C68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58415DBF-911A-D942-BD9D-31FA9F23118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03451517-B989-E24E-A7F7-88D8264484A3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8CE1F94B-4F51-B549-A7BD-FE8A48D5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414A795E-6708-D34F-AF35-7B8C72CDC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8D8BD079-56B5-0C46-A570-B30D09CD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F65D8F8-201F-7640-8BB1-B3C50546B8C4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C7AFC47-CFC7-6244-9DF8-6B1CC26756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8" name="Group 347">
            <a:extLst>
              <a:ext uri="{FF2B5EF4-FFF2-40B4-BE49-F238E27FC236}">
                <a16:creationId xmlns:a16="http://schemas.microsoft.com/office/drawing/2014/main" id="{43EC52A5-67CF-2512-ECC0-C7F687C11DAC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07C3C5C3-867E-4146-BD12-86AB22969F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78523C36-3B7A-2143-93DE-4C4929B4051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06D3B6E0-31E4-4143-A18E-7457285613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9115F889-48E1-2A44-B4AD-3122F3AB045A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B2C605E5-64E8-5246-8A28-4F56C7A56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5AC737AC-3C2E-D849-94EB-7A1A55D1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CB60A889-1043-E14B-8488-D0BC37D6B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B6D6A84F-3E9D-8E4C-A699-C3425A6B338F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2B87022C-A24E-F64F-B061-1A2289721F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9" name="Group 347">
            <a:extLst>
              <a:ext uri="{FF2B5EF4-FFF2-40B4-BE49-F238E27FC236}">
                <a16:creationId xmlns:a16="http://schemas.microsoft.com/office/drawing/2014/main" id="{B3DEE9E8-5EDC-66E3-1215-593B828C994B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EFB7CCF7-D7C7-624F-ACAD-2201A1D1156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A511272D-4D8D-084B-B10B-EB09F1386998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190C9731-3D62-174A-82A4-95E71CD4463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B7AE1920-9382-EE46-8C24-2026EE7A7560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7AAA62CA-ED09-2C4B-B777-40F8D1AF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AB63AC6A-84DD-5846-B891-01C570718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635DA122-FB85-5242-AC1C-A9C77799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16788032-B514-0C41-850B-3B4DC4080F6D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E24556BF-08AC-E14B-A9B6-65705A1471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0" name="Group 347">
            <a:extLst>
              <a:ext uri="{FF2B5EF4-FFF2-40B4-BE49-F238E27FC236}">
                <a16:creationId xmlns:a16="http://schemas.microsoft.com/office/drawing/2014/main" id="{0B736C95-A517-6275-95F6-72A6288C4AB1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9E4EB004-B62B-834E-A6BC-BB318AFFAD8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4BDBABA-D22C-4B4C-B227-E1D53F6F7C89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3AEA1344-F7B0-0045-9418-581415AA78A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230DA978-F943-4349-9E11-8B3033A6B00A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BB1C4324-1C23-D54E-9A9D-798F56BE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C089F096-43A3-9F4C-B25F-6EDAD434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88AE8F22-B752-7A47-B9AB-BDF69743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B9664BCA-978C-D84D-8E71-62F121E7F7E3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81C4FAC0-97DE-D048-B08F-13B85EB413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1" name="Group 531">
            <a:extLst>
              <a:ext uri="{FF2B5EF4-FFF2-40B4-BE49-F238E27FC236}">
                <a16:creationId xmlns:a16="http://schemas.microsoft.com/office/drawing/2014/main" id="{DA7D70B1-4826-0715-A78B-586B4AAF0715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29B589DF-6E98-7B46-BCBC-89A5A2805AE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8E3C4F6-0532-144E-8290-25CF8370C6EA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58FE9597-C800-EC4C-A8F0-315A9A272F8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E91AABE4-F174-C149-B6A0-3066AA4DD8A0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F8F27E53-4222-A34D-BFFF-E9BFF979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148738E5-A701-044E-A19D-E47555EB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E10E66AB-37AA-A540-8D59-72F4499A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4273011C-B581-6F4F-82B2-C1E2DC8BAF2A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23C6DD31-B04C-E542-AB5B-AD5AB0AE59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82" name="Straight Connector 506">
            <a:extLst>
              <a:ext uri="{FF2B5EF4-FFF2-40B4-BE49-F238E27FC236}">
                <a16:creationId xmlns:a16="http://schemas.microsoft.com/office/drawing/2014/main" id="{043203B0-74D4-72CA-D314-DE2892E9A90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83" name="Group 166">
            <a:extLst>
              <a:ext uri="{FF2B5EF4-FFF2-40B4-BE49-F238E27FC236}">
                <a16:creationId xmlns:a16="http://schemas.microsoft.com/office/drawing/2014/main" id="{B4570704-04BF-4D4E-7A95-3D22709D2233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5121" name="Freeform 84">
              <a:extLst>
                <a:ext uri="{FF2B5EF4-FFF2-40B4-BE49-F238E27FC236}">
                  <a16:creationId xmlns:a16="http://schemas.microsoft.com/office/drawing/2014/main" id="{D953190D-6C15-F644-D25D-D7F29CA90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22" name="TextBox 168">
              <a:extLst>
                <a:ext uri="{FF2B5EF4-FFF2-40B4-BE49-F238E27FC236}">
                  <a16:creationId xmlns:a16="http://schemas.microsoft.com/office/drawing/2014/main" id="{30A02864-4B13-418A-97C7-8CD61647A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84" name="Group 20">
            <a:extLst>
              <a:ext uri="{FF2B5EF4-FFF2-40B4-BE49-F238E27FC236}">
                <a16:creationId xmlns:a16="http://schemas.microsoft.com/office/drawing/2014/main" id="{381DD87A-62D6-FFEB-AB0E-08A9DFF5485B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5116" name="Group 16">
              <a:extLst>
                <a:ext uri="{FF2B5EF4-FFF2-40B4-BE49-F238E27FC236}">
                  <a16:creationId xmlns:a16="http://schemas.microsoft.com/office/drawing/2014/main" id="{9A77D81B-99B1-F31E-5A06-320FC73D7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5119" name="Oval 14">
                <a:extLst>
                  <a:ext uri="{FF2B5EF4-FFF2-40B4-BE49-F238E27FC236}">
                    <a16:creationId xmlns:a16="http://schemas.microsoft.com/office/drawing/2014/main" id="{EF523277-C174-72A7-1466-E41E0ED8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5120" name="TextBox 15">
                <a:extLst>
                  <a:ext uri="{FF2B5EF4-FFF2-40B4-BE49-F238E27FC236}">
                    <a16:creationId xmlns:a16="http://schemas.microsoft.com/office/drawing/2014/main" id="{8DDDB58C-78B2-DB6A-4987-3ABFA3EE6E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5117" name="Straight Connector 18">
              <a:extLst>
                <a:ext uri="{FF2B5EF4-FFF2-40B4-BE49-F238E27FC236}">
                  <a16:creationId xmlns:a16="http://schemas.microsoft.com/office/drawing/2014/main" id="{BD6F313F-B39E-15D7-F873-E9E60E113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8" name="Straight Connector 516">
              <a:extLst>
                <a:ext uri="{FF2B5EF4-FFF2-40B4-BE49-F238E27FC236}">
                  <a16:creationId xmlns:a16="http://schemas.microsoft.com/office/drawing/2014/main" id="{92E3646B-BA94-4303-A344-409CB50D6EA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5" name="Group 39939">
            <a:extLst>
              <a:ext uri="{FF2B5EF4-FFF2-40B4-BE49-F238E27FC236}">
                <a16:creationId xmlns:a16="http://schemas.microsoft.com/office/drawing/2014/main" id="{A6210F8B-244A-E2D1-31DF-4B39D614667E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5113" name="Straight Connector 7">
              <a:extLst>
                <a:ext uri="{FF2B5EF4-FFF2-40B4-BE49-F238E27FC236}">
                  <a16:creationId xmlns:a16="http://schemas.microsoft.com/office/drawing/2014/main" id="{DF9FF678-BC58-11DD-6C36-F9161871B5B4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4" name="Straight Connector 415">
              <a:extLst>
                <a:ext uri="{FF2B5EF4-FFF2-40B4-BE49-F238E27FC236}">
                  <a16:creationId xmlns:a16="http://schemas.microsoft.com/office/drawing/2014/main" id="{A594F0D4-15D9-6A44-13D7-BD1CB9252701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5" name="Straight Connector 523">
              <a:extLst>
                <a:ext uri="{FF2B5EF4-FFF2-40B4-BE49-F238E27FC236}">
                  <a16:creationId xmlns:a16="http://schemas.microsoft.com/office/drawing/2014/main" id="{C26BC39C-3E3F-0423-4B1D-F726696DF1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6" name="Group 39937">
            <a:extLst>
              <a:ext uri="{FF2B5EF4-FFF2-40B4-BE49-F238E27FC236}">
                <a16:creationId xmlns:a16="http://schemas.microsoft.com/office/drawing/2014/main" id="{2747E313-0C18-91B7-024D-5A6C4B793B7C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5107" name="Straight Connector 515">
              <a:extLst>
                <a:ext uri="{FF2B5EF4-FFF2-40B4-BE49-F238E27FC236}">
                  <a16:creationId xmlns:a16="http://schemas.microsoft.com/office/drawing/2014/main" id="{DA86B0FD-9C6F-51BA-53CC-8D0E372081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5108" name="Group 518">
              <a:extLst>
                <a:ext uri="{FF2B5EF4-FFF2-40B4-BE49-F238E27FC236}">
                  <a16:creationId xmlns:a16="http://schemas.microsoft.com/office/drawing/2014/main" id="{DA256961-12C4-ADC3-4571-34C4B2FE5D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5111" name="Oval 521">
                <a:extLst>
                  <a:ext uri="{FF2B5EF4-FFF2-40B4-BE49-F238E27FC236}">
                    <a16:creationId xmlns:a16="http://schemas.microsoft.com/office/drawing/2014/main" id="{6AA6DE06-4F2F-2473-E207-647700FC9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5112" name="TextBox 522">
                <a:extLst>
                  <a:ext uri="{FF2B5EF4-FFF2-40B4-BE49-F238E27FC236}">
                    <a16:creationId xmlns:a16="http://schemas.microsoft.com/office/drawing/2014/main" id="{746A032F-98C3-444C-44BF-4DDC55A54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5109" name="Straight Connector 519">
              <a:extLst>
                <a:ext uri="{FF2B5EF4-FFF2-40B4-BE49-F238E27FC236}">
                  <a16:creationId xmlns:a16="http://schemas.microsoft.com/office/drawing/2014/main" id="{CB45D6AA-5DCD-A162-ABE2-0842E86D3362}"/>
                </a:ext>
              </a:extLst>
            </p:cNvPr>
            <p:cNvCxnSpPr>
              <a:cxnSpLocks noChangeShapeType="1"/>
              <a:stCxn id="8511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0" name="Straight Connector 520">
              <a:extLst>
                <a:ext uri="{FF2B5EF4-FFF2-40B4-BE49-F238E27FC236}">
                  <a16:creationId xmlns:a16="http://schemas.microsoft.com/office/drawing/2014/main" id="{0D269E2D-7A9B-8445-CC66-AEB5639407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87" name="Straight Connector 500">
            <a:extLst>
              <a:ext uri="{FF2B5EF4-FFF2-40B4-BE49-F238E27FC236}">
                <a16:creationId xmlns:a16="http://schemas.microsoft.com/office/drawing/2014/main" id="{EA421D53-C7CD-7CDC-01F2-B1E5916A0B93}"/>
              </a:ext>
            </a:extLst>
          </p:cNvPr>
          <p:cNvCxnSpPr>
            <a:cxnSpLocks noChangeShapeType="1"/>
            <a:endCxn id="85090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8" name="Straight Connector 501">
            <a:extLst>
              <a:ext uri="{FF2B5EF4-FFF2-40B4-BE49-F238E27FC236}">
                <a16:creationId xmlns:a16="http://schemas.microsoft.com/office/drawing/2014/main" id="{728C4D15-DD6B-8FDE-FFE5-5EF0911ACE21}"/>
              </a:ext>
            </a:extLst>
          </p:cNvPr>
          <p:cNvCxnSpPr>
            <a:cxnSpLocks noChangeShapeType="1"/>
            <a:endCxn id="85090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9" name="Straight Connector 514">
            <a:extLst>
              <a:ext uri="{FF2B5EF4-FFF2-40B4-BE49-F238E27FC236}">
                <a16:creationId xmlns:a16="http://schemas.microsoft.com/office/drawing/2014/main" id="{839DAE61-DFAC-D282-BFF4-0E6C8D701D8D}"/>
              </a:ext>
            </a:extLst>
          </p:cNvPr>
          <p:cNvCxnSpPr>
            <a:cxnSpLocks noChangeShapeType="1"/>
            <a:endCxn id="85090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0" name="Oval 517">
            <a:extLst>
              <a:ext uri="{FF2B5EF4-FFF2-40B4-BE49-F238E27FC236}">
                <a16:creationId xmlns:a16="http://schemas.microsoft.com/office/drawing/2014/main" id="{2BAC5B35-BC26-4187-B1D3-0637A5246B6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5091" name="Straight Connector 39941">
            <a:extLst>
              <a:ext uri="{FF2B5EF4-FFF2-40B4-BE49-F238E27FC236}">
                <a16:creationId xmlns:a16="http://schemas.microsoft.com/office/drawing/2014/main" id="{CC9D1349-3CF5-5F44-0FD5-814BBC7BF8E5}"/>
              </a:ext>
            </a:extLst>
          </p:cNvPr>
          <p:cNvCxnSpPr>
            <a:cxnSpLocks noChangeShapeType="1"/>
            <a:stCxn id="85090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2" name="Straight Connector 524">
            <a:extLst>
              <a:ext uri="{FF2B5EF4-FFF2-40B4-BE49-F238E27FC236}">
                <a16:creationId xmlns:a16="http://schemas.microsoft.com/office/drawing/2014/main" id="{696E35D6-9EA0-749C-6903-07640B367E40}"/>
              </a:ext>
            </a:extLst>
          </p:cNvPr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93" name="Group 144">
            <a:extLst>
              <a:ext uri="{FF2B5EF4-FFF2-40B4-BE49-F238E27FC236}">
                <a16:creationId xmlns:a16="http://schemas.microsoft.com/office/drawing/2014/main" id="{C42748FE-5555-6251-A512-6C4963C944E0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5105" name="Freeform 84">
              <a:extLst>
                <a:ext uri="{FF2B5EF4-FFF2-40B4-BE49-F238E27FC236}">
                  <a16:creationId xmlns:a16="http://schemas.microsoft.com/office/drawing/2014/main" id="{0498F88A-C34D-FA21-84B4-4D6C73A03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6" name="TextBox 146">
              <a:extLst>
                <a:ext uri="{FF2B5EF4-FFF2-40B4-BE49-F238E27FC236}">
                  <a16:creationId xmlns:a16="http://schemas.microsoft.com/office/drawing/2014/main" id="{8D9A77A5-F3A6-611B-E56A-21A41CB11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94" name="Group 131">
            <a:extLst>
              <a:ext uri="{FF2B5EF4-FFF2-40B4-BE49-F238E27FC236}">
                <a16:creationId xmlns:a16="http://schemas.microsoft.com/office/drawing/2014/main" id="{77CFF345-877F-3C9D-D692-42F949C54179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5103" name="Freeform 84">
              <a:extLst>
                <a:ext uri="{FF2B5EF4-FFF2-40B4-BE49-F238E27FC236}">
                  <a16:creationId xmlns:a16="http://schemas.microsoft.com/office/drawing/2014/main" id="{0BEC553B-9D8D-F50D-86DF-466CE469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4" name="TextBox 133">
              <a:extLst>
                <a:ext uri="{FF2B5EF4-FFF2-40B4-BE49-F238E27FC236}">
                  <a16:creationId xmlns:a16="http://schemas.microsoft.com/office/drawing/2014/main" id="{D16C9965-2B49-FE14-C7EE-6930244E3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5095" name="Group 153">
            <a:extLst>
              <a:ext uri="{FF2B5EF4-FFF2-40B4-BE49-F238E27FC236}">
                <a16:creationId xmlns:a16="http://schemas.microsoft.com/office/drawing/2014/main" id="{4412E111-0D5D-6E28-6F89-781E5F8E2D24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5101" name="Freeform 84">
              <a:extLst>
                <a:ext uri="{FF2B5EF4-FFF2-40B4-BE49-F238E27FC236}">
                  <a16:creationId xmlns:a16="http://schemas.microsoft.com/office/drawing/2014/main" id="{7B96794B-5BE5-74DD-E701-0B5F3C14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2" name="TextBox 155">
              <a:extLst>
                <a:ext uri="{FF2B5EF4-FFF2-40B4-BE49-F238E27FC236}">
                  <a16:creationId xmlns:a16="http://schemas.microsoft.com/office/drawing/2014/main" id="{90184565-46DF-6E19-AAD5-6B651FDD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cxnSp>
        <p:nvCxnSpPr>
          <p:cNvPr id="85096" name="Straight Connector 509">
            <a:extLst>
              <a:ext uri="{FF2B5EF4-FFF2-40B4-BE49-F238E27FC236}">
                <a16:creationId xmlns:a16="http://schemas.microsoft.com/office/drawing/2014/main" id="{4B9B3EEC-F083-5990-BFD5-8B92E45F208A}"/>
              </a:ext>
            </a:extLst>
          </p:cNvPr>
          <p:cNvCxnSpPr>
            <a:cxnSpLocks noChangeShapeType="1"/>
            <a:endCxn id="85098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7" name="Straight Connector 511">
            <a:extLst>
              <a:ext uri="{FF2B5EF4-FFF2-40B4-BE49-F238E27FC236}">
                <a16:creationId xmlns:a16="http://schemas.microsoft.com/office/drawing/2014/main" id="{AEBF0756-DC24-104D-7437-3884CF595C7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8" name="Oval 6">
            <a:extLst>
              <a:ext uri="{FF2B5EF4-FFF2-40B4-BE49-F238E27FC236}">
                <a16:creationId xmlns:a16="http://schemas.microsoft.com/office/drawing/2014/main" id="{F48E7BCD-4F86-DA14-7DDD-9449627E2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85099" name="TextBox 9">
            <a:extLst>
              <a:ext uri="{FF2B5EF4-FFF2-40B4-BE49-F238E27FC236}">
                <a16:creationId xmlns:a16="http://schemas.microsoft.com/office/drawing/2014/main" id="{EE9A88F6-D6E3-13E4-8286-698947F95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</a:rPr>
              <a:t>regional net</a:t>
            </a:r>
          </a:p>
        </p:txBody>
      </p:sp>
      <p:sp>
        <p:nvSpPr>
          <p:cNvPr id="85100" name="Rectangle 3">
            <a:extLst>
              <a:ext uri="{FF2B5EF4-FFF2-40B4-BE49-F238E27FC236}">
                <a16:creationId xmlns:a16="http://schemas.microsoft.com/office/drawing/2014/main" id="{0BDD3244-212E-6C4E-0235-7ACA6FA3A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zh-CN" sz="2400"/>
              <a:t>… and regional networks may arise to connect access nets to ISPs 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Oval 3">
            <a:extLst>
              <a:ext uri="{FF2B5EF4-FFF2-40B4-BE49-F238E27FC236}">
                <a16:creationId xmlns:a16="http://schemas.microsoft.com/office/drawing/2014/main" id="{6E487E42-7882-DF9E-690B-5A7DC522C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7042" name="Straight Connector 10">
            <a:extLst>
              <a:ext uri="{FF2B5EF4-FFF2-40B4-BE49-F238E27FC236}">
                <a16:creationId xmlns:a16="http://schemas.microsoft.com/office/drawing/2014/main" id="{750E3FF4-6A52-8CFE-4F9C-86F873280BBD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3" name="Straight Connector 297">
            <a:extLst>
              <a:ext uri="{FF2B5EF4-FFF2-40B4-BE49-F238E27FC236}">
                <a16:creationId xmlns:a16="http://schemas.microsoft.com/office/drawing/2014/main" id="{B85DE06D-B813-8047-E608-0C404C3A7DF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4" name="Straight Connector 298">
            <a:extLst>
              <a:ext uri="{FF2B5EF4-FFF2-40B4-BE49-F238E27FC236}">
                <a16:creationId xmlns:a16="http://schemas.microsoft.com/office/drawing/2014/main" id="{047B8C65-679D-4BB0-E771-A638C37A81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5" name="Straight Connector 299">
            <a:extLst>
              <a:ext uri="{FF2B5EF4-FFF2-40B4-BE49-F238E27FC236}">
                <a16:creationId xmlns:a16="http://schemas.microsoft.com/office/drawing/2014/main" id="{FF087840-9B7E-A197-A38E-F5974DC6913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6" name="Straight Connector 300">
            <a:extLst>
              <a:ext uri="{FF2B5EF4-FFF2-40B4-BE49-F238E27FC236}">
                <a16:creationId xmlns:a16="http://schemas.microsoft.com/office/drawing/2014/main" id="{C466F282-A783-0174-2456-130586428E02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7" name="Straight Connector 301">
            <a:extLst>
              <a:ext uri="{FF2B5EF4-FFF2-40B4-BE49-F238E27FC236}">
                <a16:creationId xmlns:a16="http://schemas.microsoft.com/office/drawing/2014/main" id="{89ED74F5-A46C-4278-5572-0A8305978E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8" name="Straight Connector 302">
            <a:extLst>
              <a:ext uri="{FF2B5EF4-FFF2-40B4-BE49-F238E27FC236}">
                <a16:creationId xmlns:a16="http://schemas.microsoft.com/office/drawing/2014/main" id="{5766FA2D-9BD7-AF4A-CF71-92E0E427F8A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9" name="Straight Connector 303">
            <a:extLst>
              <a:ext uri="{FF2B5EF4-FFF2-40B4-BE49-F238E27FC236}">
                <a16:creationId xmlns:a16="http://schemas.microsoft.com/office/drawing/2014/main" id="{39ED6A66-1F4F-5F1B-BFD9-5A8D1C675E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0" name="Straight Connector 304">
            <a:extLst>
              <a:ext uri="{FF2B5EF4-FFF2-40B4-BE49-F238E27FC236}">
                <a16:creationId xmlns:a16="http://schemas.microsoft.com/office/drawing/2014/main" id="{E9AA4008-EB7F-BE3B-AFF6-1F18DEA32F56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51" name="TextBox 39958">
            <a:extLst>
              <a:ext uri="{FF2B5EF4-FFF2-40B4-BE49-F238E27FC236}">
                <a16:creationId xmlns:a16="http://schemas.microsoft.com/office/drawing/2014/main" id="{B6DD5E60-08CF-642B-963C-6FD0F6BEA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C</a:t>
            </a:r>
          </a:p>
        </p:txBody>
      </p:sp>
      <p:grpSp>
        <p:nvGrpSpPr>
          <p:cNvPr id="87052" name="Group 347">
            <a:extLst>
              <a:ext uri="{FF2B5EF4-FFF2-40B4-BE49-F238E27FC236}">
                <a16:creationId xmlns:a16="http://schemas.microsoft.com/office/drawing/2014/main" id="{F3973356-67AF-D835-76A1-DC9051EC14B8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2EE4B837-3B6D-1F46-A91B-FCF8FA7760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293DB521-7501-B043-A0F6-B4F0AF1AAD0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DC137498-AD46-0F49-9D94-94847039878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45D426E3-B989-2149-B380-3BAE0747DC57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72390551-D51B-3D46-BC9D-B3B922406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797A9C06-2CE3-3745-B14A-8F82B1B6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961A3A3C-BFFC-3947-9F90-69176889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6EEFC2C0-F631-3C47-B1D2-525E9C65F29A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40A3341-8BB5-6D4F-9E26-018E25C6E5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3" name="Group 347">
            <a:extLst>
              <a:ext uri="{FF2B5EF4-FFF2-40B4-BE49-F238E27FC236}">
                <a16:creationId xmlns:a16="http://schemas.microsoft.com/office/drawing/2014/main" id="{F4E0CAE3-D606-D76E-7BB5-8CE60D46692B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FA57805F-9B7B-5F42-9ADA-55EF6E7F04B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679B1698-1D91-2E40-BD12-EA1BA79A2BA3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DAE570FB-DC3C-C344-B908-4A806B3EEC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9B1A7F88-D392-DF42-A8E1-E8DC6066DA46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A074F7CD-ECEA-B447-A39C-A8A5A11A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974DD051-83B0-504A-A237-B38149D2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F869CB76-2FE3-9E49-9218-463C7244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A00D8CB0-A27A-B54D-A108-5B9ED6DA8AA1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2A2858D-8EDB-664D-9DC2-C5BFCF5705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4" name="Group 347">
            <a:extLst>
              <a:ext uri="{FF2B5EF4-FFF2-40B4-BE49-F238E27FC236}">
                <a16:creationId xmlns:a16="http://schemas.microsoft.com/office/drawing/2014/main" id="{FB6F9965-DC5A-66C5-55C4-0191DD1C601F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5451ABA5-86D2-5C46-9377-5DD77BB654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C6E8FC11-6812-684F-A6EE-4DB977AA2A5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32806173-088C-0A4B-B03F-009F7EF540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6FF4AAC0-4E07-5E4F-8D02-0D01FEFACC35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C587D81B-4416-2E42-BEDF-2208D4D56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237C86BF-4869-A243-9CB6-AC309389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9103D31F-A8B8-664B-BA18-E5DAB927A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F5C37FCB-DCB8-C649-99FB-52EF05C58C13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C4DDC360-3019-254E-838D-D4920EE1504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5" name="Group 347">
            <a:extLst>
              <a:ext uri="{FF2B5EF4-FFF2-40B4-BE49-F238E27FC236}">
                <a16:creationId xmlns:a16="http://schemas.microsoft.com/office/drawing/2014/main" id="{450D04D6-774A-675C-19EF-ADC01CBA0E27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548BF54A-94A6-794F-A12B-B2AF9B5F106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9FC6AB54-F386-4C4E-9661-7BA868F844F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12E7D69E-661A-BC4B-8231-264A4389898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5E38D58-99A3-0B46-9D74-3C65720F5E42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4BAA572-9B11-9B4F-880B-5C17BD26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8C649B0A-D1F3-9B42-AFF4-07F2370E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EB2E3698-11DE-9548-8FD2-88135C7B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00C72FC2-E7B8-134E-AF06-0E8D7A5B293D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24D3A81D-4E14-B743-9CDA-4FAFAF2CCE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56" name="Oval 3">
            <a:extLst>
              <a:ext uri="{FF2B5EF4-FFF2-40B4-BE49-F238E27FC236}">
                <a16:creationId xmlns:a16="http://schemas.microsoft.com/office/drawing/2014/main" id="{335C5EAD-FD68-BC74-15B7-27211A040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7057" name="Straight Connector 10">
            <a:extLst>
              <a:ext uri="{FF2B5EF4-FFF2-40B4-BE49-F238E27FC236}">
                <a16:creationId xmlns:a16="http://schemas.microsoft.com/office/drawing/2014/main" id="{2749CBD6-3DAC-0AB5-9516-E8F1B1BED3A8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8" name="Straight Connector 297">
            <a:extLst>
              <a:ext uri="{FF2B5EF4-FFF2-40B4-BE49-F238E27FC236}">
                <a16:creationId xmlns:a16="http://schemas.microsoft.com/office/drawing/2014/main" id="{6CBB2EEE-1A5F-AFD1-2906-032CEBBE4C6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9" name="Straight Connector 298">
            <a:extLst>
              <a:ext uri="{FF2B5EF4-FFF2-40B4-BE49-F238E27FC236}">
                <a16:creationId xmlns:a16="http://schemas.microsoft.com/office/drawing/2014/main" id="{53A72389-4530-2FE3-D3C4-47E6A8C1AC3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0" name="Straight Connector 299">
            <a:extLst>
              <a:ext uri="{FF2B5EF4-FFF2-40B4-BE49-F238E27FC236}">
                <a16:creationId xmlns:a16="http://schemas.microsoft.com/office/drawing/2014/main" id="{18261AD3-AA08-9D34-4147-848F14FD619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1" name="Straight Connector 300">
            <a:extLst>
              <a:ext uri="{FF2B5EF4-FFF2-40B4-BE49-F238E27FC236}">
                <a16:creationId xmlns:a16="http://schemas.microsoft.com/office/drawing/2014/main" id="{C4FEEE25-203A-EF6A-CDB8-03A00BFA9855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2" name="Straight Connector 301">
            <a:extLst>
              <a:ext uri="{FF2B5EF4-FFF2-40B4-BE49-F238E27FC236}">
                <a16:creationId xmlns:a16="http://schemas.microsoft.com/office/drawing/2014/main" id="{5AFE433C-6AA1-CCCF-16A5-4D688384D17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3" name="Straight Connector 302">
            <a:extLst>
              <a:ext uri="{FF2B5EF4-FFF2-40B4-BE49-F238E27FC236}">
                <a16:creationId xmlns:a16="http://schemas.microsoft.com/office/drawing/2014/main" id="{1CD771FE-3CEA-B861-100C-EB45803DA53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4" name="Straight Connector 303">
            <a:extLst>
              <a:ext uri="{FF2B5EF4-FFF2-40B4-BE49-F238E27FC236}">
                <a16:creationId xmlns:a16="http://schemas.microsoft.com/office/drawing/2014/main" id="{F5882813-C43F-E9DB-6861-85873936F01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5" name="Straight Connector 304">
            <a:extLst>
              <a:ext uri="{FF2B5EF4-FFF2-40B4-BE49-F238E27FC236}">
                <a16:creationId xmlns:a16="http://schemas.microsoft.com/office/drawing/2014/main" id="{0E9F308B-7043-1CA9-E944-A444687F06C8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66" name="TextBox 39958">
            <a:extLst>
              <a:ext uri="{FF2B5EF4-FFF2-40B4-BE49-F238E27FC236}">
                <a16:creationId xmlns:a16="http://schemas.microsoft.com/office/drawing/2014/main" id="{4E7820EF-F351-999B-CA3A-8EF941FBBB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B</a:t>
            </a:r>
          </a:p>
        </p:txBody>
      </p:sp>
      <p:grpSp>
        <p:nvGrpSpPr>
          <p:cNvPr id="87067" name="Group 347">
            <a:extLst>
              <a:ext uri="{FF2B5EF4-FFF2-40B4-BE49-F238E27FC236}">
                <a16:creationId xmlns:a16="http://schemas.microsoft.com/office/drawing/2014/main" id="{1C6B298C-1DDA-D76B-D9C7-7E103159EB26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9AEF6811-609C-0740-A984-D936CD0DB36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79B97FF0-C907-B442-AF91-B3E82BB975D3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CFA20350-E1E9-4843-A4AC-9B8C5274218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F3A57104-8047-C04C-B7F5-CA09CA018011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8BB2F567-E987-4946-8F8F-6673000E3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6C902845-69E8-284C-A984-DBE02612C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6DC16750-C4EE-E14F-A74C-EBB3D6A9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FC5D5714-D9D5-CB41-86BA-BBC13F90CDF6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5CA50601-E569-6B4E-B414-9DD377B12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68" name="Group 347">
            <a:extLst>
              <a:ext uri="{FF2B5EF4-FFF2-40B4-BE49-F238E27FC236}">
                <a16:creationId xmlns:a16="http://schemas.microsoft.com/office/drawing/2014/main" id="{1B8679F0-3012-44D0-0114-A65461183E2E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93A9D341-3EB2-D147-8C9A-8BBAD446B22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1136115F-8F5D-FE41-9CA6-4302136B3998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36A96A12-0B0B-BE42-B420-43437F33578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AD265756-B0E8-DD46-B1B8-AB0F14F29B1D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5556083B-2C62-BB42-AEAE-E19B097E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5F3056A4-2D84-2642-A3C8-8E4106E1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0E3DD215-35DC-A643-97D5-58D74E05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30FE564A-F7AF-D84E-BD10-DCA252F20101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F6F20BEC-BE0B-BF4C-87C2-F63D2FFD2E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69" name="Group 347">
            <a:extLst>
              <a:ext uri="{FF2B5EF4-FFF2-40B4-BE49-F238E27FC236}">
                <a16:creationId xmlns:a16="http://schemas.microsoft.com/office/drawing/2014/main" id="{5FE22C56-DC8F-AB5F-0BDD-E2D35007AECA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62B8E827-FD57-9C46-81C5-0F7910B7764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F7482DDB-1CC7-9044-9F70-BC4A649390F5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4D155BEE-1604-D948-95BF-A4FC7859D63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6D2858D1-1B79-554F-A2B5-EE515CC3C29D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4C446AF5-AA0B-F14C-BA41-B07A215D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46ECDD12-262C-914B-A170-5FD830D2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FFFB6EE0-D688-BF46-8CDF-DCBCE959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01409F38-2708-3943-9726-F60F7F597859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84BCB91B-8561-7C48-8664-5EF8B44682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70" name="Group 347">
            <a:extLst>
              <a:ext uri="{FF2B5EF4-FFF2-40B4-BE49-F238E27FC236}">
                <a16:creationId xmlns:a16="http://schemas.microsoft.com/office/drawing/2014/main" id="{C20C2C9D-0E50-D5C8-00D4-B1D49DC3DC94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F8D21A44-3E81-BD44-BB23-0EF74D0CB3D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9AD9D9C7-78FE-964D-A21B-9D02644D13F2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EFA9E394-DB59-4A42-8579-D9B8768DFDC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BE70903C-F1F9-F946-927C-4D463E747230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32445A2A-9877-D84A-AC1F-3BF99BB73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264B9839-D26F-2C45-8C93-DFF8BBB1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EE178883-964C-6E47-9C43-92FE95FDC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566C0CB5-7635-5346-A6B1-8B2BBDCC253E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5F0B2F3C-6B5B-D742-82A0-05322CC984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71" name="Oval 3">
            <a:extLst>
              <a:ext uri="{FF2B5EF4-FFF2-40B4-BE49-F238E27FC236}">
                <a16:creationId xmlns:a16="http://schemas.microsoft.com/office/drawing/2014/main" id="{F2B11A2C-223A-2D7E-5BD1-17E734A19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7072" name="Straight Connector 10">
            <a:extLst>
              <a:ext uri="{FF2B5EF4-FFF2-40B4-BE49-F238E27FC236}">
                <a16:creationId xmlns:a16="http://schemas.microsoft.com/office/drawing/2014/main" id="{C2E4B0DB-C60E-91B3-DAFE-AD9461A33D51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3" name="Straight Connector 297">
            <a:extLst>
              <a:ext uri="{FF2B5EF4-FFF2-40B4-BE49-F238E27FC236}">
                <a16:creationId xmlns:a16="http://schemas.microsoft.com/office/drawing/2014/main" id="{5E439D60-BB53-F9F9-26A6-F6CEF77E38C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4" name="Straight Connector 298">
            <a:extLst>
              <a:ext uri="{FF2B5EF4-FFF2-40B4-BE49-F238E27FC236}">
                <a16:creationId xmlns:a16="http://schemas.microsoft.com/office/drawing/2014/main" id="{479F80D9-7B88-6D80-4CA0-E343357D049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5" name="Straight Connector 299">
            <a:extLst>
              <a:ext uri="{FF2B5EF4-FFF2-40B4-BE49-F238E27FC236}">
                <a16:creationId xmlns:a16="http://schemas.microsoft.com/office/drawing/2014/main" id="{B4374293-DFF4-9BD5-505F-49F28CC0292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6" name="Straight Connector 300">
            <a:extLst>
              <a:ext uri="{FF2B5EF4-FFF2-40B4-BE49-F238E27FC236}">
                <a16:creationId xmlns:a16="http://schemas.microsoft.com/office/drawing/2014/main" id="{33BF61F6-CD20-CC0C-38BF-4BDE12761E02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7" name="Straight Connector 301">
            <a:extLst>
              <a:ext uri="{FF2B5EF4-FFF2-40B4-BE49-F238E27FC236}">
                <a16:creationId xmlns:a16="http://schemas.microsoft.com/office/drawing/2014/main" id="{3373E855-92F5-8B48-DFC3-0EFEE548CE9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8" name="Straight Connector 302">
            <a:extLst>
              <a:ext uri="{FF2B5EF4-FFF2-40B4-BE49-F238E27FC236}">
                <a16:creationId xmlns:a16="http://schemas.microsoft.com/office/drawing/2014/main" id="{6AE899F3-8136-921F-A8DE-51D03FA9A0C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9" name="Straight Connector 303">
            <a:extLst>
              <a:ext uri="{FF2B5EF4-FFF2-40B4-BE49-F238E27FC236}">
                <a16:creationId xmlns:a16="http://schemas.microsoft.com/office/drawing/2014/main" id="{844655FD-B6E4-A750-46AF-89184020E3B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80" name="Straight Connector 304">
            <a:extLst>
              <a:ext uri="{FF2B5EF4-FFF2-40B4-BE49-F238E27FC236}">
                <a16:creationId xmlns:a16="http://schemas.microsoft.com/office/drawing/2014/main" id="{5C6C5036-F5E5-CD9B-85DE-5E7229F01FCA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81" name="TextBox 39958">
            <a:extLst>
              <a:ext uri="{FF2B5EF4-FFF2-40B4-BE49-F238E27FC236}">
                <a16:creationId xmlns:a16="http://schemas.microsoft.com/office/drawing/2014/main" id="{C9935521-F778-409C-6354-B8EB5A1E1F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latin typeface="Arial" panose="020B0604020202020204" pitchFamily="34" charset="0"/>
              </a:rPr>
              <a:t>ISP A</a:t>
            </a:r>
          </a:p>
        </p:txBody>
      </p:sp>
      <p:grpSp>
        <p:nvGrpSpPr>
          <p:cNvPr id="87082" name="Group 347">
            <a:extLst>
              <a:ext uri="{FF2B5EF4-FFF2-40B4-BE49-F238E27FC236}">
                <a16:creationId xmlns:a16="http://schemas.microsoft.com/office/drawing/2014/main" id="{8CF6FDB7-3D86-4E8D-2724-A1687BA42630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92E863F0-2C49-9A4A-8AB2-5513FE32FE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54777CF-58C1-C144-817F-9B041B11B38A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0FF822F0-3CA3-B743-8C68-3B085F4A42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9A9E3103-7886-554F-A531-0657DF367C15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2A1C2CEE-711B-C849-8D6D-0301E331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4BC48D03-AB47-204B-8A7F-68535900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7AD9DB6D-6ECA-4749-BCE9-04E4F54C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51D9FC20-B564-CF4D-B0A4-5A856BAD41C0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AE5D3A84-6A87-964F-81D4-67FC0849FA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3" name="Group 347">
            <a:extLst>
              <a:ext uri="{FF2B5EF4-FFF2-40B4-BE49-F238E27FC236}">
                <a16:creationId xmlns:a16="http://schemas.microsoft.com/office/drawing/2014/main" id="{C8225A64-B976-A788-ABEA-DAF3D696B76B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5503B229-E6A1-8047-96BC-D923EDDBD33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7A4A4E1-608D-A045-9250-6B3BB58BF4B4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84B2DD60-17DB-0449-9807-B56342FD172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447AD9A9-4D1C-544F-902F-012E3A85B47F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8CB0F3DC-4407-0546-96A5-1CE5F8548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39D7C225-1F9D-EF49-8B73-F399CD49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3D92A8E6-262E-1E4A-837B-81F3FB8F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B76B97E-EC25-7545-9BB6-09ECB04B6E2E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266D99D9-3826-BE47-B1A2-EB6B701E7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4" name="Group 347">
            <a:extLst>
              <a:ext uri="{FF2B5EF4-FFF2-40B4-BE49-F238E27FC236}">
                <a16:creationId xmlns:a16="http://schemas.microsoft.com/office/drawing/2014/main" id="{4E0D78E5-4A10-4AA5-DFA8-913FC7FE296C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26BD8DC2-0C8C-6A43-9247-8FD6109278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0809ECFC-0B25-AE41-A919-8CC0F0C219F2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343694F3-DE1C-CB49-8572-379BD96E23E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3CCE5872-E046-BA41-98C9-B876E3E2587D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AD3FB058-0D2D-1840-8EDA-5D58D7DC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E4EC744F-A598-F241-B0D8-F32A0C22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E0A1A41-813B-4149-B93D-525BDC05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6DB3D858-0C75-584A-B8D1-55D264705853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CBFB7B0B-E027-A046-A21A-FD7CA4A216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5" name="Group 347">
            <a:extLst>
              <a:ext uri="{FF2B5EF4-FFF2-40B4-BE49-F238E27FC236}">
                <a16:creationId xmlns:a16="http://schemas.microsoft.com/office/drawing/2014/main" id="{937D2244-A6D7-9C6A-2504-C4F2EBE92CA8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C255BA9E-BA22-2240-82F7-C399C119A89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589F50C0-6C74-8841-BEB3-4BCA40CACB81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526F72F7-8198-7A45-BA91-D62B2984B5F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D7237900-29EC-AA41-A813-5C993217D0AC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A0CEA3C6-50D2-8E4C-9C7E-CCBA5955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A9D2FB4E-DFC1-584A-8993-D4A47ABA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88364831-93AA-1A42-B9A0-CDC70910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5C371628-C24F-8D44-BB7F-862EC84B9F87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250857DE-F645-A04B-BABA-584C8C30BB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6" name="Group 347">
            <a:extLst>
              <a:ext uri="{FF2B5EF4-FFF2-40B4-BE49-F238E27FC236}">
                <a16:creationId xmlns:a16="http://schemas.microsoft.com/office/drawing/2014/main" id="{E0B95F74-F12C-2E1A-7BF5-5960FE42E604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E9238F93-F427-E34C-AF73-90E8C681F48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3A553273-56C1-0647-9222-710C5BF4AB46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55EDC1A5-EF69-9C4A-A419-FEEB9143554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F7D600DE-B70A-C944-B357-0CCF98D8699F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70F71ADE-F763-8140-AF5E-5621BD2A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E2509611-25C7-7144-8BE0-8AFA7388B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6013C3F7-3716-2042-9073-B518D902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2F4F0F45-FB5F-974C-A4B7-C344DDA26E3D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4766F0F-1244-8449-BE82-7DE149649F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7" name="Group 347">
            <a:extLst>
              <a:ext uri="{FF2B5EF4-FFF2-40B4-BE49-F238E27FC236}">
                <a16:creationId xmlns:a16="http://schemas.microsoft.com/office/drawing/2014/main" id="{DF4A6395-0CB0-CDC6-169F-E588E4A58CDC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4BCD0FEE-78E9-3C43-AD70-03F57A516F2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097DA674-5EED-8F41-8D7D-BDD6F28EE347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E7CFF697-AFB9-8C4A-A77C-A2A85B6E438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347D7B03-156B-8043-9AF5-69929862A1E7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16F071E5-161F-444B-9B23-CE2CCFA6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1F496EF3-9B28-CD46-B7EC-DAE70225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4DC79FD3-58F4-104F-84E2-F204528AA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E2C10B68-E634-3B48-84B5-2BC5B889FFFA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B9A17ED-CD0D-9A46-B716-6F8851CD5C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88" name="Rectangle 2">
            <a:extLst>
              <a:ext uri="{FF2B5EF4-FFF2-40B4-BE49-F238E27FC236}">
                <a16:creationId xmlns:a16="http://schemas.microsoft.com/office/drawing/2014/main" id="{E34B4E6C-BA9F-5202-9C1F-8A9B8401AA9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pic>
        <p:nvPicPr>
          <p:cNvPr id="87089" name="Picture 76" descr="underline_base">
            <a:extLst>
              <a:ext uri="{FF2B5EF4-FFF2-40B4-BE49-F238E27FC236}">
                <a16:creationId xmlns:a16="http://schemas.microsoft.com/office/drawing/2014/main" id="{C6A58FF1-66CD-CA12-333C-28E40CA0DDD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7090" name="Group 2">
            <a:extLst>
              <a:ext uri="{FF2B5EF4-FFF2-40B4-BE49-F238E27FC236}">
                <a16:creationId xmlns:a16="http://schemas.microsoft.com/office/drawing/2014/main" id="{9276B21B-240E-67E9-2BB9-F3990BA2AD84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7285" name="Freeform 84">
              <a:extLst>
                <a:ext uri="{FF2B5EF4-FFF2-40B4-BE49-F238E27FC236}">
                  <a16:creationId xmlns:a16="http://schemas.microsoft.com/office/drawing/2014/main" id="{D157C6C9-AD65-30F8-5F83-05976E3E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86" name="TextBox 1">
              <a:extLst>
                <a:ext uri="{FF2B5EF4-FFF2-40B4-BE49-F238E27FC236}">
                  <a16:creationId xmlns:a16="http://schemas.microsoft.com/office/drawing/2014/main" id="{F954E759-767B-F172-2C1D-3FA0D8B05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1" name="Group 135">
            <a:extLst>
              <a:ext uri="{FF2B5EF4-FFF2-40B4-BE49-F238E27FC236}">
                <a16:creationId xmlns:a16="http://schemas.microsoft.com/office/drawing/2014/main" id="{F5B70F1F-96D7-2542-B2CF-098E9B7BCCB4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7283" name="Freeform 84">
              <a:extLst>
                <a:ext uri="{FF2B5EF4-FFF2-40B4-BE49-F238E27FC236}">
                  <a16:creationId xmlns:a16="http://schemas.microsoft.com/office/drawing/2014/main" id="{56817E31-A96B-E4C4-1320-D420409C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84" name="TextBox 137">
              <a:extLst>
                <a:ext uri="{FF2B5EF4-FFF2-40B4-BE49-F238E27FC236}">
                  <a16:creationId xmlns:a16="http://schemas.microsoft.com/office/drawing/2014/main" id="{2207B158-A0FC-37A1-B32F-D81730F26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2" name="Group 138">
            <a:extLst>
              <a:ext uri="{FF2B5EF4-FFF2-40B4-BE49-F238E27FC236}">
                <a16:creationId xmlns:a16="http://schemas.microsoft.com/office/drawing/2014/main" id="{50937CBF-3B22-91B5-AEB2-475E456AF9A3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7281" name="Freeform 84">
              <a:extLst>
                <a:ext uri="{FF2B5EF4-FFF2-40B4-BE49-F238E27FC236}">
                  <a16:creationId xmlns:a16="http://schemas.microsoft.com/office/drawing/2014/main" id="{3C70E14B-C7B6-204F-AD11-22E1DA8D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82" name="TextBox 140">
              <a:extLst>
                <a:ext uri="{FF2B5EF4-FFF2-40B4-BE49-F238E27FC236}">
                  <a16:creationId xmlns:a16="http://schemas.microsoft.com/office/drawing/2014/main" id="{29574934-BB21-C3DC-2502-2B7E7B6FA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3" name="Group 141">
            <a:extLst>
              <a:ext uri="{FF2B5EF4-FFF2-40B4-BE49-F238E27FC236}">
                <a16:creationId xmlns:a16="http://schemas.microsoft.com/office/drawing/2014/main" id="{266E75B1-A63C-8E2C-D45B-4E37E09ACA7D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7279" name="Freeform 84">
              <a:extLst>
                <a:ext uri="{FF2B5EF4-FFF2-40B4-BE49-F238E27FC236}">
                  <a16:creationId xmlns:a16="http://schemas.microsoft.com/office/drawing/2014/main" id="{B6A03B4F-98E5-9E94-93D1-150275EC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80" name="TextBox 143">
              <a:extLst>
                <a:ext uri="{FF2B5EF4-FFF2-40B4-BE49-F238E27FC236}">
                  <a16:creationId xmlns:a16="http://schemas.microsoft.com/office/drawing/2014/main" id="{AA629E9C-A561-8EEA-8FFB-D6227B1A2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4" name="Group 147">
            <a:extLst>
              <a:ext uri="{FF2B5EF4-FFF2-40B4-BE49-F238E27FC236}">
                <a16:creationId xmlns:a16="http://schemas.microsoft.com/office/drawing/2014/main" id="{496DF421-ED86-1A20-E656-69531F419E1A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7277" name="Freeform 84">
              <a:extLst>
                <a:ext uri="{FF2B5EF4-FFF2-40B4-BE49-F238E27FC236}">
                  <a16:creationId xmlns:a16="http://schemas.microsoft.com/office/drawing/2014/main" id="{3B28F895-A24C-044D-495D-004C6287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78" name="TextBox 149">
              <a:extLst>
                <a:ext uri="{FF2B5EF4-FFF2-40B4-BE49-F238E27FC236}">
                  <a16:creationId xmlns:a16="http://schemas.microsoft.com/office/drawing/2014/main" id="{C9DB26AB-A6C3-2CF4-5F73-ED665D0A5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5" name="Group 150">
            <a:extLst>
              <a:ext uri="{FF2B5EF4-FFF2-40B4-BE49-F238E27FC236}">
                <a16:creationId xmlns:a16="http://schemas.microsoft.com/office/drawing/2014/main" id="{C7BBA964-0FF7-DC40-0066-5325EEE8D1E5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7275" name="Freeform 84">
              <a:extLst>
                <a:ext uri="{FF2B5EF4-FFF2-40B4-BE49-F238E27FC236}">
                  <a16:creationId xmlns:a16="http://schemas.microsoft.com/office/drawing/2014/main" id="{509AED16-1099-B3A6-2AAC-AEF16B60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76" name="TextBox 152">
              <a:extLst>
                <a:ext uri="{FF2B5EF4-FFF2-40B4-BE49-F238E27FC236}">
                  <a16:creationId xmlns:a16="http://schemas.microsoft.com/office/drawing/2014/main" id="{802CB854-42C4-01EE-6558-6D3422FF18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6" name="Group 156">
            <a:extLst>
              <a:ext uri="{FF2B5EF4-FFF2-40B4-BE49-F238E27FC236}">
                <a16:creationId xmlns:a16="http://schemas.microsoft.com/office/drawing/2014/main" id="{0F9C55B1-8B28-5D42-3B8C-A3E13BC85252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7273" name="Freeform 84">
              <a:extLst>
                <a:ext uri="{FF2B5EF4-FFF2-40B4-BE49-F238E27FC236}">
                  <a16:creationId xmlns:a16="http://schemas.microsoft.com/office/drawing/2014/main" id="{E3C2F4AB-F23A-6779-6387-5586361C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74" name="TextBox 158">
              <a:extLst>
                <a:ext uri="{FF2B5EF4-FFF2-40B4-BE49-F238E27FC236}">
                  <a16:creationId xmlns:a16="http://schemas.microsoft.com/office/drawing/2014/main" id="{CA4D1431-927C-B468-F771-14822B245A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7" name="Group 160">
            <a:extLst>
              <a:ext uri="{FF2B5EF4-FFF2-40B4-BE49-F238E27FC236}">
                <a16:creationId xmlns:a16="http://schemas.microsoft.com/office/drawing/2014/main" id="{59BF34DD-D3CC-9D69-D249-73A88248B434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7271" name="Freeform 84">
              <a:extLst>
                <a:ext uri="{FF2B5EF4-FFF2-40B4-BE49-F238E27FC236}">
                  <a16:creationId xmlns:a16="http://schemas.microsoft.com/office/drawing/2014/main" id="{D48C07F8-D8D2-0A9A-51DD-F66B4509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72" name="TextBox 162">
              <a:extLst>
                <a:ext uri="{FF2B5EF4-FFF2-40B4-BE49-F238E27FC236}">
                  <a16:creationId xmlns:a16="http://schemas.microsoft.com/office/drawing/2014/main" id="{F6941C06-0A5A-FA5E-58D8-509412EDE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8" name="Group 163">
            <a:extLst>
              <a:ext uri="{FF2B5EF4-FFF2-40B4-BE49-F238E27FC236}">
                <a16:creationId xmlns:a16="http://schemas.microsoft.com/office/drawing/2014/main" id="{7F86C10D-C65C-FBB6-0B51-D6ABF332306E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7269" name="Freeform 84">
              <a:extLst>
                <a:ext uri="{FF2B5EF4-FFF2-40B4-BE49-F238E27FC236}">
                  <a16:creationId xmlns:a16="http://schemas.microsoft.com/office/drawing/2014/main" id="{2AED8267-F02D-693E-9098-B1DA606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70" name="TextBox 165">
              <a:extLst>
                <a:ext uri="{FF2B5EF4-FFF2-40B4-BE49-F238E27FC236}">
                  <a16:creationId xmlns:a16="http://schemas.microsoft.com/office/drawing/2014/main" id="{9F919771-6B19-129C-F802-1CFED60C7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099" name="Group 169">
            <a:extLst>
              <a:ext uri="{FF2B5EF4-FFF2-40B4-BE49-F238E27FC236}">
                <a16:creationId xmlns:a16="http://schemas.microsoft.com/office/drawing/2014/main" id="{5A05E0A0-D3D3-D1D1-019A-389C845DE1F5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7267" name="Freeform 84">
              <a:extLst>
                <a:ext uri="{FF2B5EF4-FFF2-40B4-BE49-F238E27FC236}">
                  <a16:creationId xmlns:a16="http://schemas.microsoft.com/office/drawing/2014/main" id="{EFB7AE63-B97D-98C8-79BD-3BAD83A64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68" name="TextBox 171">
              <a:extLst>
                <a:ext uri="{FF2B5EF4-FFF2-40B4-BE49-F238E27FC236}">
                  <a16:creationId xmlns:a16="http://schemas.microsoft.com/office/drawing/2014/main" id="{30E6657B-37A9-6E94-CEB8-581CEEF7D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100" name="Group 172">
            <a:extLst>
              <a:ext uri="{FF2B5EF4-FFF2-40B4-BE49-F238E27FC236}">
                <a16:creationId xmlns:a16="http://schemas.microsoft.com/office/drawing/2014/main" id="{196EA7A9-BF37-0824-61F1-8B9E2ADAB13F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7265" name="Freeform 84">
              <a:extLst>
                <a:ext uri="{FF2B5EF4-FFF2-40B4-BE49-F238E27FC236}">
                  <a16:creationId xmlns:a16="http://schemas.microsoft.com/office/drawing/2014/main" id="{9578880D-ACC6-461C-E965-5ED9F0D78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66" name="TextBox 174">
              <a:extLst>
                <a:ext uri="{FF2B5EF4-FFF2-40B4-BE49-F238E27FC236}">
                  <a16:creationId xmlns:a16="http://schemas.microsoft.com/office/drawing/2014/main" id="{EBF58668-DA28-E141-D02C-87733F1AD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101" name="Group 175">
            <a:extLst>
              <a:ext uri="{FF2B5EF4-FFF2-40B4-BE49-F238E27FC236}">
                <a16:creationId xmlns:a16="http://schemas.microsoft.com/office/drawing/2014/main" id="{FCD96D78-4C82-FC67-88C7-CD36D57D9DC5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7263" name="Freeform 84">
              <a:extLst>
                <a:ext uri="{FF2B5EF4-FFF2-40B4-BE49-F238E27FC236}">
                  <a16:creationId xmlns:a16="http://schemas.microsoft.com/office/drawing/2014/main" id="{1B6374C1-691D-3E07-5575-3406CD5B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264" name="TextBox 177">
              <a:extLst>
                <a:ext uri="{FF2B5EF4-FFF2-40B4-BE49-F238E27FC236}">
                  <a16:creationId xmlns:a16="http://schemas.microsoft.com/office/drawing/2014/main" id="{7AA22FFD-C2D0-4206-5714-82E245589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sp>
        <p:nvSpPr>
          <p:cNvPr id="87102" name="TextBox 4">
            <a:extLst>
              <a:ext uri="{FF2B5EF4-FFF2-40B4-BE49-F238E27FC236}">
                <a16:creationId xmlns:a16="http://schemas.microsoft.com/office/drawing/2014/main" id="{A0D47C68-DB6B-88F8-FEA6-31AAD3E33380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7103" name="TextBox 179">
            <a:extLst>
              <a:ext uri="{FF2B5EF4-FFF2-40B4-BE49-F238E27FC236}">
                <a16:creationId xmlns:a16="http://schemas.microsoft.com/office/drawing/2014/main" id="{894C0DD7-7D87-9BC7-C27A-C4B722860B77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7104" name="TextBox 180">
            <a:extLst>
              <a:ext uri="{FF2B5EF4-FFF2-40B4-BE49-F238E27FC236}">
                <a16:creationId xmlns:a16="http://schemas.microsoft.com/office/drawing/2014/main" id="{A7C22841-EF04-245B-9125-7D92790F1CD3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7105" name="TextBox 181">
            <a:extLst>
              <a:ext uri="{FF2B5EF4-FFF2-40B4-BE49-F238E27FC236}">
                <a16:creationId xmlns:a16="http://schemas.microsoft.com/office/drawing/2014/main" id="{1DB0AAC9-2B7D-2447-02CC-404F8BA51951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7106" name="TextBox 182">
            <a:extLst>
              <a:ext uri="{FF2B5EF4-FFF2-40B4-BE49-F238E27FC236}">
                <a16:creationId xmlns:a16="http://schemas.microsoft.com/office/drawing/2014/main" id="{DC3F24CE-6C58-1462-89B7-943BE19F321E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87107" name="TextBox 183">
            <a:extLst>
              <a:ext uri="{FF2B5EF4-FFF2-40B4-BE49-F238E27FC236}">
                <a16:creationId xmlns:a16="http://schemas.microsoft.com/office/drawing/2014/main" id="{6212212F-FC85-7950-961C-52743AE30ADD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Arial" panose="020B0604020202020204" pitchFamily="34" charset="0"/>
              </a:rPr>
              <a:t>…</a:t>
            </a:r>
          </a:p>
        </p:txBody>
      </p:sp>
      <p:cxnSp>
        <p:nvCxnSpPr>
          <p:cNvPr id="87108" name="Straight Connector 12">
            <a:extLst>
              <a:ext uri="{FF2B5EF4-FFF2-40B4-BE49-F238E27FC236}">
                <a16:creationId xmlns:a16="http://schemas.microsoft.com/office/drawing/2014/main" id="{991B42AA-AADF-5EE1-B2D8-BE7495C49EF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09" name="Straight Connector 502">
            <a:extLst>
              <a:ext uri="{FF2B5EF4-FFF2-40B4-BE49-F238E27FC236}">
                <a16:creationId xmlns:a16="http://schemas.microsoft.com/office/drawing/2014/main" id="{BFED610D-B1D3-0527-32BC-EFDB849E05C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0" name="Straight Connector 503">
            <a:extLst>
              <a:ext uri="{FF2B5EF4-FFF2-40B4-BE49-F238E27FC236}">
                <a16:creationId xmlns:a16="http://schemas.microsoft.com/office/drawing/2014/main" id="{E7FAE992-6D1A-ADC9-0BB0-4F8A89EAA7E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1" name="Straight Connector 504">
            <a:extLst>
              <a:ext uri="{FF2B5EF4-FFF2-40B4-BE49-F238E27FC236}">
                <a16:creationId xmlns:a16="http://schemas.microsoft.com/office/drawing/2014/main" id="{A805B744-BFA1-A2D1-F7A0-4431F5E5210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2" name="Straight Connector 505">
            <a:extLst>
              <a:ext uri="{FF2B5EF4-FFF2-40B4-BE49-F238E27FC236}">
                <a16:creationId xmlns:a16="http://schemas.microsoft.com/office/drawing/2014/main" id="{92D777A4-9981-4FE1-2F4A-98AC4C8687A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3" name="Straight Connector 507">
            <a:extLst>
              <a:ext uri="{FF2B5EF4-FFF2-40B4-BE49-F238E27FC236}">
                <a16:creationId xmlns:a16="http://schemas.microsoft.com/office/drawing/2014/main" id="{AF3A8C5D-E1ED-DA3F-14C0-34AC3E87FB6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4" name="Straight Connector 510">
            <a:extLst>
              <a:ext uri="{FF2B5EF4-FFF2-40B4-BE49-F238E27FC236}">
                <a16:creationId xmlns:a16="http://schemas.microsoft.com/office/drawing/2014/main" id="{44E79A2D-6680-CA8A-741C-E45836FC974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5" name="Straight Connector 512">
            <a:extLst>
              <a:ext uri="{FF2B5EF4-FFF2-40B4-BE49-F238E27FC236}">
                <a16:creationId xmlns:a16="http://schemas.microsoft.com/office/drawing/2014/main" id="{A3EAD55B-CEE3-74A2-0B76-6D5A67A303F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6" name="Straight Connector 513">
            <a:extLst>
              <a:ext uri="{FF2B5EF4-FFF2-40B4-BE49-F238E27FC236}">
                <a16:creationId xmlns:a16="http://schemas.microsoft.com/office/drawing/2014/main" id="{403EC9D4-8AA0-776B-AF4E-55EA92B98D41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17" name="Footer Placeholder 2">
            <a:extLst>
              <a:ext uri="{FF2B5EF4-FFF2-40B4-BE49-F238E27FC236}">
                <a16:creationId xmlns:a16="http://schemas.microsoft.com/office/drawing/2014/main" id="{9C4DE605-CC11-B50D-1FD0-8E823D8621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7118" name="Slide Number Placeholder 3">
            <a:extLst>
              <a:ext uri="{FF2B5EF4-FFF2-40B4-BE49-F238E27FC236}">
                <a16:creationId xmlns:a16="http://schemas.microsoft.com/office/drawing/2014/main" id="{3FDE3631-5A07-F222-FCAE-2DF06DCFC6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D9B79B82-2147-0E4F-9728-868CD9CD0D0D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87119" name="Group 347">
            <a:extLst>
              <a:ext uri="{FF2B5EF4-FFF2-40B4-BE49-F238E27FC236}">
                <a16:creationId xmlns:a16="http://schemas.microsoft.com/office/drawing/2014/main" id="{7A2FBAA1-F49E-FD2A-81C7-62012D2BD588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29B96B3-ED34-C549-86C9-F69DE15E39C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7948C627-6C53-C141-9011-47F5523A8E35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662ECC39-DE49-F646-A18C-E0A0BE73BD3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7AB2E041-E4A3-EC49-9762-78ECF808B7B0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9F503C13-073E-CE4F-A1CB-93C3A26B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71E6FDB1-925E-F14C-B0F0-62C62F10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2F6BAFEB-3F3E-1D45-9C23-01A8AC8E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0FD20660-A929-8E4B-B481-E7912F9B4A01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9EC7E5EC-9421-0E46-86F4-EAF8B2A2DC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0" name="Group 347">
            <a:extLst>
              <a:ext uri="{FF2B5EF4-FFF2-40B4-BE49-F238E27FC236}">
                <a16:creationId xmlns:a16="http://schemas.microsoft.com/office/drawing/2014/main" id="{D5708FC9-8FDC-F570-2880-43A496BA4A4B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071D6039-6256-BC43-B0BB-729C347B2C9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4D748877-F172-7548-9838-1EC06B91C609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2CA7BC0E-B82B-2842-8682-3F2E984AF82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D5AF4D54-90CC-8F47-BF6C-517307BA0F8F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233497D2-C2BF-E54C-BA81-AAFC0FCD4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983093A6-45F8-AA44-97CD-E4ACC996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55318D99-994C-7E4B-8243-13F2A8FD1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153F7EC4-DED2-D047-8DC5-C95EDA5296FF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10273773-38D2-FB4F-BDEF-E9E8713B15B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1" name="Group 347">
            <a:extLst>
              <a:ext uri="{FF2B5EF4-FFF2-40B4-BE49-F238E27FC236}">
                <a16:creationId xmlns:a16="http://schemas.microsoft.com/office/drawing/2014/main" id="{3A1A5FF1-5A9E-F4B5-39BD-98E06700CCB0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EBB040A2-570F-504A-AC06-4A9FFBEEE55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15516892-F97C-B348-88F3-B9DAC53B5FE0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BCE199B6-119F-2E4C-BBB7-507D307BD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C94603DB-16A3-2248-9694-36B194911CAA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12C555EE-8167-6E4D-9A4E-3EAAD0E5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579FA77C-B8EE-0741-975E-EF6C96F6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94B34818-A23F-B049-919B-9276EFE9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71924A44-BB9A-E443-AD90-0127E12A1573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C4BBB47C-F4E9-BB4A-BC57-3700EBDDDD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22" name="Straight Connector 508">
            <a:extLst>
              <a:ext uri="{FF2B5EF4-FFF2-40B4-BE49-F238E27FC236}">
                <a16:creationId xmlns:a16="http://schemas.microsoft.com/office/drawing/2014/main" id="{FE7A436A-5904-A7B2-B48E-0FE81528BBDA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23" name="Group 347">
            <a:extLst>
              <a:ext uri="{FF2B5EF4-FFF2-40B4-BE49-F238E27FC236}">
                <a16:creationId xmlns:a16="http://schemas.microsoft.com/office/drawing/2014/main" id="{E9AD7EC0-DDAE-2F88-4ED3-C529ED92FB5F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5233F434-7020-E043-A6FB-80ECA845CF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CB95533A-8DD1-164E-9959-503EECABB6C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6028759D-34CC-4D44-A0B2-03BEB27CDF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C2A9DE38-7D60-684C-9A3E-EAA3655B1760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62583A4D-41D0-6F45-ACD1-2C90320C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605B05B7-B197-6E48-8223-C7FAAFCF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2F1C1087-E51B-A149-9BB1-7832737A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5A2FA9C8-4B7E-7349-88FD-53B0D47DE6C5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7203765C-298E-414E-91D0-E9662A9C27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4" name="Group 347">
            <a:extLst>
              <a:ext uri="{FF2B5EF4-FFF2-40B4-BE49-F238E27FC236}">
                <a16:creationId xmlns:a16="http://schemas.microsoft.com/office/drawing/2014/main" id="{F636F521-3A97-89E3-86E8-01318A18E370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7713C137-F37E-5740-BB2A-394B3E19B96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6118A604-2A14-3B47-A0BF-75BB20424574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D7A5FFF6-7133-A847-92D5-85E84EDCE48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AF0845C2-C39D-D746-8932-7DED4925EB75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4B8DCF7F-E935-EF43-925A-0924B712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DFC72422-F56C-9F42-A2C8-DDCF98DC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DF09DF4F-5B5D-3749-9AC0-692DDC33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6AE64113-9B89-614B-B338-CE9E80DBAEC9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4F77D33D-9262-4041-B9FE-844BDFAF5DB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5" name="Group 439">
            <a:extLst>
              <a:ext uri="{FF2B5EF4-FFF2-40B4-BE49-F238E27FC236}">
                <a16:creationId xmlns:a16="http://schemas.microsoft.com/office/drawing/2014/main" id="{C3708B68-C657-7092-3ED4-769AEBEB82A4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263B039E-194B-A84F-9728-5AE70FD0922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C5796C4B-8AF1-3745-9807-F521D676D836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D4EB4CF7-D771-F94F-9755-4859FFBBD57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2662C249-4EC3-314E-90C4-44970A6F1653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3B5A1AA6-A47F-2349-BC39-64E4895D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89915308-24FF-2F44-9773-B4FAA620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C1C15CF9-FE2C-0443-8AE1-4192FFA9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773BB3C-0130-2F4B-9FAB-862A13D770FC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E35CE30F-6618-0F48-B129-9712E625E2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6" name="Group 347">
            <a:extLst>
              <a:ext uri="{FF2B5EF4-FFF2-40B4-BE49-F238E27FC236}">
                <a16:creationId xmlns:a16="http://schemas.microsoft.com/office/drawing/2014/main" id="{2C7ED7EE-2064-5D54-C4E6-2C432548C364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C061E4DB-3A02-4047-9B67-31EE7B48193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167E63B7-C555-5B46-A4D6-09AE62E88E18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A42A5818-CA64-3A41-A0F9-D84F0FC3BFA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4EA2AD3E-4420-5945-ADA9-28C08485D266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F595F569-ED5D-0044-BC92-24503D30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D81D404D-293E-604B-866C-9A8BB5AE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C8F56220-6621-F542-A6AE-8DB6F3C5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C3C55A0D-18E1-BB48-B7F6-AB233DF920F5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6E3F9D0-40FE-904F-B774-3B38352BC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7" name="Group 347">
            <a:extLst>
              <a:ext uri="{FF2B5EF4-FFF2-40B4-BE49-F238E27FC236}">
                <a16:creationId xmlns:a16="http://schemas.microsoft.com/office/drawing/2014/main" id="{0C4546D5-5BC3-A4A2-4199-4E6E63C1A50D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9A722681-3C39-B940-966D-CF3D1DA1CB9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63F92134-BB82-274E-B14F-34783DFFA0C9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D4BDFA78-0A1E-F24D-87A9-58E4B61B89B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AA6B1CB1-201D-C846-BD0C-3F7538D8475B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4C708D1-A204-AD41-8F5C-72FFF234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98F3B255-7BAC-AF45-92B2-D6A2462C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5E3CF59D-9CD1-8346-A3B6-B7447CF7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F1A571CD-08AC-A142-9B3E-B777CAE622F7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8B2583D8-72B5-164C-8E04-FCCF5EB8A25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8" name="Group 347">
            <a:extLst>
              <a:ext uri="{FF2B5EF4-FFF2-40B4-BE49-F238E27FC236}">
                <a16:creationId xmlns:a16="http://schemas.microsoft.com/office/drawing/2014/main" id="{43279CF9-5023-4E6B-E23D-E4A6277E3825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8526535C-6D54-B04B-A7B1-17C4C8423BE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A72D8CFC-7648-7041-8C65-2CDC847CC5E1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FAF83D15-EAD8-7E47-93A1-1663B393EB8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4C496B80-1A51-6D4E-B4C3-34030630766D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EE897836-0504-8947-B8B7-437D92538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AE01A4D9-F718-8948-A426-3084F7DC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2BC686CB-F829-A141-AC12-D983139E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369FFEE4-C9D3-DB4A-A346-2505EDE89C8B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4951767-A604-BF4F-828E-1D9AAEF43C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9" name="Group 531">
            <a:extLst>
              <a:ext uri="{FF2B5EF4-FFF2-40B4-BE49-F238E27FC236}">
                <a16:creationId xmlns:a16="http://schemas.microsoft.com/office/drawing/2014/main" id="{C00F2829-EE13-68E9-AB71-2C2B38C75524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A21EF38E-7DC1-3748-B96A-77C0AB292C1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5528437-C23B-C341-9517-B1E6964CF61C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C9132DF2-C916-A142-BA5C-AE25CD82AD4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F088E97F-EA63-E344-B5D9-CDC9518D0180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4D45F0C2-5954-8045-828C-F9DA1E4B3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5D9DA733-A33B-8442-AC4B-823708A8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5A8CB7C6-70A8-014E-8D43-2C2A32BA7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zh-CN" alt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C215A4DC-8DFF-EA48-9355-7AED8AF4392E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65C67A0D-31B5-6C46-8A7D-0E36760402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30" name="Straight Connector 506">
            <a:extLst>
              <a:ext uri="{FF2B5EF4-FFF2-40B4-BE49-F238E27FC236}">
                <a16:creationId xmlns:a16="http://schemas.microsoft.com/office/drawing/2014/main" id="{40A70270-404F-B6DC-21B0-1E0E48C6B22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31" name="Group 166">
            <a:extLst>
              <a:ext uri="{FF2B5EF4-FFF2-40B4-BE49-F238E27FC236}">
                <a16:creationId xmlns:a16="http://schemas.microsoft.com/office/drawing/2014/main" id="{7E781201-A25D-A658-7907-AC57C9C38DC2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7171" name="Freeform 84">
              <a:extLst>
                <a:ext uri="{FF2B5EF4-FFF2-40B4-BE49-F238E27FC236}">
                  <a16:creationId xmlns:a16="http://schemas.microsoft.com/office/drawing/2014/main" id="{5315124A-3699-48A7-65E3-C972B3C5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72" name="TextBox 168">
              <a:extLst>
                <a:ext uri="{FF2B5EF4-FFF2-40B4-BE49-F238E27FC236}">
                  <a16:creationId xmlns:a16="http://schemas.microsoft.com/office/drawing/2014/main" id="{E58075E5-5698-799C-A145-D89C7C1BD0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132" name="Group 20">
            <a:extLst>
              <a:ext uri="{FF2B5EF4-FFF2-40B4-BE49-F238E27FC236}">
                <a16:creationId xmlns:a16="http://schemas.microsoft.com/office/drawing/2014/main" id="{6452A688-BC9F-AEB6-5FA3-DDB0CE17783D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7166" name="Group 16">
              <a:extLst>
                <a:ext uri="{FF2B5EF4-FFF2-40B4-BE49-F238E27FC236}">
                  <a16:creationId xmlns:a16="http://schemas.microsoft.com/office/drawing/2014/main" id="{EFC6F16D-94A8-20DF-B69A-06A1AED243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7169" name="Oval 14">
                <a:extLst>
                  <a:ext uri="{FF2B5EF4-FFF2-40B4-BE49-F238E27FC236}">
                    <a16:creationId xmlns:a16="http://schemas.microsoft.com/office/drawing/2014/main" id="{B3863568-EAF8-FA31-5527-025F0A9D4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7170" name="TextBox 15">
                <a:extLst>
                  <a:ext uri="{FF2B5EF4-FFF2-40B4-BE49-F238E27FC236}">
                    <a16:creationId xmlns:a16="http://schemas.microsoft.com/office/drawing/2014/main" id="{9F84B5BE-AF10-8CF1-4D8C-83145A7C44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7167" name="Straight Connector 18">
              <a:extLst>
                <a:ext uri="{FF2B5EF4-FFF2-40B4-BE49-F238E27FC236}">
                  <a16:creationId xmlns:a16="http://schemas.microsoft.com/office/drawing/2014/main" id="{214C9BB0-7792-BD2E-A8B2-A06C0083A9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8" name="Straight Connector 516">
              <a:extLst>
                <a:ext uri="{FF2B5EF4-FFF2-40B4-BE49-F238E27FC236}">
                  <a16:creationId xmlns:a16="http://schemas.microsoft.com/office/drawing/2014/main" id="{D1BE3937-B3F6-381F-945B-315A199C9E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3" name="Group 39939">
            <a:extLst>
              <a:ext uri="{FF2B5EF4-FFF2-40B4-BE49-F238E27FC236}">
                <a16:creationId xmlns:a16="http://schemas.microsoft.com/office/drawing/2014/main" id="{A5029503-6B65-0040-0808-CDE6A4C1AD58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7163" name="Straight Connector 7">
              <a:extLst>
                <a:ext uri="{FF2B5EF4-FFF2-40B4-BE49-F238E27FC236}">
                  <a16:creationId xmlns:a16="http://schemas.microsoft.com/office/drawing/2014/main" id="{C90E36AD-305B-F48F-39B8-D8FA50F2EAF0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4" name="Straight Connector 415">
              <a:extLst>
                <a:ext uri="{FF2B5EF4-FFF2-40B4-BE49-F238E27FC236}">
                  <a16:creationId xmlns:a16="http://schemas.microsoft.com/office/drawing/2014/main" id="{C0FE2E6D-2CDE-688F-0CBD-6C0C845B3082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5" name="Straight Connector 523">
              <a:extLst>
                <a:ext uri="{FF2B5EF4-FFF2-40B4-BE49-F238E27FC236}">
                  <a16:creationId xmlns:a16="http://schemas.microsoft.com/office/drawing/2014/main" id="{BD17BD7E-B41B-37CD-B900-FEE98B1D85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4" name="Group 39937">
            <a:extLst>
              <a:ext uri="{FF2B5EF4-FFF2-40B4-BE49-F238E27FC236}">
                <a16:creationId xmlns:a16="http://schemas.microsoft.com/office/drawing/2014/main" id="{CF5396F1-ECA2-9731-D46B-888D0D9D3172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7157" name="Straight Connector 515">
              <a:extLst>
                <a:ext uri="{FF2B5EF4-FFF2-40B4-BE49-F238E27FC236}">
                  <a16:creationId xmlns:a16="http://schemas.microsoft.com/office/drawing/2014/main" id="{EA260FE5-F055-B4CB-1261-038A915F94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7158" name="Group 518">
              <a:extLst>
                <a:ext uri="{FF2B5EF4-FFF2-40B4-BE49-F238E27FC236}">
                  <a16:creationId xmlns:a16="http://schemas.microsoft.com/office/drawing/2014/main" id="{DB1070B4-AFD1-D3AD-535F-4D1233078C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7161" name="Oval 521">
                <a:extLst>
                  <a:ext uri="{FF2B5EF4-FFF2-40B4-BE49-F238E27FC236}">
                    <a16:creationId xmlns:a16="http://schemas.microsoft.com/office/drawing/2014/main" id="{05C8706A-776A-6BB1-ED24-E03BFBD32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7162" name="TextBox 522">
                <a:extLst>
                  <a:ext uri="{FF2B5EF4-FFF2-40B4-BE49-F238E27FC236}">
                    <a16:creationId xmlns:a16="http://schemas.microsoft.com/office/drawing/2014/main" id="{B758F48B-E937-5260-ECC1-EC4A0234A6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7159" name="Straight Connector 519">
              <a:extLst>
                <a:ext uri="{FF2B5EF4-FFF2-40B4-BE49-F238E27FC236}">
                  <a16:creationId xmlns:a16="http://schemas.microsoft.com/office/drawing/2014/main" id="{5DB2395F-F714-454A-48DE-60237DDBD9AA}"/>
                </a:ext>
              </a:extLst>
            </p:cNvPr>
            <p:cNvCxnSpPr>
              <a:cxnSpLocks noChangeShapeType="1"/>
              <a:stCxn id="8716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0" name="Straight Connector 520">
              <a:extLst>
                <a:ext uri="{FF2B5EF4-FFF2-40B4-BE49-F238E27FC236}">
                  <a16:creationId xmlns:a16="http://schemas.microsoft.com/office/drawing/2014/main" id="{44275131-9CAB-AC28-7FBE-6DCBDDF168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35" name="Straight Connector 500">
            <a:extLst>
              <a:ext uri="{FF2B5EF4-FFF2-40B4-BE49-F238E27FC236}">
                <a16:creationId xmlns:a16="http://schemas.microsoft.com/office/drawing/2014/main" id="{059A3283-D3C7-9C64-572C-DC1ED3E9604E}"/>
              </a:ext>
            </a:extLst>
          </p:cNvPr>
          <p:cNvCxnSpPr>
            <a:cxnSpLocks noChangeShapeType="1"/>
            <a:endCxn id="87138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6" name="Straight Connector 501">
            <a:extLst>
              <a:ext uri="{FF2B5EF4-FFF2-40B4-BE49-F238E27FC236}">
                <a16:creationId xmlns:a16="http://schemas.microsoft.com/office/drawing/2014/main" id="{4B8A390D-FFCD-1293-71E7-EFF323D0EC54}"/>
              </a:ext>
            </a:extLst>
          </p:cNvPr>
          <p:cNvCxnSpPr>
            <a:cxnSpLocks noChangeShapeType="1"/>
            <a:endCxn id="87138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7" name="Straight Connector 514">
            <a:extLst>
              <a:ext uri="{FF2B5EF4-FFF2-40B4-BE49-F238E27FC236}">
                <a16:creationId xmlns:a16="http://schemas.microsoft.com/office/drawing/2014/main" id="{2011E58E-E765-9EFF-C178-169772B50D2E}"/>
              </a:ext>
            </a:extLst>
          </p:cNvPr>
          <p:cNvCxnSpPr>
            <a:cxnSpLocks noChangeShapeType="1"/>
            <a:endCxn id="87138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38" name="Oval 517">
            <a:extLst>
              <a:ext uri="{FF2B5EF4-FFF2-40B4-BE49-F238E27FC236}">
                <a16:creationId xmlns:a16="http://schemas.microsoft.com/office/drawing/2014/main" id="{F0FB2BDB-BCE6-2064-1809-80B456E4243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cxnSp>
        <p:nvCxnSpPr>
          <p:cNvPr id="87139" name="Straight Connector 39941">
            <a:extLst>
              <a:ext uri="{FF2B5EF4-FFF2-40B4-BE49-F238E27FC236}">
                <a16:creationId xmlns:a16="http://schemas.microsoft.com/office/drawing/2014/main" id="{D46111B9-0742-8824-0CDA-9BDF846680BA}"/>
              </a:ext>
            </a:extLst>
          </p:cNvPr>
          <p:cNvCxnSpPr>
            <a:cxnSpLocks noChangeShapeType="1"/>
            <a:stCxn id="87138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0" name="Straight Connector 524">
            <a:extLst>
              <a:ext uri="{FF2B5EF4-FFF2-40B4-BE49-F238E27FC236}">
                <a16:creationId xmlns:a16="http://schemas.microsoft.com/office/drawing/2014/main" id="{E02FE678-5179-4389-E1A6-AF1FD012BD6E}"/>
              </a:ext>
            </a:extLst>
          </p:cNvPr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41" name="Group 144">
            <a:extLst>
              <a:ext uri="{FF2B5EF4-FFF2-40B4-BE49-F238E27FC236}">
                <a16:creationId xmlns:a16="http://schemas.microsoft.com/office/drawing/2014/main" id="{BECD0ED8-1CF7-99B4-AD53-87E530383BE2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7155" name="Freeform 84">
              <a:extLst>
                <a:ext uri="{FF2B5EF4-FFF2-40B4-BE49-F238E27FC236}">
                  <a16:creationId xmlns:a16="http://schemas.microsoft.com/office/drawing/2014/main" id="{EB822A79-D7F1-3597-F243-057FC5908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6" name="TextBox 146">
              <a:extLst>
                <a:ext uri="{FF2B5EF4-FFF2-40B4-BE49-F238E27FC236}">
                  <a16:creationId xmlns:a16="http://schemas.microsoft.com/office/drawing/2014/main" id="{7A481E45-5E10-C08A-878B-D6E41AF81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142" name="Group 131">
            <a:extLst>
              <a:ext uri="{FF2B5EF4-FFF2-40B4-BE49-F238E27FC236}">
                <a16:creationId xmlns:a16="http://schemas.microsoft.com/office/drawing/2014/main" id="{CCA45FC5-DF8C-CFFE-E7FE-832136BCBD49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7153" name="Freeform 84">
              <a:extLst>
                <a:ext uri="{FF2B5EF4-FFF2-40B4-BE49-F238E27FC236}">
                  <a16:creationId xmlns:a16="http://schemas.microsoft.com/office/drawing/2014/main" id="{097FA5FA-5E1B-C568-D862-4736B9A7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4" name="TextBox 133">
              <a:extLst>
                <a:ext uri="{FF2B5EF4-FFF2-40B4-BE49-F238E27FC236}">
                  <a16:creationId xmlns:a16="http://schemas.microsoft.com/office/drawing/2014/main" id="{CFE10086-4ECB-6790-AD99-942E7E741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grpSp>
        <p:nvGrpSpPr>
          <p:cNvPr id="87143" name="Group 153">
            <a:extLst>
              <a:ext uri="{FF2B5EF4-FFF2-40B4-BE49-F238E27FC236}">
                <a16:creationId xmlns:a16="http://schemas.microsoft.com/office/drawing/2014/main" id="{3FE69409-5CFF-C140-D315-6FD5CF30E05B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7151" name="Freeform 84">
              <a:extLst>
                <a:ext uri="{FF2B5EF4-FFF2-40B4-BE49-F238E27FC236}">
                  <a16:creationId xmlns:a16="http://schemas.microsoft.com/office/drawing/2014/main" id="{98D66DD5-7A05-2B5E-5FCF-A6A1935E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2" name="TextBox 155">
              <a:extLst>
                <a:ext uri="{FF2B5EF4-FFF2-40B4-BE49-F238E27FC236}">
                  <a16:creationId xmlns:a16="http://schemas.microsoft.com/office/drawing/2014/main" id="{1B060603-1C09-6600-161F-5722A43E5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access</a:t>
              </a:r>
            </a:p>
            <a:p>
              <a:pPr algn="ctr">
                <a:lnSpc>
                  <a:spcPts val="1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>
                  <a:latin typeface="Arial" panose="020B0604020202020204" pitchFamily="34" charset="0"/>
                </a:rPr>
                <a:t>net</a:t>
              </a:r>
            </a:p>
          </p:txBody>
        </p:sp>
      </p:grpSp>
      <p:cxnSp>
        <p:nvCxnSpPr>
          <p:cNvPr id="87144" name="Straight Connector 509">
            <a:extLst>
              <a:ext uri="{FF2B5EF4-FFF2-40B4-BE49-F238E27FC236}">
                <a16:creationId xmlns:a16="http://schemas.microsoft.com/office/drawing/2014/main" id="{748E1166-1B7C-1CD7-EC0A-49F7FFD5E322}"/>
              </a:ext>
            </a:extLst>
          </p:cNvPr>
          <p:cNvCxnSpPr>
            <a:cxnSpLocks noChangeShapeType="1"/>
            <a:endCxn id="87146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5" name="Straight Connector 511">
            <a:extLst>
              <a:ext uri="{FF2B5EF4-FFF2-40B4-BE49-F238E27FC236}">
                <a16:creationId xmlns:a16="http://schemas.microsoft.com/office/drawing/2014/main" id="{BA3488B8-1271-7086-DA20-D52CEDF2364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46" name="Oval 6">
            <a:extLst>
              <a:ext uri="{FF2B5EF4-FFF2-40B4-BE49-F238E27FC236}">
                <a16:creationId xmlns:a16="http://schemas.microsoft.com/office/drawing/2014/main" id="{F4AA92E7-C62C-4AAB-16A7-6472BDED04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87147" name="TextBox 9">
            <a:extLst>
              <a:ext uri="{FF2B5EF4-FFF2-40B4-BE49-F238E27FC236}">
                <a16:creationId xmlns:a16="http://schemas.microsoft.com/office/drawing/2014/main" id="{2DDF4B64-6418-D402-5B39-8DB085D27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i="1">
                <a:latin typeface="Arial" panose="020B0604020202020204" pitchFamily="34" charset="0"/>
              </a:rPr>
              <a:t>regional net</a:t>
            </a:r>
          </a:p>
        </p:txBody>
      </p:sp>
      <p:sp>
        <p:nvSpPr>
          <p:cNvPr id="87148" name="Oval 11">
            <a:extLst>
              <a:ext uri="{FF2B5EF4-FFF2-40B4-BE49-F238E27FC236}">
                <a16:creationId xmlns:a16="http://schemas.microsoft.com/office/drawing/2014/main" id="{9F4D81E6-DDB5-BE93-C416-55CA36D2A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0" y="3429000"/>
            <a:ext cx="6096000" cy="67310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zh-CN" sz="2400">
              <a:latin typeface="Arial" panose="020B0604020202020204" pitchFamily="34" charset="0"/>
            </a:endParaRPr>
          </a:p>
        </p:txBody>
      </p:sp>
      <p:sp>
        <p:nvSpPr>
          <p:cNvPr id="87149" name="TextBox 13">
            <a:extLst>
              <a:ext uri="{FF2B5EF4-FFF2-40B4-BE49-F238E27FC236}">
                <a16:creationId xmlns:a16="http://schemas.microsoft.com/office/drawing/2014/main" id="{0F3EB384-B65C-6689-DFD6-8C9F95EF7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3088" y="3541713"/>
            <a:ext cx="362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i="1">
                <a:solidFill>
                  <a:schemeClr val="bg1"/>
                </a:solidFill>
                <a:latin typeface="Arial" panose="020B0604020202020204" pitchFamily="34" charset="0"/>
              </a:rPr>
              <a:t>Content provider network</a:t>
            </a:r>
          </a:p>
        </p:txBody>
      </p:sp>
      <p:sp>
        <p:nvSpPr>
          <p:cNvPr id="87150" name="Rectangle 3">
            <a:extLst>
              <a:ext uri="{FF2B5EF4-FFF2-40B4-BE49-F238E27FC236}">
                <a16:creationId xmlns:a16="http://schemas.microsoft.com/office/drawing/2014/main" id="{0CE621E3-4C97-A659-385A-C821343EB7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" y="101123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zh-CN" sz="2400"/>
              <a:t>… and content provider networks  (e.g., Google, Microsoft,   Akamai) may run their own network, to bring services, content close to end users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Footer Placeholder 2">
            <a:extLst>
              <a:ext uri="{FF2B5EF4-FFF2-40B4-BE49-F238E27FC236}">
                <a16:creationId xmlns:a16="http://schemas.microsoft.com/office/drawing/2014/main" id="{7356DDA9-4AEC-707F-098F-5CBC15B3FA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9090" name="Rectangle 2">
            <a:extLst>
              <a:ext uri="{FF2B5EF4-FFF2-40B4-BE49-F238E27FC236}">
                <a16:creationId xmlns:a16="http://schemas.microsoft.com/office/drawing/2014/main" id="{8306BEDE-37A9-D850-730C-FB5AA391AF2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89091" name="Rectangle 3">
            <a:extLst>
              <a:ext uri="{FF2B5EF4-FFF2-40B4-BE49-F238E27FC236}">
                <a16:creationId xmlns:a16="http://schemas.microsoft.com/office/drawing/2014/main" id="{A3E2F13C-A89A-8E2D-992F-AB74DD0DB3B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31775" y="5164138"/>
            <a:ext cx="8440738" cy="1827212"/>
          </a:xfrm>
        </p:spPr>
        <p:txBody>
          <a:bodyPr/>
          <a:lstStyle/>
          <a:p>
            <a:pPr indent="-288925" eaLnBrk="1" hangingPunct="1"/>
            <a:r>
              <a:rPr lang="en-US" altLang="zh-CN" sz="2400">
                <a:ea typeface="ＭＳ Ｐゴシック" panose="020B0600070205080204" pitchFamily="34" charset="-128"/>
              </a:rPr>
              <a:t>at center: small # of well-connected large networks</a:t>
            </a:r>
          </a:p>
          <a:p>
            <a:pPr marL="682625" lvl="1" indent="-225425" eaLnBrk="1" hangingPunct="1"/>
            <a:r>
              <a:rPr lang="ja-JP" altLang="en-US" sz="2000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sz="2000">
                <a:solidFill>
                  <a:srgbClr val="CC0000"/>
                </a:solidFill>
                <a:ea typeface="ＭＳ Ｐゴシック" panose="020B0600070205080204" pitchFamily="34" charset="-128"/>
              </a:rPr>
              <a:t>tier-1</a:t>
            </a:r>
            <a:r>
              <a:rPr lang="ja-JP" altLang="en-US" sz="2000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sz="2000">
                <a:solidFill>
                  <a:srgbClr val="CC0000"/>
                </a:solidFill>
                <a:ea typeface="ＭＳ Ｐゴシック" panose="020B0600070205080204" pitchFamily="34" charset="-128"/>
              </a:rPr>
              <a:t> commercial ISPs</a:t>
            </a:r>
            <a:r>
              <a:rPr lang="en-US" altLang="ja-JP" sz="200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000">
                <a:ea typeface="ＭＳ Ｐゴシック" panose="020B0600070205080204" pitchFamily="34" charset="-128"/>
              </a:rPr>
              <a:t>(e.g., Level 3, Sprint, AT&amp;T, NTT), national &amp; international coverage</a:t>
            </a:r>
          </a:p>
          <a:p>
            <a:pPr marL="682625" lvl="1" indent="-225425" eaLnBrk="1" hangingPunct="1"/>
            <a:r>
              <a:rPr lang="en-US" altLang="zh-CN" sz="2000">
                <a:solidFill>
                  <a:srgbClr val="CC0000"/>
                </a:solidFill>
                <a:ea typeface="宋体" panose="02010600030101010101" pitchFamily="2" charset="-122"/>
              </a:rPr>
              <a:t>content provider network </a:t>
            </a:r>
            <a:r>
              <a:rPr lang="en-US" altLang="zh-CN" sz="2000">
                <a:ea typeface="宋体" panose="02010600030101010101" pitchFamily="2" charset="-122"/>
              </a:rPr>
              <a:t>(e.g., Google): private network that connects it data centers to Internet, often bypassing tier-1, regional ISPs</a:t>
            </a:r>
          </a:p>
          <a:p>
            <a:pPr marL="682625" lvl="1" indent="-225425" eaLnBrk="1" hangingPunct="1">
              <a:buFont typeface="Wingdings" pitchFamily="2" charset="2"/>
              <a:buNone/>
            </a:pPr>
            <a:endParaRPr lang="en-US" altLang="zh-CN" sz="2000">
              <a:ea typeface="宋体" panose="02010600030101010101" pitchFamily="2" charset="-122"/>
            </a:endParaRPr>
          </a:p>
        </p:txBody>
      </p:sp>
      <p:pic>
        <p:nvPicPr>
          <p:cNvPr id="89092" name="Picture 76" descr="underline_base">
            <a:extLst>
              <a:ext uri="{FF2B5EF4-FFF2-40B4-BE49-F238E27FC236}">
                <a16:creationId xmlns:a16="http://schemas.microsoft.com/office/drawing/2014/main" id="{D95791C4-9CA4-DA14-E425-F0D9BA86661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3" name="Slide Number Placeholder 3">
            <a:extLst>
              <a:ext uri="{FF2B5EF4-FFF2-40B4-BE49-F238E27FC236}">
                <a16:creationId xmlns:a16="http://schemas.microsoft.com/office/drawing/2014/main" id="{2D8D16B7-6D02-979C-C1B6-1531C1AB3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BE0D6D36-CA80-A74E-B8CC-07AD1AE34ACE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D7158AA5-39A6-6749-B52B-E4299D1DA537}"/>
              </a:ext>
            </a:extLst>
          </p:cNvPr>
          <p:cNvSpPr/>
          <p:nvPr/>
        </p:nvSpPr>
        <p:spPr bwMode="auto">
          <a:xfrm>
            <a:off x="2189163" y="2486025"/>
            <a:ext cx="649287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6086808F-E1C2-854C-B4FB-D27D11B7147A}"/>
              </a:ext>
            </a:extLst>
          </p:cNvPr>
          <p:cNvSpPr/>
          <p:nvPr/>
        </p:nvSpPr>
        <p:spPr bwMode="auto">
          <a:xfrm>
            <a:off x="5029200" y="24098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A7ABC283-3298-2242-8A98-20DA209D6FC3}"/>
              </a:ext>
            </a:extLst>
          </p:cNvPr>
          <p:cNvCxnSpPr>
            <a:endCxn id="89131" idx="0"/>
          </p:cNvCxnSpPr>
          <p:nvPr/>
        </p:nvCxnSpPr>
        <p:spPr bwMode="auto">
          <a:xfrm rot="5400000">
            <a:off x="449263" y="3055937"/>
            <a:ext cx="2362200" cy="307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BEE74E99-3877-094B-A7A9-799C7259F1A4}"/>
              </a:ext>
            </a:extLst>
          </p:cNvPr>
          <p:cNvCxnSpPr>
            <a:stCxn id="89128" idx="4"/>
          </p:cNvCxnSpPr>
          <p:nvPr/>
        </p:nvCxnSpPr>
        <p:spPr bwMode="auto">
          <a:xfrm rot="5400000">
            <a:off x="3203575" y="4089400"/>
            <a:ext cx="504825" cy="984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B3486CC4-F582-994B-AA4A-51C37CBDF157}"/>
              </a:ext>
            </a:extLst>
          </p:cNvPr>
          <p:cNvCxnSpPr>
            <a:stCxn id="89128" idx="3"/>
          </p:cNvCxnSpPr>
          <p:nvPr/>
        </p:nvCxnSpPr>
        <p:spPr bwMode="auto">
          <a:xfrm rot="5400000">
            <a:off x="2349501" y="3935412"/>
            <a:ext cx="620712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7BB8176E-1C6F-9043-99EC-D71BF4813D82}"/>
              </a:ext>
            </a:extLst>
          </p:cNvPr>
          <p:cNvCxnSpPr/>
          <p:nvPr/>
        </p:nvCxnSpPr>
        <p:spPr bwMode="auto">
          <a:xfrm rot="16200000" flipH="1">
            <a:off x="857250" y="3117850"/>
            <a:ext cx="2438400" cy="2603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694FD842-BD4D-EA4C-8122-2DE7C2DAE404}"/>
              </a:ext>
            </a:extLst>
          </p:cNvPr>
          <p:cNvCxnSpPr>
            <a:stCxn id="79" idx="2"/>
          </p:cNvCxnSpPr>
          <p:nvPr/>
        </p:nvCxnSpPr>
        <p:spPr bwMode="auto">
          <a:xfrm rot="5400000">
            <a:off x="1389857" y="3418681"/>
            <a:ext cx="1600200" cy="6492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55E34541-3B64-9C4F-A958-DC37D019A440}"/>
              </a:ext>
            </a:extLst>
          </p:cNvPr>
          <p:cNvSpPr/>
          <p:nvPr/>
        </p:nvSpPr>
        <p:spPr bwMode="auto">
          <a:xfrm>
            <a:off x="7705725" y="24860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80A6AC6D-DDF1-F645-B121-2C0A6FB5ECA8}"/>
              </a:ext>
            </a:extLst>
          </p:cNvPr>
          <p:cNvCxnSpPr>
            <a:endCxn id="89134" idx="0"/>
          </p:cNvCxnSpPr>
          <p:nvPr/>
        </p:nvCxnSpPr>
        <p:spPr bwMode="auto">
          <a:xfrm>
            <a:off x="3973513" y="3857625"/>
            <a:ext cx="422275" cy="533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305DECA3-C076-C941-B85E-36B0294E126E}"/>
              </a:ext>
            </a:extLst>
          </p:cNvPr>
          <p:cNvCxnSpPr>
            <a:stCxn id="89129" idx="2"/>
            <a:endCxn id="89128" idx="6"/>
          </p:cNvCxnSpPr>
          <p:nvPr/>
        </p:nvCxnSpPr>
        <p:spPr bwMode="auto">
          <a:xfrm rot="10800000">
            <a:off x="4497388" y="3490913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0D7BF50F-4246-914E-A511-1F10F9180B56}"/>
              </a:ext>
            </a:extLst>
          </p:cNvPr>
          <p:cNvCxnSpPr/>
          <p:nvPr/>
        </p:nvCxnSpPr>
        <p:spPr bwMode="auto">
          <a:xfrm rot="5400000">
            <a:off x="5187950" y="3946525"/>
            <a:ext cx="620713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E856A100-8189-4B48-B00A-8B2315DC4F06}"/>
              </a:ext>
            </a:extLst>
          </p:cNvPr>
          <p:cNvCxnSpPr/>
          <p:nvPr/>
        </p:nvCxnSpPr>
        <p:spPr bwMode="auto">
          <a:xfrm rot="16200000" flipH="1">
            <a:off x="5932487" y="4089401"/>
            <a:ext cx="544513" cy="8096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1A4CCEC9-64C6-F245-9C17-33582A6B8774}"/>
              </a:ext>
            </a:extLst>
          </p:cNvPr>
          <p:cNvCxnSpPr>
            <a:stCxn id="89129" idx="5"/>
          </p:cNvCxnSpPr>
          <p:nvPr/>
        </p:nvCxnSpPr>
        <p:spPr bwMode="auto">
          <a:xfrm>
            <a:off x="6721475" y="3770313"/>
            <a:ext cx="412750" cy="7143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0A8AE1D5-E4A2-C84B-B7CB-8ED9A3AF6869}"/>
              </a:ext>
            </a:extLst>
          </p:cNvPr>
          <p:cNvCxnSpPr>
            <a:stCxn id="89127" idx="4"/>
            <a:endCxn id="89136" idx="7"/>
          </p:cNvCxnSpPr>
          <p:nvPr/>
        </p:nvCxnSpPr>
        <p:spPr bwMode="auto">
          <a:xfrm>
            <a:off x="6975475" y="2105025"/>
            <a:ext cx="639763" cy="23780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4ACFE82C-BB76-5B41-A945-55E703B90E27}"/>
              </a:ext>
            </a:extLst>
          </p:cNvPr>
          <p:cNvCxnSpPr/>
          <p:nvPr/>
        </p:nvCxnSpPr>
        <p:spPr bwMode="auto">
          <a:xfrm rot="10800000">
            <a:off x="3081338" y="1647825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8FD86302-0F81-034D-B321-2B0C56FAA035}"/>
              </a:ext>
            </a:extLst>
          </p:cNvPr>
          <p:cNvCxnSpPr/>
          <p:nvPr/>
        </p:nvCxnSpPr>
        <p:spPr bwMode="auto">
          <a:xfrm rot="10800000">
            <a:off x="5434013" y="1647825"/>
            <a:ext cx="5302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Arc 97">
            <a:extLst>
              <a:ext uri="{FF2B5EF4-FFF2-40B4-BE49-F238E27FC236}">
                <a16:creationId xmlns:a16="http://schemas.microsoft.com/office/drawing/2014/main" id="{4AC25032-AF76-284A-9CA2-38B883CFAB9F}"/>
              </a:ext>
            </a:extLst>
          </p:cNvPr>
          <p:cNvSpPr/>
          <p:nvPr/>
        </p:nvSpPr>
        <p:spPr bwMode="auto">
          <a:xfrm>
            <a:off x="2189163" y="1038225"/>
            <a:ext cx="4460875" cy="457200"/>
          </a:xfrm>
          <a:prstGeom prst="arc">
            <a:avLst>
              <a:gd name="adj1" fmla="val 10681875"/>
              <a:gd name="adj2" fmla="val 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28897059-AA76-4645-8E69-25A7D79C1556}"/>
              </a:ext>
            </a:extLst>
          </p:cNvPr>
          <p:cNvCxnSpPr/>
          <p:nvPr/>
        </p:nvCxnSpPr>
        <p:spPr bwMode="auto">
          <a:xfrm rot="16200000" flipH="1">
            <a:off x="7357269" y="2056606"/>
            <a:ext cx="533400" cy="3254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CDCFD790-8FF0-4D44-B11B-096426E7028E}"/>
              </a:ext>
            </a:extLst>
          </p:cNvPr>
          <p:cNvCxnSpPr>
            <a:endCxn id="79" idx="0"/>
          </p:cNvCxnSpPr>
          <p:nvPr/>
        </p:nvCxnSpPr>
        <p:spPr bwMode="auto">
          <a:xfrm rot="16200000" flipH="1">
            <a:off x="2163763" y="2135187"/>
            <a:ext cx="457200" cy="2444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70B59326-A58E-854B-9C49-5760E5E0269A}"/>
              </a:ext>
            </a:extLst>
          </p:cNvPr>
          <p:cNvCxnSpPr/>
          <p:nvPr/>
        </p:nvCxnSpPr>
        <p:spPr bwMode="auto">
          <a:xfrm rot="16200000" flipH="1">
            <a:off x="2731294" y="2897981"/>
            <a:ext cx="457200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192B81E9-1EF1-6C40-8C5A-6CA4DEA72BBD}"/>
              </a:ext>
            </a:extLst>
          </p:cNvPr>
          <p:cNvCxnSpPr/>
          <p:nvPr/>
        </p:nvCxnSpPr>
        <p:spPr bwMode="auto">
          <a:xfrm rot="10800000" flipV="1">
            <a:off x="2838450" y="1876425"/>
            <a:ext cx="3163888" cy="7731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056DF66D-D6CB-7D4B-81EB-10BA10E37C24}"/>
              </a:ext>
            </a:extLst>
          </p:cNvPr>
          <p:cNvCxnSpPr/>
          <p:nvPr/>
        </p:nvCxnSpPr>
        <p:spPr bwMode="auto">
          <a:xfrm rot="16200000" flipH="1">
            <a:off x="4897437" y="2078038"/>
            <a:ext cx="504825" cy="406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2F6963DA-53B8-2F48-88BA-D0C82B577FA8}"/>
              </a:ext>
            </a:extLst>
          </p:cNvPr>
          <p:cNvCxnSpPr/>
          <p:nvPr/>
        </p:nvCxnSpPr>
        <p:spPr bwMode="auto">
          <a:xfrm rot="5400000">
            <a:off x="3483769" y="2518569"/>
            <a:ext cx="1143000" cy="1635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D04AD303-E034-5647-9658-AC27C6032CE7}"/>
              </a:ext>
            </a:extLst>
          </p:cNvPr>
          <p:cNvCxnSpPr/>
          <p:nvPr/>
        </p:nvCxnSpPr>
        <p:spPr bwMode="auto">
          <a:xfrm rot="16200000" flipH="1">
            <a:off x="5362576" y="2938462"/>
            <a:ext cx="304800" cy="1619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1DB44E15-4C23-5B45-B2B7-491FAA11D375}"/>
              </a:ext>
            </a:extLst>
          </p:cNvPr>
          <p:cNvCxnSpPr/>
          <p:nvPr/>
        </p:nvCxnSpPr>
        <p:spPr bwMode="auto">
          <a:xfrm rot="10800000" flipV="1">
            <a:off x="4217988" y="2790825"/>
            <a:ext cx="811212" cy="544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77C787EF-1AFA-F644-B54B-228A77F6C789}"/>
              </a:ext>
            </a:extLst>
          </p:cNvPr>
          <p:cNvCxnSpPr>
            <a:stCxn id="89125" idx="5"/>
          </p:cNvCxnSpPr>
          <p:nvPr/>
        </p:nvCxnSpPr>
        <p:spPr bwMode="auto">
          <a:xfrm rot="16200000" flipH="1">
            <a:off x="3234531" y="1535907"/>
            <a:ext cx="1470025" cy="22812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5749F371-FEA5-4B4C-B1C6-0821A4AC3D6C}"/>
              </a:ext>
            </a:extLst>
          </p:cNvPr>
          <p:cNvCxnSpPr>
            <a:stCxn id="89" idx="2"/>
          </p:cNvCxnSpPr>
          <p:nvPr/>
        </p:nvCxnSpPr>
        <p:spPr bwMode="auto">
          <a:xfrm rot="16200000" flipH="1">
            <a:off x="7421562" y="3551238"/>
            <a:ext cx="1458913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BE42A91A-114B-4E4F-9FC7-9811424E350E}"/>
              </a:ext>
            </a:extLst>
          </p:cNvPr>
          <p:cNvCxnSpPr/>
          <p:nvPr/>
        </p:nvCxnSpPr>
        <p:spPr bwMode="auto">
          <a:xfrm rot="5400000">
            <a:off x="6410325" y="3101975"/>
            <a:ext cx="1535113" cy="12176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871DD345-74AA-414B-8F9A-84FDBCCB50EE}"/>
              </a:ext>
            </a:extLst>
          </p:cNvPr>
          <p:cNvCxnSpPr>
            <a:stCxn id="89" idx="1"/>
          </p:cNvCxnSpPr>
          <p:nvPr/>
        </p:nvCxnSpPr>
        <p:spPr bwMode="auto">
          <a:xfrm rot="10800000" flipV="1">
            <a:off x="6407150" y="2714625"/>
            <a:ext cx="1298575" cy="4683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214A3B33-9EF0-104C-8D06-13EFC2381EE7}"/>
              </a:ext>
            </a:extLst>
          </p:cNvPr>
          <p:cNvCxnSpPr>
            <a:endCxn id="80" idx="3"/>
          </p:cNvCxnSpPr>
          <p:nvPr/>
        </p:nvCxnSpPr>
        <p:spPr bwMode="auto">
          <a:xfrm rot="10800000" flipV="1">
            <a:off x="5676900" y="2028825"/>
            <a:ext cx="830263" cy="6096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9188550-AAC0-8245-A956-969BA9C6CDF7}"/>
              </a:ext>
            </a:extLst>
          </p:cNvPr>
          <p:cNvCxnSpPr/>
          <p:nvPr/>
        </p:nvCxnSpPr>
        <p:spPr bwMode="auto">
          <a:xfrm>
            <a:off x="5297488" y="1884363"/>
            <a:ext cx="2433637" cy="6858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125" name="Oval 34">
            <a:extLst>
              <a:ext uri="{FF2B5EF4-FFF2-40B4-BE49-F238E27FC236}">
                <a16:creationId xmlns:a16="http://schemas.microsoft.com/office/drawing/2014/main" id="{33AE1F2F-14F5-6142-D801-2C47720A4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063" y="1266825"/>
            <a:ext cx="1984375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chemeClr val="bg1"/>
                </a:solidFill>
                <a:latin typeface="Arial" panose="020B0604020202020204" pitchFamily="34" charset="0"/>
              </a:rPr>
              <a:t>Tier 1 ISP</a:t>
            </a:r>
            <a:endParaRPr lang="en-US" altLang="zh-CN" sz="2400" dirty="0">
              <a:latin typeface="Arial" panose="020B0604020202020204" pitchFamily="34" charset="0"/>
            </a:endParaRPr>
          </a:p>
        </p:txBody>
      </p:sp>
      <p:sp>
        <p:nvSpPr>
          <p:cNvPr id="89126" name="Oval 34">
            <a:extLst>
              <a:ext uri="{FF2B5EF4-FFF2-40B4-BE49-F238E27FC236}">
                <a16:creationId xmlns:a16="http://schemas.microsoft.com/office/drawing/2014/main" id="{AE924DB1-CBFE-E21A-B290-06ADD0131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738" y="1266825"/>
            <a:ext cx="1982787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chemeClr val="bg1"/>
                </a:solidFill>
                <a:latin typeface="Arial" panose="020B0604020202020204" pitchFamily="34" charset="0"/>
              </a:rPr>
              <a:t>Tier 1 ISP</a:t>
            </a:r>
            <a:endParaRPr lang="en-US" altLang="zh-CN" sz="2400">
              <a:latin typeface="Arial" panose="020B0604020202020204" pitchFamily="34" charset="0"/>
            </a:endParaRPr>
          </a:p>
        </p:txBody>
      </p:sp>
      <p:sp>
        <p:nvSpPr>
          <p:cNvPr id="89127" name="Oval 34">
            <a:extLst>
              <a:ext uri="{FF2B5EF4-FFF2-40B4-BE49-F238E27FC236}">
                <a16:creationId xmlns:a16="http://schemas.microsoft.com/office/drawing/2014/main" id="{0288F7F2-B975-FF59-6F13-0F5ECE555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266825"/>
            <a:ext cx="2108200" cy="838200"/>
          </a:xfrm>
          <a:prstGeom prst="ellipse">
            <a:avLst/>
          </a:prstGeom>
          <a:solidFill>
            <a:srgbClr val="00206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chemeClr val="bg1"/>
                </a:solidFill>
                <a:latin typeface="Arial" panose="020B0604020202020204" pitchFamily="34" charset="0"/>
              </a:rPr>
              <a:t>Google</a:t>
            </a:r>
            <a:endParaRPr lang="en-US" altLang="zh-CN" sz="2400">
              <a:latin typeface="Arial" panose="020B0604020202020204" pitchFamily="34" charset="0"/>
            </a:endParaRPr>
          </a:p>
        </p:txBody>
      </p:sp>
      <p:sp>
        <p:nvSpPr>
          <p:cNvPr id="89128" name="Oval 33">
            <a:extLst>
              <a:ext uri="{FF2B5EF4-FFF2-40B4-BE49-F238E27FC236}">
                <a16:creationId xmlns:a16="http://schemas.microsoft.com/office/drawing/2014/main" id="{713EEB0E-068F-E130-33EA-9DEF0E711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808080"/>
                </a:solidFill>
                <a:latin typeface="Arial" panose="020B0604020202020204" pitchFamily="34" charset="0"/>
              </a:rPr>
              <a:t>Regional ISP</a:t>
            </a:r>
          </a:p>
        </p:txBody>
      </p:sp>
      <p:sp>
        <p:nvSpPr>
          <p:cNvPr id="89129" name="Oval 33">
            <a:extLst>
              <a:ext uri="{FF2B5EF4-FFF2-40B4-BE49-F238E27FC236}">
                <a16:creationId xmlns:a16="http://schemas.microsoft.com/office/drawing/2014/main" id="{15061FC9-6416-9410-428C-8F69D125E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>
                <a:solidFill>
                  <a:srgbClr val="808080"/>
                </a:solidFill>
                <a:latin typeface="Arial" panose="020B0604020202020204" pitchFamily="34" charset="0"/>
              </a:rPr>
              <a:t>Regional ISP</a:t>
            </a:r>
          </a:p>
        </p:txBody>
      </p:sp>
      <p:sp>
        <p:nvSpPr>
          <p:cNvPr id="89130" name="Oval 76">
            <a:extLst>
              <a:ext uri="{FF2B5EF4-FFF2-40B4-BE49-F238E27FC236}">
                <a16:creationId xmlns:a16="http://schemas.microsoft.com/office/drawing/2014/main" id="{950B5FC2-A16A-649A-286C-C4393657B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1" name="Oval 76">
            <a:extLst>
              <a:ext uri="{FF2B5EF4-FFF2-40B4-BE49-F238E27FC236}">
                <a16:creationId xmlns:a16="http://schemas.microsoft.com/office/drawing/2014/main" id="{4883E7A9-CEDE-83ED-DC08-DA508B7ED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410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2" name="Oval 76">
            <a:extLst>
              <a:ext uri="{FF2B5EF4-FFF2-40B4-BE49-F238E27FC236}">
                <a16:creationId xmlns:a16="http://schemas.microsoft.com/office/drawing/2014/main" id="{3227E5F0-DD31-95E0-855C-3AED496A0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3" name="Oval 76">
            <a:extLst>
              <a:ext uri="{FF2B5EF4-FFF2-40B4-BE49-F238E27FC236}">
                <a16:creationId xmlns:a16="http://schemas.microsoft.com/office/drawing/2014/main" id="{E53CE749-9C80-F1AB-8EDD-BC15DE88C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6650" y="4391025"/>
            <a:ext cx="846138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4" name="Oval 76">
            <a:extLst>
              <a:ext uri="{FF2B5EF4-FFF2-40B4-BE49-F238E27FC236}">
                <a16:creationId xmlns:a16="http://schemas.microsoft.com/office/drawing/2014/main" id="{CD6D6AFF-D1D8-EF3D-A7B0-2CB53E96C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3513" y="4391025"/>
            <a:ext cx="846137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5" name="Oval 76">
            <a:extLst>
              <a:ext uri="{FF2B5EF4-FFF2-40B4-BE49-F238E27FC236}">
                <a16:creationId xmlns:a16="http://schemas.microsoft.com/office/drawing/2014/main" id="{5B2CD51C-C13A-A437-EE98-F293CB2B7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6" name="Oval 76">
            <a:extLst>
              <a:ext uri="{FF2B5EF4-FFF2-40B4-BE49-F238E27FC236}">
                <a16:creationId xmlns:a16="http://schemas.microsoft.com/office/drawing/2014/main" id="{8EF2181C-13CF-CA3A-4CB3-28145C56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4513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  <p:sp>
        <p:nvSpPr>
          <p:cNvPr id="89137" name="Oval 76">
            <a:extLst>
              <a:ext uri="{FF2B5EF4-FFF2-40B4-BE49-F238E27FC236}">
                <a16:creationId xmlns:a16="http://schemas.microsoft.com/office/drawing/2014/main" id="{F28444B0-2B80-CCE7-86FB-2ABEB1A88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access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>
                <a:latin typeface="Arial" panose="020B0604020202020204" pitchFamily="34" charset="0"/>
              </a:rPr>
              <a:t>ISP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Footer Placeholder 2">
            <a:extLst>
              <a:ext uri="{FF2B5EF4-FFF2-40B4-BE49-F238E27FC236}">
                <a16:creationId xmlns:a16="http://schemas.microsoft.com/office/drawing/2014/main" id="{CB35B458-4026-14ED-4AD3-885F7907DB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1138" name="Picture 121" descr="underline_base">
            <a:extLst>
              <a:ext uri="{FF2B5EF4-FFF2-40B4-BE49-F238E27FC236}">
                <a16:creationId xmlns:a16="http://schemas.microsoft.com/office/drawing/2014/main" id="{1CC40F47-6228-BA13-83F2-16FF65F7F3F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91440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139" name="Picture 313">
            <a:extLst>
              <a:ext uri="{FF2B5EF4-FFF2-40B4-BE49-F238E27FC236}">
                <a16:creationId xmlns:a16="http://schemas.microsoft.com/office/drawing/2014/main" id="{1A2C02E8-4221-BC19-2ACF-F9BB40676D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1452563"/>
            <a:ext cx="8385175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0" name="Rectangle 2">
            <a:extLst>
              <a:ext uri="{FF2B5EF4-FFF2-40B4-BE49-F238E27FC236}">
                <a16:creationId xmlns:a16="http://schemas.microsoft.com/office/drawing/2014/main" id="{0CA615E1-A6DC-4FDB-645D-9D30328E257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33363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Tier-1 ISP: e.g., Sprint</a:t>
            </a:r>
          </a:p>
        </p:txBody>
      </p:sp>
      <p:sp>
        <p:nvSpPr>
          <p:cNvPr id="91141" name="Slide Number Placeholder 3">
            <a:extLst>
              <a:ext uri="{FF2B5EF4-FFF2-40B4-BE49-F238E27FC236}">
                <a16:creationId xmlns:a16="http://schemas.microsoft.com/office/drawing/2014/main" id="{5B524E5E-B9F2-782D-13F5-DD84621F88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latin typeface="Tahoma" panose="020B0604030504040204" pitchFamily="34" charset="0"/>
              </a:rPr>
              <a:t>1-</a:t>
            </a:r>
            <a:fld id="{10B061C6-7D20-2449-A63F-E72F17A83054}" type="slidenum">
              <a:rPr lang="en-US" altLang="zh-CN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zh-CN" sz="1200">
              <a:latin typeface="Tahoma" panose="020B060403050404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9AC127E-D54F-42A8-6F6A-A0F810F1F9B1}"/>
              </a:ext>
            </a:extLst>
          </p:cNvPr>
          <p:cNvGrpSpPr>
            <a:grpSpLocks/>
          </p:cNvGrpSpPr>
          <p:nvPr/>
        </p:nvGrpSpPr>
        <p:grpSpPr bwMode="auto">
          <a:xfrm>
            <a:off x="1371600" y="1725613"/>
            <a:ext cx="3863975" cy="3017837"/>
            <a:chOff x="1371600" y="1725614"/>
            <a:chExt cx="3863976" cy="3017838"/>
          </a:xfrm>
        </p:grpSpPr>
        <p:grpSp>
          <p:nvGrpSpPr>
            <p:cNvPr id="91143" name="Group 187">
              <a:extLst>
                <a:ext uri="{FF2B5EF4-FFF2-40B4-BE49-F238E27FC236}">
                  <a16:creationId xmlns:a16="http://schemas.microsoft.com/office/drawing/2014/main" id="{FE801F06-5C39-A5F6-BB9B-67B3EB3E43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1600" y="1725614"/>
              <a:ext cx="3863976" cy="3017838"/>
              <a:chOff x="864" y="1087"/>
              <a:chExt cx="2434" cy="1901"/>
            </a:xfrm>
          </p:grpSpPr>
          <p:sp>
            <p:nvSpPr>
              <p:cNvPr id="91194" name="Rectangle 202">
                <a:extLst>
                  <a:ext uri="{FF2B5EF4-FFF2-40B4-BE49-F238E27FC236}">
                    <a16:creationId xmlns:a16="http://schemas.microsoft.com/office/drawing/2014/main" id="{894BC843-C387-5AA1-365C-52A3765F4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103"/>
                <a:ext cx="1560" cy="18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195" name="Line 205">
                <a:extLst>
                  <a:ext uri="{FF2B5EF4-FFF2-40B4-BE49-F238E27FC236}">
                    <a16:creationId xmlns:a16="http://schemas.microsoft.com/office/drawing/2014/main" id="{944D33C2-1C31-543C-1B04-BDFB434E9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8" y="1945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196" name="Line 206">
                <a:extLst>
                  <a:ext uri="{FF2B5EF4-FFF2-40B4-BE49-F238E27FC236}">
                    <a16:creationId xmlns:a16="http://schemas.microsoft.com/office/drawing/2014/main" id="{8CDBCC6E-6BE9-B04D-ABDF-F2D957E70F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8" y="2028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197" name="Text Box 207">
                <a:extLst>
                  <a:ext uri="{FF2B5EF4-FFF2-40B4-BE49-F238E27FC236}">
                    <a16:creationId xmlns:a16="http://schemas.microsoft.com/office/drawing/2014/main" id="{FD5DA2BE-3947-E7BC-9DF5-34316D07FC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336" y="1789"/>
                <a:ext cx="229" cy="2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198" name="Group 208">
                <a:extLst>
                  <a:ext uri="{FF2B5EF4-FFF2-40B4-BE49-F238E27FC236}">
                    <a16:creationId xmlns:a16="http://schemas.microsoft.com/office/drawing/2014/main" id="{56DC2822-1130-9697-8B68-251D5B29B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617" y="2063"/>
                <a:ext cx="775" cy="284"/>
                <a:chOff x="2927" y="2500"/>
                <a:chExt cx="949" cy="332"/>
              </a:xfrm>
            </p:grpSpPr>
            <p:sp>
              <p:nvSpPr>
                <p:cNvPr id="91227" name="Line 209">
                  <a:extLst>
                    <a:ext uri="{FF2B5EF4-FFF2-40B4-BE49-F238E27FC236}">
                      <a16:creationId xmlns:a16="http://schemas.microsoft.com/office/drawing/2014/main" id="{0160904B-3FF9-6BA2-B1E0-EA1BFA31DB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1228" name="Line 210">
                  <a:extLst>
                    <a:ext uri="{FF2B5EF4-FFF2-40B4-BE49-F238E27FC236}">
                      <a16:creationId xmlns:a16="http://schemas.microsoft.com/office/drawing/2014/main" id="{43D5CA26-AEA1-3158-D505-4FCFAF8E79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1229" name="Line 211">
                  <a:extLst>
                    <a:ext uri="{FF2B5EF4-FFF2-40B4-BE49-F238E27FC236}">
                      <a16:creationId xmlns:a16="http://schemas.microsoft.com/office/drawing/2014/main" id="{190E9D92-3E88-A887-8310-AF081558AB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5" y="2500"/>
                  <a:ext cx="561" cy="32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1199" name="Line 212">
                <a:extLst>
                  <a:ext uri="{FF2B5EF4-FFF2-40B4-BE49-F238E27FC236}">
                    <a16:creationId xmlns:a16="http://schemas.microsoft.com/office/drawing/2014/main" id="{73EB04D0-D342-F0C6-2C6A-8160C491D5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819" y="1533"/>
                <a:ext cx="0" cy="35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0" name="Line 213">
                <a:extLst>
                  <a:ext uri="{FF2B5EF4-FFF2-40B4-BE49-F238E27FC236}">
                    <a16:creationId xmlns:a16="http://schemas.microsoft.com/office/drawing/2014/main" id="{72AEF87D-E2F7-9804-2635-293183067C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7" y="2081"/>
                <a:ext cx="193" cy="26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1" name="Line 214">
                <a:extLst>
                  <a:ext uri="{FF2B5EF4-FFF2-40B4-BE49-F238E27FC236}">
                    <a16:creationId xmlns:a16="http://schemas.microsoft.com/office/drawing/2014/main" id="{B346B4DE-94FF-2E33-1767-AA28B74A2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8" y="2068"/>
                <a:ext cx="164" cy="2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2" name="Line 215">
                <a:extLst>
                  <a:ext uri="{FF2B5EF4-FFF2-40B4-BE49-F238E27FC236}">
                    <a16:creationId xmlns:a16="http://schemas.microsoft.com/office/drawing/2014/main" id="{6E714C88-09DF-F3AB-4A49-9BB6478F4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04" y="2068"/>
                <a:ext cx="459" cy="27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3" name="Text Box 272">
                <a:extLst>
                  <a:ext uri="{FF2B5EF4-FFF2-40B4-BE49-F238E27FC236}">
                    <a16:creationId xmlns:a16="http://schemas.microsoft.com/office/drawing/2014/main" id="{F7BDD878-C04A-042E-39B2-46FC6E4BBC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3" y="2691"/>
                <a:ext cx="114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</a:rPr>
                  <a:t>to/from customers</a:t>
                </a:r>
              </a:p>
            </p:txBody>
          </p:sp>
          <p:sp>
            <p:nvSpPr>
              <p:cNvPr id="91204" name="Text Box 273">
                <a:extLst>
                  <a:ext uri="{FF2B5EF4-FFF2-40B4-BE49-F238E27FC236}">
                    <a16:creationId xmlns:a16="http://schemas.microsoft.com/office/drawing/2014/main" id="{8A9F7E1B-3DCF-28E3-E8B5-F43E8B01D3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62" y="1699"/>
                <a:ext cx="54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</a:rPr>
                  <a:t>peering</a:t>
                </a:r>
              </a:p>
            </p:txBody>
          </p:sp>
          <p:sp>
            <p:nvSpPr>
              <p:cNvPr id="91205" name="Text Box 274">
                <a:extLst>
                  <a:ext uri="{FF2B5EF4-FFF2-40B4-BE49-F238E27FC236}">
                    <a16:creationId xmlns:a16="http://schemas.microsoft.com/office/drawing/2014/main" id="{B2C0E660-A38B-5F5E-FDC3-57ED308F57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" y="1367"/>
                <a:ext cx="1141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>
                    <a:latin typeface="Arial" panose="020B0604020202020204" pitchFamily="34" charset="0"/>
                  </a:rPr>
                  <a:t> to/from backbone</a:t>
                </a:r>
              </a:p>
            </p:txBody>
          </p:sp>
          <p:sp>
            <p:nvSpPr>
              <p:cNvPr id="91206" name="Rectangle 275">
                <a:extLst>
                  <a:ext uri="{FF2B5EF4-FFF2-40B4-BE49-F238E27FC236}">
                    <a16:creationId xmlns:a16="http://schemas.microsoft.com/office/drawing/2014/main" id="{506D3D9D-472F-5F6E-7522-F755FAC6A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139"/>
                <a:ext cx="1447" cy="1774"/>
              </a:xfrm>
              <a:prstGeom prst="rect">
                <a:avLst/>
              </a:prstGeom>
              <a:no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207" name="Line 290">
                <a:extLst>
                  <a:ext uri="{FF2B5EF4-FFF2-40B4-BE49-F238E27FC236}">
                    <a16:creationId xmlns:a16="http://schemas.microsoft.com/office/drawing/2014/main" id="{0695BDDB-B0DF-BC72-8EDC-3F79583F4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26" y="1559"/>
                <a:ext cx="0" cy="3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8" name="Line 292">
                <a:extLst>
                  <a:ext uri="{FF2B5EF4-FFF2-40B4-BE49-F238E27FC236}">
                    <a16:creationId xmlns:a16="http://schemas.microsoft.com/office/drawing/2014/main" id="{622E025B-7DEA-7860-A09E-218C0428F2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0" y="1948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09" name="Line 293">
                <a:extLst>
                  <a:ext uri="{FF2B5EF4-FFF2-40B4-BE49-F238E27FC236}">
                    <a16:creationId xmlns:a16="http://schemas.microsoft.com/office/drawing/2014/main" id="{258DD095-7299-9E1F-1F25-31303E479A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0" y="2030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10" name="Text Box 294">
                <a:extLst>
                  <a:ext uri="{FF2B5EF4-FFF2-40B4-BE49-F238E27FC236}">
                    <a16:creationId xmlns:a16="http://schemas.microsoft.com/office/drawing/2014/main" id="{74EF7AEE-E325-5A3C-533F-DEE8E64FD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0" y="1790"/>
                <a:ext cx="29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1" name="Group 296">
                <a:extLst>
                  <a:ext uri="{FF2B5EF4-FFF2-40B4-BE49-F238E27FC236}">
                    <a16:creationId xmlns:a16="http://schemas.microsoft.com/office/drawing/2014/main" id="{C03D84E2-4949-7E50-451E-F05691FDB5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6" y="2519"/>
                <a:ext cx="83" cy="167"/>
                <a:chOff x="4467" y="2745"/>
                <a:chExt cx="96" cy="345"/>
              </a:xfrm>
            </p:grpSpPr>
            <p:sp>
              <p:nvSpPr>
                <p:cNvPr id="91225" name="Line 297">
                  <a:extLst>
                    <a:ext uri="{FF2B5EF4-FFF2-40B4-BE49-F238E27FC236}">
                      <a16:creationId xmlns:a16="http://schemas.microsoft.com/office/drawing/2014/main" id="{F32F1766-6DE5-8FCC-98D6-99A3EA794A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1226" name="Line 298">
                  <a:extLst>
                    <a:ext uri="{FF2B5EF4-FFF2-40B4-BE49-F238E27FC236}">
                      <a16:creationId xmlns:a16="http://schemas.microsoft.com/office/drawing/2014/main" id="{79D3CE1C-11DA-BF81-A463-C15A806CFE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1212" name="Text Box 299">
                <a:extLst>
                  <a:ext uri="{FF2B5EF4-FFF2-40B4-BE49-F238E27FC236}">
                    <a16:creationId xmlns:a16="http://schemas.microsoft.com/office/drawing/2014/main" id="{A3E918E5-B706-CB3D-C1E2-86C366ADFA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2242" y="2497"/>
                <a:ext cx="238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3" name="Group 301">
                <a:extLst>
                  <a:ext uri="{FF2B5EF4-FFF2-40B4-BE49-F238E27FC236}">
                    <a16:creationId xmlns:a16="http://schemas.microsoft.com/office/drawing/2014/main" id="{BEC52F4B-A572-D8BB-897D-2AE7F45B28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7" y="2528"/>
                <a:ext cx="84" cy="167"/>
                <a:chOff x="4467" y="2745"/>
                <a:chExt cx="96" cy="345"/>
              </a:xfrm>
            </p:grpSpPr>
            <p:sp>
              <p:nvSpPr>
                <p:cNvPr id="91223" name="Line 302">
                  <a:extLst>
                    <a:ext uri="{FF2B5EF4-FFF2-40B4-BE49-F238E27FC236}">
                      <a16:creationId xmlns:a16="http://schemas.microsoft.com/office/drawing/2014/main" id="{2E4CE740-5CEA-AE88-5C8B-CB252C5368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1224" name="Line 303">
                  <a:extLst>
                    <a:ext uri="{FF2B5EF4-FFF2-40B4-BE49-F238E27FC236}">
                      <a16:creationId xmlns:a16="http://schemas.microsoft.com/office/drawing/2014/main" id="{920BB186-2B36-D4AD-3DD3-619EE29573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1214" name="Text Box 304">
                <a:extLst>
                  <a:ext uri="{FF2B5EF4-FFF2-40B4-BE49-F238E27FC236}">
                    <a16:creationId xmlns:a16="http://schemas.microsoft.com/office/drawing/2014/main" id="{59935C38-301B-58B8-1E85-D9C517E21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1837" y="2491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5" name="Group 306">
                <a:extLst>
                  <a:ext uri="{FF2B5EF4-FFF2-40B4-BE49-F238E27FC236}">
                    <a16:creationId xmlns:a16="http://schemas.microsoft.com/office/drawing/2014/main" id="{55BE177A-AD2E-FBE9-D8AB-77C5E092D7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45" y="2526"/>
                <a:ext cx="92" cy="167"/>
                <a:chOff x="4467" y="2745"/>
                <a:chExt cx="96" cy="345"/>
              </a:xfrm>
            </p:grpSpPr>
            <p:sp>
              <p:nvSpPr>
                <p:cNvPr id="91221" name="Line 307">
                  <a:extLst>
                    <a:ext uri="{FF2B5EF4-FFF2-40B4-BE49-F238E27FC236}">
                      <a16:creationId xmlns:a16="http://schemas.microsoft.com/office/drawing/2014/main" id="{553D140F-F887-8F4D-B060-06CF65CED7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1222" name="Line 308">
                  <a:extLst>
                    <a:ext uri="{FF2B5EF4-FFF2-40B4-BE49-F238E27FC236}">
                      <a16:creationId xmlns:a16="http://schemas.microsoft.com/office/drawing/2014/main" id="{B57200F0-810F-18F4-2F15-A302AC093D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1216" name="Text Box 309">
                <a:extLst>
                  <a:ext uri="{FF2B5EF4-FFF2-40B4-BE49-F238E27FC236}">
                    <a16:creationId xmlns:a16="http://schemas.microsoft.com/office/drawing/2014/main" id="{8F66B4AA-ADB2-25AA-E7FA-B7779191FC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1407" y="2492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91217" name="Text Box 310">
                <a:extLst>
                  <a:ext uri="{FF2B5EF4-FFF2-40B4-BE49-F238E27FC236}">
                    <a16:creationId xmlns:a16="http://schemas.microsoft.com/office/drawing/2014/main" id="{259531EB-1CDE-EAF6-7D05-61FFE24325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7" y="1179"/>
                <a:ext cx="1282" cy="1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>
                    <a:solidFill>
                      <a:srgbClr val="FF0000"/>
                    </a:solidFill>
                    <a:latin typeface="Arial" panose="020B0604020202020204" pitchFamily="34" charset="0"/>
                  </a:rPr>
                  <a:t>POP: point-of-presence</a:t>
                </a:r>
              </a:p>
            </p:txBody>
          </p:sp>
          <p:sp>
            <p:nvSpPr>
              <p:cNvPr id="91218" name="Line 148">
                <a:extLst>
                  <a:ext uri="{FF2B5EF4-FFF2-40B4-BE49-F238E27FC236}">
                    <a16:creationId xmlns:a16="http://schemas.microsoft.com/office/drawing/2014/main" id="{D6C41E57-E095-8338-8D6E-B04C3A7FEF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1948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19" name="Line 184">
                <a:extLst>
                  <a:ext uri="{FF2B5EF4-FFF2-40B4-BE49-F238E27FC236}">
                    <a16:creationId xmlns:a16="http://schemas.microsoft.com/office/drawing/2014/main" id="{76DBE1CC-DEDA-4405-AC14-E29930DDB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8" y="2402"/>
                <a:ext cx="0" cy="9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1220" name="Freeform 186">
                <a:extLst>
                  <a:ext uri="{FF2B5EF4-FFF2-40B4-BE49-F238E27FC236}">
                    <a16:creationId xmlns:a16="http://schemas.microsoft.com/office/drawing/2014/main" id="{9726CC02-0C32-8C6F-53BA-65D557465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087"/>
                <a:ext cx="475" cy="1879"/>
              </a:xfrm>
              <a:custGeom>
                <a:avLst/>
                <a:gdLst>
                  <a:gd name="T0" fmla="*/ 0 w 475"/>
                  <a:gd name="T1" fmla="*/ 1224 h 1879"/>
                  <a:gd name="T2" fmla="*/ 475 w 475"/>
                  <a:gd name="T3" fmla="*/ 0 h 1879"/>
                  <a:gd name="T4" fmla="*/ 468 w 475"/>
                  <a:gd name="T5" fmla="*/ 1879 h 1879"/>
                  <a:gd name="T6" fmla="*/ 0 w 475"/>
                  <a:gd name="T7" fmla="*/ 1224 h 18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5"/>
                  <a:gd name="T13" fmla="*/ 0 h 1879"/>
                  <a:gd name="T14" fmla="*/ 475 w 475"/>
                  <a:gd name="T15" fmla="*/ 1879 h 18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5" h="1879">
                    <a:moveTo>
                      <a:pt x="0" y="1224"/>
                    </a:moveTo>
                    <a:lnTo>
                      <a:pt x="475" y="0"/>
                    </a:lnTo>
                    <a:lnTo>
                      <a:pt x="468" y="1879"/>
                    </a:lnTo>
                    <a:lnTo>
                      <a:pt x="0" y="1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1144" name="Group 347">
              <a:extLst>
                <a:ext uri="{FF2B5EF4-FFF2-40B4-BE49-F238E27FC236}">
                  <a16:creationId xmlns:a16="http://schemas.microsoft.com/office/drawing/2014/main" id="{2CA98FA2-B398-CAE1-EF9E-CBE70B89E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0624" y="3685767"/>
              <a:ext cx="544387" cy="333770"/>
              <a:chOff x="1871277" y="1576300"/>
              <a:chExt cx="1128371" cy="437860"/>
            </a:xfrm>
          </p:grpSpPr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0A4E760F-4DDB-8C49-AD29-C31ED962C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872" y="1695546"/>
                <a:ext cx="1125341" cy="31863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F48F0FB-EF29-4B42-9B4A-EE4D9EB183AE}"/>
                  </a:ext>
                </a:extLst>
              </p:cNvPr>
              <p:cNvSpPr/>
              <p:nvPr/>
            </p:nvSpPr>
            <p:spPr bwMode="auto">
              <a:xfrm>
                <a:off x="1870583" y="173927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CC3264DD-6571-8244-82A2-9BC33099E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583" y="1576838"/>
                <a:ext cx="1125341" cy="318635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09480BC-0EED-E34A-AA7A-B89D8279931B}"/>
                  </a:ext>
                </a:extLst>
              </p:cNvPr>
              <p:cNvSpPr/>
              <p:nvPr/>
            </p:nvSpPr>
            <p:spPr bwMode="auto">
              <a:xfrm>
                <a:off x="2160144" y="167472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9E3ADDA2-CD07-FB48-852F-FFE4A818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916" y="1633068"/>
                <a:ext cx="664675" cy="11245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8E4F954-1B5A-8D48-B2A0-11B7BDBC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258" y="1728867"/>
                <a:ext cx="246784" cy="95799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9A0058E3-147C-D24B-BA06-3D525F97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754" y="1730949"/>
                <a:ext cx="243495" cy="9579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AE1D3DCD-A33F-0E42-9AF5-D93D8078BA7C}"/>
                  </a:ext>
                </a:extLst>
              </p:cNvPr>
              <p:cNvCxnSpPr>
                <a:cxnSpLocks noChangeShapeType="1"/>
                <a:endCxn id="90" idx="2"/>
              </p:cNvCxnSpPr>
              <p:nvPr/>
            </p:nvCxnSpPr>
            <p:spPr bwMode="auto">
              <a:xfrm flipH="1" flipV="1">
                <a:off x="1870583" y="1737197"/>
                <a:ext cx="3289" cy="12287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A3025744-0395-F44B-98CD-42B38B4536B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923" y="1735114"/>
                <a:ext cx="3289" cy="1228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5" name="Group 347">
              <a:extLst>
                <a:ext uri="{FF2B5EF4-FFF2-40B4-BE49-F238E27FC236}">
                  <a16:creationId xmlns:a16="http://schemas.microsoft.com/office/drawing/2014/main" id="{6D58F124-D154-875F-2C83-339C3CBF43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5191" y="3680361"/>
              <a:ext cx="544387" cy="333770"/>
              <a:chOff x="1871277" y="1576300"/>
              <a:chExt cx="1128371" cy="437860"/>
            </a:xfrm>
          </p:grpSpPr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EF7B4035-765F-DC4B-B9BA-856450247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3447" y="1694307"/>
                <a:ext cx="1125341" cy="32071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8F51466D-F3ED-E142-9C09-0EB31CD6A8AF}"/>
                  </a:ext>
                </a:extLst>
              </p:cNvPr>
              <p:cNvSpPr/>
              <p:nvPr/>
            </p:nvSpPr>
            <p:spPr bwMode="auto">
              <a:xfrm>
                <a:off x="1870156" y="1740124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CFAB0751-586E-6D47-9A9F-9A77A363C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156" y="1575599"/>
                <a:ext cx="1125341" cy="32071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C767B401-7E49-AD4D-9803-6779DEB96697}"/>
                  </a:ext>
                </a:extLst>
              </p:cNvPr>
              <p:cNvSpPr/>
              <p:nvPr/>
            </p:nvSpPr>
            <p:spPr bwMode="auto">
              <a:xfrm>
                <a:off x="2159717" y="1673481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86BDBE13-7405-4B46-9371-40990DD0C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489" y="1631830"/>
                <a:ext cx="664675" cy="11245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7E6829E6-D0DF-6043-A5A5-F8EA0587C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831" y="1727628"/>
                <a:ext cx="246786" cy="97881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78BC4BB4-56A1-5746-AA06-FF8C50E4D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327" y="1729710"/>
                <a:ext cx="243495" cy="9788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4ED11BDB-25C8-4142-AFD9-283C7828B3E4}"/>
                  </a:ext>
                </a:extLst>
              </p:cNvPr>
              <p:cNvCxnSpPr>
                <a:cxnSpLocks noChangeShapeType="1"/>
                <a:endCxn id="100" idx="2"/>
              </p:cNvCxnSpPr>
              <p:nvPr/>
            </p:nvCxnSpPr>
            <p:spPr bwMode="auto">
              <a:xfrm flipH="1" flipV="1">
                <a:off x="1870156" y="1738041"/>
                <a:ext cx="3292" cy="1228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DBEB02E9-D460-2046-8176-CBCDA357F65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5496" y="1733876"/>
                <a:ext cx="3292" cy="12495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6" name="Group 347">
              <a:extLst>
                <a:ext uri="{FF2B5EF4-FFF2-40B4-BE49-F238E27FC236}">
                  <a16:creationId xmlns:a16="http://schemas.microsoft.com/office/drawing/2014/main" id="{489E17BA-7D2A-F313-DDE6-47598D8E7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002" y="3682470"/>
              <a:ext cx="544387" cy="333770"/>
              <a:chOff x="1871277" y="1576300"/>
              <a:chExt cx="1128371" cy="437860"/>
            </a:xfrm>
          </p:grpSpPr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A27285ED-1AA1-B440-8063-B3670F666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227" y="1695706"/>
                <a:ext cx="1125341" cy="318634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F99F1558-4F1F-6E4F-B1CD-7769D6EFEB3C}"/>
                  </a:ext>
                </a:extLst>
              </p:cNvPr>
              <p:cNvSpPr/>
              <p:nvPr/>
            </p:nvSpPr>
            <p:spPr bwMode="auto">
              <a:xfrm>
                <a:off x="1870937" y="173943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A31C8DF5-BC3C-2A42-9A2F-49827518F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0937" y="1576998"/>
                <a:ext cx="1125341" cy="318635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3A916B8-4DFD-4C4B-A232-DF09BD6DC0CC}"/>
                  </a:ext>
                </a:extLst>
              </p:cNvPr>
              <p:cNvSpPr/>
              <p:nvPr/>
            </p:nvSpPr>
            <p:spPr bwMode="auto">
              <a:xfrm>
                <a:off x="2160498" y="167488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571C44E3-D43F-7E4A-B873-5CFF407E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270" y="1633228"/>
                <a:ext cx="664675" cy="11245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682CCF29-A4BD-D841-A8E8-6D8F4176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612" y="1729027"/>
                <a:ext cx="246784" cy="95799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F6776C48-DE7A-A94D-86DA-481CD1125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108" y="1731109"/>
                <a:ext cx="243495" cy="9579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824C3E21-CA59-F34D-A23F-CFD14BCD363D}"/>
                  </a:ext>
                </a:extLst>
              </p:cNvPr>
              <p:cNvCxnSpPr>
                <a:cxnSpLocks noChangeShapeType="1"/>
                <a:endCxn id="110" idx="2"/>
              </p:cNvCxnSpPr>
              <p:nvPr/>
            </p:nvCxnSpPr>
            <p:spPr bwMode="auto">
              <a:xfrm flipH="1" flipV="1">
                <a:off x="1870937" y="1737357"/>
                <a:ext cx="3289" cy="12287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23C9A669-3FBC-F34D-9977-347E40EBDE7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278" y="1735274"/>
                <a:ext cx="3289" cy="1228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7" name="Group 347">
              <a:extLst>
                <a:ext uri="{FF2B5EF4-FFF2-40B4-BE49-F238E27FC236}">
                  <a16:creationId xmlns:a16="http://schemas.microsoft.com/office/drawing/2014/main" id="{CB10C4F7-DEDC-B530-C28A-231B29650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0086" y="2989478"/>
              <a:ext cx="544387" cy="333770"/>
              <a:chOff x="1871277" y="1576300"/>
              <a:chExt cx="1128371" cy="437860"/>
            </a:xfrm>
          </p:grpSpPr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C34F210D-B272-7249-AC49-386537FA4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400" y="1694726"/>
                <a:ext cx="1125341" cy="318635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B83FD23-CC9E-2E41-8E59-E655280FF6E8}"/>
                  </a:ext>
                </a:extLst>
              </p:cNvPr>
              <p:cNvSpPr/>
              <p:nvPr/>
            </p:nvSpPr>
            <p:spPr bwMode="auto">
              <a:xfrm>
                <a:off x="1872110" y="1738461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5AB221E3-EED4-3D40-8597-42FA3B554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2110" y="1576019"/>
                <a:ext cx="1125341" cy="318634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01732ACE-6E0D-BF4E-8A3D-E0E7A39DEE85}"/>
                  </a:ext>
                </a:extLst>
              </p:cNvPr>
              <p:cNvSpPr/>
              <p:nvPr/>
            </p:nvSpPr>
            <p:spPr bwMode="auto">
              <a:xfrm>
                <a:off x="2161672" y="1673900"/>
                <a:ext cx="546218" cy="16035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34D94A8-869C-804D-8505-58A270E8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443" y="1632248"/>
                <a:ext cx="664675" cy="11245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6D391A8A-37DB-6744-901F-B00DB85C9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785" y="1728047"/>
                <a:ext cx="246784" cy="95799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561CA81B-51F2-4C4D-8626-9FC8C2FF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281" y="1730130"/>
                <a:ext cx="243495" cy="9579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FAFCFDF0-EE6F-E44F-B5D4-09B1EE242B75}"/>
                  </a:ext>
                </a:extLst>
              </p:cNvPr>
              <p:cNvCxnSpPr>
                <a:cxnSpLocks noChangeShapeType="1"/>
                <a:endCxn id="120" idx="2"/>
              </p:cNvCxnSpPr>
              <p:nvPr/>
            </p:nvCxnSpPr>
            <p:spPr bwMode="auto">
              <a:xfrm flipH="1" flipV="1">
                <a:off x="1872110" y="1736377"/>
                <a:ext cx="3289" cy="1228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8F006B79-62ED-0642-9D15-076BBA68242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451" y="1734295"/>
                <a:ext cx="3289" cy="12287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8" name="Group 347">
              <a:extLst>
                <a:ext uri="{FF2B5EF4-FFF2-40B4-BE49-F238E27FC236}">
                  <a16:creationId xmlns:a16="http://schemas.microsoft.com/office/drawing/2014/main" id="{B43CE2F9-3157-F5FF-5964-4FCB29850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4642" y="2991587"/>
              <a:ext cx="544387" cy="333770"/>
              <a:chOff x="1871277" y="1576300"/>
              <a:chExt cx="1128371" cy="437860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38FF9BEE-D99E-284B-98F2-CF3CD2493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5000" y="1694042"/>
                <a:ext cx="1125341" cy="320717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05EBDB2D-104C-2944-8DA2-73D5E83C70EC}"/>
                  </a:ext>
                </a:extLst>
              </p:cNvPr>
              <p:cNvSpPr/>
              <p:nvPr/>
            </p:nvSpPr>
            <p:spPr bwMode="auto">
              <a:xfrm>
                <a:off x="1871708" y="1739859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7A853262-1ABD-A343-B6BE-C669EF6EA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708" y="1575334"/>
                <a:ext cx="1125341" cy="32071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defRPr/>
                </a:pPr>
                <a:endParaRPr lang="zh-CN" altLang="zh-CN">
                  <a:solidFill>
                    <a:srgbClr val="FFFFFF"/>
                  </a:solidFill>
                  <a:latin typeface="Gill Sans MT" panose="020B0502020104020203" pitchFamily="34" charset="0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BAB821E7-8BB2-4640-8702-62A6A102142E}"/>
                  </a:ext>
                </a:extLst>
              </p:cNvPr>
              <p:cNvSpPr/>
              <p:nvPr/>
            </p:nvSpPr>
            <p:spPr bwMode="auto">
              <a:xfrm>
                <a:off x="2161269" y="1673216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C88A370C-1DC6-BF4B-9C01-78C1DFC2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041" y="1631565"/>
                <a:ext cx="664675" cy="112459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4D75C35E-CBF4-8E4C-ACB6-31ABF8F0A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383" y="1727363"/>
                <a:ext cx="246786" cy="97881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EC399346-8C03-A345-8207-F9E8FC58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879" y="1729445"/>
                <a:ext cx="243495" cy="97882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>
                  <a:defRPr/>
                </a:pPr>
                <a:endParaRPr lang="zh-CN" altLang="en-US"/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31CD0B3-F1E7-E547-B48E-2B48ED6B67B7}"/>
                  </a:ext>
                </a:extLst>
              </p:cNvPr>
              <p:cNvCxnSpPr>
                <a:cxnSpLocks noChangeShapeType="1"/>
                <a:endCxn id="130" idx="2"/>
              </p:cNvCxnSpPr>
              <p:nvPr/>
            </p:nvCxnSpPr>
            <p:spPr bwMode="auto">
              <a:xfrm flipH="1" flipV="1">
                <a:off x="1871708" y="1737776"/>
                <a:ext cx="3292" cy="1228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4008B546-26FF-B546-A02D-999D38DEB64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7049" y="1733611"/>
                <a:ext cx="3292" cy="12495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Footer Placeholder 2">
            <a:extLst>
              <a:ext uri="{FF2B5EF4-FFF2-40B4-BE49-F238E27FC236}">
                <a16:creationId xmlns:a16="http://schemas.microsoft.com/office/drawing/2014/main" id="{2C85042C-DFB5-E14F-7533-F0C88B3FAF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93186" name="Picture 2" descr="underline_base">
            <a:extLst>
              <a:ext uri="{FF2B5EF4-FFF2-40B4-BE49-F238E27FC236}">
                <a16:creationId xmlns:a16="http://schemas.microsoft.com/office/drawing/2014/main" id="{EAE4ADA1-D2F0-39A2-1B7C-9FAFC2DFC56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7" name="Rectangle 2">
            <a:extLst>
              <a:ext uri="{FF2B5EF4-FFF2-40B4-BE49-F238E27FC236}">
                <a16:creationId xmlns:a16="http://schemas.microsoft.com/office/drawing/2014/main" id="{F8E6536C-B3AF-DEDE-F258-A393FEC2536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93188" name="Rectangle 3">
            <a:extLst>
              <a:ext uri="{FF2B5EF4-FFF2-40B4-BE49-F238E27FC236}">
                <a16:creationId xmlns:a16="http://schemas.microsoft.com/office/drawing/2014/main" id="{FB9017F8-AD30-84A5-C83A-5BABC3338A68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 dirty="0">
                <a:solidFill>
                  <a:srgbClr val="000099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1.2</a:t>
            </a:r>
            <a:r>
              <a:rPr lang="en-US" altLang="zh-CN" sz="2800" dirty="0">
                <a:ea typeface="宋体" panose="02010600030101010101" pitchFamily="2" charset="-122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1.3 </a:t>
            </a:r>
            <a:r>
              <a:rPr lang="en-US" altLang="zh-CN" sz="2800" dirty="0">
                <a:ea typeface="宋体" panose="02010600030101010101" pitchFamily="2" charset="-122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CC0000"/>
                </a:solidFill>
                <a:ea typeface="宋体" panose="02010600030101010101" pitchFamily="2" charset="-122"/>
              </a:rPr>
              <a:t>1.4 delay, loss, throughput in networks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1.5</a:t>
            </a:r>
            <a:r>
              <a:rPr lang="en-US" altLang="zh-CN" sz="2800" dirty="0">
                <a:ea typeface="宋体" panose="02010600030101010101" pitchFamily="2" charset="-122"/>
              </a:rPr>
              <a:t> protocol layers, service models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1.6</a:t>
            </a:r>
            <a:r>
              <a:rPr lang="en-US" altLang="zh-CN" sz="2800" dirty="0">
                <a:ea typeface="宋体" panose="02010600030101010101" pitchFamily="2" charset="-122"/>
              </a:rPr>
              <a:t> networks under attack: security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1.7</a:t>
            </a:r>
            <a:r>
              <a:rPr lang="en-US" altLang="zh-CN" sz="2800" dirty="0">
                <a:ea typeface="宋体" panose="02010600030101010101" pitchFamily="2" charset="-122"/>
              </a:rPr>
              <a:t> history</a:t>
            </a:r>
          </a:p>
          <a:p>
            <a:pPr eaLnBrk="1" hangingPunct="1"/>
            <a:endParaRPr lang="en-US" altLang="zh-CN" dirty="0">
              <a:ea typeface="ＭＳ Ｐゴシック" panose="020B0600070205080204" pitchFamily="34" charset="-128"/>
            </a:endParaRPr>
          </a:p>
        </p:txBody>
      </p:sp>
      <p:sp>
        <p:nvSpPr>
          <p:cNvPr id="93189" name="Slide Number Placeholder 3">
            <a:extLst>
              <a:ext uri="{FF2B5EF4-FFF2-40B4-BE49-F238E27FC236}">
                <a16:creationId xmlns:a16="http://schemas.microsoft.com/office/drawing/2014/main" id="{FAF16392-56F4-EA0C-D2BF-6119EF71FE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FD4B8A41-C553-024B-BBAA-56E1014E2FDA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Line 24">
            <a:extLst>
              <a:ext uri="{FF2B5EF4-FFF2-40B4-BE49-F238E27FC236}">
                <a16:creationId xmlns:a16="http://schemas.microsoft.com/office/drawing/2014/main" id="{9208B865-67EE-4BCB-9EE5-35D437B26F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43063" y="4237038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95234" name="Group 347">
            <a:extLst>
              <a:ext uri="{FF2B5EF4-FFF2-40B4-BE49-F238E27FC236}">
                <a16:creationId xmlns:a16="http://schemas.microsoft.com/office/drawing/2014/main" id="{728F6BEA-ADEF-79CA-8E66-5E1CC16888D3}"/>
              </a:ext>
            </a:extLst>
          </p:cNvPr>
          <p:cNvGrpSpPr>
            <a:grpSpLocks/>
          </p:cNvGrpSpPr>
          <p:nvPr/>
        </p:nvGrpSpPr>
        <p:grpSpPr bwMode="auto">
          <a:xfrm>
            <a:off x="2359025" y="4284663"/>
            <a:ext cx="1162050" cy="715962"/>
            <a:chOff x="1871277" y="1576300"/>
            <a:chExt cx="1128371" cy="437861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CA281ACE-CF9A-B543-9F2E-790A836D67B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665B7889-8644-8749-876D-F3677DE06F33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79BE65E3-80B5-2B48-AB11-91CFA461DBA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CB44090-721A-A946-B2CE-74F6CC8288F9}"/>
                </a:ext>
              </a:extLst>
            </p:cNvPr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EDBBCDA-0B8E-8440-90B7-230E20056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8E3C762-E875-C546-8EB6-07AFC276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21F7272-7E00-214F-BABC-9835B130C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3170B650-64C7-8F48-92D7-957B5C4D571B}"/>
                </a:ext>
              </a:extLst>
            </p:cNvPr>
            <p:cNvCxnSpPr>
              <a:cxnSpLocks noChangeShapeType="1"/>
              <a:endCxn id="108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F314945-32FF-9B41-93CD-9D522A2A8A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65" y="1734551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5235" name="Line 26">
            <a:extLst>
              <a:ext uri="{FF2B5EF4-FFF2-40B4-BE49-F238E27FC236}">
                <a16:creationId xmlns:a16="http://schemas.microsoft.com/office/drawing/2014/main" id="{2CD8079C-2A4A-D0B5-107E-34D66E8242EC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7113" y="4656138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236" name="Rectangle 30">
            <a:extLst>
              <a:ext uri="{FF2B5EF4-FFF2-40B4-BE49-F238E27FC236}">
                <a16:creationId xmlns:a16="http://schemas.microsoft.com/office/drawing/2014/main" id="{64A72928-4215-DE50-29AB-1FD6CC64C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3738" y="4527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37" name="Rectangle 31">
            <a:extLst>
              <a:ext uri="{FF2B5EF4-FFF2-40B4-BE49-F238E27FC236}">
                <a16:creationId xmlns:a16="http://schemas.microsoft.com/office/drawing/2014/main" id="{7234304B-8674-1E68-64F4-A8537BAF3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9313" y="4527550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38" name="Rectangle 38">
            <a:extLst>
              <a:ext uri="{FF2B5EF4-FFF2-40B4-BE49-F238E27FC236}">
                <a16:creationId xmlns:a16="http://schemas.microsoft.com/office/drawing/2014/main" id="{1A3B73E4-6606-0085-4A11-488BA5AC9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44656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39" name="Line 25">
            <a:extLst>
              <a:ext uri="{FF2B5EF4-FFF2-40B4-BE49-F238E27FC236}">
                <a16:creationId xmlns:a16="http://schemas.microsoft.com/office/drawing/2014/main" id="{9913338A-62B6-1CB5-B174-FF02795F0C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41475" y="4776788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240" name="Rectangle 32">
            <a:extLst>
              <a:ext uri="{FF2B5EF4-FFF2-40B4-BE49-F238E27FC236}">
                <a16:creationId xmlns:a16="http://schemas.microsoft.com/office/drawing/2014/main" id="{3BFEB7FE-786E-C50E-5160-252B92066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1225" y="44275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41" name="Line 33">
            <a:extLst>
              <a:ext uri="{FF2B5EF4-FFF2-40B4-BE49-F238E27FC236}">
                <a16:creationId xmlns:a16="http://schemas.microsoft.com/office/drawing/2014/main" id="{AC92D8FE-D6BA-1475-CEA5-11FBC75B282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2013" y="4364038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242" name="Text Box 36">
            <a:extLst>
              <a:ext uri="{FF2B5EF4-FFF2-40B4-BE49-F238E27FC236}">
                <a16:creationId xmlns:a16="http://schemas.microsoft.com/office/drawing/2014/main" id="{1B6832DA-BD41-FADE-6E18-AAE157A8FA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175" y="3921125"/>
            <a:ext cx="4032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</a:t>
            </a:r>
          </a:p>
        </p:txBody>
      </p:sp>
      <p:sp>
        <p:nvSpPr>
          <p:cNvPr id="95243" name="Text Box 37">
            <a:extLst>
              <a:ext uri="{FF2B5EF4-FFF2-40B4-BE49-F238E27FC236}">
                <a16:creationId xmlns:a16="http://schemas.microsoft.com/office/drawing/2014/main" id="{B23DAF64-26A0-C461-0D12-420BC54C2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388" y="48736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</a:t>
            </a:r>
          </a:p>
        </p:txBody>
      </p:sp>
      <p:grpSp>
        <p:nvGrpSpPr>
          <p:cNvPr id="95244" name="Group 66">
            <a:extLst>
              <a:ext uri="{FF2B5EF4-FFF2-40B4-BE49-F238E27FC236}">
                <a16:creationId xmlns:a16="http://schemas.microsoft.com/office/drawing/2014/main" id="{1296F2A4-F4C8-DEAA-9710-783E68380AD1}"/>
              </a:ext>
            </a:extLst>
          </p:cNvPr>
          <p:cNvGrpSpPr>
            <a:grpSpLocks/>
          </p:cNvGrpSpPr>
          <p:nvPr/>
        </p:nvGrpSpPr>
        <p:grpSpPr bwMode="auto">
          <a:xfrm>
            <a:off x="915988" y="3921125"/>
            <a:ext cx="779462" cy="679450"/>
            <a:chOff x="-44" y="1473"/>
            <a:chExt cx="981" cy="1105"/>
          </a:xfrm>
        </p:grpSpPr>
        <p:pic>
          <p:nvPicPr>
            <p:cNvPr id="95277" name="Picture 67" descr="desktop_computer_stylized_medium">
              <a:extLst>
                <a:ext uri="{FF2B5EF4-FFF2-40B4-BE49-F238E27FC236}">
                  <a16:creationId xmlns:a16="http://schemas.microsoft.com/office/drawing/2014/main" id="{4B8D82A6-5F69-4E60-AADC-4D2EE209A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8" name="Freeform 68">
              <a:extLst>
                <a:ext uri="{FF2B5EF4-FFF2-40B4-BE49-F238E27FC236}">
                  <a16:creationId xmlns:a16="http://schemas.microsoft.com/office/drawing/2014/main" id="{2B78F039-CE57-E347-CF43-2C48D4B6D4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95245" name="Group 69">
            <a:extLst>
              <a:ext uri="{FF2B5EF4-FFF2-40B4-BE49-F238E27FC236}">
                <a16:creationId xmlns:a16="http://schemas.microsoft.com/office/drawing/2014/main" id="{F9CE2891-28E7-0EC1-F8A5-8E297C04E7DB}"/>
              </a:ext>
            </a:extLst>
          </p:cNvPr>
          <p:cNvGrpSpPr>
            <a:grpSpLocks/>
          </p:cNvGrpSpPr>
          <p:nvPr/>
        </p:nvGrpSpPr>
        <p:grpSpPr bwMode="auto">
          <a:xfrm>
            <a:off x="966788" y="4927600"/>
            <a:ext cx="779462" cy="679450"/>
            <a:chOff x="-44" y="1473"/>
            <a:chExt cx="981" cy="1105"/>
          </a:xfrm>
        </p:grpSpPr>
        <p:pic>
          <p:nvPicPr>
            <p:cNvPr id="95275" name="Picture 70" descr="desktop_computer_stylized_medium">
              <a:extLst>
                <a:ext uri="{FF2B5EF4-FFF2-40B4-BE49-F238E27FC236}">
                  <a16:creationId xmlns:a16="http://schemas.microsoft.com/office/drawing/2014/main" id="{8FC58D5A-A753-BECE-A481-B980FC2EE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6" name="Freeform 71">
              <a:extLst>
                <a:ext uri="{FF2B5EF4-FFF2-40B4-BE49-F238E27FC236}">
                  <a16:creationId xmlns:a16="http://schemas.microsoft.com/office/drawing/2014/main" id="{D89DD898-DAD6-2F7F-75BD-C3B2D492DE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95246" name="Group 347">
            <a:extLst>
              <a:ext uri="{FF2B5EF4-FFF2-40B4-BE49-F238E27FC236}">
                <a16:creationId xmlns:a16="http://schemas.microsoft.com/office/drawing/2014/main" id="{9DF1C34F-A41F-ADFB-F312-C336BF75011B}"/>
              </a:ext>
            </a:extLst>
          </p:cNvPr>
          <p:cNvGrpSpPr>
            <a:grpSpLocks/>
          </p:cNvGrpSpPr>
          <p:nvPr/>
        </p:nvGrpSpPr>
        <p:grpSpPr bwMode="auto">
          <a:xfrm>
            <a:off x="5497513" y="4329113"/>
            <a:ext cx="1162050" cy="715962"/>
            <a:chOff x="1871277" y="1576300"/>
            <a:chExt cx="1128371" cy="437861"/>
          </a:xfrm>
        </p:grpSpPr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3092F109-AC22-5446-A786-587D4756217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940CEB90-17C9-564A-A275-F5D93BA323C7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7F1B852A-BCF7-A043-9CBF-F2E6535389A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7EACFB9-F478-D84E-9F0B-ED9972C9BAA0}"/>
                </a:ext>
              </a:extLst>
            </p:cNvPr>
            <p:cNvSpPr/>
            <p:nvPr/>
          </p:nvSpPr>
          <p:spPr bwMode="auto">
            <a:xfrm>
              <a:off x="2159535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85C95A6-5313-CE42-8025-C7719F23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2165405-3087-C345-8E07-2B5CF457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F42490B-A195-1B45-A69C-19246399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6998132B-A30E-D846-8EDC-C05E33FB74A9}"/>
                </a:ext>
              </a:extLst>
            </p:cNvPr>
            <p:cNvCxnSpPr>
              <a:cxnSpLocks noChangeShapeType="1"/>
              <a:endCxn id="95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CAF8FE1F-DC80-1848-B3F9-3387762B96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65" y="1734551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5247" name="Rectangle 31">
            <a:extLst>
              <a:ext uri="{FF2B5EF4-FFF2-40B4-BE49-F238E27FC236}">
                <a16:creationId xmlns:a16="http://schemas.microsoft.com/office/drawing/2014/main" id="{637917EB-C0B4-E0E5-0C71-26ACF7DEE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4663" y="5083175"/>
            <a:ext cx="139700" cy="18573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48" name="Line 33">
            <a:extLst>
              <a:ext uri="{FF2B5EF4-FFF2-40B4-BE49-F238E27FC236}">
                <a16:creationId xmlns:a16="http://schemas.microsoft.com/office/drawing/2014/main" id="{E13F8578-9E3D-545C-1A51-175414D25E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19288" y="5053013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249" name="Rectangle 89">
            <a:extLst>
              <a:ext uri="{FF2B5EF4-FFF2-40B4-BE49-F238E27FC236}">
                <a16:creationId xmlns:a16="http://schemas.microsoft.com/office/drawing/2014/main" id="{BA1EE30B-7D78-CCAF-3483-1DBC24DD9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1338" y="4529138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50" name="Rectangle 89">
            <a:extLst>
              <a:ext uri="{FF2B5EF4-FFF2-40B4-BE49-F238E27FC236}">
                <a16:creationId xmlns:a16="http://schemas.microsoft.com/office/drawing/2014/main" id="{86AB43ED-29F5-4977-701B-DBD2BD76A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2113" y="4527550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51" name="Rectangle 89">
            <a:extLst>
              <a:ext uri="{FF2B5EF4-FFF2-40B4-BE49-F238E27FC236}">
                <a16:creationId xmlns:a16="http://schemas.microsoft.com/office/drawing/2014/main" id="{69E4919D-E60F-387A-6719-9275E5A3B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4530725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5252" name="Footer Placeholder 2">
            <a:extLst>
              <a:ext uri="{FF2B5EF4-FFF2-40B4-BE49-F238E27FC236}">
                <a16:creationId xmlns:a16="http://schemas.microsoft.com/office/drawing/2014/main" id="{34745B10-FA1F-C3E3-5C55-3BE3F64D31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95253" name="Picture 63" descr="underline_base">
            <a:extLst>
              <a:ext uri="{FF2B5EF4-FFF2-40B4-BE49-F238E27FC236}">
                <a16:creationId xmlns:a16="http://schemas.microsoft.com/office/drawing/2014/main" id="{AB5D1503-4AA0-336B-C55A-A529654DCFCF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9058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54" name="Rectangle 2">
            <a:extLst>
              <a:ext uri="{FF2B5EF4-FFF2-40B4-BE49-F238E27FC236}">
                <a16:creationId xmlns:a16="http://schemas.microsoft.com/office/drawing/2014/main" id="{849E0F7D-8F9A-30A4-3A77-4D4F5EB06E5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8096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How do loss and delay occur?</a:t>
            </a:r>
            <a:endParaRPr lang="en-US" altLang="zh-CN" sz="4800">
              <a:ea typeface="ＭＳ Ｐゴシック" panose="020B0600070205080204" pitchFamily="34" charset="-128"/>
            </a:endParaRPr>
          </a:p>
        </p:txBody>
      </p:sp>
      <p:sp>
        <p:nvSpPr>
          <p:cNvPr id="108548" name="Rectangle 3">
            <a:extLst>
              <a:ext uri="{FF2B5EF4-FFF2-40B4-BE49-F238E27FC236}">
                <a16:creationId xmlns:a16="http://schemas.microsoft.com/office/drawing/2014/main" id="{15CD7FDA-1D60-AC45-804B-5AFF9006964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1371600"/>
            <a:ext cx="8564562" cy="21145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dirty="0"/>
              <a:t>packets </a:t>
            </a:r>
            <a:r>
              <a:rPr lang="en-US" i="1" dirty="0"/>
              <a:t>queue</a:t>
            </a:r>
            <a:r>
              <a:rPr lang="en-US" dirty="0"/>
              <a:t> in router buffers</a:t>
            </a:r>
            <a:r>
              <a:rPr lang="en-US" sz="2400" dirty="0"/>
              <a:t> 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</a:rPr>
              <a:t>packet arrival rate to link (temporarily) exceeds output link capacity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/>
              <a:t>packets queue, wait for turn</a:t>
            </a:r>
          </a:p>
        </p:txBody>
      </p:sp>
      <p:grpSp>
        <p:nvGrpSpPr>
          <p:cNvPr id="5" name="Group 93">
            <a:extLst>
              <a:ext uri="{FF2B5EF4-FFF2-40B4-BE49-F238E27FC236}">
                <a16:creationId xmlns:a16="http://schemas.microsoft.com/office/drawing/2014/main" id="{71369CC8-F603-F3E6-FE85-021AE6B36540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2982913"/>
            <a:ext cx="3979862" cy="1454150"/>
            <a:chOff x="2259" y="2090"/>
            <a:chExt cx="2507" cy="916"/>
          </a:xfrm>
        </p:grpSpPr>
        <p:sp>
          <p:nvSpPr>
            <p:cNvPr id="95264" name="Text Box 66">
              <a:extLst>
                <a:ext uri="{FF2B5EF4-FFF2-40B4-BE49-F238E27FC236}">
                  <a16:creationId xmlns:a16="http://schemas.microsoft.com/office/drawing/2014/main" id="{8A3E0081-2064-EECE-8AFC-0AEB40693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2" y="2090"/>
              <a:ext cx="21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packet being transmitted </a:t>
              </a: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(delay)</a:t>
              </a:r>
            </a:p>
          </p:txBody>
        </p:sp>
        <p:sp>
          <p:nvSpPr>
            <p:cNvPr id="95265" name="Line 67">
              <a:extLst>
                <a:ext uri="{FF2B5EF4-FFF2-40B4-BE49-F238E27FC236}">
                  <a16:creationId xmlns:a16="http://schemas.microsoft.com/office/drawing/2014/main" id="{16097111-BFDA-63EC-AE95-75DB0E736C7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294"/>
              <a:ext cx="1059" cy="7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C20A5077-AD9D-38A1-148A-B50B55A29E0E}"/>
              </a:ext>
            </a:extLst>
          </p:cNvPr>
          <p:cNvGrpSpPr>
            <a:grpSpLocks/>
          </p:cNvGrpSpPr>
          <p:nvPr/>
        </p:nvGrpSpPr>
        <p:grpSpPr bwMode="auto">
          <a:xfrm>
            <a:off x="3338513" y="4802188"/>
            <a:ext cx="3414712" cy="804862"/>
            <a:chOff x="2103" y="3214"/>
            <a:chExt cx="2151" cy="507"/>
          </a:xfrm>
        </p:grpSpPr>
        <p:sp>
          <p:nvSpPr>
            <p:cNvPr id="95262" name="Text Box 72">
              <a:extLst>
                <a:ext uri="{FF2B5EF4-FFF2-40B4-BE49-F238E27FC236}">
                  <a16:creationId xmlns:a16="http://schemas.microsoft.com/office/drawing/2014/main" id="{B67CA243-3F87-B0CE-1C2D-0D58169D6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172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packets queueing</a:t>
              </a: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(delay)</a:t>
              </a:r>
            </a:p>
          </p:txBody>
        </p:sp>
        <p:sp>
          <p:nvSpPr>
            <p:cNvPr id="95263" name="Line 73">
              <a:extLst>
                <a:ext uri="{FF2B5EF4-FFF2-40B4-BE49-F238E27FC236}">
                  <a16:creationId xmlns:a16="http://schemas.microsoft.com/office/drawing/2014/main" id="{AE8EE86B-2660-810A-CB55-D3345E91C90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" name="Group 95">
            <a:extLst>
              <a:ext uri="{FF2B5EF4-FFF2-40B4-BE49-F238E27FC236}">
                <a16:creationId xmlns:a16="http://schemas.microsoft.com/office/drawing/2014/main" id="{36DC6EDB-1514-3BE6-7FDA-721C46848D8C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4764088"/>
            <a:ext cx="4248150" cy="1511300"/>
            <a:chOff x="1586" y="3190"/>
            <a:chExt cx="2676" cy="952"/>
          </a:xfrm>
        </p:grpSpPr>
        <p:sp>
          <p:nvSpPr>
            <p:cNvPr id="95260" name="Line 91">
              <a:extLst>
                <a:ext uri="{FF2B5EF4-FFF2-40B4-BE49-F238E27FC236}">
                  <a16:creationId xmlns:a16="http://schemas.microsoft.com/office/drawing/2014/main" id="{17432017-7421-D380-C320-07F5BB9B5E8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8" y="3190"/>
              <a:ext cx="105" cy="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5261" name="Text Box 92">
              <a:extLst>
                <a:ext uri="{FF2B5EF4-FFF2-40B4-BE49-F238E27FC236}">
                  <a16:creationId xmlns:a16="http://schemas.microsoft.com/office/drawing/2014/main" id="{86845011-6047-E8E6-4F7A-4EEFEA525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6" y="3738"/>
              <a:ext cx="26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free (available) buffers: arriving packets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dropped (</a:t>
              </a: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loss</a:t>
              </a: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) if no free buffers</a:t>
              </a:r>
            </a:p>
          </p:txBody>
        </p:sp>
      </p:grpSp>
      <p:sp>
        <p:nvSpPr>
          <p:cNvPr id="95259" name="Slide Number Placeholder 3">
            <a:extLst>
              <a:ext uri="{FF2B5EF4-FFF2-40B4-BE49-F238E27FC236}">
                <a16:creationId xmlns:a16="http://schemas.microsoft.com/office/drawing/2014/main" id="{2D7FE054-97FB-4308-67D4-9BA424E722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06097E96-AD4F-CC41-8D6B-A3ED9232CD11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Footer Placeholder 2">
            <a:extLst>
              <a:ext uri="{FF2B5EF4-FFF2-40B4-BE49-F238E27FC236}">
                <a16:creationId xmlns:a16="http://schemas.microsoft.com/office/drawing/2014/main" id="{ABC4BF77-A57A-0292-988C-7FDF7FE935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97282" name="Picture 65" descr="underline_base">
            <a:extLst>
              <a:ext uri="{FF2B5EF4-FFF2-40B4-BE49-F238E27FC236}">
                <a16:creationId xmlns:a16="http://schemas.microsoft.com/office/drawing/2014/main" id="{3D9B13C4-D8DF-3198-DED5-3F96C5AD8E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2867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3" name="Rectangle 2">
            <a:extLst>
              <a:ext uri="{FF2B5EF4-FFF2-40B4-BE49-F238E27FC236}">
                <a16:creationId xmlns:a16="http://schemas.microsoft.com/office/drawing/2014/main" id="{DDDBDA59-A44C-A75F-14A5-9BCFFCE2D61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2438" y="200025"/>
            <a:ext cx="7772400" cy="811213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Four sources of packet delay</a:t>
            </a:r>
            <a:endParaRPr lang="en-US" altLang="zh-CN" sz="4800">
              <a:ea typeface="ＭＳ Ｐゴシック" panose="020B0600070205080204" pitchFamily="34" charset="-128"/>
            </a:endParaRPr>
          </a:p>
        </p:txBody>
      </p:sp>
      <p:sp>
        <p:nvSpPr>
          <p:cNvPr id="110596" name="Rectangle 4">
            <a:extLst>
              <a:ext uri="{FF2B5EF4-FFF2-40B4-BE49-F238E27FC236}">
                <a16:creationId xmlns:a16="http://schemas.microsoft.com/office/drawing/2014/main" id="{765E611F-B309-D44E-BB37-D69B2715294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862013" y="4491038"/>
            <a:ext cx="3810000" cy="1636712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d</a:t>
            </a:r>
            <a:r>
              <a:rPr lang="en-US" baseline="-25000" dirty="0">
                <a:solidFill>
                  <a:srgbClr val="CC0000"/>
                </a:solidFill>
              </a:rPr>
              <a:t>proc</a:t>
            </a:r>
            <a:r>
              <a:rPr lang="en-US" dirty="0">
                <a:solidFill>
                  <a:srgbClr val="CC0000"/>
                </a:solidFill>
              </a:rPr>
              <a:t>: nodal processing</a:t>
            </a:r>
            <a:r>
              <a:rPr lang="en-US" dirty="0"/>
              <a:t> 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/>
              <a:t>check bit errors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/>
              <a:t>determine output link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/>
              <a:t>typically &lt; msec</a:t>
            </a:r>
          </a:p>
        </p:txBody>
      </p:sp>
      <p:sp>
        <p:nvSpPr>
          <p:cNvPr id="110627" name="Rectangle 58">
            <a:extLst>
              <a:ext uri="{FF2B5EF4-FFF2-40B4-BE49-F238E27FC236}">
                <a16:creationId xmlns:a16="http://schemas.microsoft.com/office/drawing/2014/main" id="{BD3B679B-959D-C44D-87EE-36E23E789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2625"/>
            <a:ext cx="3810000" cy="2189163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4488" marR="0" lvl="0" indent="-3444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97286" name="Slide Number Placeholder 3">
            <a:extLst>
              <a:ext uri="{FF2B5EF4-FFF2-40B4-BE49-F238E27FC236}">
                <a16:creationId xmlns:a16="http://schemas.microsoft.com/office/drawing/2014/main" id="{D38A2522-168F-76F8-1C68-E0CACAAC18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E8E26670-C4DB-354F-B99A-491F271908B9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97287" name="Group 70">
            <a:extLst>
              <a:ext uri="{FF2B5EF4-FFF2-40B4-BE49-F238E27FC236}">
                <a16:creationId xmlns:a16="http://schemas.microsoft.com/office/drawing/2014/main" id="{18A719CF-CBEE-7FC2-DE6A-BCF01F77F00A}"/>
              </a:ext>
            </a:extLst>
          </p:cNvPr>
          <p:cNvGrpSpPr>
            <a:grpSpLocks/>
          </p:cNvGrpSpPr>
          <p:nvPr/>
        </p:nvGrpSpPr>
        <p:grpSpPr bwMode="auto">
          <a:xfrm>
            <a:off x="1743075" y="1249363"/>
            <a:ext cx="5894388" cy="2935287"/>
            <a:chOff x="1743075" y="1249363"/>
            <a:chExt cx="5894066" cy="2935287"/>
          </a:xfrm>
        </p:grpSpPr>
        <p:sp>
          <p:nvSpPr>
            <p:cNvPr id="97288" name="Line 24">
              <a:extLst>
                <a:ext uri="{FF2B5EF4-FFF2-40B4-BE49-F238E27FC236}">
                  <a16:creationId xmlns:a16="http://schemas.microsoft.com/office/drawing/2014/main" id="{0E95A74D-C915-B955-DA0E-258F6EA8A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0963" y="1857375"/>
              <a:ext cx="741362" cy="355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97289" name="Group 347">
              <a:extLst>
                <a:ext uri="{FF2B5EF4-FFF2-40B4-BE49-F238E27FC236}">
                  <a16:creationId xmlns:a16="http://schemas.microsoft.com/office/drawing/2014/main" id="{24090D7A-5D00-6C46-B02A-B453190A66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6378" y="1905474"/>
              <a:ext cx="1162562" cy="715538"/>
              <a:chOff x="1871277" y="1576300"/>
              <a:chExt cx="1128371" cy="437861"/>
            </a:xfrm>
          </p:grpSpPr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C1DF72DB-D0FA-7D4A-BCE3-858014013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805" y="1694526"/>
                <a:ext cx="1124731" cy="319605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39C2751C-F476-764F-8D63-220391B39B7D}"/>
                  </a:ext>
                </a:extLst>
              </p:cNvPr>
              <p:cNvSpPr/>
              <p:nvPr/>
            </p:nvSpPr>
            <p:spPr bwMode="auto">
              <a:xfrm>
                <a:off x="1871723" y="1739212"/>
                <a:ext cx="1127812" cy="1165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7D003853-170D-8C4A-AC93-B7F2117C5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723" y="1576010"/>
                <a:ext cx="1124731" cy="319605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FC6EA9EE-7561-3A44-8653-92CF9710A0CF}"/>
                  </a:ext>
                </a:extLst>
              </p:cNvPr>
              <p:cNvSpPr/>
              <p:nvPr/>
            </p:nvSpPr>
            <p:spPr bwMode="auto">
              <a:xfrm>
                <a:off x="2159840" y="1673154"/>
                <a:ext cx="548499" cy="16126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B03F4B11-2552-4F42-96A8-3851A09AD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832" y="1633325"/>
                <a:ext cx="662512" cy="110744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B60C9F7-6D27-0248-AE59-C946661A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317" y="1727555"/>
                <a:ext cx="243435" cy="9714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1A27ABEF-6517-FA44-8EB7-9F423264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507" y="1729498"/>
                <a:ext cx="240353" cy="97144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6425C515-C2A0-E04F-AEA8-C88619593774}"/>
                  </a:ext>
                </a:extLst>
              </p:cNvPr>
              <p:cNvCxnSpPr>
                <a:cxnSpLocks noChangeShapeType="1"/>
                <a:endCxn id="115" idx="2"/>
              </p:cNvCxnSpPr>
              <p:nvPr/>
            </p:nvCxnSpPr>
            <p:spPr bwMode="auto">
              <a:xfrm flipH="1" flipV="1">
                <a:off x="1871723" y="1737269"/>
                <a:ext cx="3081" cy="1233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7178FB26-6EA8-5A40-B355-1B256A3F54B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54" y="1734355"/>
                <a:ext cx="3081" cy="1233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97290" name="Line 26">
              <a:extLst>
                <a:ext uri="{FF2B5EF4-FFF2-40B4-BE49-F238E27FC236}">
                  <a16:creationId xmlns:a16="http://schemas.microsoft.com/office/drawing/2014/main" id="{C5915C2A-220F-CC21-2183-8AF6EA321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5013" y="2276475"/>
              <a:ext cx="1933575" cy="95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291" name="Rectangle 29">
              <a:extLst>
                <a:ext uri="{FF2B5EF4-FFF2-40B4-BE49-F238E27FC236}">
                  <a16:creationId xmlns:a16="http://schemas.microsoft.com/office/drawing/2014/main" id="{2D30C074-86F8-8566-8470-594BB327E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2076450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292" name="Rectangle 30">
              <a:extLst>
                <a:ext uri="{FF2B5EF4-FFF2-40B4-BE49-F238E27FC236}">
                  <a16:creationId xmlns:a16="http://schemas.microsoft.com/office/drawing/2014/main" id="{063A397A-3224-5D19-EE62-0AFB1794F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638" y="2147888"/>
              <a:ext cx="147637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293" name="Rectangle 31">
              <a:extLst>
                <a:ext uri="{FF2B5EF4-FFF2-40B4-BE49-F238E27FC236}">
                  <a16:creationId xmlns:a16="http://schemas.microsoft.com/office/drawing/2014/main" id="{A0385CD6-C96D-8033-7607-2EC73E42A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147888"/>
              <a:ext cx="147637" cy="20002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294" name="Line 35">
              <a:extLst>
                <a:ext uri="{FF2B5EF4-FFF2-40B4-BE49-F238E27FC236}">
                  <a16:creationId xmlns:a16="http://schemas.microsoft.com/office/drawing/2014/main" id="{B4B9BFB7-08E9-36C2-0A6E-86105B5B6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35700" y="1876425"/>
              <a:ext cx="36671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295" name="Rectangle 38">
              <a:extLst>
                <a:ext uri="{FF2B5EF4-FFF2-40B4-BE49-F238E27FC236}">
                  <a16:creationId xmlns:a16="http://schemas.microsoft.com/office/drawing/2014/main" id="{955FFCFB-EADC-C6FB-C502-DB1009317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150" y="2085975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296" name="Text Box 39">
              <a:extLst>
                <a:ext uri="{FF2B5EF4-FFF2-40B4-BE49-F238E27FC236}">
                  <a16:creationId xmlns:a16="http://schemas.microsoft.com/office/drawing/2014/main" id="{5F4230C0-A037-F09F-CC80-B0ACE8E89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1088" y="1689100"/>
              <a:ext cx="1390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propagation</a:t>
              </a:r>
            </a:p>
          </p:txBody>
        </p:sp>
        <p:sp>
          <p:nvSpPr>
            <p:cNvPr id="97297" name="Line 40">
              <a:extLst>
                <a:ext uri="{FF2B5EF4-FFF2-40B4-BE49-F238E27FC236}">
                  <a16:creationId xmlns:a16="http://schemas.microsoft.com/office/drawing/2014/main" id="{78117C45-BFB9-93C5-ADD3-D6F20BA39D1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45025" y="1876425"/>
              <a:ext cx="3190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298" name="Text Box 43">
              <a:extLst>
                <a:ext uri="{FF2B5EF4-FFF2-40B4-BE49-F238E27FC236}">
                  <a16:creationId xmlns:a16="http://schemas.microsoft.com/office/drawing/2014/main" id="{7FA33868-EE2B-AED4-BA3E-EC5B8106C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375" y="2803525"/>
              <a:ext cx="12890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nodal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processing</a:t>
              </a:r>
            </a:p>
          </p:txBody>
        </p:sp>
        <p:sp>
          <p:nvSpPr>
            <p:cNvPr id="97299" name="Line 44">
              <a:extLst>
                <a:ext uri="{FF2B5EF4-FFF2-40B4-BE49-F238E27FC236}">
                  <a16:creationId xmlns:a16="http://schemas.microsoft.com/office/drawing/2014/main" id="{BB934A67-3C91-0871-D025-F91C0173F54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78200" y="2847975"/>
              <a:ext cx="8334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300" name="Line 45">
              <a:extLst>
                <a:ext uri="{FF2B5EF4-FFF2-40B4-BE49-F238E27FC236}">
                  <a16:creationId xmlns:a16="http://schemas.microsoft.com/office/drawing/2014/main" id="{814EE6DB-6FF9-0348-7E71-549426A7800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187825" y="2609850"/>
              <a:ext cx="3857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301" name="Text Box 46">
              <a:extLst>
                <a:ext uri="{FF2B5EF4-FFF2-40B4-BE49-F238E27FC236}">
                  <a16:creationId xmlns:a16="http://schemas.microsoft.com/office/drawing/2014/main" id="{286FABFD-7257-05E0-88EE-95E601DF89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813" y="3060700"/>
              <a:ext cx="11239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queueing</a:t>
              </a:r>
            </a:p>
          </p:txBody>
        </p:sp>
        <p:sp>
          <p:nvSpPr>
            <p:cNvPr id="97302" name="Line 47">
              <a:extLst>
                <a:ext uri="{FF2B5EF4-FFF2-40B4-BE49-F238E27FC236}">
                  <a16:creationId xmlns:a16="http://schemas.microsoft.com/office/drawing/2014/main" id="{FB32F6AA-EA37-EDC8-35E9-7FFAC0CBCA3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49750" y="2609850"/>
              <a:ext cx="595313" cy="552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303" name="Rectangle 3">
              <a:extLst>
                <a:ext uri="{FF2B5EF4-FFF2-40B4-BE49-F238E27FC236}">
                  <a16:creationId xmlns:a16="http://schemas.microsoft.com/office/drawing/2014/main" id="{E53FACF3-4C18-114B-11AD-80DDD0007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138" y="3630613"/>
              <a:ext cx="4943475" cy="554037"/>
            </a:xfrm>
            <a:prstGeom prst="rect">
              <a:avLst/>
            </a:prstGeom>
            <a:noFill/>
            <a:ln w="19050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marL="2857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285750" marR="0" lvl="0" indent="-28575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pitchFamily="2" charset="2"/>
                <a:buNone/>
                <a:tabLst/>
                <a:defRPr/>
              </a:pPr>
              <a:r>
                <a:rPr kumimoji="0" lang="en-US" altLang="zh-CN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nodal</a:t>
              </a: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= </a:t>
              </a:r>
              <a:r>
                <a:rPr kumimoji="0" lang="en-US" altLang="zh-CN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proc</a:t>
              </a: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+ </a:t>
              </a:r>
              <a:r>
                <a:rPr kumimoji="0" lang="en-US" altLang="zh-CN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queue</a:t>
              </a: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+ </a:t>
              </a:r>
              <a:r>
                <a:rPr kumimoji="0" lang="en-US" altLang="zh-CN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trans</a:t>
              </a: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+  </a:t>
              </a:r>
              <a:r>
                <a:rPr kumimoji="0" lang="en-US" altLang="zh-CN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prop</a:t>
              </a:r>
              <a:endPara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304" name="Line 25">
              <a:extLst>
                <a:ext uri="{FF2B5EF4-FFF2-40B4-BE49-F238E27FC236}">
                  <a16:creationId xmlns:a16="http://schemas.microsoft.com/office/drawing/2014/main" id="{F30AD932-0876-E304-84B6-7343F1A81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083" y="2397124"/>
              <a:ext cx="735306" cy="5499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305" name="Rectangle 32">
              <a:extLst>
                <a:ext uri="{FF2B5EF4-FFF2-40B4-BE49-F238E27FC236}">
                  <a16:creationId xmlns:a16="http://schemas.microsoft.com/office/drawing/2014/main" id="{867A24E0-B902-1274-073F-432789C88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125" y="2047875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306" name="Line 33">
              <a:extLst>
                <a:ext uri="{FF2B5EF4-FFF2-40B4-BE49-F238E27FC236}">
                  <a16:creationId xmlns:a16="http://schemas.microsoft.com/office/drawing/2014/main" id="{43FD095A-3E09-BC7F-C723-3BF77F01B8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913" y="1984375"/>
              <a:ext cx="2111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307" name="Text Box 36">
              <a:extLst>
                <a:ext uri="{FF2B5EF4-FFF2-40B4-BE49-F238E27FC236}">
                  <a16:creationId xmlns:a16="http://schemas.microsoft.com/office/drawing/2014/main" id="{715BB3D6-8E00-BEF4-9A8E-49F27A152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3075" y="1541463"/>
              <a:ext cx="4026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</a:t>
              </a:r>
            </a:p>
          </p:txBody>
        </p:sp>
        <p:sp>
          <p:nvSpPr>
            <p:cNvPr id="97308" name="Text Box 37">
              <a:extLst>
                <a:ext uri="{FF2B5EF4-FFF2-40B4-BE49-F238E27FC236}">
                  <a16:creationId xmlns:a16="http://schemas.microsoft.com/office/drawing/2014/main" id="{C201D072-4EE8-3B39-335D-AF422CC794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493963"/>
              <a:ext cx="3873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</a:t>
              </a:r>
            </a:p>
          </p:txBody>
        </p:sp>
        <p:grpSp>
          <p:nvGrpSpPr>
            <p:cNvPr id="97309" name="Group 66">
              <a:extLst>
                <a:ext uri="{FF2B5EF4-FFF2-40B4-BE49-F238E27FC236}">
                  <a16:creationId xmlns:a16="http://schemas.microsoft.com/office/drawing/2014/main" id="{D826B733-B31B-A605-9913-EAEB5F85F3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3888" y="1541463"/>
              <a:ext cx="779462" cy="679450"/>
              <a:chOff x="-44" y="1473"/>
              <a:chExt cx="981" cy="1105"/>
            </a:xfrm>
          </p:grpSpPr>
          <p:pic>
            <p:nvPicPr>
              <p:cNvPr id="97327" name="Picture 67" descr="desktop_computer_stylized_medium">
                <a:extLst>
                  <a:ext uri="{FF2B5EF4-FFF2-40B4-BE49-F238E27FC236}">
                    <a16:creationId xmlns:a16="http://schemas.microsoft.com/office/drawing/2014/main" id="{31630457-D925-63C0-8BC5-B14CDBAFF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28" name="Freeform 68">
                <a:extLst>
                  <a:ext uri="{FF2B5EF4-FFF2-40B4-BE49-F238E27FC236}">
                    <a16:creationId xmlns:a16="http://schemas.microsoft.com/office/drawing/2014/main" id="{F79C4ABC-E4AB-B314-5094-02BABD29614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97310" name="Group 69">
              <a:extLst>
                <a:ext uri="{FF2B5EF4-FFF2-40B4-BE49-F238E27FC236}">
                  <a16:creationId xmlns:a16="http://schemas.microsoft.com/office/drawing/2014/main" id="{A67A132D-302C-E391-4EBB-3684A2BEE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3685" y="2548431"/>
              <a:ext cx="779463" cy="679450"/>
              <a:chOff x="-44" y="1473"/>
              <a:chExt cx="981" cy="1105"/>
            </a:xfrm>
          </p:grpSpPr>
          <p:pic>
            <p:nvPicPr>
              <p:cNvPr id="97325" name="Picture 70" descr="desktop_computer_stylized_medium">
                <a:extLst>
                  <a:ext uri="{FF2B5EF4-FFF2-40B4-BE49-F238E27FC236}">
                    <a16:creationId xmlns:a16="http://schemas.microsoft.com/office/drawing/2014/main" id="{A3E138DA-104D-0CB8-7496-E482C5FFF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26" name="Freeform 71">
                <a:extLst>
                  <a:ext uri="{FF2B5EF4-FFF2-40B4-BE49-F238E27FC236}">
                    <a16:creationId xmlns:a16="http://schemas.microsoft.com/office/drawing/2014/main" id="{30C7A0A3-FBAE-73DC-4ECE-BBDAFA5BC02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43382 w 356"/>
                  <a:gd name="T3" fmla="*/ 3172 h 368"/>
                  <a:gd name="T4" fmla="*/ 51464 w 356"/>
                  <a:gd name="T5" fmla="*/ 66095 h 368"/>
                  <a:gd name="T6" fmla="*/ 11342 w 356"/>
                  <a:gd name="T7" fmla="*/ 8266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97311" name="Text Box 41">
              <a:extLst>
                <a:ext uri="{FF2B5EF4-FFF2-40B4-BE49-F238E27FC236}">
                  <a16:creationId xmlns:a16="http://schemas.microsoft.com/office/drawing/2014/main" id="{01938C84-7213-E1B8-1090-9685C8B9D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7675" y="1249363"/>
              <a:ext cx="1466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transmission</a:t>
              </a:r>
            </a:p>
          </p:txBody>
        </p:sp>
        <p:sp>
          <p:nvSpPr>
            <p:cNvPr id="97312" name="Line 42">
              <a:extLst>
                <a:ext uri="{FF2B5EF4-FFF2-40B4-BE49-F238E27FC236}">
                  <a16:creationId xmlns:a16="http://schemas.microsoft.com/office/drawing/2014/main" id="{90AF961D-EC36-3839-E1BC-1F49F8831E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4038600" y="1517650"/>
              <a:ext cx="528638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97313" name="Group 347">
              <a:extLst>
                <a:ext uri="{FF2B5EF4-FFF2-40B4-BE49-F238E27FC236}">
                  <a16:creationId xmlns:a16="http://schemas.microsoft.com/office/drawing/2014/main" id="{68F24679-AECC-2F3A-7EBE-CB5D7FA15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4579" y="1949848"/>
              <a:ext cx="1162562" cy="715538"/>
              <a:chOff x="1871277" y="1576300"/>
              <a:chExt cx="1128371" cy="437861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DF06EC5F-E211-0C46-A23F-F6B1B2A69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917" y="1694572"/>
                <a:ext cx="1124731" cy="319605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9FDA590D-24D1-DC48-98BA-5FF7DC9E93B5}"/>
                  </a:ext>
                </a:extLst>
              </p:cNvPr>
              <p:cNvSpPr/>
              <p:nvPr/>
            </p:nvSpPr>
            <p:spPr bwMode="auto">
              <a:xfrm>
                <a:off x="1871836" y="1739259"/>
                <a:ext cx="1127812" cy="1165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25855753-0907-754B-8B17-2E0705B5D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836" y="1576056"/>
                <a:ext cx="1124731" cy="319605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AA6FC33B-9D20-D446-8D15-0F995A6B03D3}"/>
                  </a:ext>
                </a:extLst>
              </p:cNvPr>
              <p:cNvSpPr/>
              <p:nvPr/>
            </p:nvSpPr>
            <p:spPr bwMode="auto">
              <a:xfrm>
                <a:off x="2159951" y="1673201"/>
                <a:ext cx="548499" cy="16126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51CDB980-11EF-9240-A493-2A79B61F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945" y="1633372"/>
                <a:ext cx="662512" cy="110744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DD6C60F2-FBF2-2742-95D9-C18BEB3F5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430" y="1727602"/>
                <a:ext cx="243435" cy="97144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D408DE29-2CBB-E94E-8C17-F773BA488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619" y="1729544"/>
                <a:ext cx="240353" cy="97144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001F8D48-0F16-5847-8045-EAE782FD3795}"/>
                  </a:ext>
                </a:extLst>
              </p:cNvPr>
              <p:cNvCxnSpPr>
                <a:cxnSpLocks noChangeShapeType="1"/>
                <a:endCxn id="102" idx="2"/>
              </p:cNvCxnSpPr>
              <p:nvPr/>
            </p:nvCxnSpPr>
            <p:spPr bwMode="auto">
              <a:xfrm flipH="1" flipV="1">
                <a:off x="1871836" y="1737316"/>
                <a:ext cx="3081" cy="1233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26A17D12-90F5-3044-A15E-8A4A358872E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567" y="1734402"/>
                <a:ext cx="3081" cy="123373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97314" name="Rectangle 31">
              <a:extLst>
                <a:ext uri="{FF2B5EF4-FFF2-40B4-BE49-F238E27FC236}">
                  <a16:creationId xmlns:a16="http://schemas.microsoft.com/office/drawing/2014/main" id="{482E0294-9F10-AC1D-E551-65B967C39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387" y="2704007"/>
              <a:ext cx="139765" cy="18519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7315" name="Line 33">
              <a:extLst>
                <a:ext uri="{FF2B5EF4-FFF2-40B4-BE49-F238E27FC236}">
                  <a16:creationId xmlns:a16="http://schemas.microsoft.com/office/drawing/2014/main" id="{23005691-5C15-FC78-E222-8858E49DD2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708" y="2673625"/>
              <a:ext cx="219668" cy="1619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Footer Placeholder 2">
            <a:extLst>
              <a:ext uri="{FF2B5EF4-FFF2-40B4-BE49-F238E27FC236}">
                <a16:creationId xmlns:a16="http://schemas.microsoft.com/office/drawing/2014/main" id="{244C2CE7-B27A-6608-66CF-5889EBE445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12642" name="Rectangle 3">
            <a:extLst>
              <a:ext uri="{FF2B5EF4-FFF2-40B4-BE49-F238E27FC236}">
                <a16:creationId xmlns:a16="http://schemas.microsoft.com/office/drawing/2014/main" id="{E825ACCE-8621-E34A-9405-E481CEE55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3" y="4459288"/>
            <a:ext cx="3810000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marR="0" lvl="0" indent="-34290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bandwidth (bps)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0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112643" name="Rectangle 4">
            <a:extLst>
              <a:ext uri="{FF2B5EF4-FFF2-40B4-BE49-F238E27FC236}">
                <a16:creationId xmlns:a16="http://schemas.microsoft.com/office/drawing/2014/main" id="{F71E7AB6-52BA-A342-AF86-7D30CE7C5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4467225"/>
            <a:ext cx="4152900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marR="0" lvl="0" indent="-34290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propagation delay: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rPr>
              <a:t>s</a:t>
            </a:r>
          </a:p>
        </p:txBody>
      </p:sp>
      <p:pic>
        <p:nvPicPr>
          <p:cNvPr id="99332" name="Picture 64" descr="underline_base">
            <a:extLst>
              <a:ext uri="{FF2B5EF4-FFF2-40B4-BE49-F238E27FC236}">
                <a16:creationId xmlns:a16="http://schemas.microsoft.com/office/drawing/2014/main" id="{1A716AD1-496A-E34E-B2E0-B12BE3EA099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55663"/>
            <a:ext cx="6737350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2">
            <a:extLst>
              <a:ext uri="{FF2B5EF4-FFF2-40B4-BE49-F238E27FC236}">
                <a16:creationId xmlns:a16="http://schemas.microsoft.com/office/drawing/2014/main" id="{C9BB903D-4C38-73E9-9FC6-70FFBFA54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8" y="200025"/>
            <a:ext cx="7772400" cy="81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Four sources of packet delay</a:t>
            </a:r>
            <a:endParaRPr kumimoji="0" lang="en-US" altLang="zh-CN" sz="4800" b="0" i="0" u="none" strike="noStrike" kern="120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Gill Sans MT" panose="020B0502020104020203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34" name="Slide Number Placeholder 3">
            <a:extLst>
              <a:ext uri="{FF2B5EF4-FFF2-40B4-BE49-F238E27FC236}">
                <a16:creationId xmlns:a16="http://schemas.microsoft.com/office/drawing/2014/main" id="{54E6E703-437B-6025-1C01-33A5D2367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E6ADEEC3-B886-C54D-BBE1-DCDAA32DFEF1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35" name="TextBox 1">
            <a:extLst>
              <a:ext uri="{FF2B5EF4-FFF2-40B4-BE49-F238E27FC236}">
                <a16:creationId xmlns:a16="http://schemas.microsoft.com/office/drawing/2014/main" id="{F9D368FB-AE79-7B0E-0BDD-83066FC202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6370638"/>
            <a:ext cx="64309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Check out the Java applet for an interactive animation on trans vs. prop delay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8149034-81BD-084A-68F2-B73D820D66BC}"/>
              </a:ext>
            </a:extLst>
          </p:cNvPr>
          <p:cNvGrpSpPr>
            <a:grpSpLocks/>
          </p:cNvGrpSpPr>
          <p:nvPr/>
        </p:nvGrpSpPr>
        <p:grpSpPr bwMode="auto">
          <a:xfrm>
            <a:off x="2074863" y="5413375"/>
            <a:ext cx="2692400" cy="701675"/>
            <a:chOff x="2271473" y="5377200"/>
            <a:chExt cx="2692148" cy="701675"/>
          </a:xfrm>
        </p:grpSpPr>
        <p:sp>
          <p:nvSpPr>
            <p:cNvPr id="99388" name="Text Box 62">
              <a:extLst>
                <a:ext uri="{FF2B5EF4-FFF2-40B4-BE49-F238E27FC236}">
                  <a16:creationId xmlns:a16="http://schemas.microsoft.com/office/drawing/2014/main" id="{845DADAA-052C-F4EA-1F3C-6BC988586C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8578" y="5377200"/>
              <a:ext cx="2105025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000" b="0" i="0" u="none" strike="noStrike" kern="1200" cap="none" spc="0" normalizeH="0" baseline="-2500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trans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and </a:t>
              </a:r>
              <a:r>
                <a:rPr kumimoji="0" lang="en-US" altLang="zh-CN" sz="20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</a:t>
              </a:r>
              <a:r>
                <a:rPr kumimoji="0" lang="en-US" altLang="zh-CN" sz="2000" b="0" i="0" u="none" strike="noStrike" kern="1200" cap="none" spc="0" normalizeH="0" baseline="-2500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prop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very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different</a:t>
              </a:r>
            </a:p>
          </p:txBody>
        </p:sp>
        <p:cxnSp>
          <p:nvCxnSpPr>
            <p:cNvPr id="99389" name="Straight Arrow Connector 3">
              <a:extLst>
                <a:ext uri="{FF2B5EF4-FFF2-40B4-BE49-F238E27FC236}">
                  <a16:creationId xmlns:a16="http://schemas.microsoft.com/office/drawing/2014/main" id="{E75F04A5-E3B4-61B2-BC76-FD32A6CCF1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71473" y="5616983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9390" name="Straight Arrow Connector 72">
              <a:extLst>
                <a:ext uri="{FF2B5EF4-FFF2-40B4-BE49-F238E27FC236}">
                  <a16:creationId xmlns:a16="http://schemas.microsoft.com/office/drawing/2014/main" id="{C379E50F-E6D6-A2AC-3AA9-873C3906BD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409173" y="5608388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99337" name="TextBox 1">
            <a:extLst>
              <a:ext uri="{FF2B5EF4-FFF2-40B4-BE49-F238E27FC236}">
                <a16:creationId xmlns:a16="http://schemas.microsoft.com/office/drawing/2014/main" id="{1B467B36-F180-D3A7-0F02-7FDC6D1B1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6145213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Check out the online interactive exercises for more examples: h</a:t>
            </a: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ttp://gaia.cs.umass.edu/kurose_ross/interactive/</a:t>
            </a:r>
          </a:p>
        </p:txBody>
      </p:sp>
      <p:sp>
        <p:nvSpPr>
          <p:cNvPr id="99338" name="Line 24">
            <a:extLst>
              <a:ext uri="{FF2B5EF4-FFF2-40B4-BE49-F238E27FC236}">
                <a16:creationId xmlns:a16="http://schemas.microsoft.com/office/drawing/2014/main" id="{FA9EF00B-F68D-EC92-19A4-8871124DBA9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0963" y="1857375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99339" name="Group 347">
            <a:extLst>
              <a:ext uri="{FF2B5EF4-FFF2-40B4-BE49-F238E27FC236}">
                <a16:creationId xmlns:a16="http://schemas.microsoft.com/office/drawing/2014/main" id="{9FC7C165-0754-0E7F-B3C9-5A46132DD103}"/>
              </a:ext>
            </a:extLst>
          </p:cNvPr>
          <p:cNvGrpSpPr>
            <a:grpSpLocks/>
          </p:cNvGrpSpPr>
          <p:nvPr/>
        </p:nvGrpSpPr>
        <p:grpSpPr bwMode="auto">
          <a:xfrm>
            <a:off x="3336925" y="1905000"/>
            <a:ext cx="1162050" cy="715963"/>
            <a:chOff x="1871277" y="1576300"/>
            <a:chExt cx="1128371" cy="437861"/>
          </a:xfrm>
        </p:grpSpPr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136D7B2A-23F4-CF4E-AA24-341E57D0FA2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5FDE4CC4-803C-0346-923E-EFF1F530D38A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4118646B-2AF0-044B-BF88-A5644389CB1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862C194-72EE-614E-9ED1-B341267DE27B}"/>
                </a:ext>
              </a:extLst>
            </p:cNvPr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116043B-FF9E-2C4F-AFED-1908A861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5972F19D-5C2C-5645-884A-1CB132CD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68969DF-9BD9-9942-AFC3-1C191D0F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46A523C-6BF8-174E-9718-76D1D2B4AABF}"/>
                </a:ext>
              </a:extLst>
            </p:cNvPr>
            <p:cNvCxnSpPr>
              <a:cxnSpLocks noChangeShapeType="1"/>
              <a:endCxn id="89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C35D421C-3807-5A4D-97A6-303D0D1D40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65" y="1734552"/>
              <a:ext cx="3083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9340" name="Line 26">
            <a:extLst>
              <a:ext uri="{FF2B5EF4-FFF2-40B4-BE49-F238E27FC236}">
                <a16:creationId xmlns:a16="http://schemas.microsoft.com/office/drawing/2014/main" id="{5F604158-94E0-15A2-CA9F-69193D55BF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5013" y="2276475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41" name="Rectangle 29">
            <a:extLst>
              <a:ext uri="{FF2B5EF4-FFF2-40B4-BE49-F238E27FC236}">
                <a16:creationId xmlns:a16="http://schemas.microsoft.com/office/drawing/2014/main" id="{04E73D10-1040-2D61-191E-A82307818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175" y="2076450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42" name="Rectangle 30">
            <a:extLst>
              <a:ext uri="{FF2B5EF4-FFF2-40B4-BE49-F238E27FC236}">
                <a16:creationId xmlns:a16="http://schemas.microsoft.com/office/drawing/2014/main" id="{EE96D56A-398F-759F-CA73-EC3D558CF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21478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43" name="Rectangle 31">
            <a:extLst>
              <a:ext uri="{FF2B5EF4-FFF2-40B4-BE49-F238E27FC236}">
                <a16:creationId xmlns:a16="http://schemas.microsoft.com/office/drawing/2014/main" id="{0F7D774E-C17D-44A8-45D8-0E095F01A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563" y="2147888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44" name="Line 35">
            <a:extLst>
              <a:ext uri="{FF2B5EF4-FFF2-40B4-BE49-F238E27FC236}">
                <a16:creationId xmlns:a16="http://schemas.microsoft.com/office/drawing/2014/main" id="{1C787CBC-5E02-AF68-0CA9-C44461FEF1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35700" y="1876425"/>
            <a:ext cx="366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45" name="Rectangle 38">
            <a:extLst>
              <a:ext uri="{FF2B5EF4-FFF2-40B4-BE49-F238E27FC236}">
                <a16:creationId xmlns:a16="http://schemas.microsoft.com/office/drawing/2014/main" id="{47E9C155-4927-2584-C8BF-3240A8E62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0859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46" name="Text Box 39">
            <a:extLst>
              <a:ext uri="{FF2B5EF4-FFF2-40B4-BE49-F238E27FC236}">
                <a16:creationId xmlns:a16="http://schemas.microsoft.com/office/drawing/2014/main" id="{9977838B-5C20-2842-F713-269209405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088" y="1689100"/>
            <a:ext cx="139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propagation</a:t>
            </a:r>
          </a:p>
        </p:txBody>
      </p:sp>
      <p:sp>
        <p:nvSpPr>
          <p:cNvPr id="99347" name="Line 40">
            <a:extLst>
              <a:ext uri="{FF2B5EF4-FFF2-40B4-BE49-F238E27FC236}">
                <a16:creationId xmlns:a16="http://schemas.microsoft.com/office/drawing/2014/main" id="{A56ECE4E-72E8-0CC5-354A-CDF95DD85B94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645025" y="1876425"/>
            <a:ext cx="319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48" name="Text Box 43">
            <a:extLst>
              <a:ext uri="{FF2B5EF4-FFF2-40B4-BE49-F238E27FC236}">
                <a16:creationId xmlns:a16="http://schemas.microsoft.com/office/drawing/2014/main" id="{86055776-B816-28B4-AFB8-BEC05151E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375" y="2803525"/>
            <a:ext cx="1289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nodal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processing</a:t>
            </a:r>
          </a:p>
        </p:txBody>
      </p:sp>
      <p:sp>
        <p:nvSpPr>
          <p:cNvPr id="99349" name="Line 44">
            <a:extLst>
              <a:ext uri="{FF2B5EF4-FFF2-40B4-BE49-F238E27FC236}">
                <a16:creationId xmlns:a16="http://schemas.microsoft.com/office/drawing/2014/main" id="{E141EEC8-83C2-7A4D-D5EE-293A02CD5871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78200" y="2847975"/>
            <a:ext cx="833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50" name="Line 45">
            <a:extLst>
              <a:ext uri="{FF2B5EF4-FFF2-40B4-BE49-F238E27FC236}">
                <a16:creationId xmlns:a16="http://schemas.microsoft.com/office/drawing/2014/main" id="{090AA911-4A1F-C2F6-16F3-8214E89D45B3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825" y="2609850"/>
            <a:ext cx="385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51" name="Text Box 46">
            <a:extLst>
              <a:ext uri="{FF2B5EF4-FFF2-40B4-BE49-F238E27FC236}">
                <a16:creationId xmlns:a16="http://schemas.microsoft.com/office/drawing/2014/main" id="{12974A7E-15B2-7778-C680-75F7C23D8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3060700"/>
            <a:ext cx="1123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queueing</a:t>
            </a:r>
          </a:p>
        </p:txBody>
      </p:sp>
      <p:sp>
        <p:nvSpPr>
          <p:cNvPr id="99352" name="Line 47">
            <a:extLst>
              <a:ext uri="{FF2B5EF4-FFF2-40B4-BE49-F238E27FC236}">
                <a16:creationId xmlns:a16="http://schemas.microsoft.com/office/drawing/2014/main" id="{8E71ACCB-C0E9-A842-B6AC-8981A472E670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750" y="2609850"/>
            <a:ext cx="595313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53" name="Rectangle 3">
            <a:extLst>
              <a:ext uri="{FF2B5EF4-FFF2-40B4-BE49-F238E27FC236}">
                <a16:creationId xmlns:a16="http://schemas.microsoft.com/office/drawing/2014/main" id="{03BD4175-7BC3-AD27-8E51-AB2920B76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138" y="3630613"/>
            <a:ext cx="494347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285750" marR="0" lvl="0" indent="-28575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</a:t>
            </a:r>
            <a:r>
              <a:rPr kumimoji="0" lang="en-US" altLang="zh-CN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nodal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= </a:t>
            </a: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</a:t>
            </a:r>
            <a:r>
              <a:rPr kumimoji="0" lang="en-US" altLang="zh-CN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proc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+ </a:t>
            </a: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</a:t>
            </a:r>
            <a:r>
              <a:rPr kumimoji="0" lang="en-US" altLang="zh-CN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queue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+ </a:t>
            </a: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</a:t>
            </a:r>
            <a:r>
              <a:rPr kumimoji="0" lang="en-US" altLang="zh-CN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+  </a:t>
            </a: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</a:t>
            </a:r>
            <a:r>
              <a:rPr kumimoji="0" lang="en-US" altLang="zh-CN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prop</a:t>
            </a: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panose="020B0502020104020203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54" name="Line 25">
            <a:extLst>
              <a:ext uri="{FF2B5EF4-FFF2-40B4-BE49-F238E27FC236}">
                <a16:creationId xmlns:a16="http://schemas.microsoft.com/office/drawing/2014/main" id="{C00EB565-2114-D88F-5B19-5A651FA286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375" y="2397125"/>
            <a:ext cx="735013" cy="549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55" name="Rectangle 32">
            <a:extLst>
              <a:ext uri="{FF2B5EF4-FFF2-40B4-BE49-F238E27FC236}">
                <a16:creationId xmlns:a16="http://schemas.microsoft.com/office/drawing/2014/main" id="{49A2BCF3-8A31-11B9-6D0E-D42855D6F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20478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56" name="Line 33">
            <a:extLst>
              <a:ext uri="{FF2B5EF4-FFF2-40B4-BE49-F238E27FC236}">
                <a16:creationId xmlns:a16="http://schemas.microsoft.com/office/drawing/2014/main" id="{5382A29F-BFEF-F598-966D-E6BB4673223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1984375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9357" name="Text Box 36">
            <a:extLst>
              <a:ext uri="{FF2B5EF4-FFF2-40B4-BE49-F238E27FC236}">
                <a16:creationId xmlns:a16="http://schemas.microsoft.com/office/drawing/2014/main" id="{68975116-8BE7-51D9-61BD-BB198887FB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3075" y="1541463"/>
            <a:ext cx="4032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</a:t>
            </a:r>
          </a:p>
        </p:txBody>
      </p:sp>
      <p:sp>
        <p:nvSpPr>
          <p:cNvPr id="99358" name="Text Box 37">
            <a:extLst>
              <a:ext uri="{FF2B5EF4-FFF2-40B4-BE49-F238E27FC236}">
                <a16:creationId xmlns:a16="http://schemas.microsoft.com/office/drawing/2014/main" id="{643635B0-AC47-F5A1-2240-ED955C76D1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24939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</a:t>
            </a:r>
          </a:p>
        </p:txBody>
      </p:sp>
      <p:grpSp>
        <p:nvGrpSpPr>
          <p:cNvPr id="99359" name="Group 66">
            <a:extLst>
              <a:ext uri="{FF2B5EF4-FFF2-40B4-BE49-F238E27FC236}">
                <a16:creationId xmlns:a16="http://schemas.microsoft.com/office/drawing/2014/main" id="{EC90C005-3EC7-24FA-288D-19A462A1FF15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1541463"/>
            <a:ext cx="779462" cy="679450"/>
            <a:chOff x="-44" y="1473"/>
            <a:chExt cx="981" cy="1105"/>
          </a:xfrm>
        </p:grpSpPr>
        <p:pic>
          <p:nvPicPr>
            <p:cNvPr id="99377" name="Picture 67" descr="desktop_computer_stylized_medium">
              <a:extLst>
                <a:ext uri="{FF2B5EF4-FFF2-40B4-BE49-F238E27FC236}">
                  <a16:creationId xmlns:a16="http://schemas.microsoft.com/office/drawing/2014/main" id="{0D2A9DE4-B1CB-8C6B-14AB-235AF180D9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8" name="Freeform 68">
              <a:extLst>
                <a:ext uri="{FF2B5EF4-FFF2-40B4-BE49-F238E27FC236}">
                  <a16:creationId xmlns:a16="http://schemas.microsoft.com/office/drawing/2014/main" id="{A13041FB-D403-9713-1251-E0005BA402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99360" name="Group 69">
            <a:extLst>
              <a:ext uri="{FF2B5EF4-FFF2-40B4-BE49-F238E27FC236}">
                <a16:creationId xmlns:a16="http://schemas.microsoft.com/office/drawing/2014/main" id="{C1C84E49-14AF-AAB3-D067-91D99BE4FF76}"/>
              </a:ext>
            </a:extLst>
          </p:cNvPr>
          <p:cNvGrpSpPr>
            <a:grpSpLocks/>
          </p:cNvGrpSpPr>
          <p:nvPr/>
        </p:nvGrpSpPr>
        <p:grpSpPr bwMode="auto">
          <a:xfrm>
            <a:off x="1943100" y="2547938"/>
            <a:ext cx="779463" cy="679450"/>
            <a:chOff x="-44" y="1473"/>
            <a:chExt cx="981" cy="1105"/>
          </a:xfrm>
        </p:grpSpPr>
        <p:pic>
          <p:nvPicPr>
            <p:cNvPr id="99375" name="Picture 70" descr="desktop_computer_stylized_medium">
              <a:extLst>
                <a:ext uri="{FF2B5EF4-FFF2-40B4-BE49-F238E27FC236}">
                  <a16:creationId xmlns:a16="http://schemas.microsoft.com/office/drawing/2014/main" id="{CF2737F2-414F-CE43-60D1-4C89D84B27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6" name="Freeform 71">
              <a:extLst>
                <a:ext uri="{FF2B5EF4-FFF2-40B4-BE49-F238E27FC236}">
                  <a16:creationId xmlns:a16="http://schemas.microsoft.com/office/drawing/2014/main" id="{F60424B8-837D-5960-4CE6-A969D2A16C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99361" name="Text Box 41">
            <a:extLst>
              <a:ext uri="{FF2B5EF4-FFF2-40B4-BE49-F238E27FC236}">
                <a16:creationId xmlns:a16="http://schemas.microsoft.com/office/drawing/2014/main" id="{85ED5EB0-61B9-C606-1F37-67E1C3C96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1249363"/>
            <a:ext cx="1466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transmission</a:t>
            </a:r>
          </a:p>
        </p:txBody>
      </p:sp>
      <p:sp>
        <p:nvSpPr>
          <p:cNvPr id="99362" name="Line 42">
            <a:extLst>
              <a:ext uri="{FF2B5EF4-FFF2-40B4-BE49-F238E27FC236}">
                <a16:creationId xmlns:a16="http://schemas.microsoft.com/office/drawing/2014/main" id="{C53516E3-C569-788B-84B7-02274166D5EA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600" y="1517650"/>
            <a:ext cx="528638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99363" name="Group 347">
            <a:extLst>
              <a:ext uri="{FF2B5EF4-FFF2-40B4-BE49-F238E27FC236}">
                <a16:creationId xmlns:a16="http://schemas.microsoft.com/office/drawing/2014/main" id="{C58FDA3F-A706-A188-AE80-7F0C5C216513}"/>
              </a:ext>
            </a:extLst>
          </p:cNvPr>
          <p:cNvGrpSpPr>
            <a:grpSpLocks/>
          </p:cNvGrpSpPr>
          <p:nvPr/>
        </p:nvGrpSpPr>
        <p:grpSpPr bwMode="auto">
          <a:xfrm>
            <a:off x="6473825" y="1949450"/>
            <a:ext cx="1163638" cy="715963"/>
            <a:chOff x="1871277" y="1576300"/>
            <a:chExt cx="1128371" cy="437860"/>
          </a:xfrm>
        </p:grpSpPr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FE9E05D3-4816-7946-AD04-47B6A083E30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56" y="1694745"/>
              <a:ext cx="1125292" cy="31941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DF3306CD-F113-9949-A31B-C6DF059A53FF}"/>
                </a:ext>
              </a:extLst>
            </p:cNvPr>
            <p:cNvSpPr/>
            <p:nvPr/>
          </p:nvSpPr>
          <p:spPr bwMode="auto">
            <a:xfrm>
              <a:off x="1871277" y="1739405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BA732DF2-2FE6-AC4B-A775-E5216269A05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92" cy="3194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8D0C1FE7-D431-A847-A7E7-DD2F99AD1722}"/>
                </a:ext>
              </a:extLst>
            </p:cNvPr>
            <p:cNvSpPr/>
            <p:nvPr/>
          </p:nvSpPr>
          <p:spPr bwMode="auto">
            <a:xfrm>
              <a:off x="2159143" y="1673386"/>
              <a:ext cx="549561" cy="1611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D2EEDD2-E4DC-B245-9140-CDA563D8A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185" y="1633581"/>
              <a:ext cx="663476" cy="11067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4DA0BB1-E6C4-C94B-952A-64063EA2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292" y="1727755"/>
              <a:ext cx="244763" cy="97086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64C63268-0BC8-3F48-864F-4A3C3AF0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870" y="1729697"/>
              <a:ext cx="241684" cy="97086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577F6360-FF31-9C4A-AAE2-E109EDE884BE}"/>
                </a:ext>
              </a:extLst>
            </p:cNvPr>
            <p:cNvCxnSpPr>
              <a:cxnSpLocks noChangeShapeType="1"/>
              <a:endCxn id="79" idx="2"/>
            </p:cNvCxnSpPr>
            <p:nvPr/>
          </p:nvCxnSpPr>
          <p:spPr bwMode="auto">
            <a:xfrm flipH="1" flipV="1">
              <a:off x="1871277" y="1737463"/>
              <a:ext cx="3079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AB8B68B1-9CB3-694E-8247-F05107419D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569" y="1734551"/>
              <a:ext cx="3079" cy="12329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9364" name="Rectangle 31">
            <a:extLst>
              <a:ext uri="{FF2B5EF4-FFF2-40B4-BE49-F238E27FC236}">
                <a16:creationId xmlns:a16="http://schemas.microsoft.com/office/drawing/2014/main" id="{E7F922BD-9515-C4EE-D3F6-5A9201280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563" y="2703513"/>
            <a:ext cx="139700" cy="18573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99365" name="Line 33">
            <a:extLst>
              <a:ext uri="{FF2B5EF4-FFF2-40B4-BE49-F238E27FC236}">
                <a16:creationId xmlns:a16="http://schemas.microsoft.com/office/drawing/2014/main" id="{BCBCF1B2-FDFC-DE05-0E1B-7773F04DB9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188" y="2673350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2" grpId="0"/>
      <p:bldP spid="11264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Footer Placeholder 2">
            <a:extLst>
              <a:ext uri="{FF2B5EF4-FFF2-40B4-BE49-F238E27FC236}">
                <a16:creationId xmlns:a16="http://schemas.microsoft.com/office/drawing/2014/main" id="{E28EF86A-85D7-4501-4BBE-30D66ECAF5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01378" name="Picture 37" descr="underline_base">
            <a:extLst>
              <a:ext uri="{FF2B5EF4-FFF2-40B4-BE49-F238E27FC236}">
                <a16:creationId xmlns:a16="http://schemas.microsoft.com/office/drawing/2014/main" id="{436DF2D4-D61C-60BC-A292-75DF95B2A7F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38" y="811213"/>
            <a:ext cx="3986212" cy="185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79" name="Rectangle 2">
            <a:extLst>
              <a:ext uri="{FF2B5EF4-FFF2-40B4-BE49-F238E27FC236}">
                <a16:creationId xmlns:a16="http://schemas.microsoft.com/office/drawing/2014/main" id="{7926A783-432E-E396-229A-BBB53A67F2F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Caravan analogy</a:t>
            </a:r>
          </a:p>
        </p:txBody>
      </p:sp>
      <p:sp>
        <p:nvSpPr>
          <p:cNvPr id="101380" name="Rectangle 3">
            <a:extLst>
              <a:ext uri="{FF2B5EF4-FFF2-40B4-BE49-F238E27FC236}">
                <a16:creationId xmlns:a16="http://schemas.microsoft.com/office/drawing/2014/main" id="{4A443858-1FBB-D00C-5054-C8D9CFD470F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1338" y="2927350"/>
            <a:ext cx="4216400" cy="3317875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cars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propagate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at </a:t>
            </a:r>
            <a:br>
              <a:rPr lang="en-US" altLang="ja-JP" sz="2400">
                <a:ea typeface="ＭＳ Ｐゴシック" panose="020B0600070205080204" pitchFamily="34" charset="-128"/>
              </a:rPr>
            </a:br>
            <a:r>
              <a:rPr lang="en-US" altLang="ja-JP" sz="2400">
                <a:ea typeface="ＭＳ Ｐゴシック" panose="020B0600070205080204" pitchFamily="34" charset="-128"/>
              </a:rPr>
              <a:t>100 km/hr</a:t>
            </a:r>
          </a:p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toll booth takes 12 sec to service car (bit transmission time)</a:t>
            </a:r>
          </a:p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car ~ bit; caravan ~ packet</a:t>
            </a:r>
          </a:p>
          <a:p>
            <a:pPr marL="287338" indent="-287338" eaLnBrk="1" hangingPunct="1"/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How long until caravan is lined up before 2nd toll booth?</a:t>
            </a:r>
          </a:p>
          <a:p>
            <a:pPr marL="287338" indent="-287338" eaLnBrk="1" hangingPunct="1">
              <a:buFont typeface="Wingdings" pitchFamily="2" charset="2"/>
              <a:buNone/>
            </a:pPr>
            <a:endParaRPr lang="en-US" altLang="zh-CN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73734" name="Rectangle 4">
            <a:extLst>
              <a:ext uri="{FF2B5EF4-FFF2-40B4-BE49-F238E27FC236}">
                <a16:creationId xmlns:a16="http://schemas.microsoft.com/office/drawing/2014/main" id="{D73A8B26-9BB9-8CD4-2A55-716C4D1ABBA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7638" y="2941638"/>
            <a:ext cx="3521075" cy="3365500"/>
          </a:xfrm>
        </p:spPr>
        <p:txBody>
          <a:bodyPr/>
          <a:lstStyle/>
          <a:p>
            <a:pPr marL="287338" indent="-287338" eaLnBrk="1" hangingPunct="1">
              <a:buSzTx/>
            </a:pPr>
            <a:r>
              <a:rPr lang="en-US" altLang="zh-CN" sz="2400">
                <a:ea typeface="ＭＳ Ｐゴシック" panose="020B0600070205080204" pitchFamily="34" charset="-128"/>
              </a:rPr>
              <a:t>time to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push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entire caravan through toll booth onto highway = 12*10 = 120 sec</a:t>
            </a:r>
          </a:p>
          <a:p>
            <a:pPr marL="287338" indent="-287338" eaLnBrk="1" hangingPunct="1">
              <a:buSzTx/>
            </a:pPr>
            <a:r>
              <a:rPr lang="en-US" altLang="zh-CN" sz="2400">
                <a:ea typeface="ＭＳ Ｐゴシック" panose="020B0600070205080204" pitchFamily="34" charset="-128"/>
              </a:rPr>
              <a:t>time for last car to propagate from 1st to 2nd toll both: 100km/(100km/hr)= 1 hr</a:t>
            </a:r>
          </a:p>
          <a:p>
            <a:pPr marL="287338" indent="-287338" eaLnBrk="1" hangingPunct="1">
              <a:buSzTx/>
            </a:pPr>
            <a:r>
              <a:rPr lang="en-US" altLang="zh-CN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A:</a:t>
            </a:r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62 minutes</a:t>
            </a:r>
          </a:p>
        </p:txBody>
      </p:sp>
      <p:grpSp>
        <p:nvGrpSpPr>
          <p:cNvPr id="101382" name="Group 42">
            <a:extLst>
              <a:ext uri="{FF2B5EF4-FFF2-40B4-BE49-F238E27FC236}">
                <a16:creationId xmlns:a16="http://schemas.microsoft.com/office/drawing/2014/main" id="{14414488-92A9-D1E0-699F-68A22FD7BA81}"/>
              </a:ext>
            </a:extLst>
          </p:cNvPr>
          <p:cNvGrpSpPr>
            <a:grpSpLocks/>
          </p:cNvGrpSpPr>
          <p:nvPr/>
        </p:nvGrpSpPr>
        <p:grpSpPr bwMode="auto">
          <a:xfrm>
            <a:off x="406400" y="1195388"/>
            <a:ext cx="8043863" cy="1481137"/>
            <a:chOff x="165" y="725"/>
            <a:chExt cx="5067" cy="933"/>
          </a:xfrm>
        </p:grpSpPr>
        <p:grpSp>
          <p:nvGrpSpPr>
            <p:cNvPr id="101384" name="Group 43">
              <a:extLst>
                <a:ext uri="{FF2B5EF4-FFF2-40B4-BE49-F238E27FC236}">
                  <a16:creationId xmlns:a16="http://schemas.microsoft.com/office/drawing/2014/main" id="{E0FDD90D-77D3-3D69-EEAB-8AED8AC8C7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1408" name="Rectangle 44">
                <a:extLst>
                  <a:ext uri="{FF2B5EF4-FFF2-40B4-BE49-F238E27FC236}">
                    <a16:creationId xmlns:a16="http://schemas.microsoft.com/office/drawing/2014/main" id="{A691B74D-1AB4-BA7C-2D91-2A4D2F735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1409" name="Text Box 45">
                <a:extLst>
                  <a:ext uri="{FF2B5EF4-FFF2-40B4-BE49-F238E27FC236}">
                    <a16:creationId xmlns:a16="http://schemas.microsoft.com/office/drawing/2014/main" id="{AAD14FD2-75F3-2B6F-0473-C44BDFBDA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toll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booth</a:t>
                </a:r>
              </a:p>
            </p:txBody>
          </p:sp>
        </p:grpSp>
        <p:grpSp>
          <p:nvGrpSpPr>
            <p:cNvPr id="101385" name="Group 46">
              <a:extLst>
                <a:ext uri="{FF2B5EF4-FFF2-40B4-BE49-F238E27FC236}">
                  <a16:creationId xmlns:a16="http://schemas.microsoft.com/office/drawing/2014/main" id="{709F3944-B0C8-FBB2-62FE-30141B9D4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1406" name="Rectangle 47">
                <a:extLst>
                  <a:ext uri="{FF2B5EF4-FFF2-40B4-BE49-F238E27FC236}">
                    <a16:creationId xmlns:a16="http://schemas.microsoft.com/office/drawing/2014/main" id="{A9D74E17-04A4-B2FF-2266-2ACF2AB66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1407" name="Text Box 48">
                <a:extLst>
                  <a:ext uri="{FF2B5EF4-FFF2-40B4-BE49-F238E27FC236}">
                    <a16:creationId xmlns:a16="http://schemas.microsoft.com/office/drawing/2014/main" id="{7CB9B544-058C-D9EC-925C-E38446CE4E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toll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booth</a:t>
                </a:r>
              </a:p>
            </p:txBody>
          </p:sp>
        </p:grpSp>
        <p:sp>
          <p:nvSpPr>
            <p:cNvPr id="101386" name="AutoShape 49">
              <a:extLst>
                <a:ext uri="{FF2B5EF4-FFF2-40B4-BE49-F238E27FC236}">
                  <a16:creationId xmlns:a16="http://schemas.microsoft.com/office/drawing/2014/main" id="{59CFAE6A-2442-B8C1-A64B-DD690573B39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1387" name="Text Box 50">
              <a:extLst>
                <a:ext uri="{FF2B5EF4-FFF2-40B4-BE49-F238E27FC236}">
                  <a16:creationId xmlns:a16="http://schemas.microsoft.com/office/drawing/2014/main" id="{6E335BD0-1181-3F90-A16B-07029801C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ten-car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caravan</a:t>
              </a:r>
            </a:p>
          </p:txBody>
        </p:sp>
        <p:sp>
          <p:nvSpPr>
            <p:cNvPr id="101388" name="Line 51">
              <a:extLst>
                <a:ext uri="{FF2B5EF4-FFF2-40B4-BE49-F238E27FC236}">
                  <a16:creationId xmlns:a16="http://schemas.microsoft.com/office/drawing/2014/main" id="{EE487D74-0B11-11E7-73D7-BDC1C4E62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1389" name="Text Box 52">
              <a:extLst>
                <a:ext uri="{FF2B5EF4-FFF2-40B4-BE49-F238E27FC236}">
                  <a16:creationId xmlns:a16="http://schemas.microsoft.com/office/drawing/2014/main" id="{38ECD786-0452-4D5A-D235-C5257578F3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100 km</a:t>
              </a:r>
            </a:p>
          </p:txBody>
        </p:sp>
        <p:sp>
          <p:nvSpPr>
            <p:cNvPr id="101390" name="Line 53">
              <a:extLst>
                <a:ext uri="{FF2B5EF4-FFF2-40B4-BE49-F238E27FC236}">
                  <a16:creationId xmlns:a16="http://schemas.microsoft.com/office/drawing/2014/main" id="{440206C1-2B93-2D4E-5326-9B71CE8E44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1391" name="Text Box 54">
              <a:extLst>
                <a:ext uri="{FF2B5EF4-FFF2-40B4-BE49-F238E27FC236}">
                  <a16:creationId xmlns:a16="http://schemas.microsoft.com/office/drawing/2014/main" id="{51DC2959-10C6-D12E-82B0-4089C4888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100 km</a:t>
              </a:r>
            </a:p>
          </p:txBody>
        </p:sp>
        <p:sp>
          <p:nvSpPr>
            <p:cNvPr id="101392" name="Line 55">
              <a:extLst>
                <a:ext uri="{FF2B5EF4-FFF2-40B4-BE49-F238E27FC236}">
                  <a16:creationId xmlns:a16="http://schemas.microsoft.com/office/drawing/2014/main" id="{7BCF2ADC-7D4B-DE47-905B-70AF0CC50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1393" name="Oval 56">
              <a:extLst>
                <a:ext uri="{FF2B5EF4-FFF2-40B4-BE49-F238E27FC236}">
                  <a16:creationId xmlns:a16="http://schemas.microsoft.com/office/drawing/2014/main" id="{22E3155A-C42F-8A0A-8868-EA3E94B53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1394" name="Oval 57">
              <a:extLst>
                <a:ext uri="{FF2B5EF4-FFF2-40B4-BE49-F238E27FC236}">
                  <a16:creationId xmlns:a16="http://schemas.microsoft.com/office/drawing/2014/main" id="{DC4E3ACA-99E3-9FFD-059B-5F4FE9AD7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1395" name="Oval 58">
              <a:extLst>
                <a:ext uri="{FF2B5EF4-FFF2-40B4-BE49-F238E27FC236}">
                  <a16:creationId xmlns:a16="http://schemas.microsoft.com/office/drawing/2014/main" id="{3C744FA9-BDFA-2901-46BF-2EE38AAA6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pic>
          <p:nvPicPr>
            <p:cNvPr id="101396" name="Picture 59" descr="MCj03985170000[1]">
              <a:extLst>
                <a:ext uri="{FF2B5EF4-FFF2-40B4-BE49-F238E27FC236}">
                  <a16:creationId xmlns:a16="http://schemas.microsoft.com/office/drawing/2014/main" id="{47C89A2B-E6EE-54CE-6709-A50E7043C9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397" name="Picture 60" descr="MCj03985170000[1]">
              <a:extLst>
                <a:ext uri="{FF2B5EF4-FFF2-40B4-BE49-F238E27FC236}">
                  <a16:creationId xmlns:a16="http://schemas.microsoft.com/office/drawing/2014/main" id="{6CE6F7E0-35AD-5B1C-0C68-F067EF595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98" name="Group 61">
              <a:extLst>
                <a:ext uri="{FF2B5EF4-FFF2-40B4-BE49-F238E27FC236}">
                  <a16:creationId xmlns:a16="http://schemas.microsoft.com/office/drawing/2014/main" id="{4E9C0351-6CD0-A9CB-4D4F-71A2C8D2B2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1404" name="Picture 62">
                <a:extLst>
                  <a:ext uri="{FF2B5EF4-FFF2-40B4-BE49-F238E27FC236}">
                    <a16:creationId xmlns:a16="http://schemas.microsoft.com/office/drawing/2014/main" id="{5EE5962E-6159-FB6D-7056-4B3B9DF5C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5" name="Rectangle 63">
                <a:extLst>
                  <a:ext uri="{FF2B5EF4-FFF2-40B4-BE49-F238E27FC236}">
                    <a16:creationId xmlns:a16="http://schemas.microsoft.com/office/drawing/2014/main" id="{99C415E2-7431-B47E-0AFB-A1E26F6B9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101399" name="Picture 64" descr="MCj03985170000[1]">
              <a:extLst>
                <a:ext uri="{FF2B5EF4-FFF2-40B4-BE49-F238E27FC236}">
                  <a16:creationId xmlns:a16="http://schemas.microsoft.com/office/drawing/2014/main" id="{1FE0F60C-E372-39D2-9371-A1801DFCFE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400" name="Group 65">
              <a:extLst>
                <a:ext uri="{FF2B5EF4-FFF2-40B4-BE49-F238E27FC236}">
                  <a16:creationId xmlns:a16="http://schemas.microsoft.com/office/drawing/2014/main" id="{E27E2246-A86C-032D-DDC0-B9A816863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1402" name="Picture 66">
                <a:extLst>
                  <a:ext uri="{FF2B5EF4-FFF2-40B4-BE49-F238E27FC236}">
                    <a16:creationId xmlns:a16="http://schemas.microsoft.com/office/drawing/2014/main" id="{339180CE-863D-82C1-9AF1-8BC37B1FB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3" name="Rectangle 67">
                <a:extLst>
                  <a:ext uri="{FF2B5EF4-FFF2-40B4-BE49-F238E27FC236}">
                    <a16:creationId xmlns:a16="http://schemas.microsoft.com/office/drawing/2014/main" id="{350D6BFF-920D-6543-0C16-D508FFA6E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1401" name="Line 68">
              <a:extLst>
                <a:ext uri="{FF2B5EF4-FFF2-40B4-BE49-F238E27FC236}">
                  <a16:creationId xmlns:a16="http://schemas.microsoft.com/office/drawing/2014/main" id="{86B591D2-C3EE-1FAA-3884-F8BC5BF6AF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1383" name="Slide Number Placeholder 3">
            <a:extLst>
              <a:ext uri="{FF2B5EF4-FFF2-40B4-BE49-F238E27FC236}">
                <a16:creationId xmlns:a16="http://schemas.microsoft.com/office/drawing/2014/main" id="{F80B2D6B-1D09-FEC9-7A1F-66B4397B2F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9E9251F2-E827-2B4F-ACC8-CBDFEF6D5170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1270A3D6-B995-AD66-0135-9353EBFAB163}"/>
              </a:ext>
            </a:extLst>
          </p:cNvPr>
          <p:cNvGrpSpPr/>
          <p:nvPr/>
        </p:nvGrpSpPr>
        <p:grpSpPr>
          <a:xfrm>
            <a:off x="4757738" y="32840"/>
            <a:ext cx="3905249" cy="4021635"/>
            <a:chOff x="4757738" y="32840"/>
            <a:chExt cx="3905249" cy="4021635"/>
          </a:xfrm>
        </p:grpSpPr>
        <p:sp>
          <p:nvSpPr>
            <p:cNvPr id="3" name="文本框 2">
              <a:extLst>
                <a:ext uri="{FF2B5EF4-FFF2-40B4-BE49-F238E27FC236}">
                  <a16:creationId xmlns:a16="http://schemas.microsoft.com/office/drawing/2014/main" id="{61CD63C0-350A-1679-D280-53AAC8DEBD7F}"/>
                </a:ext>
              </a:extLst>
            </p:cNvPr>
            <p:cNvSpPr txBox="1"/>
            <p:nvPr/>
          </p:nvSpPr>
          <p:spPr>
            <a:xfrm>
              <a:off x="4757738" y="32840"/>
              <a:ext cx="245294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Gill Sans MT" charset="0"/>
                  <a:ea typeface="ＭＳ Ｐゴシック" charset="0"/>
                  <a:cs typeface="ＭＳ Ｐゴシック" charset="0"/>
                </a:rPr>
                <a:t>transmission delay</a:t>
              </a:r>
              <a:endPara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7" name="直线连接符 6">
              <a:extLst>
                <a:ext uri="{FF2B5EF4-FFF2-40B4-BE49-F238E27FC236}">
                  <a16:creationId xmlns:a16="http://schemas.microsoft.com/office/drawing/2014/main" id="{ECC1BFF2-54A7-FB52-92B6-8C4F5F22D72E}"/>
                </a:ext>
              </a:extLst>
            </p:cNvPr>
            <p:cNvCxnSpPr/>
            <p:nvPr/>
          </p:nvCxnSpPr>
          <p:spPr bwMode="auto">
            <a:xfrm>
              <a:off x="7340600" y="275070"/>
              <a:ext cx="1322387" cy="0"/>
            </a:xfrm>
            <a:prstGeom prst="line">
              <a:avLst/>
            </a:prstGeom>
            <a:ln w="38100">
              <a:solidFill>
                <a:srgbClr val="00B050"/>
              </a:solidFill>
              <a:headEnd type="none" w="med" len="med"/>
              <a:tailEnd type="none" w="med" len="med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线连接符 7">
              <a:extLst>
                <a:ext uri="{FF2B5EF4-FFF2-40B4-BE49-F238E27FC236}">
                  <a16:creationId xmlns:a16="http://schemas.microsoft.com/office/drawing/2014/main" id="{2C27ACE2-F1F6-CA51-DCC5-973978F32F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31137" y="4054475"/>
              <a:ext cx="831850" cy="0"/>
            </a:xfrm>
            <a:prstGeom prst="line">
              <a:avLst/>
            </a:prstGeom>
            <a:ln w="38100">
              <a:solidFill>
                <a:srgbClr val="00B050"/>
              </a:solidFill>
              <a:headEnd type="stealth" w="lg" len="lg"/>
              <a:tailEnd type="none" w="lg" len="lg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线连接符 9">
              <a:extLst>
                <a:ext uri="{FF2B5EF4-FFF2-40B4-BE49-F238E27FC236}">
                  <a16:creationId xmlns:a16="http://schemas.microsoft.com/office/drawing/2014/main" id="{3D82BFD2-236E-E458-6200-0D501F28AB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52597" y="263672"/>
              <a:ext cx="0" cy="3790803"/>
            </a:xfrm>
            <a:prstGeom prst="line">
              <a:avLst/>
            </a:prstGeom>
            <a:ln w="38100">
              <a:solidFill>
                <a:srgbClr val="00B050"/>
              </a:solidFill>
              <a:headEnd type="none" w="med" len="med"/>
              <a:tailEnd type="none" w="med" len="med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0344A26F-9E7E-0B7E-AF11-231B3256E161}"/>
              </a:ext>
            </a:extLst>
          </p:cNvPr>
          <p:cNvGrpSpPr/>
          <p:nvPr/>
        </p:nvGrpSpPr>
        <p:grpSpPr>
          <a:xfrm>
            <a:off x="4757738" y="363685"/>
            <a:ext cx="4150517" cy="5387032"/>
            <a:chOff x="4757738" y="363685"/>
            <a:chExt cx="4150517" cy="5387032"/>
          </a:xfrm>
        </p:grpSpPr>
        <p:sp>
          <p:nvSpPr>
            <p:cNvPr id="5" name="文本框 4">
              <a:extLst>
                <a:ext uri="{FF2B5EF4-FFF2-40B4-BE49-F238E27FC236}">
                  <a16:creationId xmlns:a16="http://schemas.microsoft.com/office/drawing/2014/main" id="{5233F292-F2D7-CA69-A2D6-75011987EDB7}"/>
                </a:ext>
              </a:extLst>
            </p:cNvPr>
            <p:cNvSpPr txBox="1"/>
            <p:nvPr/>
          </p:nvSpPr>
          <p:spPr>
            <a:xfrm>
              <a:off x="4757738" y="363685"/>
              <a:ext cx="243389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Gill Sans MT" charset="0"/>
                  <a:ea typeface="ＭＳ Ｐゴシック" charset="0"/>
                  <a:cs typeface="ＭＳ Ｐゴシック" charset="0"/>
                </a:rPr>
                <a:t>propagation delay</a:t>
              </a:r>
              <a:endPara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3" name="直线连接符 12">
              <a:extLst>
                <a:ext uri="{FF2B5EF4-FFF2-40B4-BE49-F238E27FC236}">
                  <a16:creationId xmlns:a16="http://schemas.microsoft.com/office/drawing/2014/main" id="{97746157-9AED-D458-592C-6B73AF5B37A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191632" y="599712"/>
              <a:ext cx="1716623" cy="1"/>
            </a:xfrm>
            <a:prstGeom prst="line">
              <a:avLst/>
            </a:prstGeom>
            <a:ln w="38100">
              <a:solidFill>
                <a:srgbClr val="7030A0"/>
              </a:solidFill>
              <a:headEnd type="none" w="med" len="med"/>
              <a:tailEnd type="none" w="med" len="med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线连接符 13">
              <a:extLst>
                <a:ext uri="{FF2B5EF4-FFF2-40B4-BE49-F238E27FC236}">
                  <a16:creationId xmlns:a16="http://schemas.microsoft.com/office/drawing/2014/main" id="{A05E9814-3BEB-88DA-F114-2DA1EBDFE21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76405" y="5750717"/>
              <a:ext cx="831850" cy="0"/>
            </a:xfrm>
            <a:prstGeom prst="line">
              <a:avLst/>
            </a:prstGeom>
            <a:ln w="38100">
              <a:solidFill>
                <a:srgbClr val="7030A0"/>
              </a:solidFill>
              <a:headEnd type="stealth" w="lg" len="lg"/>
              <a:tailEnd type="none" w="lg" len="lg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线连接符 14">
              <a:extLst>
                <a:ext uri="{FF2B5EF4-FFF2-40B4-BE49-F238E27FC236}">
                  <a16:creationId xmlns:a16="http://schemas.microsoft.com/office/drawing/2014/main" id="{25E83AC3-29BA-4E58-5916-448255E4ED8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897865" y="588314"/>
              <a:ext cx="0" cy="5162403"/>
            </a:xfrm>
            <a:prstGeom prst="line">
              <a:avLst/>
            </a:prstGeom>
            <a:ln w="38100">
              <a:solidFill>
                <a:srgbClr val="7030A0"/>
              </a:solidFill>
              <a:headEnd type="none" w="med" len="med"/>
              <a:tailEnd type="none" w="med" len="med"/>
            </a:ln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4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Footer Placeholder 2">
            <a:extLst>
              <a:ext uri="{FF2B5EF4-FFF2-40B4-BE49-F238E27FC236}">
                <a16:creationId xmlns:a16="http://schemas.microsoft.com/office/drawing/2014/main" id="{9455ED7F-266C-8D7A-33DD-D20FEED21C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03426" name="Picture 36" descr="underline_base">
            <a:extLst>
              <a:ext uri="{FF2B5EF4-FFF2-40B4-BE49-F238E27FC236}">
                <a16:creationId xmlns:a16="http://schemas.microsoft.com/office/drawing/2014/main" id="{D17618E1-1822-3953-E0DA-1E0031A76A4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032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Rectangle 2">
            <a:extLst>
              <a:ext uri="{FF2B5EF4-FFF2-40B4-BE49-F238E27FC236}">
                <a16:creationId xmlns:a16="http://schemas.microsoft.com/office/drawing/2014/main" id="{94D850F1-C840-E2DC-18F4-C3DD0971836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141288"/>
            <a:ext cx="7772400" cy="846137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Caravan analogy (more)</a:t>
            </a:r>
          </a:p>
        </p:txBody>
      </p:sp>
      <p:sp>
        <p:nvSpPr>
          <p:cNvPr id="103428" name="Rectangle 3">
            <a:extLst>
              <a:ext uri="{FF2B5EF4-FFF2-40B4-BE49-F238E27FC236}">
                <a16:creationId xmlns:a16="http://schemas.microsoft.com/office/drawing/2014/main" id="{1140B490-DBEE-0ED4-54FE-0CA022B943D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2125" y="2862263"/>
            <a:ext cx="8323263" cy="3317875"/>
          </a:xfrm>
        </p:spPr>
        <p:txBody>
          <a:bodyPr/>
          <a:lstStyle/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suppose cars now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propagate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>
                <a:ea typeface="ＭＳ Ｐゴシック" panose="020B0600070205080204" pitchFamily="34" charset="-128"/>
              </a:rPr>
              <a:t> at 1000 km/hr</a:t>
            </a:r>
          </a:p>
          <a:p>
            <a:pPr marL="287338" indent="-287338" eaLnBrk="1" hangingPunct="1"/>
            <a:r>
              <a:rPr lang="en-US" altLang="zh-CN" sz="2400">
                <a:ea typeface="ＭＳ Ｐゴシック" panose="020B0600070205080204" pitchFamily="34" charset="-128"/>
              </a:rPr>
              <a:t>and suppose toll booth now takes one min to service a car</a:t>
            </a:r>
            <a:endParaRPr lang="en-US" altLang="zh-CN" sz="240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marL="287338" indent="-287338" eaLnBrk="1" hangingPunct="1"/>
            <a:r>
              <a:rPr lang="en-US" altLang="zh-CN" sz="2400" i="1" u="sng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CN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 Will cars arrive to 2nd booth before all cars serviced at first booth?</a:t>
            </a:r>
          </a:p>
          <a:p>
            <a:pPr marL="287338" indent="-287338" eaLnBrk="1" hangingPunct="1">
              <a:buFont typeface="Wingdings" pitchFamily="2" charset="2"/>
              <a:buNone/>
            </a:pPr>
            <a:endParaRPr lang="en-US" altLang="zh-CN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03429" name="Rectangle 4">
            <a:extLst>
              <a:ext uri="{FF2B5EF4-FFF2-40B4-BE49-F238E27FC236}">
                <a16:creationId xmlns:a16="http://schemas.microsoft.com/office/drawing/2014/main" id="{A3C1054F-6A32-FBB8-9C97-5922C614D1F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942975" y="4524375"/>
            <a:ext cx="7989888" cy="1751013"/>
          </a:xfrm>
        </p:spPr>
        <p:txBody>
          <a:bodyPr/>
          <a:lstStyle/>
          <a:p>
            <a:pPr marL="231775" indent="-231775" eaLnBrk="1" hangingPunct="1">
              <a:buSzTx/>
              <a:buFont typeface="Arial" panose="020B0604020202020204" pitchFamily="34" charset="0"/>
              <a:buChar char="•"/>
            </a:pPr>
            <a:r>
              <a:rPr lang="en-US" altLang="zh-CN" sz="2400" i="1" u="sng">
                <a:solidFill>
                  <a:srgbClr val="CC0000"/>
                </a:solidFill>
                <a:ea typeface="ＭＳ Ｐゴシック" panose="020B0600070205080204" pitchFamily="34" charset="-128"/>
              </a:rPr>
              <a:t>A: Yes!</a:t>
            </a:r>
            <a:r>
              <a:rPr lang="en-US" altLang="zh-CN" sz="2400">
                <a:ea typeface="ＭＳ Ｐゴシック" panose="020B0600070205080204" pitchFamily="34" charset="-128"/>
              </a:rPr>
              <a:t>  after 7 min, first car arrives at second booth; three cars still at first booth</a:t>
            </a:r>
          </a:p>
        </p:txBody>
      </p:sp>
      <p:grpSp>
        <p:nvGrpSpPr>
          <p:cNvPr id="103430" name="Group 49">
            <a:extLst>
              <a:ext uri="{FF2B5EF4-FFF2-40B4-BE49-F238E27FC236}">
                <a16:creationId xmlns:a16="http://schemas.microsoft.com/office/drawing/2014/main" id="{9AAB6CA1-8443-3801-ADA7-5B860A3A2642}"/>
              </a:ext>
            </a:extLst>
          </p:cNvPr>
          <p:cNvGrpSpPr>
            <a:grpSpLocks/>
          </p:cNvGrpSpPr>
          <p:nvPr/>
        </p:nvGrpSpPr>
        <p:grpSpPr bwMode="auto">
          <a:xfrm>
            <a:off x="684213" y="1150938"/>
            <a:ext cx="8043862" cy="1481137"/>
            <a:chOff x="165" y="725"/>
            <a:chExt cx="5067" cy="933"/>
          </a:xfrm>
        </p:grpSpPr>
        <p:grpSp>
          <p:nvGrpSpPr>
            <p:cNvPr id="103432" name="Group 5">
              <a:extLst>
                <a:ext uri="{FF2B5EF4-FFF2-40B4-BE49-F238E27FC236}">
                  <a16:creationId xmlns:a16="http://schemas.microsoft.com/office/drawing/2014/main" id="{F5AE976B-73CD-E7B0-E59D-120B18C09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3456" name="Rectangle 6">
                <a:extLst>
                  <a:ext uri="{FF2B5EF4-FFF2-40B4-BE49-F238E27FC236}">
                    <a16:creationId xmlns:a16="http://schemas.microsoft.com/office/drawing/2014/main" id="{C408FC3A-44A6-8A4D-EE30-5E3897245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3457" name="Text Box 7">
                <a:extLst>
                  <a:ext uri="{FF2B5EF4-FFF2-40B4-BE49-F238E27FC236}">
                    <a16:creationId xmlns:a16="http://schemas.microsoft.com/office/drawing/2014/main" id="{5E46F596-A0A6-FEFD-ED50-10744E6AF5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toll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booth</a:t>
                </a:r>
              </a:p>
            </p:txBody>
          </p:sp>
        </p:grpSp>
        <p:grpSp>
          <p:nvGrpSpPr>
            <p:cNvPr id="103433" name="Group 8">
              <a:extLst>
                <a:ext uri="{FF2B5EF4-FFF2-40B4-BE49-F238E27FC236}">
                  <a16:creationId xmlns:a16="http://schemas.microsoft.com/office/drawing/2014/main" id="{65AE2865-E257-90B6-77A8-A52652767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3454" name="Rectangle 9">
                <a:extLst>
                  <a:ext uri="{FF2B5EF4-FFF2-40B4-BE49-F238E27FC236}">
                    <a16:creationId xmlns:a16="http://schemas.microsoft.com/office/drawing/2014/main" id="{0C5D00DB-12FD-BA47-9987-9D5A6E4DE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3455" name="Text Box 10">
                <a:extLst>
                  <a:ext uri="{FF2B5EF4-FFF2-40B4-BE49-F238E27FC236}">
                    <a16:creationId xmlns:a16="http://schemas.microsoft.com/office/drawing/2014/main" id="{A18AC4B4-F5B4-BBCD-6CF7-5BB8F6BDD0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toll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booth</a:t>
                </a:r>
              </a:p>
            </p:txBody>
          </p:sp>
        </p:grpSp>
        <p:sp>
          <p:nvSpPr>
            <p:cNvPr id="103434" name="AutoShape 29">
              <a:extLst>
                <a:ext uri="{FF2B5EF4-FFF2-40B4-BE49-F238E27FC236}">
                  <a16:creationId xmlns:a16="http://schemas.microsoft.com/office/drawing/2014/main" id="{8FA0C542-8AA7-2DC5-42F4-B3D58596AC0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3435" name="Text Box 30">
              <a:extLst>
                <a:ext uri="{FF2B5EF4-FFF2-40B4-BE49-F238E27FC236}">
                  <a16:creationId xmlns:a16="http://schemas.microsoft.com/office/drawing/2014/main" id="{6A9AAEF3-48FA-D022-8C9D-2B1BF751C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ten-car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caravan</a:t>
              </a:r>
            </a:p>
          </p:txBody>
        </p:sp>
        <p:sp>
          <p:nvSpPr>
            <p:cNvPr id="103436" name="Line 31">
              <a:extLst>
                <a:ext uri="{FF2B5EF4-FFF2-40B4-BE49-F238E27FC236}">
                  <a16:creationId xmlns:a16="http://schemas.microsoft.com/office/drawing/2014/main" id="{ADA62ED6-0F86-C337-119A-178CF9442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3437" name="Text Box 33">
              <a:extLst>
                <a:ext uri="{FF2B5EF4-FFF2-40B4-BE49-F238E27FC236}">
                  <a16:creationId xmlns:a16="http://schemas.microsoft.com/office/drawing/2014/main" id="{402301BE-ADFE-EEA9-424E-1CC4BF7FB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100 km</a:t>
              </a:r>
            </a:p>
          </p:txBody>
        </p:sp>
        <p:sp>
          <p:nvSpPr>
            <p:cNvPr id="103438" name="Line 34">
              <a:extLst>
                <a:ext uri="{FF2B5EF4-FFF2-40B4-BE49-F238E27FC236}">
                  <a16:creationId xmlns:a16="http://schemas.microsoft.com/office/drawing/2014/main" id="{949D1B5D-7060-0359-26B5-3849C769F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3439" name="Text Box 35">
              <a:extLst>
                <a:ext uri="{FF2B5EF4-FFF2-40B4-BE49-F238E27FC236}">
                  <a16:creationId xmlns:a16="http://schemas.microsoft.com/office/drawing/2014/main" id="{5FFCAAAE-EE2E-59D1-AA89-27FCADFE6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100 km</a:t>
              </a:r>
            </a:p>
          </p:txBody>
        </p:sp>
        <p:sp>
          <p:nvSpPr>
            <p:cNvPr id="103440" name="Line 36">
              <a:extLst>
                <a:ext uri="{FF2B5EF4-FFF2-40B4-BE49-F238E27FC236}">
                  <a16:creationId xmlns:a16="http://schemas.microsoft.com/office/drawing/2014/main" id="{2B442B0B-E7BF-667B-A9B0-4E11A006B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3441" name="Oval 37">
              <a:extLst>
                <a:ext uri="{FF2B5EF4-FFF2-40B4-BE49-F238E27FC236}">
                  <a16:creationId xmlns:a16="http://schemas.microsoft.com/office/drawing/2014/main" id="{9DCC551A-AA40-7C49-644C-22213F471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3442" name="Oval 38">
              <a:extLst>
                <a:ext uri="{FF2B5EF4-FFF2-40B4-BE49-F238E27FC236}">
                  <a16:creationId xmlns:a16="http://schemas.microsoft.com/office/drawing/2014/main" id="{2A666341-D4E1-DE68-3304-4A34674F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3443" name="Oval 39">
              <a:extLst>
                <a:ext uri="{FF2B5EF4-FFF2-40B4-BE49-F238E27FC236}">
                  <a16:creationId xmlns:a16="http://schemas.microsoft.com/office/drawing/2014/main" id="{B7B4FB7E-92C1-935E-7A10-B74B12623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pic>
          <p:nvPicPr>
            <p:cNvPr id="103444" name="Picture 41" descr="MCj03985170000[1]">
              <a:extLst>
                <a:ext uri="{FF2B5EF4-FFF2-40B4-BE49-F238E27FC236}">
                  <a16:creationId xmlns:a16="http://schemas.microsoft.com/office/drawing/2014/main" id="{A10649A1-9953-5AF1-D068-70DEBFA163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5" name="Picture 42" descr="MCj03985170000[1]">
              <a:extLst>
                <a:ext uri="{FF2B5EF4-FFF2-40B4-BE49-F238E27FC236}">
                  <a16:creationId xmlns:a16="http://schemas.microsoft.com/office/drawing/2014/main" id="{B79E5840-AFE5-7592-6611-A537F00114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6" name="Group 45">
              <a:extLst>
                <a:ext uri="{FF2B5EF4-FFF2-40B4-BE49-F238E27FC236}">
                  <a16:creationId xmlns:a16="http://schemas.microsoft.com/office/drawing/2014/main" id="{CDE53497-F6A0-E709-1D2F-3A43F8338C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3452" name="Picture 43">
                <a:extLst>
                  <a:ext uri="{FF2B5EF4-FFF2-40B4-BE49-F238E27FC236}">
                    <a16:creationId xmlns:a16="http://schemas.microsoft.com/office/drawing/2014/main" id="{DB446BF4-A225-CB12-9596-660735F04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3" name="Rectangle 44">
                <a:extLst>
                  <a:ext uri="{FF2B5EF4-FFF2-40B4-BE49-F238E27FC236}">
                    <a16:creationId xmlns:a16="http://schemas.microsoft.com/office/drawing/2014/main" id="{0C302795-0670-DE76-33A8-2356C25E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103447" name="Picture 40" descr="MCj03985170000[1]">
              <a:extLst>
                <a:ext uri="{FF2B5EF4-FFF2-40B4-BE49-F238E27FC236}">
                  <a16:creationId xmlns:a16="http://schemas.microsoft.com/office/drawing/2014/main" id="{8098D44A-C912-38D2-0272-48DFD8EBA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8" name="Group 46">
              <a:extLst>
                <a:ext uri="{FF2B5EF4-FFF2-40B4-BE49-F238E27FC236}">
                  <a16:creationId xmlns:a16="http://schemas.microsoft.com/office/drawing/2014/main" id="{72B907E4-190C-4A0F-195E-CA352B23CD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3450" name="Picture 47">
                <a:extLst>
                  <a:ext uri="{FF2B5EF4-FFF2-40B4-BE49-F238E27FC236}">
                    <a16:creationId xmlns:a16="http://schemas.microsoft.com/office/drawing/2014/main" id="{8D5BAA07-B0B4-27A7-30B3-A05ABE65F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1" name="Rectangle 48">
                <a:extLst>
                  <a:ext uri="{FF2B5EF4-FFF2-40B4-BE49-F238E27FC236}">
                    <a16:creationId xmlns:a16="http://schemas.microsoft.com/office/drawing/2014/main" id="{18789924-16F3-70EE-B1FE-831C41BED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3449" name="Line 32">
              <a:extLst>
                <a:ext uri="{FF2B5EF4-FFF2-40B4-BE49-F238E27FC236}">
                  <a16:creationId xmlns:a16="http://schemas.microsoft.com/office/drawing/2014/main" id="{3615A410-918B-5841-34F4-6BFD069C0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3431" name="Slide Number Placeholder 3">
            <a:extLst>
              <a:ext uri="{FF2B5EF4-FFF2-40B4-BE49-F238E27FC236}">
                <a16:creationId xmlns:a16="http://schemas.microsoft.com/office/drawing/2014/main" id="{D2DDD065-809B-3837-B3A7-FE83E0707A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5BAA6A43-6BDF-8A4C-827A-8AC51E9E97DB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Footer Placeholder 2">
            <a:extLst>
              <a:ext uri="{FF2B5EF4-FFF2-40B4-BE49-F238E27FC236}">
                <a16:creationId xmlns:a16="http://schemas.microsoft.com/office/drawing/2014/main" id="{B81596D4-0BE9-8846-D2EE-F0CE595545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05474" name="Picture 60" descr="queueDelay">
            <a:extLst>
              <a:ext uri="{FF2B5EF4-FFF2-40B4-BE49-F238E27FC236}">
                <a16:creationId xmlns:a16="http://schemas.microsoft.com/office/drawing/2014/main" id="{1B225083-8F37-12AA-94D5-6229162D2C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3200" y="852488"/>
            <a:ext cx="4968875" cy="305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75" name="Rectangle 3">
            <a:extLst>
              <a:ext uri="{FF2B5EF4-FFF2-40B4-BE49-F238E27FC236}">
                <a16:creationId xmlns:a16="http://schemas.microsoft.com/office/drawing/2014/main" id="{2CC712C4-B24E-333A-F87F-17E84239A0A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9588" y="1806575"/>
            <a:ext cx="3810000" cy="1781175"/>
          </a:xfrm>
        </p:spPr>
        <p:txBody>
          <a:bodyPr/>
          <a:lstStyle/>
          <a:p>
            <a:pPr marL="231775" indent="-231775" eaLnBrk="1" hangingPunct="1"/>
            <a:r>
              <a:rPr lang="en-US" altLang="zh-CN" sz="2400" i="1">
                <a:ea typeface="ＭＳ Ｐゴシック" panose="020B0600070205080204" pitchFamily="34" charset="-128"/>
              </a:rPr>
              <a:t>R:</a:t>
            </a:r>
            <a:r>
              <a:rPr lang="en-US" altLang="zh-CN" sz="2400">
                <a:ea typeface="ＭＳ Ｐゴシック" panose="020B0600070205080204" pitchFamily="34" charset="-128"/>
              </a:rPr>
              <a:t> link bandwidth (bps)</a:t>
            </a:r>
          </a:p>
          <a:p>
            <a:pPr marL="231775" indent="-231775" eaLnBrk="1" hangingPunct="1"/>
            <a:r>
              <a:rPr lang="en-US" altLang="zh-CN" sz="2400" i="1">
                <a:ea typeface="ＭＳ Ｐゴシック" panose="020B0600070205080204" pitchFamily="34" charset="-128"/>
              </a:rPr>
              <a:t>L:</a:t>
            </a:r>
            <a:r>
              <a:rPr lang="en-US" altLang="zh-CN" sz="2400">
                <a:ea typeface="ＭＳ Ｐゴシック" panose="020B0600070205080204" pitchFamily="34" charset="-128"/>
              </a:rPr>
              <a:t> packet length (bits)</a:t>
            </a:r>
          </a:p>
          <a:p>
            <a:pPr marL="231775" indent="-231775" eaLnBrk="1" hangingPunct="1"/>
            <a:r>
              <a:rPr lang="en-US" altLang="zh-CN" sz="2400">
                <a:ea typeface="ＭＳ Ｐゴシック" panose="020B0600070205080204" pitchFamily="34" charset="-128"/>
              </a:rPr>
              <a:t>a: average packet arrival rate</a:t>
            </a:r>
          </a:p>
        </p:txBody>
      </p:sp>
      <p:sp>
        <p:nvSpPr>
          <p:cNvPr id="105476" name="Rectangle 61">
            <a:extLst>
              <a:ext uri="{FF2B5EF4-FFF2-40B4-BE49-F238E27FC236}">
                <a16:creationId xmlns:a16="http://schemas.microsoft.com/office/drawing/2014/main" id="{BA80AEAC-F368-3387-9FBA-4D8AE79D8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7825" y="3451225"/>
            <a:ext cx="38100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342900" marR="0" lvl="0" indent="-34290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traffic intensity </a:t>
            </a:r>
          </a:p>
          <a:p>
            <a:pPr marL="342900" marR="0" lvl="0" indent="-34290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= </a:t>
            </a:r>
            <a:r>
              <a:rPr kumimoji="0" lang="en-US" altLang="zh-CN" sz="20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</a:t>
            </a:r>
          </a:p>
        </p:txBody>
      </p:sp>
      <p:sp>
        <p:nvSpPr>
          <p:cNvPr id="105477" name="Rectangle 62">
            <a:extLst>
              <a:ext uri="{FF2B5EF4-FFF2-40B4-BE49-F238E27FC236}">
                <a16:creationId xmlns:a16="http://schemas.microsoft.com/office/drawing/2014/main" id="{DE9AA849-FDF2-0CBA-B285-0EB0ADDC9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" y="4113213"/>
            <a:ext cx="6972300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~ 0: avg. queueing delay small</a:t>
            </a:r>
          </a:p>
          <a:p>
            <a:pPr marL="231775" marR="0" lvl="0" indent="-231775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 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-&gt; 1: avg. queueing delay large</a:t>
            </a:r>
          </a:p>
          <a:p>
            <a:pPr marL="231775" marR="0" lvl="0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 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&gt; 1: more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“</a:t>
            </a:r>
            <a:r>
              <a:rPr kumimoji="0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work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”</a:t>
            </a:r>
            <a:r>
              <a:rPr kumimoji="0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arriving </a:t>
            </a:r>
          </a:p>
          <a:p>
            <a:pPr marL="231775" marR="0" lvl="0" indent="-2317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than can be serviced, average delay infinite!</a:t>
            </a:r>
          </a:p>
        </p:txBody>
      </p:sp>
      <p:sp>
        <p:nvSpPr>
          <p:cNvPr id="105478" name="Rectangle 61">
            <a:extLst>
              <a:ext uri="{FF2B5EF4-FFF2-40B4-BE49-F238E27FC236}">
                <a16:creationId xmlns:a16="http://schemas.microsoft.com/office/drawing/2014/main" id="{66726369-DE3A-BF1A-B45C-8B3B4EC924A4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596482" y="2180431"/>
            <a:ext cx="243363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342900" marR="0" lvl="0" indent="-34290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average  queueing delay</a:t>
            </a:r>
          </a:p>
        </p:txBody>
      </p:sp>
      <p:pic>
        <p:nvPicPr>
          <p:cNvPr id="105479" name="Picture 13">
            <a:extLst>
              <a:ext uri="{FF2B5EF4-FFF2-40B4-BE49-F238E27FC236}">
                <a16:creationId xmlns:a16="http://schemas.microsoft.com/office/drawing/2014/main" id="{D0871ABB-046E-658A-6925-7E7E3E9E91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3463" y="4935538"/>
            <a:ext cx="1546225" cy="123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480" name="Picture 14">
            <a:extLst>
              <a:ext uri="{FF2B5EF4-FFF2-40B4-BE49-F238E27FC236}">
                <a16:creationId xmlns:a16="http://schemas.microsoft.com/office/drawing/2014/main" id="{74684F50-9E3C-6859-57FA-5DD0C1FF98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6800" y="4197350"/>
            <a:ext cx="148113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1" name="Text Box 15">
            <a:extLst>
              <a:ext uri="{FF2B5EF4-FFF2-40B4-BE49-F238E27FC236}">
                <a16:creationId xmlns:a16="http://schemas.microsoft.com/office/drawing/2014/main" id="{201E8428-2051-B76C-D374-B1F9A79E6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4913" y="4141788"/>
            <a:ext cx="1074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 </a:t>
            </a: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~ 0</a:t>
            </a:r>
          </a:p>
        </p:txBody>
      </p:sp>
      <p:sp>
        <p:nvSpPr>
          <p:cNvPr id="105482" name="Text Box 16">
            <a:extLst>
              <a:ext uri="{FF2B5EF4-FFF2-40B4-BE49-F238E27FC236}">
                <a16:creationId xmlns:a16="http://schemas.microsoft.com/office/drawing/2014/main" id="{D6CA9E6E-903E-0655-17ED-24CC7FEDC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6110288"/>
            <a:ext cx="11953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La/R -&gt; 1</a:t>
            </a:r>
          </a:p>
        </p:txBody>
      </p:sp>
      <p:sp>
        <p:nvSpPr>
          <p:cNvPr id="105483" name="Slide Number Placeholder 3">
            <a:extLst>
              <a:ext uri="{FF2B5EF4-FFF2-40B4-BE49-F238E27FC236}">
                <a16:creationId xmlns:a16="http://schemas.microsoft.com/office/drawing/2014/main" id="{783BFAEB-2825-C694-1D14-BCB3DD3643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D63237BA-35AE-3D40-92F1-B37E13AFA139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484" name="TextBox 1">
            <a:extLst>
              <a:ext uri="{FF2B5EF4-FFF2-40B4-BE49-F238E27FC236}">
                <a16:creationId xmlns:a16="http://schemas.microsoft.com/office/drawing/2014/main" id="{519DD99A-3DFE-4BAA-0208-B92E7E6ED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713" y="6348413"/>
            <a:ext cx="46958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Check online interactive animation on queuing and loss</a:t>
            </a:r>
          </a:p>
        </p:txBody>
      </p:sp>
      <p:sp>
        <p:nvSpPr>
          <p:cNvPr id="105485" name="Rectangle 11">
            <a:extLst>
              <a:ext uri="{FF2B5EF4-FFF2-40B4-BE49-F238E27FC236}">
                <a16:creationId xmlns:a16="http://schemas.microsoft.com/office/drawing/2014/main" id="{768AE9CF-BB71-5BF8-1A8D-1637F4E41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868363"/>
            <a:ext cx="1271587" cy="4270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105486" name="Picture 18" descr="underline_base">
            <a:extLst>
              <a:ext uri="{FF2B5EF4-FFF2-40B4-BE49-F238E27FC236}">
                <a16:creationId xmlns:a16="http://schemas.microsoft.com/office/drawing/2014/main" id="{E5DEB206-3933-E594-E5EE-84ED4C7A546D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150" y="91757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7" name="Rectangle 2">
            <a:extLst>
              <a:ext uri="{FF2B5EF4-FFF2-40B4-BE49-F238E27FC236}">
                <a16:creationId xmlns:a16="http://schemas.microsoft.com/office/drawing/2014/main" id="{B4914307-82FE-1C00-7FF4-8B57C8D6F20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382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Queueing delay (revisited)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Footer Placeholder 2">
            <a:extLst>
              <a:ext uri="{FF2B5EF4-FFF2-40B4-BE49-F238E27FC236}">
                <a16:creationId xmlns:a16="http://schemas.microsoft.com/office/drawing/2014/main" id="{DBE3912E-2067-C516-2A64-5C576C9789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07522" name="Picture 99" descr="underline_base">
            <a:extLst>
              <a:ext uri="{FF2B5EF4-FFF2-40B4-BE49-F238E27FC236}">
                <a16:creationId xmlns:a16="http://schemas.microsoft.com/office/drawing/2014/main" id="{23071E2A-80FF-2126-5C43-1DCCD0E26D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9112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3" name="Rectangle 2">
            <a:extLst>
              <a:ext uri="{FF2B5EF4-FFF2-40B4-BE49-F238E27FC236}">
                <a16:creationId xmlns:a16="http://schemas.microsoft.com/office/drawing/2014/main" id="{40523128-358E-DC79-F3BB-CF4969F5D2B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8588"/>
            <a:ext cx="7772400" cy="1143000"/>
          </a:xfrm>
        </p:spPr>
        <p:txBody>
          <a:bodyPr/>
          <a:lstStyle/>
          <a:p>
            <a:pPr eaLnBrk="1" hangingPunct="1"/>
            <a:r>
              <a:rPr lang="ja-JP" altLang="en-US" sz="4000">
                <a:ea typeface="ＭＳ Ｐゴシック" panose="020B0600070205080204" pitchFamily="34" charset="-128"/>
              </a:rPr>
              <a:t>“</a:t>
            </a:r>
            <a:r>
              <a:rPr lang="en-US" altLang="ja-JP" sz="4000">
                <a:ea typeface="ＭＳ Ｐゴシック" panose="020B0600070205080204" pitchFamily="34" charset="-128"/>
              </a:rPr>
              <a:t>Real</a:t>
            </a:r>
            <a:r>
              <a:rPr lang="ja-JP" altLang="en-US" sz="4000">
                <a:ea typeface="ＭＳ Ｐゴシック" panose="020B0600070205080204" pitchFamily="34" charset="-128"/>
              </a:rPr>
              <a:t>”</a:t>
            </a:r>
            <a:r>
              <a:rPr lang="en-US" altLang="ja-JP" sz="4000">
                <a:ea typeface="ＭＳ Ｐゴシック" panose="020B0600070205080204" pitchFamily="34" charset="-128"/>
              </a:rPr>
              <a:t> Internet delays and routes</a:t>
            </a:r>
            <a:endParaRPr lang="en-US" altLang="zh-CN" sz="4000">
              <a:ea typeface="ＭＳ Ｐゴシック" panose="020B0600070205080204" pitchFamily="34" charset="-128"/>
            </a:endParaRPr>
          </a:p>
        </p:txBody>
      </p:sp>
      <p:sp>
        <p:nvSpPr>
          <p:cNvPr id="107524" name="Rectangle 5">
            <a:extLst>
              <a:ext uri="{FF2B5EF4-FFF2-40B4-BE49-F238E27FC236}">
                <a16:creationId xmlns:a16="http://schemas.microsoft.com/office/drawing/2014/main" id="{78DEE06A-592E-94B3-C4D5-0183D8F0DDE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00063" y="1270000"/>
            <a:ext cx="7772400" cy="3098800"/>
          </a:xfrm>
        </p:spPr>
        <p:txBody>
          <a:bodyPr/>
          <a:lstStyle/>
          <a:p>
            <a:pPr marL="287338" indent="-287338" eaLnBrk="1" hangingPunct="1"/>
            <a:r>
              <a:rPr lang="en-US" altLang="zh-CN">
                <a:ea typeface="ＭＳ Ｐゴシック" panose="020B0600070205080204" pitchFamily="34" charset="-128"/>
              </a:rPr>
              <a:t>what do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real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Internet delay &amp; loss look like? </a:t>
            </a:r>
          </a:p>
          <a:p>
            <a:pPr marL="287338" indent="-287338" eaLnBrk="1" hangingPunct="1"/>
            <a:r>
              <a:rPr lang="en-US" altLang="zh-CN" sz="2400" b="1">
                <a:solidFill>
                  <a:srgbClr val="FF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</a:rPr>
              <a:t>traceroute</a:t>
            </a:r>
            <a:r>
              <a:rPr lang="en-US" altLang="zh-CN">
                <a:solidFill>
                  <a:srgbClr val="FF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</a:rPr>
              <a:t> </a:t>
            </a:r>
            <a:r>
              <a:rPr lang="en-US" altLang="zh-CN">
                <a:ea typeface="ＭＳ Ｐゴシック" panose="020B0600070205080204" pitchFamily="34" charset="-128"/>
              </a:rPr>
              <a:t>program: provides delay measurement from source to router along end-end Internet path towards destination.  For all </a:t>
            </a:r>
            <a:r>
              <a:rPr lang="en-US" altLang="zh-CN" i="1">
                <a:ea typeface="ＭＳ Ｐゴシック" panose="020B0600070205080204" pitchFamily="34" charset="-128"/>
              </a:rPr>
              <a:t>i: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sends three packets that will reach router 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 on path towards destination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router </a:t>
            </a:r>
            <a:r>
              <a:rPr lang="en-US" altLang="zh-CN" i="1">
                <a:ea typeface="宋体" panose="02010600030101010101" pitchFamily="2" charset="-122"/>
              </a:rPr>
              <a:t>i</a:t>
            </a:r>
            <a:r>
              <a:rPr lang="en-US" altLang="zh-CN">
                <a:ea typeface="宋体" panose="02010600030101010101" pitchFamily="2" charset="-122"/>
              </a:rPr>
              <a:t> will return packets to sender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sender times interval between transmission and reply.</a:t>
            </a:r>
            <a:endParaRPr lang="en-US" altLang="zh-CN" sz="2800">
              <a:ea typeface="宋体" panose="02010600030101010101" pitchFamily="2" charset="-122"/>
            </a:endParaRPr>
          </a:p>
        </p:txBody>
      </p:sp>
      <p:sp>
        <p:nvSpPr>
          <p:cNvPr id="107525" name="Line 38">
            <a:extLst>
              <a:ext uri="{FF2B5EF4-FFF2-40B4-BE49-F238E27FC236}">
                <a16:creationId xmlns:a16="http://schemas.microsoft.com/office/drawing/2014/main" id="{696D15B1-4320-775A-F48E-43D560EF9C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85875" y="5319713"/>
            <a:ext cx="288925" cy="265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26" name="Line 105">
            <a:extLst>
              <a:ext uri="{FF2B5EF4-FFF2-40B4-BE49-F238E27FC236}">
                <a16:creationId xmlns:a16="http://schemas.microsoft.com/office/drawing/2014/main" id="{B4BBF851-88AC-3A3F-FAE6-84123A0318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9625" y="5370513"/>
            <a:ext cx="458788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27" name="Line 106">
            <a:extLst>
              <a:ext uri="{FF2B5EF4-FFF2-40B4-BE49-F238E27FC236}">
                <a16:creationId xmlns:a16="http://schemas.microsoft.com/office/drawing/2014/main" id="{58B07615-9FE7-A5B8-6174-85A5FFD4AD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4663" y="53546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28" name="Line 108">
            <a:extLst>
              <a:ext uri="{FF2B5EF4-FFF2-40B4-BE49-F238E27FC236}">
                <a16:creationId xmlns:a16="http://schemas.microsoft.com/office/drawing/2014/main" id="{ADBF907D-BEAA-67A1-BC72-16A196A202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6538" y="508635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29" name="Line 113">
            <a:extLst>
              <a:ext uri="{FF2B5EF4-FFF2-40B4-BE49-F238E27FC236}">
                <a16:creationId xmlns:a16="http://schemas.microsoft.com/office/drawing/2014/main" id="{A0F81B94-8A22-BEBF-2449-149895F2B4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90975" y="5414963"/>
            <a:ext cx="620713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0" name="Line 260">
            <a:extLst>
              <a:ext uri="{FF2B5EF4-FFF2-40B4-BE49-F238E27FC236}">
                <a16:creationId xmlns:a16="http://schemas.microsoft.com/office/drawing/2014/main" id="{F3D1494F-4204-385C-9BDD-49E4C8F6D8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0163" y="53800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1" name="Line 261">
            <a:extLst>
              <a:ext uri="{FF2B5EF4-FFF2-40B4-BE49-F238E27FC236}">
                <a16:creationId xmlns:a16="http://schemas.microsoft.com/office/drawing/2014/main" id="{CB2893C7-9D38-DBC7-4CFA-D1D28F4183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48375" y="5326063"/>
            <a:ext cx="557213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2" name="Line 291">
            <a:extLst>
              <a:ext uri="{FF2B5EF4-FFF2-40B4-BE49-F238E27FC236}">
                <a16:creationId xmlns:a16="http://schemas.microsoft.com/office/drawing/2014/main" id="{C65F397E-A2ED-8FB8-58EE-E07F33418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4788" y="548640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3" name="Line 292">
            <a:extLst>
              <a:ext uri="{FF2B5EF4-FFF2-40B4-BE49-F238E27FC236}">
                <a16:creationId xmlns:a16="http://schemas.microsoft.com/office/drawing/2014/main" id="{7F024CBF-7D49-2469-36D7-460B9603B0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8838" y="507365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4" name="Line 294">
            <a:extLst>
              <a:ext uri="{FF2B5EF4-FFF2-40B4-BE49-F238E27FC236}">
                <a16:creationId xmlns:a16="http://schemas.microsoft.com/office/drawing/2014/main" id="{90364ED5-3B36-9644-C805-436186AB17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6138" y="567690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7535" name="Line 295">
            <a:extLst>
              <a:ext uri="{FF2B5EF4-FFF2-40B4-BE49-F238E27FC236}">
                <a16:creationId xmlns:a16="http://schemas.microsoft.com/office/drawing/2014/main" id="{FF18074B-6B8E-93CE-9451-0DA282498205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1738" y="5181600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244" name="Text Box 300">
            <a:extLst>
              <a:ext uri="{FF2B5EF4-FFF2-40B4-BE49-F238E27FC236}">
                <a16:creationId xmlns:a16="http://schemas.microsoft.com/office/drawing/2014/main" id="{BDDBE991-12CD-A743-0861-58E8BFBBE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7475" y="50387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probes</a:t>
            </a:r>
          </a:p>
        </p:txBody>
      </p:sp>
      <p:sp>
        <p:nvSpPr>
          <p:cNvPr id="83246" name="Text Box 302">
            <a:extLst>
              <a:ext uri="{FF2B5EF4-FFF2-40B4-BE49-F238E27FC236}">
                <a16:creationId xmlns:a16="http://schemas.microsoft.com/office/drawing/2014/main" id="{56F37918-0C2F-BED9-9F48-0C1A0437E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1838" y="5599113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probes</a:t>
            </a:r>
          </a:p>
        </p:txBody>
      </p:sp>
      <p:sp>
        <p:nvSpPr>
          <p:cNvPr id="83248" name="Text Box 304">
            <a:extLst>
              <a:ext uri="{FF2B5EF4-FFF2-40B4-BE49-F238E27FC236}">
                <a16:creationId xmlns:a16="http://schemas.microsoft.com/office/drawing/2014/main" id="{0E86C78A-240F-3BEA-5D71-A612AFB0E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5775" y="50133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probes</a:t>
            </a:r>
          </a:p>
        </p:txBody>
      </p:sp>
      <p:grpSp>
        <p:nvGrpSpPr>
          <p:cNvPr id="107539" name="Group 100">
            <a:extLst>
              <a:ext uri="{FF2B5EF4-FFF2-40B4-BE49-F238E27FC236}">
                <a16:creationId xmlns:a16="http://schemas.microsoft.com/office/drawing/2014/main" id="{4F39CE6A-7A1A-F374-6F4A-FC8B7AF21611}"/>
              </a:ext>
            </a:extLst>
          </p:cNvPr>
          <p:cNvGrpSpPr>
            <a:grpSpLocks/>
          </p:cNvGrpSpPr>
          <p:nvPr/>
        </p:nvGrpSpPr>
        <p:grpSpPr bwMode="auto">
          <a:xfrm>
            <a:off x="517525" y="4975225"/>
            <a:ext cx="820738" cy="688975"/>
            <a:chOff x="-44" y="1473"/>
            <a:chExt cx="981" cy="1105"/>
          </a:xfrm>
        </p:grpSpPr>
        <p:pic>
          <p:nvPicPr>
            <p:cNvPr id="107642" name="Picture 101" descr="desktop_computer_stylized_medium">
              <a:extLst>
                <a:ext uri="{FF2B5EF4-FFF2-40B4-BE49-F238E27FC236}">
                  <a16:creationId xmlns:a16="http://schemas.microsoft.com/office/drawing/2014/main" id="{7F97A00B-90EE-C0DC-F22F-F68CC107C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3" name="Freeform 102">
              <a:extLst>
                <a:ext uri="{FF2B5EF4-FFF2-40B4-BE49-F238E27FC236}">
                  <a16:creationId xmlns:a16="http://schemas.microsoft.com/office/drawing/2014/main" id="{B7C754E7-16CA-4977-EC79-6AAAC5AFC0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0" name="Group 103">
            <a:extLst>
              <a:ext uri="{FF2B5EF4-FFF2-40B4-BE49-F238E27FC236}">
                <a16:creationId xmlns:a16="http://schemas.microsoft.com/office/drawing/2014/main" id="{D51C4C26-EEB4-F95F-F7D1-C23E2FB3A0E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65900" y="5013325"/>
            <a:ext cx="754063" cy="669925"/>
            <a:chOff x="-44" y="1473"/>
            <a:chExt cx="981" cy="1105"/>
          </a:xfrm>
        </p:grpSpPr>
        <p:pic>
          <p:nvPicPr>
            <p:cNvPr id="107640" name="Picture 104" descr="desktop_computer_stylized_medium">
              <a:extLst>
                <a:ext uri="{FF2B5EF4-FFF2-40B4-BE49-F238E27FC236}">
                  <a16:creationId xmlns:a16="http://schemas.microsoft.com/office/drawing/2014/main" id="{121BA9D4-4DBE-A5AF-B722-9F9EE6ECF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1" name="Freeform 105">
              <a:extLst>
                <a:ext uri="{FF2B5EF4-FFF2-40B4-BE49-F238E27FC236}">
                  <a16:creationId xmlns:a16="http://schemas.microsoft.com/office/drawing/2014/main" id="{386DA890-DBAF-3A3C-DEE3-99A404E5EB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1" name="Group 124">
            <a:extLst>
              <a:ext uri="{FF2B5EF4-FFF2-40B4-BE49-F238E27FC236}">
                <a16:creationId xmlns:a16="http://schemas.microsoft.com/office/drawing/2014/main" id="{A5EBB06A-454D-0D05-3F02-8FB68AE4BCBE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5513388"/>
            <a:ext cx="617537" cy="250825"/>
            <a:chOff x="2356" y="1300"/>
            <a:chExt cx="555" cy="194"/>
          </a:xfrm>
        </p:grpSpPr>
        <p:sp>
          <p:nvSpPr>
            <p:cNvPr id="107632" name="Oval 407">
              <a:extLst>
                <a:ext uri="{FF2B5EF4-FFF2-40B4-BE49-F238E27FC236}">
                  <a16:creationId xmlns:a16="http://schemas.microsoft.com/office/drawing/2014/main" id="{A520F5D1-D714-DEDF-10A0-CB83C0ADC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33" name="Rectangle 410">
              <a:extLst>
                <a:ext uri="{FF2B5EF4-FFF2-40B4-BE49-F238E27FC236}">
                  <a16:creationId xmlns:a16="http://schemas.microsoft.com/office/drawing/2014/main" id="{97EFBF37-81C1-750D-1BD6-5B6D77650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34" name="Oval 411">
              <a:extLst>
                <a:ext uri="{FF2B5EF4-FFF2-40B4-BE49-F238E27FC236}">
                  <a16:creationId xmlns:a16="http://schemas.microsoft.com/office/drawing/2014/main" id="{B7943BCD-EA0B-AD6A-5F3E-271C9A85B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7635" name="Group 128">
              <a:extLst>
                <a:ext uri="{FF2B5EF4-FFF2-40B4-BE49-F238E27FC236}">
                  <a16:creationId xmlns:a16="http://schemas.microsoft.com/office/drawing/2014/main" id="{41866913-1829-CB0D-CB4A-83AAF165A0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8" name="Freeform 129">
                <a:extLst>
                  <a:ext uri="{FF2B5EF4-FFF2-40B4-BE49-F238E27FC236}">
                    <a16:creationId xmlns:a16="http://schemas.microsoft.com/office/drawing/2014/main" id="{F8D47383-772A-90BE-C8E9-67793874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7639" name="Freeform 130">
                <a:extLst>
                  <a:ext uri="{FF2B5EF4-FFF2-40B4-BE49-F238E27FC236}">
                    <a16:creationId xmlns:a16="http://schemas.microsoft.com/office/drawing/2014/main" id="{7D1719CA-3BB1-5740-DFDC-715AAFAC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7636" name="Line 131">
              <a:extLst>
                <a:ext uri="{FF2B5EF4-FFF2-40B4-BE49-F238E27FC236}">
                  <a16:creationId xmlns:a16="http://schemas.microsoft.com/office/drawing/2014/main" id="{4E2CF63E-DCAD-7193-D96E-E72FCBE99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637" name="Line 132">
              <a:extLst>
                <a:ext uri="{FF2B5EF4-FFF2-40B4-BE49-F238E27FC236}">
                  <a16:creationId xmlns:a16="http://schemas.microsoft.com/office/drawing/2014/main" id="{193430D2-8177-D682-54AB-349EF1ABB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2" name="Group 133">
            <a:extLst>
              <a:ext uri="{FF2B5EF4-FFF2-40B4-BE49-F238E27FC236}">
                <a16:creationId xmlns:a16="http://schemas.microsoft.com/office/drawing/2014/main" id="{83636DA9-55C0-4ADE-25C0-0BBACFBE6516}"/>
              </a:ext>
            </a:extLst>
          </p:cNvPr>
          <p:cNvGrpSpPr>
            <a:grpSpLocks/>
          </p:cNvGrpSpPr>
          <p:nvPr/>
        </p:nvGrpSpPr>
        <p:grpSpPr bwMode="auto">
          <a:xfrm>
            <a:off x="4545013" y="5241925"/>
            <a:ext cx="617537" cy="250825"/>
            <a:chOff x="2356" y="1300"/>
            <a:chExt cx="555" cy="194"/>
          </a:xfrm>
        </p:grpSpPr>
        <p:sp>
          <p:nvSpPr>
            <p:cNvPr id="107624" name="Oval 407">
              <a:extLst>
                <a:ext uri="{FF2B5EF4-FFF2-40B4-BE49-F238E27FC236}">
                  <a16:creationId xmlns:a16="http://schemas.microsoft.com/office/drawing/2014/main" id="{A544D0A7-A0CC-9A36-F0A0-19D20505C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25" name="Rectangle 410">
              <a:extLst>
                <a:ext uri="{FF2B5EF4-FFF2-40B4-BE49-F238E27FC236}">
                  <a16:creationId xmlns:a16="http://schemas.microsoft.com/office/drawing/2014/main" id="{C120F365-03DA-1189-FC10-93B427A89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26" name="Oval 411">
              <a:extLst>
                <a:ext uri="{FF2B5EF4-FFF2-40B4-BE49-F238E27FC236}">
                  <a16:creationId xmlns:a16="http://schemas.microsoft.com/office/drawing/2014/main" id="{2EA3C447-2E1F-EC29-5B43-9EDF10545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7627" name="Group 137">
              <a:extLst>
                <a:ext uri="{FF2B5EF4-FFF2-40B4-BE49-F238E27FC236}">
                  <a16:creationId xmlns:a16="http://schemas.microsoft.com/office/drawing/2014/main" id="{AC556BAD-FE82-1AC2-161B-4C189C748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0" name="Freeform 138">
                <a:extLst>
                  <a:ext uri="{FF2B5EF4-FFF2-40B4-BE49-F238E27FC236}">
                    <a16:creationId xmlns:a16="http://schemas.microsoft.com/office/drawing/2014/main" id="{436E0B1D-14CA-F73E-AE81-49142DD5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7631" name="Freeform 139">
                <a:extLst>
                  <a:ext uri="{FF2B5EF4-FFF2-40B4-BE49-F238E27FC236}">
                    <a16:creationId xmlns:a16="http://schemas.microsoft.com/office/drawing/2014/main" id="{A5A8BCD7-8DA9-EF84-8E58-5864D419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7628" name="Line 140">
              <a:extLst>
                <a:ext uri="{FF2B5EF4-FFF2-40B4-BE49-F238E27FC236}">
                  <a16:creationId xmlns:a16="http://schemas.microsoft.com/office/drawing/2014/main" id="{D9E18409-30B9-2800-6293-AABD4BE6D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629" name="Line 141">
              <a:extLst>
                <a:ext uri="{FF2B5EF4-FFF2-40B4-BE49-F238E27FC236}">
                  <a16:creationId xmlns:a16="http://schemas.microsoft.com/office/drawing/2014/main" id="{C4B996BB-E3EB-D72A-3726-A0C149A1F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3" name="Group 142">
            <a:extLst>
              <a:ext uri="{FF2B5EF4-FFF2-40B4-BE49-F238E27FC236}">
                <a16:creationId xmlns:a16="http://schemas.microsoft.com/office/drawing/2014/main" id="{CEADB23D-CD02-1B08-6BCA-503B3E4EE71A}"/>
              </a:ext>
            </a:extLst>
          </p:cNvPr>
          <p:cNvGrpSpPr>
            <a:grpSpLocks/>
          </p:cNvGrpSpPr>
          <p:nvPr/>
        </p:nvGrpSpPr>
        <p:grpSpPr bwMode="auto">
          <a:xfrm>
            <a:off x="3394075" y="5451475"/>
            <a:ext cx="617538" cy="250825"/>
            <a:chOff x="2356" y="1300"/>
            <a:chExt cx="555" cy="194"/>
          </a:xfrm>
        </p:grpSpPr>
        <p:sp>
          <p:nvSpPr>
            <p:cNvPr id="107616" name="Oval 407">
              <a:extLst>
                <a:ext uri="{FF2B5EF4-FFF2-40B4-BE49-F238E27FC236}">
                  <a16:creationId xmlns:a16="http://schemas.microsoft.com/office/drawing/2014/main" id="{B0FD6C7D-51A2-C10F-09AC-7D88C7C83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17" name="Rectangle 410">
              <a:extLst>
                <a:ext uri="{FF2B5EF4-FFF2-40B4-BE49-F238E27FC236}">
                  <a16:creationId xmlns:a16="http://schemas.microsoft.com/office/drawing/2014/main" id="{01B1AD4E-61B5-521E-46BB-522F76874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18" name="Oval 411">
              <a:extLst>
                <a:ext uri="{FF2B5EF4-FFF2-40B4-BE49-F238E27FC236}">
                  <a16:creationId xmlns:a16="http://schemas.microsoft.com/office/drawing/2014/main" id="{E525AB76-4E8B-BD8A-30BA-E3E99440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7619" name="Group 146">
              <a:extLst>
                <a:ext uri="{FF2B5EF4-FFF2-40B4-BE49-F238E27FC236}">
                  <a16:creationId xmlns:a16="http://schemas.microsoft.com/office/drawing/2014/main" id="{27E789A2-50EE-54A2-4281-7BE63AB738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22" name="Freeform 147">
                <a:extLst>
                  <a:ext uri="{FF2B5EF4-FFF2-40B4-BE49-F238E27FC236}">
                    <a16:creationId xmlns:a16="http://schemas.microsoft.com/office/drawing/2014/main" id="{80D6354D-34A8-7016-D80B-5CE4E187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7623" name="Freeform 148">
                <a:extLst>
                  <a:ext uri="{FF2B5EF4-FFF2-40B4-BE49-F238E27FC236}">
                    <a16:creationId xmlns:a16="http://schemas.microsoft.com/office/drawing/2014/main" id="{223D515A-DEB6-A4FC-7A97-50B6DC6BB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7620" name="Line 149">
              <a:extLst>
                <a:ext uri="{FF2B5EF4-FFF2-40B4-BE49-F238E27FC236}">
                  <a16:creationId xmlns:a16="http://schemas.microsoft.com/office/drawing/2014/main" id="{F74DE3A1-5280-4BA3-B5E3-9F9B96D886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621" name="Line 150">
              <a:extLst>
                <a:ext uri="{FF2B5EF4-FFF2-40B4-BE49-F238E27FC236}">
                  <a16:creationId xmlns:a16="http://schemas.microsoft.com/office/drawing/2014/main" id="{E43502D4-C9A7-EA9C-A4AA-0D22CBB1E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4" name="Group 151">
            <a:extLst>
              <a:ext uri="{FF2B5EF4-FFF2-40B4-BE49-F238E27FC236}">
                <a16:creationId xmlns:a16="http://schemas.microsoft.com/office/drawing/2014/main" id="{33CE695C-8C34-773F-B447-2D916CD4C03D}"/>
              </a:ext>
            </a:extLst>
          </p:cNvPr>
          <p:cNvGrpSpPr>
            <a:grpSpLocks/>
          </p:cNvGrpSpPr>
          <p:nvPr/>
        </p:nvGrpSpPr>
        <p:grpSpPr bwMode="auto">
          <a:xfrm>
            <a:off x="2392363" y="5205413"/>
            <a:ext cx="617537" cy="250825"/>
            <a:chOff x="2356" y="1300"/>
            <a:chExt cx="555" cy="194"/>
          </a:xfrm>
        </p:grpSpPr>
        <p:sp>
          <p:nvSpPr>
            <p:cNvPr id="107608" name="Oval 407">
              <a:extLst>
                <a:ext uri="{FF2B5EF4-FFF2-40B4-BE49-F238E27FC236}">
                  <a16:creationId xmlns:a16="http://schemas.microsoft.com/office/drawing/2014/main" id="{78C07AC1-ED15-CDC9-4BB2-159EBA4FF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09" name="Rectangle 410">
              <a:extLst>
                <a:ext uri="{FF2B5EF4-FFF2-40B4-BE49-F238E27FC236}">
                  <a16:creationId xmlns:a16="http://schemas.microsoft.com/office/drawing/2014/main" id="{AA69C6A4-DA5B-0273-FB45-205781B5E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10" name="Oval 411">
              <a:extLst>
                <a:ext uri="{FF2B5EF4-FFF2-40B4-BE49-F238E27FC236}">
                  <a16:creationId xmlns:a16="http://schemas.microsoft.com/office/drawing/2014/main" id="{0FDD0AE6-385B-206C-6CF6-4E63D315E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7611" name="Group 155">
              <a:extLst>
                <a:ext uri="{FF2B5EF4-FFF2-40B4-BE49-F238E27FC236}">
                  <a16:creationId xmlns:a16="http://schemas.microsoft.com/office/drawing/2014/main" id="{7FECD0B1-96DF-8568-B121-0833F6BE3C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14" name="Freeform 156">
                <a:extLst>
                  <a:ext uri="{FF2B5EF4-FFF2-40B4-BE49-F238E27FC236}">
                    <a16:creationId xmlns:a16="http://schemas.microsoft.com/office/drawing/2014/main" id="{D5887C63-55E9-3ED1-42F5-2D64644BD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7615" name="Freeform 157">
                <a:extLst>
                  <a:ext uri="{FF2B5EF4-FFF2-40B4-BE49-F238E27FC236}">
                    <a16:creationId xmlns:a16="http://schemas.microsoft.com/office/drawing/2014/main" id="{7788B6FB-814E-E583-3B0E-7252C3CF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7612" name="Line 158">
              <a:extLst>
                <a:ext uri="{FF2B5EF4-FFF2-40B4-BE49-F238E27FC236}">
                  <a16:creationId xmlns:a16="http://schemas.microsoft.com/office/drawing/2014/main" id="{161009AF-A807-2E81-3270-2D0D1E830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613" name="Line 159">
              <a:extLst>
                <a:ext uri="{FF2B5EF4-FFF2-40B4-BE49-F238E27FC236}">
                  <a16:creationId xmlns:a16="http://schemas.microsoft.com/office/drawing/2014/main" id="{63AFEB45-BDFA-AFD6-AFF2-927EDF0C9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45" name="Group 160">
            <a:extLst>
              <a:ext uri="{FF2B5EF4-FFF2-40B4-BE49-F238E27FC236}">
                <a16:creationId xmlns:a16="http://schemas.microsoft.com/office/drawing/2014/main" id="{C1AA717E-3129-9854-E895-335F8B6B6C81}"/>
              </a:ext>
            </a:extLst>
          </p:cNvPr>
          <p:cNvGrpSpPr>
            <a:grpSpLocks/>
          </p:cNvGrpSpPr>
          <p:nvPr/>
        </p:nvGrpSpPr>
        <p:grpSpPr bwMode="auto">
          <a:xfrm>
            <a:off x="1517650" y="5472113"/>
            <a:ext cx="617538" cy="250825"/>
            <a:chOff x="2356" y="1300"/>
            <a:chExt cx="555" cy="194"/>
          </a:xfrm>
        </p:grpSpPr>
        <p:sp>
          <p:nvSpPr>
            <p:cNvPr id="107600" name="Oval 407">
              <a:extLst>
                <a:ext uri="{FF2B5EF4-FFF2-40B4-BE49-F238E27FC236}">
                  <a16:creationId xmlns:a16="http://schemas.microsoft.com/office/drawing/2014/main" id="{8361D409-FDE1-4E58-06BB-ACAA6B405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01" name="Rectangle 410">
              <a:extLst>
                <a:ext uri="{FF2B5EF4-FFF2-40B4-BE49-F238E27FC236}">
                  <a16:creationId xmlns:a16="http://schemas.microsoft.com/office/drawing/2014/main" id="{63547BB9-79B6-59D9-3A32-57F3685F8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7602" name="Oval 411">
              <a:extLst>
                <a:ext uri="{FF2B5EF4-FFF2-40B4-BE49-F238E27FC236}">
                  <a16:creationId xmlns:a16="http://schemas.microsoft.com/office/drawing/2014/main" id="{3FDB3163-1B75-EB46-A3FD-1740D6E30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7603" name="Group 164">
              <a:extLst>
                <a:ext uri="{FF2B5EF4-FFF2-40B4-BE49-F238E27FC236}">
                  <a16:creationId xmlns:a16="http://schemas.microsoft.com/office/drawing/2014/main" id="{B7F6CC30-FC67-4E56-A96F-EFC6CD8AFB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06" name="Freeform 165">
                <a:extLst>
                  <a:ext uri="{FF2B5EF4-FFF2-40B4-BE49-F238E27FC236}">
                    <a16:creationId xmlns:a16="http://schemas.microsoft.com/office/drawing/2014/main" id="{6669199A-4B28-E1B7-73EE-78A2B181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7607" name="Freeform 166">
                <a:extLst>
                  <a:ext uri="{FF2B5EF4-FFF2-40B4-BE49-F238E27FC236}">
                    <a16:creationId xmlns:a16="http://schemas.microsoft.com/office/drawing/2014/main" id="{059F77A4-5298-742F-9CE8-C94C8A74E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7604" name="Line 167">
              <a:extLst>
                <a:ext uri="{FF2B5EF4-FFF2-40B4-BE49-F238E27FC236}">
                  <a16:creationId xmlns:a16="http://schemas.microsoft.com/office/drawing/2014/main" id="{8718E9D3-B9DA-3C8D-309F-085352FBE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605" name="Line 168">
              <a:extLst>
                <a:ext uri="{FF2B5EF4-FFF2-40B4-BE49-F238E27FC236}">
                  <a16:creationId xmlns:a16="http://schemas.microsoft.com/office/drawing/2014/main" id="{E462E4B4-A354-B468-E02D-3DA16F4E6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7546" name="Slide Number Placeholder 3">
            <a:extLst>
              <a:ext uri="{FF2B5EF4-FFF2-40B4-BE49-F238E27FC236}">
                <a16:creationId xmlns:a16="http://schemas.microsoft.com/office/drawing/2014/main" id="{B9717C6B-574A-BD28-1AC5-5E899151D4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A9484C33-3765-4940-8ABC-60DED2F8C7C8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7547" name="Group 347">
            <a:extLst>
              <a:ext uri="{FF2B5EF4-FFF2-40B4-BE49-F238E27FC236}">
                <a16:creationId xmlns:a16="http://schemas.microsoft.com/office/drawing/2014/main" id="{E4DBE547-A383-7DC5-ECCD-CC5ED35A7C19}"/>
              </a:ext>
            </a:extLst>
          </p:cNvPr>
          <p:cNvGrpSpPr>
            <a:grpSpLocks/>
          </p:cNvGrpSpPr>
          <p:nvPr/>
        </p:nvGrpSpPr>
        <p:grpSpPr bwMode="auto">
          <a:xfrm>
            <a:off x="1504950" y="5454650"/>
            <a:ext cx="649288" cy="303213"/>
            <a:chOff x="1871277" y="1576300"/>
            <a:chExt cx="1128371" cy="437861"/>
          </a:xfrm>
        </p:grpSpPr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D204A0E3-1D69-C149-A60A-C5D198E2686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37" y="1695508"/>
              <a:ext cx="1125611" cy="31865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6A32D1AB-A58C-F549-BD61-AFC90B8D95BD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4341F996-48C0-FE48-A30D-D4EC663C81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611" cy="31865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1925379E-41FF-614D-B724-F7C15F9F1591}"/>
                </a:ext>
              </a:extLst>
            </p:cNvPr>
            <p:cNvSpPr/>
            <p:nvPr/>
          </p:nvSpPr>
          <p:spPr bwMode="auto">
            <a:xfrm>
              <a:off x="2160957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F757CFFC-6641-D04F-A675-EB507C18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020" y="1633612"/>
              <a:ext cx="662124" cy="11003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EEDD3AA-3A0E-2049-B395-D9D358C84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161" y="1727603"/>
              <a:ext cx="245537" cy="9628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21D22F8-59E0-104B-85E4-F8024794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227" y="1729896"/>
              <a:ext cx="242779" cy="9628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4344B9E7-B96E-324E-AEAD-FB3892B15ACE}"/>
                </a:ext>
              </a:extLst>
            </p:cNvPr>
            <p:cNvCxnSpPr>
              <a:cxnSpLocks noChangeShapeType="1"/>
              <a:endCxn id="78" idx="2"/>
            </p:cNvCxnSpPr>
            <p:nvPr/>
          </p:nvCxnSpPr>
          <p:spPr bwMode="auto">
            <a:xfrm flipH="1" flipV="1">
              <a:off x="1871277" y="1736772"/>
              <a:ext cx="2760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B3A7CB94-5517-5644-9D07-DBEC37AF4F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88" y="1734481"/>
              <a:ext cx="2760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48" name="Group 347">
            <a:extLst>
              <a:ext uri="{FF2B5EF4-FFF2-40B4-BE49-F238E27FC236}">
                <a16:creationId xmlns:a16="http://schemas.microsoft.com/office/drawing/2014/main" id="{63348655-4C51-22A0-685E-2791F487BC80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5189538"/>
            <a:ext cx="649287" cy="301625"/>
            <a:chOff x="1871277" y="1576300"/>
            <a:chExt cx="1128371" cy="437861"/>
          </a:xfrm>
        </p:grpSpPr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EABB9AFB-D782-204B-99E0-74C597EC18F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35" y="1693830"/>
              <a:ext cx="1125613" cy="32033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FB973C5E-1E21-864F-9F9D-06C399C0881F}"/>
                </a:ext>
              </a:extLst>
            </p:cNvPr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291F0038-B64E-104D-8EDD-CCF7277A4B3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613" cy="32032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C4A2C85F-CDB3-5141-B399-95D32FE85786}"/>
                </a:ext>
              </a:extLst>
            </p:cNvPr>
            <p:cNvSpPr/>
            <p:nvPr/>
          </p:nvSpPr>
          <p:spPr bwMode="auto">
            <a:xfrm>
              <a:off x="2160956" y="1673090"/>
              <a:ext cx="546253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5844387B-2A27-0042-9942-6D582FC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021" y="1633913"/>
              <a:ext cx="662125" cy="11061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AFD3EAD-3E3C-F343-A7BE-CC2D6392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160" y="1728399"/>
              <a:ext cx="245539" cy="9679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F11BDFA2-E775-6B42-A4BB-8AA8DA36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226" y="1730703"/>
              <a:ext cx="242779" cy="9679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39BE2E40-3D3D-2D47-88DD-F518E1258AE2}"/>
                </a:ext>
              </a:extLst>
            </p:cNvPr>
            <p:cNvCxnSpPr>
              <a:cxnSpLocks noChangeShapeType="1"/>
              <a:endCxn id="88" idx="2"/>
            </p:cNvCxnSpPr>
            <p:nvPr/>
          </p:nvCxnSpPr>
          <p:spPr bwMode="auto">
            <a:xfrm flipH="1" flipV="1">
              <a:off x="1871277" y="1737617"/>
              <a:ext cx="2758" cy="12213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918398C6-DDDA-1D4A-AAA0-D9B532E5EA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90" y="1735312"/>
              <a:ext cx="2758" cy="12214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49" name="Group 347">
            <a:extLst>
              <a:ext uri="{FF2B5EF4-FFF2-40B4-BE49-F238E27FC236}">
                <a16:creationId xmlns:a16="http://schemas.microsoft.com/office/drawing/2014/main" id="{B648563A-BDD4-1A03-6CFA-82E3C0EC2E58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5438775"/>
            <a:ext cx="650875" cy="303213"/>
            <a:chOff x="1871277" y="1576300"/>
            <a:chExt cx="1128371" cy="437861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CC63F569-5373-6549-8F0E-DA68F8DD875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30" y="1695508"/>
              <a:ext cx="1125618" cy="31865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26DADAED-639C-1844-ADAF-9EB3356E304C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B525D307-C424-4849-B1A8-7CC017C3F7C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620" cy="31865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D06FD65B-09B2-1A4F-91E4-3151DF1FC93B}"/>
                </a:ext>
              </a:extLst>
            </p:cNvPr>
            <p:cNvSpPr/>
            <p:nvPr/>
          </p:nvSpPr>
          <p:spPr bwMode="auto">
            <a:xfrm>
              <a:off x="2160251" y="1672583"/>
              <a:ext cx="547672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2142881-F04B-EA4B-B201-CA469FF3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55" y="1633612"/>
              <a:ext cx="663263" cy="11003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EA3CA0A-FC1A-0C4B-A238-80AE47CA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91" y="1727603"/>
              <a:ext cx="244940" cy="9628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DCE374C-93AE-DF4E-A230-EEE1D938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696" y="1729896"/>
              <a:ext cx="242187" cy="9628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13E4AB42-24E4-7845-83BE-3F522903AF59}"/>
                </a:ext>
              </a:extLst>
            </p:cNvPr>
            <p:cNvCxnSpPr>
              <a:cxnSpLocks noChangeShapeType="1"/>
              <a:endCxn id="98" idx="2"/>
            </p:cNvCxnSpPr>
            <p:nvPr/>
          </p:nvCxnSpPr>
          <p:spPr bwMode="auto">
            <a:xfrm flipH="1" flipV="1">
              <a:off x="1871277" y="1736772"/>
              <a:ext cx="2753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885D358B-81B6-4946-ABE2-53B3D80CF2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97" y="1734481"/>
              <a:ext cx="2751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50" name="Group 347">
            <a:extLst>
              <a:ext uri="{FF2B5EF4-FFF2-40B4-BE49-F238E27FC236}">
                <a16:creationId xmlns:a16="http://schemas.microsoft.com/office/drawing/2014/main" id="{C92D719E-AE0F-D61A-E296-0C78DDA8C488}"/>
              </a:ext>
            </a:extLst>
          </p:cNvPr>
          <p:cNvGrpSpPr>
            <a:grpSpLocks/>
          </p:cNvGrpSpPr>
          <p:nvPr/>
        </p:nvGrpSpPr>
        <p:grpSpPr bwMode="auto">
          <a:xfrm>
            <a:off x="4529138" y="5214938"/>
            <a:ext cx="650875" cy="301625"/>
            <a:chOff x="1871277" y="1576300"/>
            <a:chExt cx="1128371" cy="437861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DE60B210-26FC-A348-8D08-4989A367208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28" y="1693830"/>
              <a:ext cx="1125620" cy="320331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1222A883-58BA-6342-9CE6-996BE8466D38}"/>
                </a:ext>
              </a:extLst>
            </p:cNvPr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831EE9DD-6A6C-144F-B161-F7041B0BA5D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618" cy="32032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41C98B63-8AE0-454D-81BD-B20316361113}"/>
                </a:ext>
              </a:extLst>
            </p:cNvPr>
            <p:cNvSpPr/>
            <p:nvPr/>
          </p:nvSpPr>
          <p:spPr bwMode="auto">
            <a:xfrm>
              <a:off x="2160249" y="1673090"/>
              <a:ext cx="547674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223C2CA-A954-6E46-B67C-8B7348A9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55" y="1633913"/>
              <a:ext cx="663261" cy="11061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48DDED3-3307-C542-842A-056833E8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291" y="1728399"/>
              <a:ext cx="244938" cy="9679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1A4146E-3252-644C-8C78-3B4A64E5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694" y="1730703"/>
              <a:ext cx="242187" cy="9679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B9E57F7-C9A8-0846-845C-77D98813905B}"/>
                </a:ext>
              </a:extLst>
            </p:cNvPr>
            <p:cNvCxnSpPr>
              <a:cxnSpLocks noChangeShapeType="1"/>
              <a:endCxn id="108" idx="2"/>
            </p:cNvCxnSpPr>
            <p:nvPr/>
          </p:nvCxnSpPr>
          <p:spPr bwMode="auto">
            <a:xfrm flipH="1" flipV="1">
              <a:off x="1871277" y="1737617"/>
              <a:ext cx="2751" cy="122139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1BF01DF2-B520-964C-A7B0-03695EC785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95" y="1735312"/>
              <a:ext cx="2753" cy="12214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51" name="Group 347">
            <a:extLst>
              <a:ext uri="{FF2B5EF4-FFF2-40B4-BE49-F238E27FC236}">
                <a16:creationId xmlns:a16="http://schemas.microsoft.com/office/drawing/2014/main" id="{6A5E28D4-0987-92B1-D396-3512CDF3A5A6}"/>
              </a:ext>
            </a:extLst>
          </p:cNvPr>
          <p:cNvGrpSpPr>
            <a:grpSpLocks/>
          </p:cNvGrpSpPr>
          <p:nvPr/>
        </p:nvGrpSpPr>
        <p:grpSpPr bwMode="auto">
          <a:xfrm>
            <a:off x="5497513" y="5486400"/>
            <a:ext cx="649287" cy="303213"/>
            <a:chOff x="1871277" y="1576300"/>
            <a:chExt cx="1128371" cy="437861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37C5A3DA-E26A-584E-963E-B5DDF02A223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35" y="1695508"/>
              <a:ext cx="1125613" cy="31865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19E56C07-D1FE-7147-8010-0F1D98D80F75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B7BD859-CE94-D247-98DA-4FA43CA0DB7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613" cy="31865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9B6909AE-B2EE-A343-8EA2-5D0E04339F48}"/>
                </a:ext>
              </a:extLst>
            </p:cNvPr>
            <p:cNvSpPr/>
            <p:nvPr/>
          </p:nvSpPr>
          <p:spPr bwMode="auto">
            <a:xfrm>
              <a:off x="2160956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90AF581-BFC1-704D-86CA-DD00EF93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021" y="1633612"/>
              <a:ext cx="662125" cy="110038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152FAE41-6DD1-EC42-A3F5-695AEDAB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160" y="1727603"/>
              <a:ext cx="245539" cy="96283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1EC465B-3E77-F14B-AE97-E4717A8C9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226" y="1729896"/>
              <a:ext cx="242779" cy="96283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F3B8239D-2F73-C24F-A76D-AA85C9946F10}"/>
                </a:ext>
              </a:extLst>
            </p:cNvPr>
            <p:cNvCxnSpPr>
              <a:cxnSpLocks noChangeShapeType="1"/>
              <a:endCxn id="118" idx="2"/>
            </p:cNvCxnSpPr>
            <p:nvPr/>
          </p:nvCxnSpPr>
          <p:spPr bwMode="auto">
            <a:xfrm flipH="1" flipV="1">
              <a:off x="1871277" y="1736772"/>
              <a:ext cx="2758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270B2B90-4F3E-9643-88A1-DF96B0F79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90" y="1734481"/>
              <a:ext cx="2758" cy="12379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247" name="Freeform 303">
            <a:extLst>
              <a:ext uri="{FF2B5EF4-FFF2-40B4-BE49-F238E27FC236}">
                <a16:creationId xmlns:a16="http://schemas.microsoft.com/office/drawing/2014/main" id="{F75A1D4E-1A7A-BF1A-E398-2C6E0B3CCC60}"/>
              </a:ext>
            </a:extLst>
          </p:cNvPr>
          <p:cNvSpPr>
            <a:spLocks/>
          </p:cNvSpPr>
          <p:nvPr/>
        </p:nvSpPr>
        <p:spPr bwMode="auto">
          <a:xfrm>
            <a:off x="1257300" y="5259388"/>
            <a:ext cx="2247900" cy="403225"/>
          </a:xfrm>
          <a:custGeom>
            <a:avLst/>
            <a:gdLst>
              <a:gd name="T0" fmla="*/ 2147483646 w 1416"/>
              <a:gd name="T1" fmla="*/ 2147483646 h 254"/>
              <a:gd name="T2" fmla="*/ 2147483646 w 1416"/>
              <a:gd name="T3" fmla="*/ 2147483646 h 254"/>
              <a:gd name="T4" fmla="*/ 2147483646 w 1416"/>
              <a:gd name="T5" fmla="*/ 2147483646 h 254"/>
              <a:gd name="T6" fmla="*/ 2147483646 w 1416"/>
              <a:gd name="T7" fmla="*/ 2147483646 h 254"/>
              <a:gd name="T8" fmla="*/ 2147483646 w 1416"/>
              <a:gd name="T9" fmla="*/ 2147483646 h 254"/>
              <a:gd name="T10" fmla="*/ 2147483646 w 1416"/>
              <a:gd name="T11" fmla="*/ 2147483646 h 254"/>
              <a:gd name="T12" fmla="*/ 0 w 1416"/>
              <a:gd name="T13" fmla="*/ 2147483646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243" name="Freeform 299">
            <a:extLst>
              <a:ext uri="{FF2B5EF4-FFF2-40B4-BE49-F238E27FC236}">
                <a16:creationId xmlns:a16="http://schemas.microsoft.com/office/drawing/2014/main" id="{4800074A-D6AB-932B-C5BD-EFCFBAC700E9}"/>
              </a:ext>
            </a:extLst>
          </p:cNvPr>
          <p:cNvSpPr>
            <a:spLocks/>
          </p:cNvSpPr>
          <p:nvPr/>
        </p:nvSpPr>
        <p:spPr bwMode="auto">
          <a:xfrm>
            <a:off x="1289050" y="5295900"/>
            <a:ext cx="419100" cy="419100"/>
          </a:xfrm>
          <a:custGeom>
            <a:avLst/>
            <a:gdLst>
              <a:gd name="T0" fmla="*/ 2147483646 w 264"/>
              <a:gd name="T1" fmla="*/ 0 h 264"/>
              <a:gd name="T2" fmla="*/ 2147483646 w 264"/>
              <a:gd name="T3" fmla="*/ 2147483646 h 264"/>
              <a:gd name="T4" fmla="*/ 0 w 264"/>
              <a:gd name="T5" fmla="*/ 2147483646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245" name="Freeform 301">
            <a:extLst>
              <a:ext uri="{FF2B5EF4-FFF2-40B4-BE49-F238E27FC236}">
                <a16:creationId xmlns:a16="http://schemas.microsoft.com/office/drawing/2014/main" id="{A5F5627A-DEB0-790B-F63D-96454C9BD1CD}"/>
              </a:ext>
            </a:extLst>
          </p:cNvPr>
          <p:cNvSpPr>
            <a:spLocks/>
          </p:cNvSpPr>
          <p:nvPr/>
        </p:nvSpPr>
        <p:spPr bwMode="auto">
          <a:xfrm>
            <a:off x="1282700" y="5210175"/>
            <a:ext cx="1346200" cy="474663"/>
          </a:xfrm>
          <a:custGeom>
            <a:avLst/>
            <a:gdLst>
              <a:gd name="T0" fmla="*/ 2147483646 w 848"/>
              <a:gd name="T1" fmla="*/ 2147483646 h 299"/>
              <a:gd name="T2" fmla="*/ 2147483646 w 848"/>
              <a:gd name="T3" fmla="*/ 2147483646 h 299"/>
              <a:gd name="T4" fmla="*/ 2147483646 w 848"/>
              <a:gd name="T5" fmla="*/ 2147483646 h 299"/>
              <a:gd name="T6" fmla="*/ 2147483646 w 848"/>
              <a:gd name="T7" fmla="*/ 2147483646 h 299"/>
              <a:gd name="T8" fmla="*/ 0 w 848"/>
              <a:gd name="T9" fmla="*/ 2147483646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44" grpId="0"/>
      <p:bldP spid="83246" grpId="0"/>
      <p:bldP spid="83248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Footer Placeholder 2">
            <a:extLst>
              <a:ext uri="{FF2B5EF4-FFF2-40B4-BE49-F238E27FC236}">
                <a16:creationId xmlns:a16="http://schemas.microsoft.com/office/drawing/2014/main" id="{A96A0422-F4F6-AD1C-7BDB-2EA24481C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09570" name="Rectangle 2">
            <a:extLst>
              <a:ext uri="{FF2B5EF4-FFF2-40B4-BE49-F238E27FC236}">
                <a16:creationId xmlns:a16="http://schemas.microsoft.com/office/drawing/2014/main" id="{E2D4D2DF-452A-A6C0-36B9-CE424F7E65B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1313" y="166688"/>
            <a:ext cx="7772400" cy="892175"/>
          </a:xfrm>
        </p:spPr>
        <p:txBody>
          <a:bodyPr/>
          <a:lstStyle/>
          <a:p>
            <a:pPr eaLnBrk="1" hangingPunct="1"/>
            <a:r>
              <a:rPr lang="ja-JP" altLang="en-US" sz="4000">
                <a:ea typeface="ＭＳ Ｐゴシック" panose="020B0600070205080204" pitchFamily="34" charset="-128"/>
              </a:rPr>
              <a:t>“</a:t>
            </a:r>
            <a:r>
              <a:rPr lang="en-US" altLang="ja-JP" sz="4000" dirty="0">
                <a:highlight>
                  <a:srgbClr val="FFFF00"/>
                </a:highlight>
                <a:ea typeface="ＭＳ Ｐゴシック" panose="020B0600070205080204" pitchFamily="34" charset="-128"/>
              </a:rPr>
              <a:t>Real</a:t>
            </a:r>
            <a:r>
              <a:rPr lang="ja-JP" altLang="en-US" sz="4000">
                <a:ea typeface="ＭＳ Ｐゴシック" panose="020B0600070205080204" pitchFamily="34" charset="-128"/>
              </a:rPr>
              <a:t>”</a:t>
            </a:r>
            <a:r>
              <a:rPr lang="en-US" altLang="ja-JP" sz="4000" dirty="0">
                <a:ea typeface="ＭＳ Ｐゴシック" panose="020B0600070205080204" pitchFamily="34" charset="-128"/>
              </a:rPr>
              <a:t> Internet delays, routes</a:t>
            </a:r>
            <a:endParaRPr lang="en-US" altLang="zh-CN" sz="4000" dirty="0">
              <a:ea typeface="ＭＳ Ｐゴシック" panose="020B0600070205080204" pitchFamily="34" charset="-128"/>
            </a:endParaRPr>
          </a:p>
        </p:txBody>
      </p:sp>
      <p:sp>
        <p:nvSpPr>
          <p:cNvPr id="109571" name="Text Box 4">
            <a:extLst>
              <a:ext uri="{FF2B5EF4-FFF2-40B4-BE49-F238E27FC236}">
                <a16:creationId xmlns:a16="http://schemas.microsoft.com/office/drawing/2014/main" id="{49F29AD9-B05D-C3DE-1AEE-DF4E5AE32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" y="233838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  cs-gw (128.119.240.254)  1 ms  1 ms  2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 cht-vbns.gw.umass.edu (128.119.3.130)  6 ms 5 ms 5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8  62.40.103.253 (62.40.103.253)  104 ms 109 ms 106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9  de2-1.de1.de.geant.net (62.40.96.129)  109 ms 102 ms 104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10  de.fr1.fr.geant.net (62.40.96.50)  113 ms 121 ms 114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16  194.214.211.25 (194.214.211.25)  126 ms  128 ms  126 ms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17  * * *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18  * * *</a:t>
            </a:r>
          </a:p>
          <a:p>
            <a:pPr marL="457200" marR="0" lvl="0" indent="-45720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19  fantasia.eurecom.fr (193.55.113.142)  132 ms  128 ms  136</a:t>
            </a: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rPr>
              <a:t>ms</a:t>
            </a:r>
          </a:p>
        </p:txBody>
      </p:sp>
      <p:sp>
        <p:nvSpPr>
          <p:cNvPr id="109572" name="Text Box 5">
            <a:extLst>
              <a:ext uri="{FF2B5EF4-FFF2-40B4-BE49-F238E27FC236}">
                <a16:creationId xmlns:a16="http://schemas.microsoft.com/office/drawing/2014/main" id="{C666A5E2-4C95-6849-CDB4-833C1AA933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88" y="1235075"/>
            <a:ext cx="8193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traceroute: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gaia.cs.umass.edu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to </a:t>
            </a:r>
            <a:r>
              <a:rPr kumimoji="0" lang="en-US" altLang="zh-CN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www.eurecom.fr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9573" name="Line 6">
            <a:extLst>
              <a:ext uri="{FF2B5EF4-FFF2-40B4-BE49-F238E27FC236}">
                <a16:creationId xmlns:a16="http://schemas.microsoft.com/office/drawing/2014/main" id="{1E86386C-0EB7-F4B5-99A0-65FC0D19BBF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1313" y="5634038"/>
            <a:ext cx="968375" cy="2698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74" name="Text Box 7">
            <a:extLst>
              <a:ext uri="{FF2B5EF4-FFF2-40B4-BE49-F238E27FC236}">
                <a16:creationId xmlns:a16="http://schemas.microsoft.com/office/drawing/2014/main" id="{F7157D05-EFE6-564B-0AD0-68C524029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8350" y="1738313"/>
            <a:ext cx="4565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delay measurements from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gaia.cs.umass.edu to cs-gw.cs.umass.edu </a:t>
            </a:r>
          </a:p>
        </p:txBody>
      </p:sp>
      <p:sp>
        <p:nvSpPr>
          <p:cNvPr id="109575" name="Line 8">
            <a:extLst>
              <a:ext uri="{FF2B5EF4-FFF2-40B4-BE49-F238E27FC236}">
                <a16:creationId xmlns:a16="http://schemas.microsoft.com/office/drawing/2014/main" id="{72581B37-6478-862A-2546-4A63A5A5D2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71863" y="196532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76" name="Line 9">
            <a:extLst>
              <a:ext uri="{FF2B5EF4-FFF2-40B4-BE49-F238E27FC236}">
                <a16:creationId xmlns:a16="http://schemas.microsoft.com/office/drawing/2014/main" id="{30854184-E6D4-790C-4830-94B3C8AB90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95421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77" name="Line 10">
            <a:extLst>
              <a:ext uri="{FF2B5EF4-FFF2-40B4-BE49-F238E27FC236}">
                <a16:creationId xmlns:a16="http://schemas.microsoft.com/office/drawing/2014/main" id="{D9CB7B16-4AEB-CB69-9296-71657866CD7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46550" y="196373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78" name="Line 11">
            <a:extLst>
              <a:ext uri="{FF2B5EF4-FFF2-40B4-BE49-F238E27FC236}">
                <a16:creationId xmlns:a16="http://schemas.microsoft.com/office/drawing/2014/main" id="{FA90847B-2677-434E-BACA-C93A0BD8FB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8613" y="1970088"/>
            <a:ext cx="377825" cy="3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79" name="Text Box 12">
            <a:extLst>
              <a:ext uri="{FF2B5EF4-FFF2-40B4-BE49-F238E27FC236}">
                <a16:creationId xmlns:a16="http://schemas.microsoft.com/office/drawing/2014/main" id="{DCC6BA09-49F7-1838-F214-364988D03B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1750" y="5564188"/>
            <a:ext cx="62865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means no response (probe lost, router not replying)</a:t>
            </a:r>
          </a:p>
        </p:txBody>
      </p:sp>
      <p:sp>
        <p:nvSpPr>
          <p:cNvPr id="109580" name="Freeform 14">
            <a:extLst>
              <a:ext uri="{FF2B5EF4-FFF2-40B4-BE49-F238E27FC236}">
                <a16:creationId xmlns:a16="http://schemas.microsoft.com/office/drawing/2014/main" id="{B908BE00-5ED2-8894-8295-0062B108EA87}"/>
              </a:ext>
            </a:extLst>
          </p:cNvPr>
          <p:cNvSpPr>
            <a:spLocks/>
          </p:cNvSpPr>
          <p:nvPr/>
        </p:nvSpPr>
        <p:spPr bwMode="auto">
          <a:xfrm>
            <a:off x="6092825" y="3651250"/>
            <a:ext cx="1012825" cy="246063"/>
          </a:xfrm>
          <a:custGeom>
            <a:avLst/>
            <a:gdLst>
              <a:gd name="T0" fmla="*/ 2147483646 w 638"/>
              <a:gd name="T1" fmla="*/ 0 h 155"/>
              <a:gd name="T2" fmla="*/ 2147483646 w 638"/>
              <a:gd name="T3" fmla="*/ 2147483646 h 155"/>
              <a:gd name="T4" fmla="*/ 2147483646 w 638"/>
              <a:gd name="T5" fmla="*/ 2147483646 h 155"/>
              <a:gd name="T6" fmla="*/ 2147483646 w 638"/>
              <a:gd name="T7" fmla="*/ 2147483646 h 155"/>
              <a:gd name="T8" fmla="*/ 0 w 638"/>
              <a:gd name="T9" fmla="*/ 2147483646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9581" name="Text Box 15">
            <a:extLst>
              <a:ext uri="{FF2B5EF4-FFF2-40B4-BE49-F238E27FC236}">
                <a16:creationId xmlns:a16="http://schemas.microsoft.com/office/drawing/2014/main" id="{D26E72C8-4AFF-F73B-9750-317CC9F44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0" y="3436938"/>
            <a:ext cx="1708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trans-oceanic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</p:txBody>
      </p:sp>
      <p:pic>
        <p:nvPicPr>
          <p:cNvPr id="109582" name="Picture 19" descr="underline_base">
            <a:extLst>
              <a:ext uri="{FF2B5EF4-FFF2-40B4-BE49-F238E27FC236}">
                <a16:creationId xmlns:a16="http://schemas.microsoft.com/office/drawing/2014/main" id="{22C8B76B-81CB-4A7E-0747-902953551EB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815975"/>
            <a:ext cx="61896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83" name="Slide Number Placeholder 3">
            <a:extLst>
              <a:ext uri="{FF2B5EF4-FFF2-40B4-BE49-F238E27FC236}">
                <a16:creationId xmlns:a16="http://schemas.microsoft.com/office/drawing/2014/main" id="{8B3D15DA-95FA-9F11-3FAF-1F3D38C08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C6CE18B9-E4A8-CE46-BCFB-1A92B817AC85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9584" name="TextBox 1">
            <a:extLst>
              <a:ext uri="{FF2B5EF4-FFF2-40B4-BE49-F238E27FC236}">
                <a16:creationId xmlns:a16="http://schemas.microsoft.com/office/drawing/2014/main" id="{4033F292-A51A-22EE-E904-31F166BE5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6315075"/>
            <a:ext cx="5457825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Do some traceroutes from exotic countries at www.traceroute.org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347">
            <a:extLst>
              <a:ext uri="{FF2B5EF4-FFF2-40B4-BE49-F238E27FC236}">
                <a16:creationId xmlns:a16="http://schemas.microsoft.com/office/drawing/2014/main" id="{46760FAC-5BC7-155E-DFA4-C8449BDEDF3B}"/>
              </a:ext>
            </a:extLst>
          </p:cNvPr>
          <p:cNvGrpSpPr>
            <a:grpSpLocks/>
          </p:cNvGrpSpPr>
          <p:nvPr/>
        </p:nvGrpSpPr>
        <p:grpSpPr bwMode="auto">
          <a:xfrm>
            <a:off x="3027363" y="4803775"/>
            <a:ext cx="1284287" cy="715963"/>
            <a:chOff x="1871277" y="1576300"/>
            <a:chExt cx="1128371" cy="437861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3C7A80F0-466E-F542-9749-8185020882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067" y="1694746"/>
              <a:ext cx="1125581" cy="31941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39BFF954-EA51-E340-B16A-DB9440F811F0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8F8A7AE8-6129-5F4D-8044-1B85DC5747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581" cy="31941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6D6BD74-A41D-5A4C-83BB-8DA6BBC72605}"/>
                </a:ext>
              </a:extLst>
            </p:cNvPr>
            <p:cNvSpPr/>
            <p:nvPr/>
          </p:nvSpPr>
          <p:spPr bwMode="auto">
            <a:xfrm>
              <a:off x="2159995" y="1673387"/>
              <a:ext cx="548146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DC15B36-D402-384F-BF21-89573642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09" y="1633581"/>
              <a:ext cx="662517" cy="110679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95D79515-D4B3-D742-8F07-6F3E6235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83" y="1727755"/>
              <a:ext cx="244086" cy="97087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5B9CA29-74CC-B647-9161-94F637DF5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56" y="1729697"/>
              <a:ext cx="241296" cy="970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C99EC21-3463-C941-893C-227C8936104C}"/>
                </a:ext>
              </a:extLst>
            </p:cNvPr>
            <p:cNvCxnSpPr>
              <a:cxnSpLocks noChangeShapeType="1"/>
              <a:endCxn id="51" idx="2"/>
            </p:cNvCxnSpPr>
            <p:nvPr/>
          </p:nvCxnSpPr>
          <p:spPr bwMode="auto">
            <a:xfrm flipH="1" flipV="1">
              <a:off x="1871277" y="1737464"/>
              <a:ext cx="2790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F7859DF-97B2-734E-970C-0282D54E5D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858" y="1734552"/>
              <a:ext cx="2790" cy="12330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1618" name="Footer Placeholder 2">
            <a:extLst>
              <a:ext uri="{FF2B5EF4-FFF2-40B4-BE49-F238E27FC236}">
                <a16:creationId xmlns:a16="http://schemas.microsoft.com/office/drawing/2014/main" id="{484C2A9C-6DBE-83D6-2249-B2AA4EDEE7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11619" name="Rectangle 2">
            <a:extLst>
              <a:ext uri="{FF2B5EF4-FFF2-40B4-BE49-F238E27FC236}">
                <a16:creationId xmlns:a16="http://schemas.microsoft.com/office/drawing/2014/main" id="{1B2691F4-E69D-88AB-D692-E0C6F119CD3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1950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Packet loss</a:t>
            </a:r>
          </a:p>
        </p:txBody>
      </p:sp>
      <p:sp>
        <p:nvSpPr>
          <p:cNvPr id="111620" name="Rectangle 3">
            <a:extLst>
              <a:ext uri="{FF2B5EF4-FFF2-40B4-BE49-F238E27FC236}">
                <a16:creationId xmlns:a16="http://schemas.microsoft.com/office/drawing/2014/main" id="{1BA78D5C-F039-6074-9096-8D57780E5C51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52425" y="1192213"/>
            <a:ext cx="8394700" cy="4648200"/>
          </a:xfrm>
        </p:spPr>
        <p:txBody>
          <a:bodyPr/>
          <a:lstStyle/>
          <a:p>
            <a:pPr marL="287338" indent="-287338" eaLnBrk="1" hangingPunct="1"/>
            <a:r>
              <a:rPr lang="en-US" altLang="zh-CN" dirty="0">
                <a:ea typeface="ＭＳ Ｐゴシック" panose="020B0600070205080204" pitchFamily="34" charset="-128"/>
              </a:rPr>
              <a:t>queue (aka buffer) preceding link in buffer has finite capacity</a:t>
            </a:r>
          </a:p>
          <a:p>
            <a:pPr marL="287338" indent="-287338" eaLnBrk="1" hangingPunct="1"/>
            <a:r>
              <a:rPr lang="en-US" altLang="zh-CN" dirty="0">
                <a:ea typeface="ＭＳ Ｐゴシック" panose="020B0600070205080204" pitchFamily="34" charset="-128"/>
              </a:rPr>
              <a:t>packet arriving to full queue dropped (aka lost)</a:t>
            </a:r>
          </a:p>
          <a:p>
            <a:pPr marL="287338" indent="-287338" eaLnBrk="1" hangingPunct="1"/>
            <a:r>
              <a:rPr lang="en-US" altLang="zh-CN" dirty="0">
                <a:ea typeface="ＭＳ Ｐゴシック" panose="020B0600070205080204" pitchFamily="34" charset="-128"/>
              </a:rPr>
              <a:t>lost packet may be retransmitted by previous node, by source end system, or not at all</a:t>
            </a:r>
          </a:p>
        </p:txBody>
      </p:sp>
      <p:sp>
        <p:nvSpPr>
          <p:cNvPr id="111621" name="Rectangle 7">
            <a:extLst>
              <a:ext uri="{FF2B5EF4-FFF2-40B4-BE49-F238E27FC236}">
                <a16:creationId xmlns:a16="http://schemas.microsoft.com/office/drawing/2014/main" id="{2956169C-A2CF-E0D1-F93C-EA76C6C3A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4999038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22" name="Line 23">
            <a:extLst>
              <a:ext uri="{FF2B5EF4-FFF2-40B4-BE49-F238E27FC236}">
                <a16:creationId xmlns:a16="http://schemas.microsoft.com/office/drawing/2014/main" id="{03B42852-CD0F-E3C7-062F-0BA04F9ED4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0300" y="4765675"/>
            <a:ext cx="698500" cy="333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23" name="Line 24">
            <a:extLst>
              <a:ext uri="{FF2B5EF4-FFF2-40B4-BE49-F238E27FC236}">
                <a16:creationId xmlns:a16="http://schemas.microsoft.com/office/drawing/2014/main" id="{1C86A7F8-819B-0025-530C-EC62130DB8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9225" y="5159375"/>
            <a:ext cx="411163" cy="525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24" name="Line 25">
            <a:extLst>
              <a:ext uri="{FF2B5EF4-FFF2-40B4-BE49-F238E27FC236}">
                <a16:creationId xmlns:a16="http://schemas.microsoft.com/office/drawing/2014/main" id="{9C6718E1-F30F-6891-82AC-548A9DD8A6B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6250" y="5162550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25" name="Rectangle 28">
            <a:extLst>
              <a:ext uri="{FF2B5EF4-FFF2-40B4-BE49-F238E27FC236}">
                <a16:creationId xmlns:a16="http://schemas.microsoft.com/office/drawing/2014/main" id="{C88A008E-7F0F-4F8B-BB9D-286583DA7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413" y="49625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26" name="Rectangle 29">
            <a:extLst>
              <a:ext uri="{FF2B5EF4-FFF2-40B4-BE49-F238E27FC236}">
                <a16:creationId xmlns:a16="http://schemas.microsoft.com/office/drawing/2014/main" id="{C69CB2E1-99B6-B8E1-5F55-A887C965E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27" name="Rectangle 30">
            <a:extLst>
              <a:ext uri="{FF2B5EF4-FFF2-40B4-BE49-F238E27FC236}">
                <a16:creationId xmlns:a16="http://schemas.microsoft.com/office/drawing/2014/main" id="{AA4B9AAA-B463-6948-1CC8-5984531FA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033963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28" name="Rectangle 31">
            <a:extLst>
              <a:ext uri="{FF2B5EF4-FFF2-40B4-BE49-F238E27FC236}">
                <a16:creationId xmlns:a16="http://schemas.microsoft.com/office/drawing/2014/main" id="{9AC30F25-B959-59F4-BE87-475B0739F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38162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29" name="Line 33">
            <a:extLst>
              <a:ext uri="{FF2B5EF4-FFF2-40B4-BE49-F238E27FC236}">
                <a16:creationId xmlns:a16="http://schemas.microsoft.com/office/drawing/2014/main" id="{07532722-B1A2-C6FB-4D97-949AA177AC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5275" y="5227638"/>
            <a:ext cx="106363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30" name="Text Box 35">
            <a:extLst>
              <a:ext uri="{FF2B5EF4-FFF2-40B4-BE49-F238E27FC236}">
                <a16:creationId xmlns:a16="http://schemas.microsoft.com/office/drawing/2014/main" id="{58EF2E5B-83A4-9852-4EBB-E7E00074C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429418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</a:t>
            </a:r>
          </a:p>
        </p:txBody>
      </p:sp>
      <p:sp>
        <p:nvSpPr>
          <p:cNvPr id="111631" name="Text Box 36">
            <a:extLst>
              <a:ext uri="{FF2B5EF4-FFF2-40B4-BE49-F238E27FC236}">
                <a16:creationId xmlns:a16="http://schemas.microsoft.com/office/drawing/2014/main" id="{784357E3-03FB-3416-F754-E66BF908F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8313" y="5280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</a:t>
            </a:r>
          </a:p>
        </p:txBody>
      </p:sp>
      <p:sp>
        <p:nvSpPr>
          <p:cNvPr id="111632" name="Text Box 40">
            <a:extLst>
              <a:ext uri="{FF2B5EF4-FFF2-40B4-BE49-F238E27FC236}">
                <a16:creationId xmlns:a16="http://schemas.microsoft.com/office/drawing/2014/main" id="{1231B4D6-6241-87FD-D0F1-5091EF76FA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5675" y="4203700"/>
            <a:ext cx="2673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packet being transmitted</a:t>
            </a:r>
          </a:p>
        </p:txBody>
      </p:sp>
      <p:sp>
        <p:nvSpPr>
          <p:cNvPr id="111633" name="Line 41">
            <a:extLst>
              <a:ext uri="{FF2B5EF4-FFF2-40B4-BE49-F238E27FC236}">
                <a16:creationId xmlns:a16="http://schemas.microsoft.com/office/drawing/2014/main" id="{EE81602C-2580-04ED-7690-D728C2308802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329113" y="4495800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34" name="Rectangle 56">
            <a:extLst>
              <a:ext uri="{FF2B5EF4-FFF2-40B4-BE49-F238E27FC236}">
                <a16:creationId xmlns:a16="http://schemas.microsoft.com/office/drawing/2014/main" id="{C73DA447-C772-D4EC-4385-DEFC3A39B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9363" y="50323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35" name="Rectangle 57">
            <a:extLst>
              <a:ext uri="{FF2B5EF4-FFF2-40B4-BE49-F238E27FC236}">
                <a16:creationId xmlns:a16="http://schemas.microsoft.com/office/drawing/2014/main" id="{96C81FE6-812A-AB3E-07C6-BEA22AD12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7438" y="5035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36" name="Rectangle 58">
            <a:extLst>
              <a:ext uri="{FF2B5EF4-FFF2-40B4-BE49-F238E27FC236}">
                <a16:creationId xmlns:a16="http://schemas.microsoft.com/office/drawing/2014/main" id="{CCDBACC0-F03B-8A1B-E508-19D4D548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2338" y="50323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37" name="Rectangle 59">
            <a:extLst>
              <a:ext uri="{FF2B5EF4-FFF2-40B4-BE49-F238E27FC236}">
                <a16:creationId xmlns:a16="http://schemas.microsoft.com/office/drawing/2014/main" id="{9A27EB90-6EA0-1BAD-DD7F-90D83FA97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5" y="5032375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38" name="Rectangle 61">
            <a:extLst>
              <a:ext uri="{FF2B5EF4-FFF2-40B4-BE49-F238E27FC236}">
                <a16:creationId xmlns:a16="http://schemas.microsoft.com/office/drawing/2014/main" id="{54F3FD63-1A60-E7BF-4A99-452B3520D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372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39" name="Rectangle 62">
            <a:extLst>
              <a:ext uri="{FF2B5EF4-FFF2-40B4-BE49-F238E27FC236}">
                <a16:creationId xmlns:a16="http://schemas.microsoft.com/office/drawing/2014/main" id="{F1879B5A-6FE5-E0AE-6A88-1DA08583F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5010150"/>
            <a:ext cx="1171575" cy="242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40" name="Line 63">
            <a:extLst>
              <a:ext uri="{FF2B5EF4-FFF2-40B4-BE49-F238E27FC236}">
                <a16:creationId xmlns:a16="http://schemas.microsoft.com/office/drawing/2014/main" id="{E4A66B58-0441-8268-709B-B46D830DFE18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092450" y="5502275"/>
            <a:ext cx="687388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1641" name="Text Box 64">
            <a:extLst>
              <a:ext uri="{FF2B5EF4-FFF2-40B4-BE49-F238E27FC236}">
                <a16:creationId xmlns:a16="http://schemas.microsoft.com/office/drawing/2014/main" id="{C8DF6898-EC25-8B2F-034B-16BF1BC54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661025"/>
            <a:ext cx="1924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packet arriving to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full buffer is </a:t>
            </a:r>
            <a:r>
              <a:rPr kumimoji="0" lang="en-US" altLang="zh-CN" sz="1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lost</a:t>
            </a:r>
          </a:p>
        </p:txBody>
      </p:sp>
      <p:sp>
        <p:nvSpPr>
          <p:cNvPr id="111642" name="Text Box 65">
            <a:extLst>
              <a:ext uri="{FF2B5EF4-FFF2-40B4-BE49-F238E27FC236}">
                <a16:creationId xmlns:a16="http://schemas.microsoft.com/office/drawing/2014/main" id="{447AE56C-A4B0-72E7-209C-65C284DE2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1325" y="4022725"/>
            <a:ext cx="1568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(waiting area)</a:t>
            </a:r>
          </a:p>
        </p:txBody>
      </p:sp>
      <p:sp>
        <p:nvSpPr>
          <p:cNvPr id="111643" name="Line 66">
            <a:extLst>
              <a:ext uri="{FF2B5EF4-FFF2-40B4-BE49-F238E27FC236}">
                <a16:creationId xmlns:a16="http://schemas.microsoft.com/office/drawing/2014/main" id="{CBFC54AB-CF79-3227-5A75-47C305BFB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8500" y="4630738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111644" name="Picture 47" descr="underline_base">
            <a:extLst>
              <a:ext uri="{FF2B5EF4-FFF2-40B4-BE49-F238E27FC236}">
                <a16:creationId xmlns:a16="http://schemas.microsoft.com/office/drawing/2014/main" id="{4AC36B4B-4CA2-6D11-D8B2-EDC2943D7DF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45" name="Group 48">
            <a:extLst>
              <a:ext uri="{FF2B5EF4-FFF2-40B4-BE49-F238E27FC236}">
                <a16:creationId xmlns:a16="http://schemas.microsoft.com/office/drawing/2014/main" id="{C72CF6D6-C211-7D82-14F3-DC7747FA5C8C}"/>
              </a:ext>
            </a:extLst>
          </p:cNvPr>
          <p:cNvGrpSpPr>
            <a:grpSpLocks/>
          </p:cNvGrpSpPr>
          <p:nvPr/>
        </p:nvGrpSpPr>
        <p:grpSpPr bwMode="auto">
          <a:xfrm>
            <a:off x="1593850" y="4314825"/>
            <a:ext cx="820738" cy="688975"/>
            <a:chOff x="-44" y="1473"/>
            <a:chExt cx="981" cy="1105"/>
          </a:xfrm>
        </p:grpSpPr>
        <p:pic>
          <p:nvPicPr>
            <p:cNvPr id="111651" name="Picture 49" descr="desktop_computer_stylized_medium">
              <a:extLst>
                <a:ext uri="{FF2B5EF4-FFF2-40B4-BE49-F238E27FC236}">
                  <a16:creationId xmlns:a16="http://schemas.microsoft.com/office/drawing/2014/main" id="{0E98AC03-0D89-A376-E4A6-1EAEA0258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2" name="Freeform 50">
              <a:extLst>
                <a:ext uri="{FF2B5EF4-FFF2-40B4-BE49-F238E27FC236}">
                  <a16:creationId xmlns:a16="http://schemas.microsoft.com/office/drawing/2014/main" id="{6542D412-3992-3E5A-C93D-C32036FC29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1646" name="Group 51">
            <a:extLst>
              <a:ext uri="{FF2B5EF4-FFF2-40B4-BE49-F238E27FC236}">
                <a16:creationId xmlns:a16="http://schemas.microsoft.com/office/drawing/2014/main" id="{357BF5AF-CD14-E6A0-A84D-93F3C4F25D21}"/>
              </a:ext>
            </a:extLst>
          </p:cNvPr>
          <p:cNvGrpSpPr>
            <a:grpSpLocks/>
          </p:cNvGrpSpPr>
          <p:nvPr/>
        </p:nvGrpSpPr>
        <p:grpSpPr bwMode="auto">
          <a:xfrm>
            <a:off x="1922463" y="5305425"/>
            <a:ext cx="820737" cy="688975"/>
            <a:chOff x="-44" y="1473"/>
            <a:chExt cx="981" cy="1105"/>
          </a:xfrm>
        </p:grpSpPr>
        <p:pic>
          <p:nvPicPr>
            <p:cNvPr id="111649" name="Picture 52" descr="desktop_computer_stylized_medium">
              <a:extLst>
                <a:ext uri="{FF2B5EF4-FFF2-40B4-BE49-F238E27FC236}">
                  <a16:creationId xmlns:a16="http://schemas.microsoft.com/office/drawing/2014/main" id="{614B5F41-A407-321A-1836-771C0460C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0" name="Freeform 53">
              <a:extLst>
                <a:ext uri="{FF2B5EF4-FFF2-40B4-BE49-F238E27FC236}">
                  <a16:creationId xmlns:a16="http://schemas.microsoft.com/office/drawing/2014/main" id="{7BC16C70-8244-5F91-3D92-9A119B10B9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3382 w 356"/>
                <a:gd name="T3" fmla="*/ 3172 h 368"/>
                <a:gd name="T4" fmla="*/ 51464 w 356"/>
                <a:gd name="T5" fmla="*/ 66095 h 368"/>
                <a:gd name="T6" fmla="*/ 11342 w 356"/>
                <a:gd name="T7" fmla="*/ 8266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11647" name="Slide Number Placeholder 3">
            <a:extLst>
              <a:ext uri="{FF2B5EF4-FFF2-40B4-BE49-F238E27FC236}">
                <a16:creationId xmlns:a16="http://schemas.microsoft.com/office/drawing/2014/main" id="{B03AF760-A123-F28B-4712-077AEB3D4A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BDEE833F-11EC-E84C-8131-AF7CCC59D5FB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1648" name="TextBox 1">
            <a:extLst>
              <a:ext uri="{FF2B5EF4-FFF2-40B4-BE49-F238E27FC236}">
                <a16:creationId xmlns:a16="http://schemas.microsoft.com/office/drawing/2014/main" id="{3DE11AB5-BA96-C320-678C-4C2E17D05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963" y="6402388"/>
            <a:ext cx="62230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Check out the Java applet for an interactive animation on queuing and loss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Footer Placeholder 2">
            <a:extLst>
              <a:ext uri="{FF2B5EF4-FFF2-40B4-BE49-F238E27FC236}">
                <a16:creationId xmlns:a16="http://schemas.microsoft.com/office/drawing/2014/main" id="{D2366DAE-9B7C-A197-31CA-F25EAE6106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13666" name="AutoShape 327">
            <a:extLst>
              <a:ext uri="{FF2B5EF4-FFF2-40B4-BE49-F238E27FC236}">
                <a16:creationId xmlns:a16="http://schemas.microsoft.com/office/drawing/2014/main" id="{1E1FD1DB-923A-D4AE-F361-5962C90C0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3671888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13667" name="Group 64">
            <a:extLst>
              <a:ext uri="{FF2B5EF4-FFF2-40B4-BE49-F238E27FC236}">
                <a16:creationId xmlns:a16="http://schemas.microsoft.com/office/drawing/2014/main" id="{555E8E4D-AE4F-160C-7768-15EFB74A9CA1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071938"/>
            <a:ext cx="352425" cy="876300"/>
            <a:chOff x="4140" y="429"/>
            <a:chExt cx="1425" cy="2396"/>
          </a:xfrm>
        </p:grpSpPr>
        <p:sp>
          <p:nvSpPr>
            <p:cNvPr id="113713" name="Freeform 65">
              <a:extLst>
                <a:ext uri="{FF2B5EF4-FFF2-40B4-BE49-F238E27FC236}">
                  <a16:creationId xmlns:a16="http://schemas.microsoft.com/office/drawing/2014/main" id="{E27A500E-0E1F-36D2-21E8-597BE6F1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14" name="Rectangle 66">
              <a:extLst>
                <a:ext uri="{FF2B5EF4-FFF2-40B4-BE49-F238E27FC236}">
                  <a16:creationId xmlns:a16="http://schemas.microsoft.com/office/drawing/2014/main" id="{1B033834-6292-9921-7247-500EF7825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15" name="Freeform 67">
              <a:extLst>
                <a:ext uri="{FF2B5EF4-FFF2-40B4-BE49-F238E27FC236}">
                  <a16:creationId xmlns:a16="http://schemas.microsoft.com/office/drawing/2014/main" id="{96265FF3-DC5E-2277-4329-8600C775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16" name="Freeform 68">
              <a:extLst>
                <a:ext uri="{FF2B5EF4-FFF2-40B4-BE49-F238E27FC236}">
                  <a16:creationId xmlns:a16="http://schemas.microsoft.com/office/drawing/2014/main" id="{38BF2FDC-B0E2-D81D-7EC7-2362574F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17" name="Rectangle 69">
              <a:extLst>
                <a:ext uri="{FF2B5EF4-FFF2-40B4-BE49-F238E27FC236}">
                  <a16:creationId xmlns:a16="http://schemas.microsoft.com/office/drawing/2014/main" id="{6B41DDA3-D2A5-4EB6-72A2-2921F4DC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3718" name="Group 70">
              <a:extLst>
                <a:ext uri="{FF2B5EF4-FFF2-40B4-BE49-F238E27FC236}">
                  <a16:creationId xmlns:a16="http://schemas.microsoft.com/office/drawing/2014/main" id="{0923A393-AF84-630A-7886-247619BD70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3743" name="AutoShape 71">
                <a:extLst>
                  <a:ext uri="{FF2B5EF4-FFF2-40B4-BE49-F238E27FC236}">
                    <a16:creationId xmlns:a16="http://schemas.microsoft.com/office/drawing/2014/main" id="{567669B6-295D-A2EB-F292-B2C6BA904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3744" name="AutoShape 72">
                <a:extLst>
                  <a:ext uri="{FF2B5EF4-FFF2-40B4-BE49-F238E27FC236}">
                    <a16:creationId xmlns:a16="http://schemas.microsoft.com/office/drawing/2014/main" id="{FFC4B278-2BDE-9FD2-BFF2-A34EB0AFA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3719" name="Rectangle 73">
              <a:extLst>
                <a:ext uri="{FF2B5EF4-FFF2-40B4-BE49-F238E27FC236}">
                  <a16:creationId xmlns:a16="http://schemas.microsoft.com/office/drawing/2014/main" id="{62E8A279-F1A7-4640-ECE7-72DF36228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3720" name="Group 74">
              <a:extLst>
                <a:ext uri="{FF2B5EF4-FFF2-40B4-BE49-F238E27FC236}">
                  <a16:creationId xmlns:a16="http://schemas.microsoft.com/office/drawing/2014/main" id="{18F3386D-09E4-E58C-5425-D9CDAB45BF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741" name="AutoShape 75">
                <a:extLst>
                  <a:ext uri="{FF2B5EF4-FFF2-40B4-BE49-F238E27FC236}">
                    <a16:creationId xmlns:a16="http://schemas.microsoft.com/office/drawing/2014/main" id="{5196D3C3-EE5F-41B1-A027-7498E0D7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3742" name="AutoShape 76">
                <a:extLst>
                  <a:ext uri="{FF2B5EF4-FFF2-40B4-BE49-F238E27FC236}">
                    <a16:creationId xmlns:a16="http://schemas.microsoft.com/office/drawing/2014/main" id="{AC46D544-3F59-6640-DB7C-9DD334D03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3721" name="Rectangle 77">
              <a:extLst>
                <a:ext uri="{FF2B5EF4-FFF2-40B4-BE49-F238E27FC236}">
                  <a16:creationId xmlns:a16="http://schemas.microsoft.com/office/drawing/2014/main" id="{0652054F-4D3A-F72C-3BE0-EB0B8F2B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22" name="Rectangle 78">
              <a:extLst>
                <a:ext uri="{FF2B5EF4-FFF2-40B4-BE49-F238E27FC236}">
                  <a16:creationId xmlns:a16="http://schemas.microsoft.com/office/drawing/2014/main" id="{615AAE1B-9686-7A45-ECE0-204BCA197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3723" name="Group 79">
              <a:extLst>
                <a:ext uri="{FF2B5EF4-FFF2-40B4-BE49-F238E27FC236}">
                  <a16:creationId xmlns:a16="http://schemas.microsoft.com/office/drawing/2014/main" id="{0F9CBB75-53D7-6B0A-EA08-6F053C4C0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3739" name="AutoShape 80">
                <a:extLst>
                  <a:ext uri="{FF2B5EF4-FFF2-40B4-BE49-F238E27FC236}">
                    <a16:creationId xmlns:a16="http://schemas.microsoft.com/office/drawing/2014/main" id="{EB79D02D-D19A-5133-35DA-B0E06F79E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3740" name="AutoShape 81">
                <a:extLst>
                  <a:ext uri="{FF2B5EF4-FFF2-40B4-BE49-F238E27FC236}">
                    <a16:creationId xmlns:a16="http://schemas.microsoft.com/office/drawing/2014/main" id="{800DE5B4-6A27-2B17-82CF-5E8D2B9B3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3724" name="Freeform 82">
              <a:extLst>
                <a:ext uri="{FF2B5EF4-FFF2-40B4-BE49-F238E27FC236}">
                  <a16:creationId xmlns:a16="http://schemas.microsoft.com/office/drawing/2014/main" id="{0FAA5538-F1A8-7DF7-9025-7362B4DE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3725" name="Group 83">
              <a:extLst>
                <a:ext uri="{FF2B5EF4-FFF2-40B4-BE49-F238E27FC236}">
                  <a16:creationId xmlns:a16="http://schemas.microsoft.com/office/drawing/2014/main" id="{4C80DBD5-108D-AA1A-9E9A-B94C0BA373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3737" name="AutoShape 84">
                <a:extLst>
                  <a:ext uri="{FF2B5EF4-FFF2-40B4-BE49-F238E27FC236}">
                    <a16:creationId xmlns:a16="http://schemas.microsoft.com/office/drawing/2014/main" id="{082E0BC5-0526-1F00-F9BE-26B468976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3738" name="AutoShape 85">
                <a:extLst>
                  <a:ext uri="{FF2B5EF4-FFF2-40B4-BE49-F238E27FC236}">
                    <a16:creationId xmlns:a16="http://schemas.microsoft.com/office/drawing/2014/main" id="{C950390A-EEC0-47C8-EA46-5468A2F2B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3726" name="Rectangle 86">
              <a:extLst>
                <a:ext uri="{FF2B5EF4-FFF2-40B4-BE49-F238E27FC236}">
                  <a16:creationId xmlns:a16="http://schemas.microsoft.com/office/drawing/2014/main" id="{F9B2435A-DA50-8ED7-50B5-2D90FEF70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27" name="Freeform 87">
              <a:extLst>
                <a:ext uri="{FF2B5EF4-FFF2-40B4-BE49-F238E27FC236}">
                  <a16:creationId xmlns:a16="http://schemas.microsoft.com/office/drawing/2014/main" id="{27F84E39-3578-FAA7-93CD-A01EE729B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28" name="Freeform 88">
              <a:extLst>
                <a:ext uri="{FF2B5EF4-FFF2-40B4-BE49-F238E27FC236}">
                  <a16:creationId xmlns:a16="http://schemas.microsoft.com/office/drawing/2014/main" id="{38C0B5F2-7562-404B-57FE-570CEAE18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29" name="Oval 89">
              <a:extLst>
                <a:ext uri="{FF2B5EF4-FFF2-40B4-BE49-F238E27FC236}">
                  <a16:creationId xmlns:a16="http://schemas.microsoft.com/office/drawing/2014/main" id="{E14508B6-2297-E45C-EFF4-1CDD187F7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0" name="Freeform 90">
              <a:extLst>
                <a:ext uri="{FF2B5EF4-FFF2-40B4-BE49-F238E27FC236}">
                  <a16:creationId xmlns:a16="http://schemas.microsoft.com/office/drawing/2014/main" id="{D05257FE-82D0-0A67-E70E-DA315256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31" name="AutoShape 91">
              <a:extLst>
                <a:ext uri="{FF2B5EF4-FFF2-40B4-BE49-F238E27FC236}">
                  <a16:creationId xmlns:a16="http://schemas.microsoft.com/office/drawing/2014/main" id="{623FADF3-C73D-6C98-5C48-5F6D55997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2" name="AutoShape 92">
              <a:extLst>
                <a:ext uri="{FF2B5EF4-FFF2-40B4-BE49-F238E27FC236}">
                  <a16:creationId xmlns:a16="http://schemas.microsoft.com/office/drawing/2014/main" id="{637F95E8-D61F-3B67-88DE-FAD029A95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3" name="Oval 93">
              <a:extLst>
                <a:ext uri="{FF2B5EF4-FFF2-40B4-BE49-F238E27FC236}">
                  <a16:creationId xmlns:a16="http://schemas.microsoft.com/office/drawing/2014/main" id="{146DBF94-F134-BDBF-9984-FD50A87C8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4" name="Oval 94">
              <a:extLst>
                <a:ext uri="{FF2B5EF4-FFF2-40B4-BE49-F238E27FC236}">
                  <a16:creationId xmlns:a16="http://schemas.microsoft.com/office/drawing/2014/main" id="{0162A9F1-31B9-715A-E233-C915EC80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5" name="Oval 95">
              <a:extLst>
                <a:ext uri="{FF2B5EF4-FFF2-40B4-BE49-F238E27FC236}">
                  <a16:creationId xmlns:a16="http://schemas.microsoft.com/office/drawing/2014/main" id="{63B3E0FF-3A57-9A6C-E2D7-7CEFDF94E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36" name="Rectangle 96">
              <a:extLst>
                <a:ext uri="{FF2B5EF4-FFF2-40B4-BE49-F238E27FC236}">
                  <a16:creationId xmlns:a16="http://schemas.microsoft.com/office/drawing/2014/main" id="{68674CE2-3622-D634-FD37-D9AE3EB60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13668" name="Group 61">
            <a:extLst>
              <a:ext uri="{FF2B5EF4-FFF2-40B4-BE49-F238E27FC236}">
                <a16:creationId xmlns:a16="http://schemas.microsoft.com/office/drawing/2014/main" id="{931A84C9-4C46-5E59-315E-481F2C9BE14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48613" y="4133850"/>
            <a:ext cx="1192212" cy="1171575"/>
            <a:chOff x="-44" y="1473"/>
            <a:chExt cx="981" cy="1105"/>
          </a:xfrm>
        </p:grpSpPr>
        <p:pic>
          <p:nvPicPr>
            <p:cNvPr id="113711" name="Picture 62" descr="desktop_computer_stylized_medium">
              <a:extLst>
                <a:ext uri="{FF2B5EF4-FFF2-40B4-BE49-F238E27FC236}">
                  <a16:creationId xmlns:a16="http://schemas.microsoft.com/office/drawing/2014/main" id="{CE587F39-3877-C707-DE2F-8FA796118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712" name="Freeform 63">
              <a:extLst>
                <a:ext uri="{FF2B5EF4-FFF2-40B4-BE49-F238E27FC236}">
                  <a16:creationId xmlns:a16="http://schemas.microsoft.com/office/drawing/2014/main" id="{5785B690-1C53-F647-5660-018E9F3052F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13669" name="Rectangle 2">
            <a:extLst>
              <a:ext uri="{FF2B5EF4-FFF2-40B4-BE49-F238E27FC236}">
                <a16:creationId xmlns:a16="http://schemas.microsoft.com/office/drawing/2014/main" id="{380EE61D-5C86-A66E-CD36-C577913EB01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Throughput</a:t>
            </a:r>
          </a:p>
        </p:txBody>
      </p:sp>
      <p:sp>
        <p:nvSpPr>
          <p:cNvPr id="113670" name="Rectangle 3">
            <a:extLst>
              <a:ext uri="{FF2B5EF4-FFF2-40B4-BE49-F238E27FC236}">
                <a16:creationId xmlns:a16="http://schemas.microsoft.com/office/drawing/2014/main" id="{FF26F885-A05D-8A0F-CE5D-37A503B1CADA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7772400" cy="1779588"/>
          </a:xfrm>
        </p:spPr>
        <p:txBody>
          <a:bodyPr/>
          <a:lstStyle/>
          <a:p>
            <a:pPr marL="287338" indent="-287338" eaLnBrk="1" hangingPunct="1"/>
            <a:r>
              <a:rPr lang="en-US" altLang="zh-CN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throughput:</a:t>
            </a:r>
            <a:r>
              <a:rPr lang="en-US" altLang="zh-CN" dirty="0">
                <a:ea typeface="ＭＳ Ｐゴシック" panose="020B0600070205080204" pitchFamily="34" charset="-128"/>
              </a:rPr>
              <a:t> rate (bits/time unit) at which bits transferred between sender/receiver</a:t>
            </a:r>
          </a:p>
          <a:p>
            <a:pPr marL="682625" lvl="1" indent="-225425" eaLnBrk="1" hangingPunct="1"/>
            <a:r>
              <a:rPr lang="en-US" altLang="zh-CN" i="1" dirty="0">
                <a:solidFill>
                  <a:srgbClr val="CC0000"/>
                </a:solidFill>
                <a:ea typeface="宋体" panose="02010600030101010101" pitchFamily="2" charset="-122"/>
              </a:rPr>
              <a:t>instantaneous:</a:t>
            </a:r>
            <a:r>
              <a:rPr lang="en-US" altLang="zh-CN" dirty="0">
                <a:ea typeface="宋体" panose="02010600030101010101" pitchFamily="2" charset="-122"/>
              </a:rPr>
              <a:t> rate at given point in time</a:t>
            </a:r>
          </a:p>
          <a:p>
            <a:pPr marL="682625" lvl="1" indent="-225425" eaLnBrk="1" hangingPunct="1"/>
            <a:r>
              <a:rPr lang="en-US" altLang="zh-CN" i="1" dirty="0">
                <a:solidFill>
                  <a:srgbClr val="CC0000"/>
                </a:solidFill>
                <a:ea typeface="宋体" panose="02010600030101010101" pitchFamily="2" charset="-122"/>
              </a:rPr>
              <a:t>average:</a:t>
            </a:r>
            <a:r>
              <a:rPr lang="en-US" altLang="zh-CN" dirty="0">
                <a:ea typeface="宋体" panose="02010600030101010101" pitchFamily="2" charset="-122"/>
              </a:rPr>
              <a:t> rate over longer period of time</a:t>
            </a:r>
          </a:p>
        </p:txBody>
      </p:sp>
      <p:sp>
        <p:nvSpPr>
          <p:cNvPr id="113671" name="Text Box 325">
            <a:extLst>
              <a:ext uri="{FF2B5EF4-FFF2-40B4-BE49-F238E27FC236}">
                <a16:creationId xmlns:a16="http://schemas.microsoft.com/office/drawing/2014/main" id="{2363110B-F16E-B68D-9FF7-75316ED31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0" y="5043488"/>
            <a:ext cx="1874838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server, with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file of F bits 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to send to client</a:t>
            </a:r>
          </a:p>
        </p:txBody>
      </p:sp>
      <p:sp>
        <p:nvSpPr>
          <p:cNvPr id="113672" name="Text Box 328">
            <a:extLst>
              <a:ext uri="{FF2B5EF4-FFF2-40B4-BE49-F238E27FC236}">
                <a16:creationId xmlns:a16="http://schemas.microsoft.com/office/drawing/2014/main" id="{E56D9EDC-E30B-03A4-653F-D075899739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4475" y="5040313"/>
            <a:ext cx="14303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r>
              <a:rPr kumimoji="0" lang="en-US" altLang="zh-CN" sz="20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bits/sec</a:t>
            </a:r>
          </a:p>
        </p:txBody>
      </p:sp>
      <p:sp>
        <p:nvSpPr>
          <p:cNvPr id="113673" name="Text Box 329">
            <a:extLst>
              <a:ext uri="{FF2B5EF4-FFF2-40B4-BE49-F238E27FC236}">
                <a16:creationId xmlns:a16="http://schemas.microsoft.com/office/drawing/2014/main" id="{9C8F8854-C8C0-CB93-6CEE-01BE2A40A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3088" y="5048250"/>
            <a:ext cx="14303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</a:t>
            </a:r>
            <a:r>
              <a:rPr kumimoji="0" lang="en-US" altLang="zh-CN" sz="20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bits/sec</a:t>
            </a:r>
          </a:p>
        </p:txBody>
      </p:sp>
      <p:sp>
        <p:nvSpPr>
          <p:cNvPr id="113674" name="Line 337">
            <a:extLst>
              <a:ext uri="{FF2B5EF4-FFF2-40B4-BE49-F238E27FC236}">
                <a16:creationId xmlns:a16="http://schemas.microsoft.com/office/drawing/2014/main" id="{80B37134-F849-817D-7C02-6FF2A9D7865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97200" y="4806950"/>
            <a:ext cx="282575" cy="3032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3675" name="Line 347">
            <a:extLst>
              <a:ext uri="{FF2B5EF4-FFF2-40B4-BE49-F238E27FC236}">
                <a16:creationId xmlns:a16="http://schemas.microsoft.com/office/drawing/2014/main" id="{457B4A20-BCCD-9E00-1660-077A0828359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19813" y="4876800"/>
            <a:ext cx="193675" cy="203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3676" name="Line 352">
            <a:extLst>
              <a:ext uri="{FF2B5EF4-FFF2-40B4-BE49-F238E27FC236}">
                <a16:creationId xmlns:a16="http://schemas.microsoft.com/office/drawing/2014/main" id="{11B59CAA-1921-EDF9-4046-A97DFF2DDE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688" y="4716463"/>
            <a:ext cx="11112" cy="411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3677" name="Line 321">
            <a:extLst>
              <a:ext uri="{FF2B5EF4-FFF2-40B4-BE49-F238E27FC236}">
                <a16:creationId xmlns:a16="http://schemas.microsoft.com/office/drawing/2014/main" id="{EAEFEFD0-F30E-128E-8698-0484E41D9E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4530725"/>
            <a:ext cx="6316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3678" name="Group 246">
            <a:extLst>
              <a:ext uri="{FF2B5EF4-FFF2-40B4-BE49-F238E27FC236}">
                <a16:creationId xmlns:a16="http://schemas.microsoft.com/office/drawing/2014/main" id="{32172823-293E-D9BE-C83F-3493E1AC3633}"/>
              </a:ext>
            </a:extLst>
          </p:cNvPr>
          <p:cNvGrpSpPr>
            <a:grpSpLocks/>
          </p:cNvGrpSpPr>
          <p:nvPr/>
        </p:nvGrpSpPr>
        <p:grpSpPr bwMode="auto">
          <a:xfrm>
            <a:off x="3806825" y="4394200"/>
            <a:ext cx="1055688" cy="360363"/>
            <a:chOff x="3600" y="219"/>
            <a:chExt cx="360" cy="175"/>
          </a:xfrm>
        </p:grpSpPr>
        <p:sp>
          <p:nvSpPr>
            <p:cNvPr id="113698" name="Oval 247">
              <a:extLst>
                <a:ext uri="{FF2B5EF4-FFF2-40B4-BE49-F238E27FC236}">
                  <a16:creationId xmlns:a16="http://schemas.microsoft.com/office/drawing/2014/main" id="{41F4A8DC-B3A3-7EB4-1528-2F511873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699" name="Line 248">
              <a:extLst>
                <a:ext uri="{FF2B5EF4-FFF2-40B4-BE49-F238E27FC236}">
                  <a16:creationId xmlns:a16="http://schemas.microsoft.com/office/drawing/2014/main" id="{22B14205-E7DA-2515-6F13-0E587568AE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00" name="Line 249">
              <a:extLst>
                <a:ext uri="{FF2B5EF4-FFF2-40B4-BE49-F238E27FC236}">
                  <a16:creationId xmlns:a16="http://schemas.microsoft.com/office/drawing/2014/main" id="{03614BD8-3BDC-035F-AEA6-9DB58169C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3701" name="Rectangle 250">
              <a:extLst>
                <a:ext uri="{FF2B5EF4-FFF2-40B4-BE49-F238E27FC236}">
                  <a16:creationId xmlns:a16="http://schemas.microsoft.com/office/drawing/2014/main" id="{0077A609-4736-D0E6-DF9B-01EC694FF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702" name="Oval 251">
              <a:extLst>
                <a:ext uri="{FF2B5EF4-FFF2-40B4-BE49-F238E27FC236}">
                  <a16:creationId xmlns:a16="http://schemas.microsoft.com/office/drawing/2014/main" id="{4491FE8F-E305-BBB4-C836-662594D43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3703" name="Group 252">
              <a:extLst>
                <a:ext uri="{FF2B5EF4-FFF2-40B4-BE49-F238E27FC236}">
                  <a16:creationId xmlns:a16="http://schemas.microsoft.com/office/drawing/2014/main" id="{E0EDA75E-74D8-8720-17BF-E377D1CB01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3708" name="Line 253">
                <a:extLst>
                  <a:ext uri="{FF2B5EF4-FFF2-40B4-BE49-F238E27FC236}">
                    <a16:creationId xmlns:a16="http://schemas.microsoft.com/office/drawing/2014/main" id="{D9AB2164-2D6D-2B3D-09CB-C9053E0A3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3709" name="Line 254">
                <a:extLst>
                  <a:ext uri="{FF2B5EF4-FFF2-40B4-BE49-F238E27FC236}">
                    <a16:creationId xmlns:a16="http://schemas.microsoft.com/office/drawing/2014/main" id="{4FE0B5C4-6720-C0BF-3444-521E2718E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3710" name="Line 255">
                <a:extLst>
                  <a:ext uri="{FF2B5EF4-FFF2-40B4-BE49-F238E27FC236}">
                    <a16:creationId xmlns:a16="http://schemas.microsoft.com/office/drawing/2014/main" id="{2056BFB9-C79A-B11E-82A2-B2DC5B047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13704" name="Group 256">
              <a:extLst>
                <a:ext uri="{FF2B5EF4-FFF2-40B4-BE49-F238E27FC236}">
                  <a16:creationId xmlns:a16="http://schemas.microsoft.com/office/drawing/2014/main" id="{6ACF2A19-52FC-1D39-F4D1-2D57B9A3450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3705" name="Line 257">
                <a:extLst>
                  <a:ext uri="{FF2B5EF4-FFF2-40B4-BE49-F238E27FC236}">
                    <a16:creationId xmlns:a16="http://schemas.microsoft.com/office/drawing/2014/main" id="{5773A875-00E4-C5A7-5216-FFFE0A036F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3706" name="Line 258">
                <a:extLst>
                  <a:ext uri="{FF2B5EF4-FFF2-40B4-BE49-F238E27FC236}">
                    <a16:creationId xmlns:a16="http://schemas.microsoft.com/office/drawing/2014/main" id="{7A391A15-3DBB-5C2D-9C33-6BAA50E72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3707" name="Line 259">
                <a:extLst>
                  <a:ext uri="{FF2B5EF4-FFF2-40B4-BE49-F238E27FC236}">
                    <a16:creationId xmlns:a16="http://schemas.microsoft.com/office/drawing/2014/main" id="{6B47BE2D-133F-64F8-D368-5ACB38EAA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sp>
        <p:nvSpPr>
          <p:cNvPr id="113679" name="AutoShape 350">
            <a:extLst>
              <a:ext uri="{FF2B5EF4-FFF2-40B4-BE49-F238E27FC236}">
                <a16:creationId xmlns:a16="http://schemas.microsoft.com/office/drawing/2014/main" id="{2EDCBDBF-7F40-CD3E-93E3-6CCA3B3FC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25" y="4325938"/>
            <a:ext cx="889000" cy="485775"/>
          </a:xfrm>
          <a:prstGeom prst="rightArrow">
            <a:avLst>
              <a:gd name="adj1" fmla="val 50000"/>
              <a:gd name="adj2" fmla="val 45752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13680" name="Group 335">
            <a:extLst>
              <a:ext uri="{FF2B5EF4-FFF2-40B4-BE49-F238E27FC236}">
                <a16:creationId xmlns:a16="http://schemas.microsoft.com/office/drawing/2014/main" id="{AF2EE53A-3670-2223-AE6C-93AA3773F374}"/>
              </a:ext>
            </a:extLst>
          </p:cNvPr>
          <p:cNvGrpSpPr>
            <a:grpSpLocks/>
          </p:cNvGrpSpPr>
          <p:nvPr/>
        </p:nvGrpSpPr>
        <p:grpSpPr bwMode="auto">
          <a:xfrm>
            <a:off x="1404938" y="4360863"/>
            <a:ext cx="2322512" cy="392112"/>
            <a:chOff x="2249" y="3430"/>
            <a:chExt cx="1389" cy="256"/>
          </a:xfrm>
        </p:grpSpPr>
        <p:sp>
          <p:nvSpPr>
            <p:cNvPr id="255309" name="Oval 333">
              <a:extLst>
                <a:ext uri="{FF2B5EF4-FFF2-40B4-BE49-F238E27FC236}">
                  <a16:creationId xmlns:a16="http://schemas.microsoft.com/office/drawing/2014/main" id="{B8829F7A-D95B-4F41-9F39-E752439AB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08" name="Rectangle 332">
              <a:extLst>
                <a:ext uri="{FF2B5EF4-FFF2-40B4-BE49-F238E27FC236}">
                  <a16:creationId xmlns:a16="http://schemas.microsoft.com/office/drawing/2014/main" id="{B64D04F8-988F-1843-95F0-C80BD23CA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6" name="Oval 331">
              <a:extLst>
                <a:ext uri="{FF2B5EF4-FFF2-40B4-BE49-F238E27FC236}">
                  <a16:creationId xmlns:a16="http://schemas.microsoft.com/office/drawing/2014/main" id="{E698002B-E413-E822-1C4E-5EBBE50F4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5310" name="Rectangle 334">
              <a:extLst>
                <a:ext uri="{FF2B5EF4-FFF2-40B4-BE49-F238E27FC236}">
                  <a16:creationId xmlns:a16="http://schemas.microsoft.com/office/drawing/2014/main" id="{B2283C47-B5FF-A847-96AC-A602E0667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13681" name="Group 341">
            <a:extLst>
              <a:ext uri="{FF2B5EF4-FFF2-40B4-BE49-F238E27FC236}">
                <a16:creationId xmlns:a16="http://schemas.microsoft.com/office/drawing/2014/main" id="{173A01F3-A453-B13B-0071-8BBC88EC9E76}"/>
              </a:ext>
            </a:extLst>
          </p:cNvPr>
          <p:cNvGrpSpPr>
            <a:grpSpLocks/>
          </p:cNvGrpSpPr>
          <p:nvPr/>
        </p:nvGrpSpPr>
        <p:grpSpPr bwMode="auto">
          <a:xfrm>
            <a:off x="4910138" y="4248150"/>
            <a:ext cx="2801937" cy="581025"/>
            <a:chOff x="2249" y="3430"/>
            <a:chExt cx="1389" cy="256"/>
          </a:xfrm>
        </p:grpSpPr>
        <p:sp>
          <p:nvSpPr>
            <p:cNvPr id="255318" name="Oval 342">
              <a:extLst>
                <a:ext uri="{FF2B5EF4-FFF2-40B4-BE49-F238E27FC236}">
                  <a16:creationId xmlns:a16="http://schemas.microsoft.com/office/drawing/2014/main" id="{0462E5D5-821D-6846-9031-2DAC345F6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19" name="Rectangle 343">
              <a:extLst>
                <a:ext uri="{FF2B5EF4-FFF2-40B4-BE49-F238E27FC236}">
                  <a16:creationId xmlns:a16="http://schemas.microsoft.com/office/drawing/2014/main" id="{298D6B8F-21A8-DA41-9083-C1D0AF54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2" name="Oval 344">
              <a:extLst>
                <a:ext uri="{FF2B5EF4-FFF2-40B4-BE49-F238E27FC236}">
                  <a16:creationId xmlns:a16="http://schemas.microsoft.com/office/drawing/2014/main" id="{43E02EC6-6A7C-44AB-E259-861F13BD9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5321" name="Rectangle 345">
              <a:extLst>
                <a:ext uri="{FF2B5EF4-FFF2-40B4-BE49-F238E27FC236}">
                  <a16:creationId xmlns:a16="http://schemas.microsoft.com/office/drawing/2014/main" id="{3264C0B4-F95D-C64B-95FA-DBB60F653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1E45A6BF-CBCE-5790-117C-5FB033BE9628}"/>
              </a:ext>
            </a:extLst>
          </p:cNvPr>
          <p:cNvGrpSpPr>
            <a:grpSpLocks/>
          </p:cNvGrpSpPr>
          <p:nvPr/>
        </p:nvGrpSpPr>
        <p:grpSpPr bwMode="auto">
          <a:xfrm>
            <a:off x="239713" y="5111750"/>
            <a:ext cx="8235950" cy="898525"/>
            <a:chOff x="0" y="3803"/>
            <a:chExt cx="5188" cy="566"/>
          </a:xfrm>
        </p:grpSpPr>
        <p:sp>
          <p:nvSpPr>
            <p:cNvPr id="113687" name="Text Box 353">
              <a:extLst>
                <a:ext uri="{FF2B5EF4-FFF2-40B4-BE49-F238E27FC236}">
                  <a16:creationId xmlns:a16="http://schemas.microsoft.com/office/drawing/2014/main" id="{2AD2054E-632E-22B8-6D36-DE3D35A40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821"/>
              <a:ext cx="1461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688" name="Text Box 336">
              <a:extLst>
                <a:ext uri="{FF2B5EF4-FFF2-40B4-BE49-F238E27FC236}">
                  <a16:creationId xmlns:a16="http://schemas.microsoft.com/office/drawing/2014/main" id="{583F4542-B2F4-E339-59B2-12ED9E709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3" y="3803"/>
              <a:ext cx="1769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</a:t>
              </a:r>
              <a:r>
                <a:rPr kumimoji="0" lang="en-US" altLang="zh-CN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s</a:t>
              </a:r>
              <a:r>
                <a:rPr kumimoji="0" lang="en-US" altLang="zh-CN" sz="20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bits/sec)</a:t>
              </a:r>
            </a:p>
          </p:txBody>
        </p:sp>
        <p:sp>
          <p:nvSpPr>
            <p:cNvPr id="113689" name="Text Box 346">
              <a:extLst>
                <a:ext uri="{FF2B5EF4-FFF2-40B4-BE49-F238E27FC236}">
                  <a16:creationId xmlns:a16="http://schemas.microsoft.com/office/drawing/2014/main" id="{AD80713C-1DC2-7897-26DB-4327ED763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8" y="3812"/>
              <a:ext cx="1860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R</a:t>
              </a:r>
              <a:r>
                <a:rPr kumimoji="0" lang="en-US" altLang="zh-CN" sz="2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</a:t>
              </a:r>
              <a:r>
                <a:rPr kumimoji="0" lang="en-US" altLang="zh-CN" sz="20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bits/sec)</a:t>
              </a:r>
            </a:p>
          </p:txBody>
        </p:sp>
      </p:grpSp>
      <p:pic>
        <p:nvPicPr>
          <p:cNvPr id="113683" name="Picture 60" descr="underline_base">
            <a:extLst>
              <a:ext uri="{FF2B5EF4-FFF2-40B4-BE49-F238E27FC236}">
                <a16:creationId xmlns:a16="http://schemas.microsoft.com/office/drawing/2014/main" id="{50F04174-AD83-3C6F-B8AC-3F6182F09CD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84" name="AutoShape 351">
            <a:extLst>
              <a:ext uri="{FF2B5EF4-FFF2-40B4-BE49-F238E27FC236}">
                <a16:creationId xmlns:a16="http://schemas.microsoft.com/office/drawing/2014/main" id="{4A3F2D43-6ACB-A57F-8EC6-664BA2CF6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2213" y="4308475"/>
            <a:ext cx="1279525" cy="485775"/>
          </a:xfrm>
          <a:prstGeom prst="rightArrow">
            <a:avLst>
              <a:gd name="adj1" fmla="val 50000"/>
              <a:gd name="adj2" fmla="val 6585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3685" name="AutoShape 349">
            <a:extLst>
              <a:ext uri="{FF2B5EF4-FFF2-40B4-BE49-F238E27FC236}">
                <a16:creationId xmlns:a16="http://schemas.microsoft.com/office/drawing/2014/main" id="{BEA8D4D6-A455-054D-E260-5F4A92ADE91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08000" y="4064000"/>
            <a:ext cx="974725" cy="720725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3686" name="Slide Number Placeholder 3">
            <a:extLst>
              <a:ext uri="{FF2B5EF4-FFF2-40B4-BE49-F238E27FC236}">
                <a16:creationId xmlns:a16="http://schemas.microsoft.com/office/drawing/2014/main" id="{6B4ED236-4971-FDD9-7AB6-FAE4E81AFC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2A5C8A22-C523-894E-80CA-FDC0025B496C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E15CBA89-C614-4148-B11A-5D682BA05AC7}"/>
              </a:ext>
            </a:extLst>
          </p:cNvPr>
          <p:cNvSpPr txBox="1"/>
          <p:nvPr/>
        </p:nvSpPr>
        <p:spPr>
          <a:xfrm>
            <a:off x="3673943" y="771793"/>
            <a:ext cx="1116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瞬时值</a:t>
            </a:r>
          </a:p>
        </p:txBody>
      </p:sp>
      <p:cxnSp>
        <p:nvCxnSpPr>
          <p:cNvPr id="5" name="直线连接符 4">
            <a:extLst>
              <a:ext uri="{FF2B5EF4-FFF2-40B4-BE49-F238E27FC236}">
                <a16:creationId xmlns:a16="http://schemas.microsoft.com/office/drawing/2014/main" id="{8DEBC1C9-F8A3-3D48-4C2A-80B0F6696836}"/>
              </a:ext>
            </a:extLst>
          </p:cNvPr>
          <p:cNvCxnSpPr/>
          <p:nvPr/>
        </p:nvCxnSpPr>
        <p:spPr bwMode="auto">
          <a:xfrm flipV="1">
            <a:off x="2556997" y="1019146"/>
            <a:ext cx="1116946" cy="1336704"/>
          </a:xfrm>
          <a:prstGeom prst="line">
            <a:avLst/>
          </a:prstGeom>
          <a:ln>
            <a:headEnd type="none" w="med" len="med"/>
            <a:tailEnd type="arrow" w="med" len="med"/>
          </a:ln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347">
            <a:extLst>
              <a:ext uri="{FF2B5EF4-FFF2-40B4-BE49-F238E27FC236}">
                <a16:creationId xmlns:a16="http://schemas.microsoft.com/office/drawing/2014/main" id="{4E9C5ABC-AB56-1F58-4B94-BB5B2296B480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449763"/>
            <a:ext cx="912813" cy="415925"/>
            <a:chOff x="1871277" y="1576300"/>
            <a:chExt cx="1128371" cy="437861"/>
          </a:xfrm>
        </p:grpSpPr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D4FEB1B1-6BCA-FF4D-9901-F4F19C70DCC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5202" y="1694956"/>
              <a:ext cx="1124446" cy="31920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3797AE13-D238-8A4B-85E5-CDF7CD01F9C6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1F1A5ACE-6615-504D-B494-0788F727F3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446" cy="319203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AE1F472A-AE2C-9042-A314-5DA6754F4804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884B9892-3E1B-C14E-AE6E-684354A2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838" y="1633122"/>
              <a:ext cx="661324" cy="111972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98BB55D3-975E-5D44-9F86-B00FD1E9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526" y="1728381"/>
              <a:ext cx="245297" cy="9693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CD4FDD89-CE3D-CB41-8297-9ACAD66A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102" y="1730053"/>
              <a:ext cx="241373" cy="9693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394FFED-48BA-5E41-8EF7-79E022B84136}"/>
                </a:ext>
              </a:extLst>
            </p:cNvPr>
            <p:cNvCxnSpPr>
              <a:cxnSpLocks noChangeShapeType="1"/>
              <a:endCxn id="160" idx="2"/>
            </p:cNvCxnSpPr>
            <p:nvPr/>
          </p:nvCxnSpPr>
          <p:spPr bwMode="auto">
            <a:xfrm flipH="1" flipV="1">
              <a:off x="1871277" y="1736738"/>
              <a:ext cx="3925" cy="1236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7BFB3B9-D45A-E44F-A45A-11A78F59C6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723" y="1735066"/>
              <a:ext cx="3925" cy="1236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690" name="Group 347">
            <a:extLst>
              <a:ext uri="{FF2B5EF4-FFF2-40B4-BE49-F238E27FC236}">
                <a16:creationId xmlns:a16="http://schemas.microsoft.com/office/drawing/2014/main" id="{A56C95A6-6800-6EA0-1D8D-8A1454A51558}"/>
              </a:ext>
            </a:extLst>
          </p:cNvPr>
          <p:cNvGrpSpPr>
            <a:grpSpLocks/>
          </p:cNvGrpSpPr>
          <p:nvPr/>
        </p:nvGrpSpPr>
        <p:grpSpPr bwMode="auto">
          <a:xfrm>
            <a:off x="4259263" y="2581275"/>
            <a:ext cx="911225" cy="415925"/>
            <a:chOff x="1871277" y="1576300"/>
            <a:chExt cx="1128371" cy="437861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7731C0-12F1-484F-B2FC-0A184B6AB5C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5209" y="1694958"/>
              <a:ext cx="1124439" cy="319203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521F6954-CF97-874A-A457-652B0C104420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CF9213BD-7F73-B04B-B33A-4BB73BEFF2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439" cy="31920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44F338EA-602D-D94C-9D69-B242EB9BB30F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B52F4B30-CC34-994F-BDE5-3C9063AE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242" y="1633122"/>
              <a:ext cx="662475" cy="11197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FD91310-ECCA-754E-9A75-5F26367FF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684" y="1728382"/>
              <a:ext cx="243760" cy="96931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1C5ADE00-B1B2-7A48-AA5E-561979F0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481" y="1730053"/>
              <a:ext cx="241794" cy="96931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F6BDCD7-C396-EC4A-AF5B-585FF34E2029}"/>
                </a:ext>
              </a:extLst>
            </p:cNvPr>
            <p:cNvCxnSpPr>
              <a:cxnSpLocks noChangeShapeType="1"/>
              <a:endCxn id="150" idx="2"/>
            </p:cNvCxnSpPr>
            <p:nvPr/>
          </p:nvCxnSpPr>
          <p:spPr bwMode="auto">
            <a:xfrm flipH="1" flipV="1">
              <a:off x="1871277" y="1736738"/>
              <a:ext cx="3932" cy="1236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128EA8F7-1B8F-804A-B42A-E3ED026A65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5716" y="1735067"/>
              <a:ext cx="3932" cy="12367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4691" name="Footer Placeholder 2">
            <a:extLst>
              <a:ext uri="{FF2B5EF4-FFF2-40B4-BE49-F238E27FC236}">
                <a16:creationId xmlns:a16="http://schemas.microsoft.com/office/drawing/2014/main" id="{3B401428-458F-2D5C-1C12-864BF57550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14692" name="Picture 208" descr="underline_base">
            <a:extLst>
              <a:ext uri="{FF2B5EF4-FFF2-40B4-BE49-F238E27FC236}">
                <a16:creationId xmlns:a16="http://schemas.microsoft.com/office/drawing/2014/main" id="{CA08D343-6082-2A91-E541-24B2378770A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21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4693" name="Group 140">
            <a:extLst>
              <a:ext uri="{FF2B5EF4-FFF2-40B4-BE49-F238E27FC236}">
                <a16:creationId xmlns:a16="http://schemas.microsoft.com/office/drawing/2014/main" id="{5C49D3C3-701E-EBD6-7DDD-002C87147C94}"/>
              </a:ext>
            </a:extLst>
          </p:cNvPr>
          <p:cNvGrpSpPr>
            <a:grpSpLocks/>
          </p:cNvGrpSpPr>
          <p:nvPr/>
        </p:nvGrpSpPr>
        <p:grpSpPr bwMode="auto">
          <a:xfrm>
            <a:off x="1614488" y="2254250"/>
            <a:ext cx="352425" cy="876300"/>
            <a:chOff x="4140" y="429"/>
            <a:chExt cx="1425" cy="2396"/>
          </a:xfrm>
        </p:grpSpPr>
        <p:sp>
          <p:nvSpPr>
            <p:cNvPr id="114786" name="Freeform 141">
              <a:extLst>
                <a:ext uri="{FF2B5EF4-FFF2-40B4-BE49-F238E27FC236}">
                  <a16:creationId xmlns:a16="http://schemas.microsoft.com/office/drawing/2014/main" id="{6F3F125C-4429-4528-318A-29B401D3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787" name="Rectangle 142">
              <a:extLst>
                <a:ext uri="{FF2B5EF4-FFF2-40B4-BE49-F238E27FC236}">
                  <a16:creationId xmlns:a16="http://schemas.microsoft.com/office/drawing/2014/main" id="{7C00470C-D588-B228-16CF-348687BE9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788" name="Freeform 143">
              <a:extLst>
                <a:ext uri="{FF2B5EF4-FFF2-40B4-BE49-F238E27FC236}">
                  <a16:creationId xmlns:a16="http://schemas.microsoft.com/office/drawing/2014/main" id="{8BC3B5D0-76A0-CC84-A068-A19785C2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789" name="Freeform 144">
              <a:extLst>
                <a:ext uri="{FF2B5EF4-FFF2-40B4-BE49-F238E27FC236}">
                  <a16:creationId xmlns:a16="http://schemas.microsoft.com/office/drawing/2014/main" id="{A3A714F1-026C-7005-AAA1-9DD225E7C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790" name="Rectangle 145">
              <a:extLst>
                <a:ext uri="{FF2B5EF4-FFF2-40B4-BE49-F238E27FC236}">
                  <a16:creationId xmlns:a16="http://schemas.microsoft.com/office/drawing/2014/main" id="{0D4D4993-55EC-FA25-4008-7B28F54E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4791" name="Group 146">
              <a:extLst>
                <a:ext uri="{FF2B5EF4-FFF2-40B4-BE49-F238E27FC236}">
                  <a16:creationId xmlns:a16="http://schemas.microsoft.com/office/drawing/2014/main" id="{53C7C8F0-B8A2-2F6E-2157-158DE3446C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16" name="AutoShape 147">
                <a:extLst>
                  <a:ext uri="{FF2B5EF4-FFF2-40B4-BE49-F238E27FC236}">
                    <a16:creationId xmlns:a16="http://schemas.microsoft.com/office/drawing/2014/main" id="{99C2BE21-DF3B-498B-726C-0282C1E5F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817" name="AutoShape 148">
                <a:extLst>
                  <a:ext uri="{FF2B5EF4-FFF2-40B4-BE49-F238E27FC236}">
                    <a16:creationId xmlns:a16="http://schemas.microsoft.com/office/drawing/2014/main" id="{E5E87694-D5ED-DB7F-5C2B-431FE09DD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4792" name="Rectangle 149">
              <a:extLst>
                <a:ext uri="{FF2B5EF4-FFF2-40B4-BE49-F238E27FC236}">
                  <a16:creationId xmlns:a16="http://schemas.microsoft.com/office/drawing/2014/main" id="{0A774F52-1850-85F7-0D39-5D22CB5A2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4793" name="Group 150">
              <a:extLst>
                <a:ext uri="{FF2B5EF4-FFF2-40B4-BE49-F238E27FC236}">
                  <a16:creationId xmlns:a16="http://schemas.microsoft.com/office/drawing/2014/main" id="{1D83F9C9-BACA-607F-E321-E9B17D15F5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14" name="AutoShape 151">
                <a:extLst>
                  <a:ext uri="{FF2B5EF4-FFF2-40B4-BE49-F238E27FC236}">
                    <a16:creationId xmlns:a16="http://schemas.microsoft.com/office/drawing/2014/main" id="{EC34E9A0-6D23-F667-E1E0-FA3666D10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815" name="AutoShape 152">
                <a:extLst>
                  <a:ext uri="{FF2B5EF4-FFF2-40B4-BE49-F238E27FC236}">
                    <a16:creationId xmlns:a16="http://schemas.microsoft.com/office/drawing/2014/main" id="{3D3D079E-B13A-FCB2-48CA-BF678A98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4794" name="Rectangle 153">
              <a:extLst>
                <a:ext uri="{FF2B5EF4-FFF2-40B4-BE49-F238E27FC236}">
                  <a16:creationId xmlns:a16="http://schemas.microsoft.com/office/drawing/2014/main" id="{500B1C57-F3EC-A8F6-76FF-03DDDB444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795" name="Rectangle 154">
              <a:extLst>
                <a:ext uri="{FF2B5EF4-FFF2-40B4-BE49-F238E27FC236}">
                  <a16:creationId xmlns:a16="http://schemas.microsoft.com/office/drawing/2014/main" id="{060B2204-9A69-FB9C-4F44-9963414C3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4796" name="Group 155">
              <a:extLst>
                <a:ext uri="{FF2B5EF4-FFF2-40B4-BE49-F238E27FC236}">
                  <a16:creationId xmlns:a16="http://schemas.microsoft.com/office/drawing/2014/main" id="{8AD73D3A-5BEE-0FC1-0DA2-D4A0AAA718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12" name="AutoShape 156">
                <a:extLst>
                  <a:ext uri="{FF2B5EF4-FFF2-40B4-BE49-F238E27FC236}">
                    <a16:creationId xmlns:a16="http://schemas.microsoft.com/office/drawing/2014/main" id="{CB27BD3D-1252-3F4B-433C-8EED08B4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813" name="AutoShape 157">
                <a:extLst>
                  <a:ext uri="{FF2B5EF4-FFF2-40B4-BE49-F238E27FC236}">
                    <a16:creationId xmlns:a16="http://schemas.microsoft.com/office/drawing/2014/main" id="{4B9C0C98-4511-15EC-14EF-C65FA27E7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4797" name="Freeform 158">
              <a:extLst>
                <a:ext uri="{FF2B5EF4-FFF2-40B4-BE49-F238E27FC236}">
                  <a16:creationId xmlns:a16="http://schemas.microsoft.com/office/drawing/2014/main" id="{CBAECDDD-E2CB-51D0-A41F-5CB90EE6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4798" name="Group 159">
              <a:extLst>
                <a:ext uri="{FF2B5EF4-FFF2-40B4-BE49-F238E27FC236}">
                  <a16:creationId xmlns:a16="http://schemas.microsoft.com/office/drawing/2014/main" id="{68F63882-9325-E7AB-3F77-851743464C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10" name="AutoShape 160">
                <a:extLst>
                  <a:ext uri="{FF2B5EF4-FFF2-40B4-BE49-F238E27FC236}">
                    <a16:creationId xmlns:a16="http://schemas.microsoft.com/office/drawing/2014/main" id="{9C404194-1332-0514-C02A-B9AA73B74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811" name="AutoShape 161">
                <a:extLst>
                  <a:ext uri="{FF2B5EF4-FFF2-40B4-BE49-F238E27FC236}">
                    <a16:creationId xmlns:a16="http://schemas.microsoft.com/office/drawing/2014/main" id="{E5356335-292C-555D-15BD-FA625A33B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4799" name="Rectangle 162">
              <a:extLst>
                <a:ext uri="{FF2B5EF4-FFF2-40B4-BE49-F238E27FC236}">
                  <a16:creationId xmlns:a16="http://schemas.microsoft.com/office/drawing/2014/main" id="{4AFB81CA-4519-872F-9078-62AE6BB34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0" name="Freeform 163">
              <a:extLst>
                <a:ext uri="{FF2B5EF4-FFF2-40B4-BE49-F238E27FC236}">
                  <a16:creationId xmlns:a16="http://schemas.microsoft.com/office/drawing/2014/main" id="{A0681CA3-6834-2460-2917-B95CF51C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801" name="Freeform 164">
              <a:extLst>
                <a:ext uri="{FF2B5EF4-FFF2-40B4-BE49-F238E27FC236}">
                  <a16:creationId xmlns:a16="http://schemas.microsoft.com/office/drawing/2014/main" id="{0D0E7A01-0673-FFC0-AF9E-6702DBDF0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802" name="Oval 165">
              <a:extLst>
                <a:ext uri="{FF2B5EF4-FFF2-40B4-BE49-F238E27FC236}">
                  <a16:creationId xmlns:a16="http://schemas.microsoft.com/office/drawing/2014/main" id="{070C4992-3A47-2C5A-570E-8651F5BE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3" name="Freeform 166">
              <a:extLst>
                <a:ext uri="{FF2B5EF4-FFF2-40B4-BE49-F238E27FC236}">
                  <a16:creationId xmlns:a16="http://schemas.microsoft.com/office/drawing/2014/main" id="{008AAE90-3313-A6B8-150D-46E663F0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4804" name="AutoShape 167">
              <a:extLst>
                <a:ext uri="{FF2B5EF4-FFF2-40B4-BE49-F238E27FC236}">
                  <a16:creationId xmlns:a16="http://schemas.microsoft.com/office/drawing/2014/main" id="{1AC4E588-9419-E9D2-EF1F-C274ADB1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5" name="AutoShape 168">
              <a:extLst>
                <a:ext uri="{FF2B5EF4-FFF2-40B4-BE49-F238E27FC236}">
                  <a16:creationId xmlns:a16="http://schemas.microsoft.com/office/drawing/2014/main" id="{686B90CB-D55D-46CD-CB5B-25623D70D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6" name="Oval 169">
              <a:extLst>
                <a:ext uri="{FF2B5EF4-FFF2-40B4-BE49-F238E27FC236}">
                  <a16:creationId xmlns:a16="http://schemas.microsoft.com/office/drawing/2014/main" id="{D5256DB0-121A-0AAD-FCC3-000DD7330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7" name="Oval 170">
              <a:extLst>
                <a:ext uri="{FF2B5EF4-FFF2-40B4-BE49-F238E27FC236}">
                  <a16:creationId xmlns:a16="http://schemas.microsoft.com/office/drawing/2014/main" id="{19EC4AFC-A844-E4AE-0B66-61BF5F636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8" name="Oval 171">
              <a:extLst>
                <a:ext uri="{FF2B5EF4-FFF2-40B4-BE49-F238E27FC236}">
                  <a16:creationId xmlns:a16="http://schemas.microsoft.com/office/drawing/2014/main" id="{D8FBF7A5-F58C-4366-89A4-6425B6CD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809" name="Rectangle 172">
              <a:extLst>
                <a:ext uri="{FF2B5EF4-FFF2-40B4-BE49-F238E27FC236}">
                  <a16:creationId xmlns:a16="http://schemas.microsoft.com/office/drawing/2014/main" id="{77400F8A-6AF7-683C-C0F9-3657825E4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14694" name="Rectangle 3">
            <a:extLst>
              <a:ext uri="{FF2B5EF4-FFF2-40B4-BE49-F238E27FC236}">
                <a16:creationId xmlns:a16="http://schemas.microsoft.com/office/drawing/2014/main" id="{A4C29E0B-2CA6-463D-F158-541CA1F00B7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0001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Throughput (more)</a:t>
            </a:r>
          </a:p>
        </p:txBody>
      </p:sp>
      <p:sp>
        <p:nvSpPr>
          <p:cNvPr id="114695" name="Rectangle 4">
            <a:extLst>
              <a:ext uri="{FF2B5EF4-FFF2-40B4-BE49-F238E27FC236}">
                <a16:creationId xmlns:a16="http://schemas.microsoft.com/office/drawing/2014/main" id="{B497A78B-B990-F07C-BA66-AF488FFB259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8150225" cy="554038"/>
          </a:xfrm>
        </p:spPr>
        <p:txBody>
          <a:bodyPr/>
          <a:lstStyle/>
          <a:p>
            <a:pPr eaLnBrk="1" hangingPunct="1"/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zh-CN" i="1" baseline="-2500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 &lt; R</a:t>
            </a:r>
            <a:r>
              <a:rPr lang="en-US" altLang="zh-CN" i="1" baseline="-25000">
                <a:solidFill>
                  <a:srgbClr val="CC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zh-CN" i="1">
                <a:solidFill>
                  <a:srgbClr val="FF3300"/>
                </a:solidFill>
                <a:ea typeface="ＭＳ Ｐゴシック" panose="020B0600070205080204" pitchFamily="34" charset="-128"/>
              </a:rPr>
              <a:t>  </a:t>
            </a:r>
            <a:r>
              <a:rPr lang="en-US" altLang="zh-CN">
                <a:ea typeface="ＭＳ Ｐゴシック" panose="020B0600070205080204" pitchFamily="34" charset="-128"/>
              </a:rPr>
              <a:t>What is average end-end throughput?</a:t>
            </a:r>
          </a:p>
        </p:txBody>
      </p:sp>
      <p:grpSp>
        <p:nvGrpSpPr>
          <p:cNvPr id="114696" name="Group 34">
            <a:extLst>
              <a:ext uri="{FF2B5EF4-FFF2-40B4-BE49-F238E27FC236}">
                <a16:creationId xmlns:a16="http://schemas.microsoft.com/office/drawing/2014/main" id="{36AA750A-5A3C-E912-2A31-91E0F3A109BB}"/>
              </a:ext>
            </a:extLst>
          </p:cNvPr>
          <p:cNvGrpSpPr>
            <a:grpSpLocks/>
          </p:cNvGrpSpPr>
          <p:nvPr/>
        </p:nvGrpSpPr>
        <p:grpSpPr bwMode="auto">
          <a:xfrm>
            <a:off x="2066925" y="2606675"/>
            <a:ext cx="2136775" cy="307975"/>
            <a:chOff x="2249" y="3430"/>
            <a:chExt cx="1389" cy="256"/>
          </a:xfrm>
        </p:grpSpPr>
        <p:sp>
          <p:nvSpPr>
            <p:cNvPr id="256035" name="Oval 35">
              <a:extLst>
                <a:ext uri="{FF2B5EF4-FFF2-40B4-BE49-F238E27FC236}">
                  <a16:creationId xmlns:a16="http://schemas.microsoft.com/office/drawing/2014/main" id="{B8D7751D-5D6F-F744-8BAD-21B4C80EE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6036" name="Rectangle 36">
              <a:extLst>
                <a:ext uri="{FF2B5EF4-FFF2-40B4-BE49-F238E27FC236}">
                  <a16:creationId xmlns:a16="http://schemas.microsoft.com/office/drawing/2014/main" id="{ACA1A997-3EF3-0440-A342-A57C18886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4784" name="Oval 37">
              <a:extLst>
                <a:ext uri="{FF2B5EF4-FFF2-40B4-BE49-F238E27FC236}">
                  <a16:creationId xmlns:a16="http://schemas.microsoft.com/office/drawing/2014/main" id="{D968AD06-A9F2-CB65-182B-E0DD99093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6038" name="Rectangle 38">
              <a:extLst>
                <a:ext uri="{FF2B5EF4-FFF2-40B4-BE49-F238E27FC236}">
                  <a16:creationId xmlns:a16="http://schemas.microsoft.com/office/drawing/2014/main" id="{C47CA9E6-D602-6D42-8152-F6BD71549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4697" name="Text Box 39">
            <a:extLst>
              <a:ext uri="{FF2B5EF4-FFF2-40B4-BE49-F238E27FC236}">
                <a16:creationId xmlns:a16="http://schemas.microsoft.com/office/drawing/2014/main" id="{FF31F9A6-E47B-A493-72FD-9F60FEA80C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5788" y="2562225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r>
              <a:rPr kumimoji="0" lang="en-US" altLang="zh-CN" sz="20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bits/sec</a:t>
            </a:r>
          </a:p>
        </p:txBody>
      </p:sp>
      <p:sp>
        <p:nvSpPr>
          <p:cNvPr id="114698" name="AutoShape 42">
            <a:extLst>
              <a:ext uri="{FF2B5EF4-FFF2-40B4-BE49-F238E27FC236}">
                <a16:creationId xmlns:a16="http://schemas.microsoft.com/office/drawing/2014/main" id="{79F999AD-0DD7-424E-3D32-35005E2CAA2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255713" y="2374900"/>
            <a:ext cx="895350" cy="565150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4699" name="AutoShape 43">
            <a:extLst>
              <a:ext uri="{FF2B5EF4-FFF2-40B4-BE49-F238E27FC236}">
                <a16:creationId xmlns:a16="http://schemas.microsoft.com/office/drawing/2014/main" id="{82542927-1323-7854-DEBA-10D3E5FEA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9825" y="2581275"/>
            <a:ext cx="817563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14700" name="Group 54">
            <a:extLst>
              <a:ext uri="{FF2B5EF4-FFF2-40B4-BE49-F238E27FC236}">
                <a16:creationId xmlns:a16="http://schemas.microsoft.com/office/drawing/2014/main" id="{FDA352F5-227E-0BA4-E8E0-DEE6B17E0D39}"/>
              </a:ext>
            </a:extLst>
          </p:cNvPr>
          <p:cNvGrpSpPr>
            <a:grpSpLocks/>
          </p:cNvGrpSpPr>
          <p:nvPr/>
        </p:nvGrpSpPr>
        <p:grpSpPr bwMode="auto">
          <a:xfrm>
            <a:off x="5440363" y="2473325"/>
            <a:ext cx="2790825" cy="569913"/>
            <a:chOff x="3130" y="3069"/>
            <a:chExt cx="1911" cy="366"/>
          </a:xfrm>
        </p:grpSpPr>
        <p:grpSp>
          <p:nvGrpSpPr>
            <p:cNvPr id="114776" name="Group 45">
              <a:extLst>
                <a:ext uri="{FF2B5EF4-FFF2-40B4-BE49-F238E27FC236}">
                  <a16:creationId xmlns:a16="http://schemas.microsoft.com/office/drawing/2014/main" id="{BC9F6DEB-7ECF-EC62-91FE-1C42356B2D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256046" name="Oval 46">
                <a:extLst>
                  <a:ext uri="{FF2B5EF4-FFF2-40B4-BE49-F238E27FC236}">
                    <a16:creationId xmlns:a16="http://schemas.microsoft.com/office/drawing/2014/main" id="{5B503417-D1EB-8448-BBDD-418C160FF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47" name="Rectangle 47">
                <a:extLst>
                  <a:ext uri="{FF2B5EF4-FFF2-40B4-BE49-F238E27FC236}">
                    <a16:creationId xmlns:a16="http://schemas.microsoft.com/office/drawing/2014/main" id="{711F8644-2D62-FC4C-B92E-BB75C8B2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80" name="Oval 48">
                <a:extLst>
                  <a:ext uri="{FF2B5EF4-FFF2-40B4-BE49-F238E27FC236}">
                    <a16:creationId xmlns:a16="http://schemas.microsoft.com/office/drawing/2014/main" id="{6894BA4E-9DFF-D780-0B10-E933F72FA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56049" name="Rectangle 49">
                <a:extLst>
                  <a:ext uri="{FF2B5EF4-FFF2-40B4-BE49-F238E27FC236}">
                    <a16:creationId xmlns:a16="http://schemas.microsoft.com/office/drawing/2014/main" id="{4A2C3C2B-2FB4-7945-B159-896852A50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77" name="Text Box 50">
              <a:extLst>
                <a:ext uri="{FF2B5EF4-FFF2-40B4-BE49-F238E27FC236}">
                  <a16:creationId xmlns:a16="http://schemas.microsoft.com/office/drawing/2014/main" id="{E265ECC9-2924-AD2B-C576-5622A0147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86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</a:t>
              </a:r>
              <a:r>
                <a:rPr kumimoji="0" lang="en-US" altLang="zh-CN" sz="2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</a:t>
              </a:r>
              <a:r>
                <a:rPr kumimoji="0" lang="en-US" altLang="zh-CN" sz="20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bits/sec</a:t>
              </a:r>
            </a:p>
          </p:txBody>
        </p:sp>
      </p:grpSp>
      <p:sp>
        <p:nvSpPr>
          <p:cNvPr id="25623" name="Rectangle 56">
            <a:extLst>
              <a:ext uri="{FF2B5EF4-FFF2-40B4-BE49-F238E27FC236}">
                <a16:creationId xmlns:a16="http://schemas.microsoft.com/office/drawing/2014/main" id="{974B6B52-7FE9-9D84-F8AA-713398265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" y="3330575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341313" marR="0" lvl="0" indent="-341313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zh-CN" sz="2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1" u="none" strike="noStrike" kern="1200" cap="none" spc="0" normalizeH="0" baseline="-25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r>
              <a:rPr kumimoji="0" lang="en-US" altLang="zh-CN" sz="2800" b="0" i="1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&gt; R</a:t>
            </a:r>
            <a:r>
              <a:rPr kumimoji="0" lang="en-US" altLang="zh-CN" sz="2800" b="0" i="1" u="none" strike="noStrike" kern="1200" cap="none" spc="0" normalizeH="0" baseline="-2500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</a:t>
            </a:r>
            <a:r>
              <a:rPr kumimoji="0" lang="en-US" altLang="zh-CN" sz="2800" b="0" i="1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</a:t>
            </a:r>
            <a:r>
              <a:rPr kumimoji="0" lang="en-US" altLang="zh-CN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What is average end-end throughput?</a:t>
            </a:r>
          </a:p>
        </p:txBody>
      </p:sp>
      <p:grpSp>
        <p:nvGrpSpPr>
          <p:cNvPr id="13" name="Group 209">
            <a:extLst>
              <a:ext uri="{FF2B5EF4-FFF2-40B4-BE49-F238E27FC236}">
                <a16:creationId xmlns:a16="http://schemas.microsoft.com/office/drawing/2014/main" id="{8F75023A-6451-2288-1428-D5DAF35AEF9E}"/>
              </a:ext>
            </a:extLst>
          </p:cNvPr>
          <p:cNvGrpSpPr>
            <a:grpSpLocks/>
          </p:cNvGrpSpPr>
          <p:nvPr/>
        </p:nvGrpSpPr>
        <p:grpSpPr bwMode="auto">
          <a:xfrm>
            <a:off x="295275" y="5167313"/>
            <a:ext cx="8577263" cy="1211262"/>
            <a:chOff x="186" y="3255"/>
            <a:chExt cx="5403" cy="763"/>
          </a:xfrm>
        </p:grpSpPr>
        <p:sp>
          <p:nvSpPr>
            <p:cNvPr id="114773" name="Rectangle 102">
              <a:extLst>
                <a:ext uri="{FF2B5EF4-FFF2-40B4-BE49-F238E27FC236}">
                  <a16:creationId xmlns:a16="http://schemas.microsoft.com/office/drawing/2014/main" id="{B6E54C46-D4E2-3405-8D78-DF9EA7322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378"/>
              <a:ext cx="5403" cy="64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774" name="Text Box 101">
              <a:extLst>
                <a:ext uri="{FF2B5EF4-FFF2-40B4-BE49-F238E27FC236}">
                  <a16:creationId xmlns:a16="http://schemas.microsoft.com/office/drawing/2014/main" id="{DD237F41-C3D3-0C5D-2C3E-9D34EE9AC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" y="3549"/>
              <a:ext cx="53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link on end-end path that constrains  end-end throughput</a:t>
              </a:r>
            </a:p>
          </p:txBody>
        </p:sp>
        <p:sp>
          <p:nvSpPr>
            <p:cNvPr id="114775" name="Text Box 104">
              <a:extLst>
                <a:ext uri="{FF2B5EF4-FFF2-40B4-BE49-F238E27FC236}">
                  <a16:creationId xmlns:a16="http://schemas.microsoft.com/office/drawing/2014/main" id="{C502A1F5-B322-EA34-7523-9C7483E05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" y="3255"/>
              <a:ext cx="1403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bottleneck link</a:t>
              </a:r>
            </a:p>
          </p:txBody>
        </p:sp>
      </p:grpSp>
      <p:sp>
        <p:nvSpPr>
          <p:cNvPr id="114703" name="AutoShape 51">
            <a:extLst>
              <a:ext uri="{FF2B5EF4-FFF2-40B4-BE49-F238E27FC236}">
                <a16:creationId xmlns:a16="http://schemas.microsoft.com/office/drawing/2014/main" id="{9DF88B37-4B23-552C-71B5-218536E47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5288" y="257492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14704" name="Group 132">
            <a:extLst>
              <a:ext uri="{FF2B5EF4-FFF2-40B4-BE49-F238E27FC236}">
                <a16:creationId xmlns:a16="http://schemas.microsoft.com/office/drawing/2014/main" id="{FA8719FE-C078-C8E5-17F8-0B2BD8D484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32775" y="2420938"/>
            <a:ext cx="871538" cy="885825"/>
            <a:chOff x="-44" y="1473"/>
            <a:chExt cx="981" cy="1105"/>
          </a:xfrm>
        </p:grpSpPr>
        <p:pic>
          <p:nvPicPr>
            <p:cNvPr id="114771" name="Picture 133" descr="desktop_computer_stylized_medium">
              <a:extLst>
                <a:ext uri="{FF2B5EF4-FFF2-40B4-BE49-F238E27FC236}">
                  <a16:creationId xmlns:a16="http://schemas.microsoft.com/office/drawing/2014/main" id="{8714A65A-0118-326E-E58E-BAF96C6770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72" name="Freeform 134">
              <a:extLst>
                <a:ext uri="{FF2B5EF4-FFF2-40B4-BE49-F238E27FC236}">
                  <a16:creationId xmlns:a16="http://schemas.microsoft.com/office/drawing/2014/main" id="{670EFB9E-17BF-CAC0-D338-FA41B632093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14705" name="AutoShape 327">
            <a:extLst>
              <a:ext uri="{FF2B5EF4-FFF2-40B4-BE49-F238E27FC236}">
                <a16:creationId xmlns:a16="http://schemas.microsoft.com/office/drawing/2014/main" id="{7DEF438D-A426-A5E0-E213-3B7BDC139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8400" y="211772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5" name="Group 206">
            <a:extLst>
              <a:ext uri="{FF2B5EF4-FFF2-40B4-BE49-F238E27FC236}">
                <a16:creationId xmlns:a16="http://schemas.microsoft.com/office/drawing/2014/main" id="{EE15885D-4670-16F7-AB9E-9FBB53773C56}"/>
              </a:ext>
            </a:extLst>
          </p:cNvPr>
          <p:cNvGrpSpPr>
            <a:grpSpLocks/>
          </p:cNvGrpSpPr>
          <p:nvPr/>
        </p:nvGrpSpPr>
        <p:grpSpPr bwMode="auto">
          <a:xfrm>
            <a:off x="1230313" y="3927475"/>
            <a:ext cx="7935912" cy="1166813"/>
            <a:chOff x="775" y="2474"/>
            <a:chExt cx="4999" cy="735"/>
          </a:xfrm>
        </p:grpSpPr>
        <p:grpSp>
          <p:nvGrpSpPr>
            <p:cNvPr id="114708" name="Group 173">
              <a:extLst>
                <a:ext uri="{FF2B5EF4-FFF2-40B4-BE49-F238E27FC236}">
                  <a16:creationId xmlns:a16="http://schemas.microsoft.com/office/drawing/2014/main" id="{6214EDA9-A500-C643-E4A2-92573F854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114739" name="Freeform 174">
                <a:extLst>
                  <a:ext uri="{FF2B5EF4-FFF2-40B4-BE49-F238E27FC236}">
                    <a16:creationId xmlns:a16="http://schemas.microsoft.com/office/drawing/2014/main" id="{1D809E43-1326-E397-F2B2-6B422A1E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40" name="Rectangle 175">
                <a:extLst>
                  <a:ext uri="{FF2B5EF4-FFF2-40B4-BE49-F238E27FC236}">
                    <a16:creationId xmlns:a16="http://schemas.microsoft.com/office/drawing/2014/main" id="{FBB8616F-CD84-4433-35DA-4CDCBCCBF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41" name="Freeform 176">
                <a:extLst>
                  <a:ext uri="{FF2B5EF4-FFF2-40B4-BE49-F238E27FC236}">
                    <a16:creationId xmlns:a16="http://schemas.microsoft.com/office/drawing/2014/main" id="{52970A5A-BA78-F4DF-312B-424993BF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42" name="Freeform 177">
                <a:extLst>
                  <a:ext uri="{FF2B5EF4-FFF2-40B4-BE49-F238E27FC236}">
                    <a16:creationId xmlns:a16="http://schemas.microsoft.com/office/drawing/2014/main" id="{1123A956-0FAA-6228-FE6F-85700E9BF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43" name="Rectangle 178">
                <a:extLst>
                  <a:ext uri="{FF2B5EF4-FFF2-40B4-BE49-F238E27FC236}">
                    <a16:creationId xmlns:a16="http://schemas.microsoft.com/office/drawing/2014/main" id="{1514A6A2-4014-706E-AC83-C2E418174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14744" name="Group 179">
                <a:extLst>
                  <a:ext uri="{FF2B5EF4-FFF2-40B4-BE49-F238E27FC236}">
                    <a16:creationId xmlns:a16="http://schemas.microsoft.com/office/drawing/2014/main" id="{4ED4E44C-9323-509E-C9EA-A3CF639BE0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14769" name="AutoShape 180">
                  <a:extLst>
                    <a:ext uri="{FF2B5EF4-FFF2-40B4-BE49-F238E27FC236}">
                      <a16:creationId xmlns:a16="http://schemas.microsoft.com/office/drawing/2014/main" id="{DD527E11-12FD-BE60-F02A-811A133383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770" name="AutoShape 181">
                  <a:extLst>
                    <a:ext uri="{FF2B5EF4-FFF2-40B4-BE49-F238E27FC236}">
                      <a16:creationId xmlns:a16="http://schemas.microsoft.com/office/drawing/2014/main" id="{ED52473B-5475-0102-D3AD-120FCA238D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4745" name="Rectangle 182">
                <a:extLst>
                  <a:ext uri="{FF2B5EF4-FFF2-40B4-BE49-F238E27FC236}">
                    <a16:creationId xmlns:a16="http://schemas.microsoft.com/office/drawing/2014/main" id="{BF5BDF46-FB3D-ED27-BBBE-05276AD23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14746" name="Group 183">
                <a:extLst>
                  <a:ext uri="{FF2B5EF4-FFF2-40B4-BE49-F238E27FC236}">
                    <a16:creationId xmlns:a16="http://schemas.microsoft.com/office/drawing/2014/main" id="{DED53A5E-FDE4-EA0E-906D-60E1EC9EDC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14767" name="AutoShape 184">
                  <a:extLst>
                    <a:ext uri="{FF2B5EF4-FFF2-40B4-BE49-F238E27FC236}">
                      <a16:creationId xmlns:a16="http://schemas.microsoft.com/office/drawing/2014/main" id="{ED7CF9BB-DB5F-1F70-27B5-79957531C4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768" name="AutoShape 185">
                  <a:extLst>
                    <a:ext uri="{FF2B5EF4-FFF2-40B4-BE49-F238E27FC236}">
                      <a16:creationId xmlns:a16="http://schemas.microsoft.com/office/drawing/2014/main" id="{F765ADFC-863A-764D-8D7D-EBDFD39AFD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4747" name="Rectangle 186">
                <a:extLst>
                  <a:ext uri="{FF2B5EF4-FFF2-40B4-BE49-F238E27FC236}">
                    <a16:creationId xmlns:a16="http://schemas.microsoft.com/office/drawing/2014/main" id="{7A0C5CEB-5110-56CB-7A6D-CE09DCC1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48" name="Rectangle 187">
                <a:extLst>
                  <a:ext uri="{FF2B5EF4-FFF2-40B4-BE49-F238E27FC236}">
                    <a16:creationId xmlns:a16="http://schemas.microsoft.com/office/drawing/2014/main" id="{226FAC79-3B93-24FE-0448-0057610B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14749" name="Group 188">
                <a:extLst>
                  <a:ext uri="{FF2B5EF4-FFF2-40B4-BE49-F238E27FC236}">
                    <a16:creationId xmlns:a16="http://schemas.microsoft.com/office/drawing/2014/main" id="{AE19CD73-7166-8278-6A8F-21C37D1AF8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4765" name="AutoShape 189">
                  <a:extLst>
                    <a:ext uri="{FF2B5EF4-FFF2-40B4-BE49-F238E27FC236}">
                      <a16:creationId xmlns:a16="http://schemas.microsoft.com/office/drawing/2014/main" id="{33FD5EA7-9AB3-F7B1-161D-E0D2246CE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766" name="AutoShape 190">
                  <a:extLst>
                    <a:ext uri="{FF2B5EF4-FFF2-40B4-BE49-F238E27FC236}">
                      <a16:creationId xmlns:a16="http://schemas.microsoft.com/office/drawing/2014/main" id="{BB37982F-18D5-AAF5-7FCD-E51AEE31EC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4750" name="Freeform 191">
                <a:extLst>
                  <a:ext uri="{FF2B5EF4-FFF2-40B4-BE49-F238E27FC236}">
                    <a16:creationId xmlns:a16="http://schemas.microsoft.com/office/drawing/2014/main" id="{16945839-DEFF-99FF-21D7-E392DF09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14751" name="Group 192">
                <a:extLst>
                  <a:ext uri="{FF2B5EF4-FFF2-40B4-BE49-F238E27FC236}">
                    <a16:creationId xmlns:a16="http://schemas.microsoft.com/office/drawing/2014/main" id="{A245D129-B43F-1DD6-E707-3D6DBD905A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4763" name="AutoShape 193">
                  <a:extLst>
                    <a:ext uri="{FF2B5EF4-FFF2-40B4-BE49-F238E27FC236}">
                      <a16:creationId xmlns:a16="http://schemas.microsoft.com/office/drawing/2014/main" id="{B3D48CBA-3C8B-36C8-EE37-CF14ABEC65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764" name="AutoShape 194">
                  <a:extLst>
                    <a:ext uri="{FF2B5EF4-FFF2-40B4-BE49-F238E27FC236}">
                      <a16:creationId xmlns:a16="http://schemas.microsoft.com/office/drawing/2014/main" id="{5C0B00FD-7A6D-7F7F-60CC-BDC5F4901F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SzPct val="100000"/>
                    <a:buFont typeface="Wingdings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0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9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itchFamily="2" charset="2"/>
                    <a:buChar char="§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14752" name="Rectangle 195">
                <a:extLst>
                  <a:ext uri="{FF2B5EF4-FFF2-40B4-BE49-F238E27FC236}">
                    <a16:creationId xmlns:a16="http://schemas.microsoft.com/office/drawing/2014/main" id="{04989346-17B3-7F82-BFAC-E3D46C57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53" name="Freeform 196">
                <a:extLst>
                  <a:ext uri="{FF2B5EF4-FFF2-40B4-BE49-F238E27FC236}">
                    <a16:creationId xmlns:a16="http://schemas.microsoft.com/office/drawing/2014/main" id="{68CE948E-C9F3-4A2B-9571-3F909026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54" name="Freeform 197">
                <a:extLst>
                  <a:ext uri="{FF2B5EF4-FFF2-40B4-BE49-F238E27FC236}">
                    <a16:creationId xmlns:a16="http://schemas.microsoft.com/office/drawing/2014/main" id="{67DA9EE5-4E72-2157-16A8-C3899E49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55" name="Oval 198">
                <a:extLst>
                  <a:ext uri="{FF2B5EF4-FFF2-40B4-BE49-F238E27FC236}">
                    <a16:creationId xmlns:a16="http://schemas.microsoft.com/office/drawing/2014/main" id="{AD3E82B8-2BAD-B4BE-655F-E0837B3E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56" name="Freeform 199">
                <a:extLst>
                  <a:ext uri="{FF2B5EF4-FFF2-40B4-BE49-F238E27FC236}">
                    <a16:creationId xmlns:a16="http://schemas.microsoft.com/office/drawing/2014/main" id="{8BF26440-007C-0AA8-3050-719F3AA6D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57" name="AutoShape 200">
                <a:extLst>
                  <a:ext uri="{FF2B5EF4-FFF2-40B4-BE49-F238E27FC236}">
                    <a16:creationId xmlns:a16="http://schemas.microsoft.com/office/drawing/2014/main" id="{F54796AC-420C-264A-F861-7CD0EC3F5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58" name="AutoShape 201">
                <a:extLst>
                  <a:ext uri="{FF2B5EF4-FFF2-40B4-BE49-F238E27FC236}">
                    <a16:creationId xmlns:a16="http://schemas.microsoft.com/office/drawing/2014/main" id="{62AE6D86-A858-4984-AAC1-58C17B88B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59" name="Oval 202">
                <a:extLst>
                  <a:ext uri="{FF2B5EF4-FFF2-40B4-BE49-F238E27FC236}">
                    <a16:creationId xmlns:a16="http://schemas.microsoft.com/office/drawing/2014/main" id="{868E9081-1EA4-F50A-52AC-CB013B52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60" name="Oval 203">
                <a:extLst>
                  <a:ext uri="{FF2B5EF4-FFF2-40B4-BE49-F238E27FC236}">
                    <a16:creationId xmlns:a16="http://schemas.microsoft.com/office/drawing/2014/main" id="{743F0ABB-EBDF-B1FA-3180-C6AAF03F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61" name="Oval 204">
                <a:extLst>
                  <a:ext uri="{FF2B5EF4-FFF2-40B4-BE49-F238E27FC236}">
                    <a16:creationId xmlns:a16="http://schemas.microsoft.com/office/drawing/2014/main" id="{AF788C2C-0290-988D-87BD-BA50D83E5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4762" name="Rectangle 205">
                <a:extLst>
                  <a:ext uri="{FF2B5EF4-FFF2-40B4-BE49-F238E27FC236}">
                    <a16:creationId xmlns:a16="http://schemas.microsoft.com/office/drawing/2014/main" id="{5BED5C6D-356E-8109-0A70-51C44DA5C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4709" name="Line 57">
              <a:extLst>
                <a:ext uri="{FF2B5EF4-FFF2-40B4-BE49-F238E27FC236}">
                  <a16:creationId xmlns:a16="http://schemas.microsoft.com/office/drawing/2014/main" id="{4C795DC0-525F-FD89-2F4F-75D06733B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4710" name="Group 58">
              <a:extLst>
                <a:ext uri="{FF2B5EF4-FFF2-40B4-BE49-F238E27FC236}">
                  <a16:creationId xmlns:a16="http://schemas.microsoft.com/office/drawing/2014/main" id="{F03EDB5B-B925-06AE-1539-7D899CCFFA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114730" name="Line 60">
                <a:extLst>
                  <a:ext uri="{FF2B5EF4-FFF2-40B4-BE49-F238E27FC236}">
                    <a16:creationId xmlns:a16="http://schemas.microsoft.com/office/drawing/2014/main" id="{95FEE3A1-F915-D26F-2D97-47AEE6960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31" name="Line 61">
                <a:extLst>
                  <a:ext uri="{FF2B5EF4-FFF2-40B4-BE49-F238E27FC236}">
                    <a16:creationId xmlns:a16="http://schemas.microsoft.com/office/drawing/2014/main" id="{E881E81C-438E-6DD9-696E-AE0B42958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14732" name="Rectangle 62">
                <a:extLst>
                  <a:ext uri="{FF2B5EF4-FFF2-40B4-BE49-F238E27FC236}">
                    <a16:creationId xmlns:a16="http://schemas.microsoft.com/office/drawing/2014/main" id="{9426109B-81CB-5EAA-A075-D0D2B3AD3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14733" name="Group 64">
                <a:extLst>
                  <a:ext uri="{FF2B5EF4-FFF2-40B4-BE49-F238E27FC236}">
                    <a16:creationId xmlns:a16="http://schemas.microsoft.com/office/drawing/2014/main" id="{5F90B9D8-C2E4-D9C1-AC71-DE04F19649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114737" name="Line 66">
                  <a:extLst>
                    <a:ext uri="{FF2B5EF4-FFF2-40B4-BE49-F238E27FC236}">
                      <a16:creationId xmlns:a16="http://schemas.microsoft.com/office/drawing/2014/main" id="{468BA35D-9874-C507-4085-E69FB40800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14738" name="Line 67">
                  <a:extLst>
                    <a:ext uri="{FF2B5EF4-FFF2-40B4-BE49-F238E27FC236}">
                      <a16:creationId xmlns:a16="http://schemas.microsoft.com/office/drawing/2014/main" id="{C064AC5A-48FB-BEBE-5857-CE72999548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114734" name="Group 68">
                <a:extLst>
                  <a:ext uri="{FF2B5EF4-FFF2-40B4-BE49-F238E27FC236}">
                    <a16:creationId xmlns:a16="http://schemas.microsoft.com/office/drawing/2014/main" id="{4585D4D9-D679-340B-D72B-F1E20D4E6B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114735" name="Line 69">
                  <a:extLst>
                    <a:ext uri="{FF2B5EF4-FFF2-40B4-BE49-F238E27FC236}">
                      <a16:creationId xmlns:a16="http://schemas.microsoft.com/office/drawing/2014/main" id="{0F3EF78D-B085-4FEA-8D38-6404D21EF3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14736" name="Line 71">
                  <a:extLst>
                    <a:ext uri="{FF2B5EF4-FFF2-40B4-BE49-F238E27FC236}">
                      <a16:creationId xmlns:a16="http://schemas.microsoft.com/office/drawing/2014/main" id="{9FC9D1F8-2329-D388-0222-1CB419F56D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114711" name="AutoShape 90">
              <a:extLst>
                <a:ext uri="{FF2B5EF4-FFF2-40B4-BE49-F238E27FC236}">
                  <a16:creationId xmlns:a16="http://schemas.microsoft.com/office/drawing/2014/main" id="{843D6852-DB41-5236-1D4C-59CF3791B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515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4712" name="Group 92">
              <a:extLst>
                <a:ext uri="{FF2B5EF4-FFF2-40B4-BE49-F238E27FC236}">
                  <a16:creationId xmlns:a16="http://schemas.microsoft.com/office/drawing/2014/main" id="{091BFACB-2C6E-A31E-CF34-93B406749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07"/>
              <a:ext cx="1347" cy="359"/>
              <a:chOff x="2249" y="3430"/>
              <a:chExt cx="1389" cy="256"/>
            </a:xfrm>
          </p:grpSpPr>
          <p:sp>
            <p:nvSpPr>
              <p:cNvPr id="256093" name="Oval 93">
                <a:extLst>
                  <a:ext uri="{FF2B5EF4-FFF2-40B4-BE49-F238E27FC236}">
                    <a16:creationId xmlns:a16="http://schemas.microsoft.com/office/drawing/2014/main" id="{6531922E-21A8-1247-9747-847D018D3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94" name="Rectangle 94">
                <a:extLst>
                  <a:ext uri="{FF2B5EF4-FFF2-40B4-BE49-F238E27FC236}">
                    <a16:creationId xmlns:a16="http://schemas.microsoft.com/office/drawing/2014/main" id="{02663125-44B5-2541-B5AB-6B9313D86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8" name="Oval 95">
                <a:extLst>
                  <a:ext uri="{FF2B5EF4-FFF2-40B4-BE49-F238E27FC236}">
                    <a16:creationId xmlns:a16="http://schemas.microsoft.com/office/drawing/2014/main" id="{2AF0D985-33C9-2DDE-26DB-3D5BE52DC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56096" name="Rectangle 96">
                <a:extLst>
                  <a:ext uri="{FF2B5EF4-FFF2-40B4-BE49-F238E27FC236}">
                    <a16:creationId xmlns:a16="http://schemas.microsoft.com/office/drawing/2014/main" id="{2EE5311D-F3FA-9948-A9F5-5D697E0C1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3" name="Text Box 97">
              <a:extLst>
                <a:ext uri="{FF2B5EF4-FFF2-40B4-BE49-F238E27FC236}">
                  <a16:creationId xmlns:a16="http://schemas.microsoft.com/office/drawing/2014/main" id="{A45A65D7-C088-9EAB-1351-77E89EB26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78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</a:t>
              </a:r>
              <a:r>
                <a:rPr kumimoji="0" lang="en-US" altLang="zh-CN" sz="2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s</a:t>
              </a:r>
              <a:r>
                <a:rPr kumimoji="0" lang="en-US" altLang="zh-CN" sz="20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bits/sec</a:t>
              </a:r>
            </a:p>
          </p:txBody>
        </p:sp>
        <p:grpSp>
          <p:nvGrpSpPr>
            <p:cNvPr id="114714" name="Group 83">
              <a:extLst>
                <a:ext uri="{FF2B5EF4-FFF2-40B4-BE49-F238E27FC236}">
                  <a16:creationId xmlns:a16="http://schemas.microsoft.com/office/drawing/2014/main" id="{90251980-917C-F500-7465-68E0A3949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256084" name="Oval 84">
                <a:extLst>
                  <a:ext uri="{FF2B5EF4-FFF2-40B4-BE49-F238E27FC236}">
                    <a16:creationId xmlns:a16="http://schemas.microsoft.com/office/drawing/2014/main" id="{5E7FD09C-A5B0-4843-B06C-D95FCE8C2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85" name="Rectangle 85">
                <a:extLst>
                  <a:ext uri="{FF2B5EF4-FFF2-40B4-BE49-F238E27FC236}">
                    <a16:creationId xmlns:a16="http://schemas.microsoft.com/office/drawing/2014/main" id="{7549EF80-522B-C045-80C5-BCBA1C0A0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4" name="Oval 86">
                <a:extLst>
                  <a:ext uri="{FF2B5EF4-FFF2-40B4-BE49-F238E27FC236}">
                    <a16:creationId xmlns:a16="http://schemas.microsoft.com/office/drawing/2014/main" id="{C0DCD022-D32A-92CE-F15F-4050EB49F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56087" name="Rectangle 87">
                <a:extLst>
                  <a:ext uri="{FF2B5EF4-FFF2-40B4-BE49-F238E27FC236}">
                    <a16:creationId xmlns:a16="http://schemas.microsoft.com/office/drawing/2014/main" id="{BC6FFC41-6B59-9142-8CA0-6C8AF08F2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5" name="Text Box 88">
              <a:extLst>
                <a:ext uri="{FF2B5EF4-FFF2-40B4-BE49-F238E27FC236}">
                  <a16:creationId xmlns:a16="http://schemas.microsoft.com/office/drawing/2014/main" id="{4C65310E-AE7D-8BFD-9281-71347AED1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80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 R</a:t>
              </a:r>
              <a:r>
                <a:rPr kumimoji="0" lang="en-US" altLang="zh-CN" sz="2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</a:t>
              </a:r>
              <a:r>
                <a:rPr kumimoji="0" lang="en-US" altLang="zh-CN" sz="20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 </a:t>
              </a: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bits/sec</a:t>
              </a:r>
            </a:p>
          </p:txBody>
        </p:sp>
        <p:sp>
          <p:nvSpPr>
            <p:cNvPr id="114716" name="AutoShape 98">
              <a:extLst>
                <a:ext uri="{FF2B5EF4-FFF2-40B4-BE49-F238E27FC236}">
                  <a16:creationId xmlns:a16="http://schemas.microsoft.com/office/drawing/2014/main" id="{231B6539-D3A3-316F-DC5C-9BC533A6F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717" name="AutoShape 89">
              <a:extLst>
                <a:ext uri="{FF2B5EF4-FFF2-40B4-BE49-F238E27FC236}">
                  <a16:creationId xmlns:a16="http://schemas.microsoft.com/office/drawing/2014/main" id="{F266AFB3-12B9-CCC4-6409-E96F165EDE4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4718" name="Group 135">
              <a:extLst>
                <a:ext uri="{FF2B5EF4-FFF2-40B4-BE49-F238E27FC236}">
                  <a16:creationId xmlns:a16="http://schemas.microsoft.com/office/drawing/2014/main" id="{457B30CF-3E77-3BF4-AA0F-1955EEEC1B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225" y="2651"/>
              <a:ext cx="549" cy="558"/>
              <a:chOff x="-44" y="1473"/>
              <a:chExt cx="981" cy="1105"/>
            </a:xfrm>
          </p:grpSpPr>
          <p:pic>
            <p:nvPicPr>
              <p:cNvPr id="114720" name="Picture 136" descr="desktop_computer_stylized_medium">
                <a:extLst>
                  <a:ext uri="{FF2B5EF4-FFF2-40B4-BE49-F238E27FC236}">
                    <a16:creationId xmlns:a16="http://schemas.microsoft.com/office/drawing/2014/main" id="{8FEB4BD8-C08F-C641-321E-53DDBF490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721" name="Freeform 137">
                <a:extLst>
                  <a:ext uri="{FF2B5EF4-FFF2-40B4-BE49-F238E27FC236}">
                    <a16:creationId xmlns:a16="http://schemas.microsoft.com/office/drawing/2014/main" id="{DC3DDDF9-51B5-6871-5D22-324E254AA8B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14719" name="AutoShape 327">
              <a:extLst>
                <a:ext uri="{FF2B5EF4-FFF2-40B4-BE49-F238E27FC236}">
                  <a16:creationId xmlns:a16="http://schemas.microsoft.com/office/drawing/2014/main" id="{62AB3521-BE44-4A28-3DEC-3B240448B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14707" name="Slide Number Placeholder 3">
            <a:extLst>
              <a:ext uri="{FF2B5EF4-FFF2-40B4-BE49-F238E27FC236}">
                <a16:creationId xmlns:a16="http://schemas.microsoft.com/office/drawing/2014/main" id="{1DBD0BC2-932D-8B8F-6866-0E9DEB9B94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1D842CB1-FF6E-C145-897D-A73AFD151108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3" name="Picture 208" descr="underline_base">
            <a:extLst>
              <a:ext uri="{FF2B5EF4-FFF2-40B4-BE49-F238E27FC236}">
                <a16:creationId xmlns:a16="http://schemas.microsoft.com/office/drawing/2014/main" id="{DCED3B27-B2B1-6DFF-8FCF-6410950FE09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50900"/>
            <a:ext cx="6351588" cy="15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4" name="Footer Placeholder 2">
            <a:extLst>
              <a:ext uri="{FF2B5EF4-FFF2-40B4-BE49-F238E27FC236}">
                <a16:creationId xmlns:a16="http://schemas.microsoft.com/office/drawing/2014/main" id="{F9BDA06D-E4A2-E70C-0F63-A00567B22C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15715" name="Rectangle 2">
            <a:extLst>
              <a:ext uri="{FF2B5EF4-FFF2-40B4-BE49-F238E27FC236}">
                <a16:creationId xmlns:a16="http://schemas.microsoft.com/office/drawing/2014/main" id="{C5FBEF9A-24AA-7818-820A-035DE9343B4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5413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Throughput: Internet scenario</a:t>
            </a:r>
          </a:p>
        </p:txBody>
      </p:sp>
      <p:sp>
        <p:nvSpPr>
          <p:cNvPr id="115716" name="Text Box 44">
            <a:extLst>
              <a:ext uri="{FF2B5EF4-FFF2-40B4-BE49-F238E27FC236}">
                <a16:creationId xmlns:a16="http://schemas.microsoft.com/office/drawing/2014/main" id="{6D6D9580-0D0A-2B1F-DE67-4048A8FD5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7550" y="5635625"/>
            <a:ext cx="44640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10 connections (fairly) share backbone bottleneck link </a:t>
            </a:r>
            <a:r>
              <a:rPr kumimoji="0" lang="en-US" altLang="zh-CN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0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bits/sec</a:t>
            </a:r>
          </a:p>
        </p:txBody>
      </p:sp>
      <p:sp>
        <p:nvSpPr>
          <p:cNvPr id="115717" name="Freeform 296">
            <a:extLst>
              <a:ext uri="{FF2B5EF4-FFF2-40B4-BE49-F238E27FC236}">
                <a16:creationId xmlns:a16="http://schemas.microsoft.com/office/drawing/2014/main" id="{F5E19E71-D702-9AE6-8220-9CD33F627BB6}"/>
              </a:ext>
            </a:extLst>
          </p:cNvPr>
          <p:cNvSpPr>
            <a:spLocks/>
          </p:cNvSpPr>
          <p:nvPr/>
        </p:nvSpPr>
        <p:spPr bwMode="auto">
          <a:xfrm>
            <a:off x="4883150" y="2720975"/>
            <a:ext cx="3127375" cy="1498600"/>
          </a:xfrm>
          <a:custGeom>
            <a:avLst/>
            <a:gdLst>
              <a:gd name="T0" fmla="*/ 2147483646 w 1877"/>
              <a:gd name="T1" fmla="*/ 2147483646 h 917"/>
              <a:gd name="T2" fmla="*/ 2147483646 w 1877"/>
              <a:gd name="T3" fmla="*/ 2147483646 h 917"/>
              <a:gd name="T4" fmla="*/ 2147483646 w 1877"/>
              <a:gd name="T5" fmla="*/ 2147483646 h 917"/>
              <a:gd name="T6" fmla="*/ 2147483646 w 1877"/>
              <a:gd name="T7" fmla="*/ 2147483646 h 917"/>
              <a:gd name="T8" fmla="*/ 2147483646 w 1877"/>
              <a:gd name="T9" fmla="*/ 2147483646 h 917"/>
              <a:gd name="T10" fmla="*/ 2147483646 w 1877"/>
              <a:gd name="T11" fmla="*/ 2147483646 h 917"/>
              <a:gd name="T12" fmla="*/ 2147483646 w 1877"/>
              <a:gd name="T13" fmla="*/ 2147483646 h 917"/>
              <a:gd name="T14" fmla="*/ 2147483646 w 1877"/>
              <a:gd name="T15" fmla="*/ 2147483646 h 917"/>
              <a:gd name="T16" fmla="*/ 2147483646 w 1877"/>
              <a:gd name="T17" fmla="*/ 2147483646 h 917"/>
              <a:gd name="T18" fmla="*/ 2147483646 w 1877"/>
              <a:gd name="T19" fmla="*/ 2147483646 h 917"/>
              <a:gd name="T20" fmla="*/ 2147483646 w 1877"/>
              <a:gd name="T21" fmla="*/ 2147483646 h 917"/>
              <a:gd name="T22" fmla="*/ 2147483646 w 1877"/>
              <a:gd name="T23" fmla="*/ 2147483646 h 917"/>
              <a:gd name="T24" fmla="*/ 2147483646 w 1877"/>
              <a:gd name="T25" fmla="*/ 2147483646 h 917"/>
              <a:gd name="T26" fmla="*/ 2147483646 w 1877"/>
              <a:gd name="T27" fmla="*/ 2147483646 h 917"/>
              <a:gd name="T28" fmla="*/ 2147483646 w 1877"/>
              <a:gd name="T29" fmla="*/ 2147483646 h 917"/>
              <a:gd name="T30" fmla="*/ 2147483646 w 1877"/>
              <a:gd name="T31" fmla="*/ 2147483646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5718" name="Text Box 35">
            <a:extLst>
              <a:ext uri="{FF2B5EF4-FFF2-40B4-BE49-F238E27FC236}">
                <a16:creationId xmlns:a16="http://schemas.microsoft.com/office/drawing/2014/main" id="{824B034A-2329-DA77-E151-4DD045108E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25" y="2344738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064" name="Oval 40">
            <a:extLst>
              <a:ext uri="{FF2B5EF4-FFF2-40B4-BE49-F238E27FC236}">
                <a16:creationId xmlns:a16="http://schemas.microsoft.com/office/drawing/2014/main" id="{19A2A014-0583-6341-BFC5-43F9D9E5E6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1144" y="3772694"/>
            <a:ext cx="50800" cy="525462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65" name="Rectangle 41">
            <a:extLst>
              <a:ext uri="{FF2B5EF4-FFF2-40B4-BE49-F238E27FC236}">
                <a16:creationId xmlns:a16="http://schemas.microsoft.com/office/drawing/2014/main" id="{E47C30B8-11CC-664F-868B-72D29B72300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44419" y="3278982"/>
            <a:ext cx="984250" cy="52546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1" name="Oval 42">
            <a:extLst>
              <a:ext uri="{FF2B5EF4-FFF2-40B4-BE49-F238E27FC236}">
                <a16:creationId xmlns:a16="http://schemas.microsoft.com/office/drawing/2014/main" id="{8807D517-E46E-6DB8-8888-C280159D9B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2794000"/>
            <a:ext cx="52387" cy="525463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067" name="Rectangle 43">
            <a:extLst>
              <a:ext uri="{FF2B5EF4-FFF2-40B4-BE49-F238E27FC236}">
                <a16:creationId xmlns:a16="http://schemas.microsoft.com/office/drawing/2014/main" id="{446CAE23-A29A-D447-AF36-377BC7C5AD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3765550"/>
            <a:ext cx="31750" cy="5111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55" name="Oval 31">
            <a:extLst>
              <a:ext uri="{FF2B5EF4-FFF2-40B4-BE49-F238E27FC236}">
                <a16:creationId xmlns:a16="http://schemas.microsoft.com/office/drawing/2014/main" id="{1D0247BF-E0C6-334A-B2D2-2D671C3ED738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21338" y="2668588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56" name="Rectangle 32">
            <a:extLst>
              <a:ext uri="{FF2B5EF4-FFF2-40B4-BE49-F238E27FC236}">
                <a16:creationId xmlns:a16="http://schemas.microsoft.com/office/drawing/2014/main" id="{3F0A91F4-96F8-3C4A-9A4B-5037F5F5E841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56175" y="2465388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5" name="Oval 33">
            <a:extLst>
              <a:ext uri="{FF2B5EF4-FFF2-40B4-BE49-F238E27FC236}">
                <a16:creationId xmlns:a16="http://schemas.microsoft.com/office/drawing/2014/main" id="{DC3D6E70-27FC-6552-63A8-B7B5C556247D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91100" y="22653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058" name="Rectangle 34">
            <a:extLst>
              <a:ext uri="{FF2B5EF4-FFF2-40B4-BE49-F238E27FC236}">
                <a16:creationId xmlns:a16="http://schemas.microsoft.com/office/drawing/2014/main" id="{38D5AE29-1A41-1B48-989C-5C25F3F2E80E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18163" y="2665413"/>
            <a:ext cx="23812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7" name="Line 456">
            <a:extLst>
              <a:ext uri="{FF2B5EF4-FFF2-40B4-BE49-F238E27FC236}">
                <a16:creationId xmlns:a16="http://schemas.microsoft.com/office/drawing/2014/main" id="{C4924AC2-0A4D-E0ED-A9A0-1D4578CD4CF2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4827588" y="2536825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57493" name="Oval 469">
            <a:extLst>
              <a:ext uri="{FF2B5EF4-FFF2-40B4-BE49-F238E27FC236}">
                <a16:creationId xmlns:a16="http://schemas.microsoft.com/office/drawing/2014/main" id="{55CD9258-0E16-804C-95BA-ADEA4F83F4F7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71763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494" name="Rectangle 470">
            <a:extLst>
              <a:ext uri="{FF2B5EF4-FFF2-40B4-BE49-F238E27FC236}">
                <a16:creationId xmlns:a16="http://schemas.microsoft.com/office/drawing/2014/main" id="{9A0D19C6-F1F2-BE42-BDE5-47C1C20982B1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409407" y="2339181"/>
            <a:ext cx="915988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0" name="Oval 471">
            <a:extLst>
              <a:ext uri="{FF2B5EF4-FFF2-40B4-BE49-F238E27FC236}">
                <a16:creationId xmlns:a16="http://schemas.microsoft.com/office/drawing/2014/main" id="{8DDFE4BF-B622-208A-1B81-C6BC9A95B35B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561013" y="201295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496" name="Rectangle 472">
            <a:extLst>
              <a:ext uri="{FF2B5EF4-FFF2-40B4-BE49-F238E27FC236}">
                <a16:creationId xmlns:a16="http://schemas.microsoft.com/office/drawing/2014/main" id="{D3C2AF14-8AC5-6C46-84AA-3BB45EB59EED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63825"/>
            <a:ext cx="30163" cy="138113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2" name="Line 473">
            <a:extLst>
              <a:ext uri="{FF2B5EF4-FFF2-40B4-BE49-F238E27FC236}">
                <a16:creationId xmlns:a16="http://schemas.microsoft.com/office/drawing/2014/main" id="{983BA65E-32BB-77A9-85D0-7D2122802C72}"/>
              </a:ext>
            </a:extLst>
          </p:cNvPr>
          <p:cNvSpPr>
            <a:spLocks noChangeShapeType="1"/>
          </p:cNvSpPr>
          <p:nvPr/>
        </p:nvSpPr>
        <p:spPr bwMode="auto">
          <a:xfrm rot="2768172">
            <a:off x="5253037" y="2395538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57500" name="Oval 476">
            <a:extLst>
              <a:ext uri="{FF2B5EF4-FFF2-40B4-BE49-F238E27FC236}">
                <a16:creationId xmlns:a16="http://schemas.microsoft.com/office/drawing/2014/main" id="{9BA2B4A9-B8E2-8D49-AE00-374B8A7ADD53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84763" y="4521200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01" name="Rectangle 477">
            <a:extLst>
              <a:ext uri="{FF2B5EF4-FFF2-40B4-BE49-F238E27FC236}">
                <a16:creationId xmlns:a16="http://schemas.microsoft.com/office/drawing/2014/main" id="{BC4536B6-6CFC-AE4E-881E-4BFE45523C13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57775" y="4318000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5" name="Oval 478">
            <a:extLst>
              <a:ext uri="{FF2B5EF4-FFF2-40B4-BE49-F238E27FC236}">
                <a16:creationId xmlns:a16="http://schemas.microsoft.com/office/drawing/2014/main" id="{80443904-D0D6-0504-2FA3-59B0BB8F4509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716588" y="4117975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503" name="Rectangle 479">
            <a:extLst>
              <a:ext uri="{FF2B5EF4-FFF2-40B4-BE49-F238E27FC236}">
                <a16:creationId xmlns:a16="http://schemas.microsoft.com/office/drawing/2014/main" id="{C5F2AC00-7C7D-D246-9CB4-234B68835245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100638" y="4518025"/>
            <a:ext cx="23812" cy="153988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7" name="Line 480">
            <a:extLst>
              <a:ext uri="{FF2B5EF4-FFF2-40B4-BE49-F238E27FC236}">
                <a16:creationId xmlns:a16="http://schemas.microsoft.com/office/drawing/2014/main" id="{15F16DA4-49A6-F236-997E-6386A04FD7BC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4962525" y="4389438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57507" name="Oval 483">
            <a:extLst>
              <a:ext uri="{FF2B5EF4-FFF2-40B4-BE49-F238E27FC236}">
                <a16:creationId xmlns:a16="http://schemas.microsoft.com/office/drawing/2014/main" id="{BE13785E-348E-1D41-8596-A15243E51A02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294188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08" name="Rectangle 484">
            <a:extLst>
              <a:ext uri="{FF2B5EF4-FFF2-40B4-BE49-F238E27FC236}">
                <a16:creationId xmlns:a16="http://schemas.microsoft.com/office/drawing/2014/main" id="{A75C828F-552B-E348-A4E2-69D9F7639B3B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616575" y="4625975"/>
            <a:ext cx="917575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0" name="Oval 485">
            <a:extLst>
              <a:ext uri="{FF2B5EF4-FFF2-40B4-BE49-F238E27FC236}">
                <a16:creationId xmlns:a16="http://schemas.microsoft.com/office/drawing/2014/main" id="{7234B525-082C-703D-BF5E-D2F776CD5F69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770563" y="495300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510" name="Rectangle 486">
            <a:extLst>
              <a:ext uri="{FF2B5EF4-FFF2-40B4-BE49-F238E27FC236}">
                <a16:creationId xmlns:a16="http://schemas.microsoft.com/office/drawing/2014/main" id="{7F6FA83F-0084-BC4A-B40D-513FBC48DF94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303713"/>
            <a:ext cx="30162" cy="13811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2" name="Line 487">
            <a:extLst>
              <a:ext uri="{FF2B5EF4-FFF2-40B4-BE49-F238E27FC236}">
                <a16:creationId xmlns:a16="http://schemas.microsoft.com/office/drawing/2014/main" id="{5C7DC936-4D33-8404-EE8D-0D24E12B3AB8}"/>
              </a:ext>
            </a:extLst>
          </p:cNvPr>
          <p:cNvSpPr>
            <a:spLocks noChangeShapeType="1"/>
          </p:cNvSpPr>
          <p:nvPr/>
        </p:nvSpPr>
        <p:spPr bwMode="auto">
          <a:xfrm rot="18831828" flipV="1">
            <a:off x="5461000" y="4711701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57524" name="Oval 500">
            <a:extLst>
              <a:ext uri="{FF2B5EF4-FFF2-40B4-BE49-F238E27FC236}">
                <a16:creationId xmlns:a16="http://schemas.microsoft.com/office/drawing/2014/main" id="{1071A5D1-2D1F-F343-9283-00E30F2340BE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91388" y="2640013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25" name="Rectangle 501">
            <a:extLst>
              <a:ext uri="{FF2B5EF4-FFF2-40B4-BE49-F238E27FC236}">
                <a16:creationId xmlns:a16="http://schemas.microsoft.com/office/drawing/2014/main" id="{11FD2A8E-5967-3F45-88B6-45C073137D32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64400" y="2436813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5" name="Oval 502">
            <a:extLst>
              <a:ext uri="{FF2B5EF4-FFF2-40B4-BE49-F238E27FC236}">
                <a16:creationId xmlns:a16="http://schemas.microsoft.com/office/drawing/2014/main" id="{7B4B862B-A203-F130-6F1B-D6CE95D41B7D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923213" y="2236788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527" name="Rectangle 503">
            <a:extLst>
              <a:ext uri="{FF2B5EF4-FFF2-40B4-BE49-F238E27FC236}">
                <a16:creationId xmlns:a16="http://schemas.microsoft.com/office/drawing/2014/main" id="{71558E54-934B-D14E-8B48-245F677C29DB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307263" y="2636838"/>
            <a:ext cx="25400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7" name="Line 504">
            <a:extLst>
              <a:ext uri="{FF2B5EF4-FFF2-40B4-BE49-F238E27FC236}">
                <a16:creationId xmlns:a16="http://schemas.microsoft.com/office/drawing/2014/main" id="{734C2FC8-15C6-1369-6B42-55BCDEEBCBB3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7169150" y="2508250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57531" name="Oval 507">
            <a:extLst>
              <a:ext uri="{FF2B5EF4-FFF2-40B4-BE49-F238E27FC236}">
                <a16:creationId xmlns:a16="http://schemas.microsoft.com/office/drawing/2014/main" id="{0878A94B-B321-5346-AA87-CD55A60CC13F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8625" y="4600575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32" name="Rectangle 508">
            <a:extLst>
              <a:ext uri="{FF2B5EF4-FFF2-40B4-BE49-F238E27FC236}">
                <a16:creationId xmlns:a16="http://schemas.microsoft.com/office/drawing/2014/main" id="{1764C8CB-F133-854A-9D0F-C0F958D80E86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381875" y="4395788"/>
            <a:ext cx="731838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50" name="Oval 509">
            <a:extLst>
              <a:ext uri="{FF2B5EF4-FFF2-40B4-BE49-F238E27FC236}">
                <a16:creationId xmlns:a16="http://schemas.microsoft.com/office/drawing/2014/main" id="{FE9A8C06-1FFF-435D-889D-FFA01C83493F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416800" y="41957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57534" name="Rectangle 510">
            <a:extLst>
              <a:ext uri="{FF2B5EF4-FFF2-40B4-BE49-F238E27FC236}">
                <a16:creationId xmlns:a16="http://schemas.microsoft.com/office/drawing/2014/main" id="{AD22196E-1D64-9F4C-B746-7456597FD8A9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3863" y="4597400"/>
            <a:ext cx="25400" cy="1524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52" name="Line 511">
            <a:extLst>
              <a:ext uri="{FF2B5EF4-FFF2-40B4-BE49-F238E27FC236}">
                <a16:creationId xmlns:a16="http://schemas.microsoft.com/office/drawing/2014/main" id="{0F34A3BB-493F-5706-1B4E-E9D14CA09B97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7243763" y="4495800"/>
            <a:ext cx="1062037" cy="127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5753" name="Text Box 513">
            <a:extLst>
              <a:ext uri="{FF2B5EF4-FFF2-40B4-BE49-F238E27FC236}">
                <a16:creationId xmlns:a16="http://schemas.microsoft.com/office/drawing/2014/main" id="{154D5D40-4DFA-5E63-65FA-DC5BF2011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588" y="1903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54" name="Text Box 514">
            <a:extLst>
              <a:ext uri="{FF2B5EF4-FFF2-40B4-BE49-F238E27FC236}">
                <a16:creationId xmlns:a16="http://schemas.microsoft.com/office/drawing/2014/main" id="{9FAAFECE-1578-4D04-CF01-3BBED5D10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2411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55" name="Freeform 515">
            <a:extLst>
              <a:ext uri="{FF2B5EF4-FFF2-40B4-BE49-F238E27FC236}">
                <a16:creationId xmlns:a16="http://schemas.microsoft.com/office/drawing/2014/main" id="{2DD5121B-BB11-511F-1EDA-1B304AB1DA70}"/>
              </a:ext>
            </a:extLst>
          </p:cNvPr>
          <p:cNvSpPr>
            <a:spLocks/>
          </p:cNvSpPr>
          <p:nvPr/>
        </p:nvSpPr>
        <p:spPr bwMode="auto">
          <a:xfrm>
            <a:off x="5710238" y="2771775"/>
            <a:ext cx="800100" cy="1381125"/>
          </a:xfrm>
          <a:custGeom>
            <a:avLst/>
            <a:gdLst>
              <a:gd name="T0" fmla="*/ 0 w 504"/>
              <a:gd name="T1" fmla="*/ 0 h 870"/>
              <a:gd name="T2" fmla="*/ 2147483646 w 504"/>
              <a:gd name="T3" fmla="*/ 2147483646 h 870"/>
              <a:gd name="T4" fmla="*/ 2147483646 w 504"/>
              <a:gd name="T5" fmla="*/ 2147483646 h 870"/>
              <a:gd name="T6" fmla="*/ 2147483646 w 504"/>
              <a:gd name="T7" fmla="*/ 2147483646 h 870"/>
              <a:gd name="T8" fmla="*/ 2147483646 w 504"/>
              <a:gd name="T9" fmla="*/ 2147483646 h 870"/>
              <a:gd name="T10" fmla="*/ 2147483646 w 504"/>
              <a:gd name="T11" fmla="*/ 2147483646 h 870"/>
              <a:gd name="T12" fmla="*/ 2147483646 w 504"/>
              <a:gd name="T13" fmla="*/ 2147483646 h 870"/>
              <a:gd name="T14" fmla="*/ 2147483646 w 504"/>
              <a:gd name="T15" fmla="*/ 2147483646 h 870"/>
              <a:gd name="T16" fmla="*/ 2147483646 w 504"/>
              <a:gd name="T17" fmla="*/ 2147483646 h 870"/>
              <a:gd name="T18" fmla="*/ 2147483646 w 504"/>
              <a:gd name="T19" fmla="*/ 2147483646 h 8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04"/>
              <a:gd name="T31" fmla="*/ 0 h 870"/>
              <a:gd name="T32" fmla="*/ 504 w 504"/>
              <a:gd name="T33" fmla="*/ 870 h 87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04" h="870">
                <a:moveTo>
                  <a:pt x="0" y="0"/>
                </a:moveTo>
                <a:cubicBezTo>
                  <a:pt x="21" y="11"/>
                  <a:pt x="79" y="44"/>
                  <a:pt x="129" y="63"/>
                </a:cubicBezTo>
                <a:cubicBezTo>
                  <a:pt x="179" y="82"/>
                  <a:pt x="255" y="102"/>
                  <a:pt x="299" y="112"/>
                </a:cubicBezTo>
                <a:cubicBezTo>
                  <a:pt x="343" y="122"/>
                  <a:pt x="362" y="116"/>
                  <a:pt x="392" y="121"/>
                </a:cubicBezTo>
                <a:cubicBezTo>
                  <a:pt x="417" y="124"/>
                  <a:pt x="469" y="100"/>
                  <a:pt x="479" y="145"/>
                </a:cubicBezTo>
                <a:cubicBezTo>
                  <a:pt x="490" y="191"/>
                  <a:pt x="504" y="700"/>
                  <a:pt x="490" y="772"/>
                </a:cubicBezTo>
                <a:cubicBezTo>
                  <a:pt x="477" y="845"/>
                  <a:pt x="447" y="842"/>
                  <a:pt x="406" y="839"/>
                </a:cubicBezTo>
                <a:cubicBezTo>
                  <a:pt x="365" y="836"/>
                  <a:pt x="323" y="835"/>
                  <a:pt x="286" y="833"/>
                </a:cubicBezTo>
                <a:cubicBezTo>
                  <a:pt x="250" y="831"/>
                  <a:pt x="226" y="822"/>
                  <a:pt x="192" y="828"/>
                </a:cubicBezTo>
                <a:cubicBezTo>
                  <a:pt x="158" y="834"/>
                  <a:pt x="107" y="861"/>
                  <a:pt x="84" y="870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5756" name="Text Box 516">
            <a:extLst>
              <a:ext uri="{FF2B5EF4-FFF2-40B4-BE49-F238E27FC236}">
                <a16:creationId xmlns:a16="http://schemas.microsoft.com/office/drawing/2014/main" id="{F23329E0-43C5-DFA2-4555-5CD586F43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39608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57" name="Freeform 517">
            <a:extLst>
              <a:ext uri="{FF2B5EF4-FFF2-40B4-BE49-F238E27FC236}">
                <a16:creationId xmlns:a16="http://schemas.microsoft.com/office/drawing/2014/main" id="{268E306C-B7EA-AADB-94B9-2078BE57C810}"/>
              </a:ext>
            </a:extLst>
          </p:cNvPr>
          <p:cNvSpPr>
            <a:spLocks/>
          </p:cNvSpPr>
          <p:nvPr/>
        </p:nvSpPr>
        <p:spPr bwMode="auto">
          <a:xfrm>
            <a:off x="6173788" y="2749550"/>
            <a:ext cx="431800" cy="1570038"/>
          </a:xfrm>
          <a:custGeom>
            <a:avLst/>
            <a:gdLst>
              <a:gd name="T0" fmla="*/ 0 w 272"/>
              <a:gd name="T1" fmla="*/ 0 h 989"/>
              <a:gd name="T2" fmla="*/ 2147483646 w 272"/>
              <a:gd name="T3" fmla="*/ 2147483646 h 989"/>
              <a:gd name="T4" fmla="*/ 2147483646 w 272"/>
              <a:gd name="T5" fmla="*/ 2147483646 h 989"/>
              <a:gd name="T6" fmla="*/ 2147483646 w 272"/>
              <a:gd name="T7" fmla="*/ 2147483646 h 989"/>
              <a:gd name="T8" fmla="*/ 2147483646 w 272"/>
              <a:gd name="T9" fmla="*/ 2147483646 h 989"/>
              <a:gd name="T10" fmla="*/ 2147483646 w 272"/>
              <a:gd name="T11" fmla="*/ 2147483646 h 989"/>
              <a:gd name="T12" fmla="*/ 2147483646 w 272"/>
              <a:gd name="T13" fmla="*/ 2147483646 h 98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72"/>
              <a:gd name="T22" fmla="*/ 0 h 989"/>
              <a:gd name="T23" fmla="*/ 272 w 272"/>
              <a:gd name="T24" fmla="*/ 989 h 98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72" h="989">
                <a:moveTo>
                  <a:pt x="0" y="0"/>
                </a:moveTo>
                <a:cubicBezTo>
                  <a:pt x="15" y="13"/>
                  <a:pt x="49" y="56"/>
                  <a:pt x="92" y="80"/>
                </a:cubicBezTo>
                <a:cubicBezTo>
                  <a:pt x="231" y="84"/>
                  <a:pt x="204" y="89"/>
                  <a:pt x="257" y="147"/>
                </a:cubicBezTo>
                <a:cubicBezTo>
                  <a:pt x="270" y="295"/>
                  <a:pt x="272" y="652"/>
                  <a:pt x="268" y="774"/>
                </a:cubicBezTo>
                <a:cubicBezTo>
                  <a:pt x="268" y="895"/>
                  <a:pt x="261" y="853"/>
                  <a:pt x="257" y="875"/>
                </a:cubicBezTo>
                <a:cubicBezTo>
                  <a:pt x="251" y="894"/>
                  <a:pt x="257" y="889"/>
                  <a:pt x="242" y="908"/>
                </a:cubicBezTo>
                <a:cubicBezTo>
                  <a:pt x="227" y="927"/>
                  <a:pt x="183" y="972"/>
                  <a:pt x="167" y="98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5758" name="Freeform 518">
            <a:extLst>
              <a:ext uri="{FF2B5EF4-FFF2-40B4-BE49-F238E27FC236}">
                <a16:creationId xmlns:a16="http://schemas.microsoft.com/office/drawing/2014/main" id="{7BC5D0AE-F0C4-1CF1-9265-D870A2D8AF94}"/>
              </a:ext>
            </a:extLst>
          </p:cNvPr>
          <p:cNvSpPr>
            <a:spLocks/>
          </p:cNvSpPr>
          <p:nvPr/>
        </p:nvSpPr>
        <p:spPr bwMode="auto">
          <a:xfrm>
            <a:off x="6757988" y="2733675"/>
            <a:ext cx="638175" cy="1538288"/>
          </a:xfrm>
          <a:custGeom>
            <a:avLst/>
            <a:gdLst>
              <a:gd name="T0" fmla="*/ 2147483646 w 402"/>
              <a:gd name="T1" fmla="*/ 0 h 969"/>
              <a:gd name="T2" fmla="*/ 2147483646 w 402"/>
              <a:gd name="T3" fmla="*/ 2147483646 h 969"/>
              <a:gd name="T4" fmla="*/ 2147483646 w 402"/>
              <a:gd name="T5" fmla="*/ 2147483646 h 969"/>
              <a:gd name="T6" fmla="*/ 2147483646 w 402"/>
              <a:gd name="T7" fmla="*/ 2147483646 h 969"/>
              <a:gd name="T8" fmla="*/ 2147483646 w 402"/>
              <a:gd name="T9" fmla="*/ 2147483646 h 969"/>
              <a:gd name="T10" fmla="*/ 2147483646 w 402"/>
              <a:gd name="T11" fmla="*/ 2147483646 h 969"/>
              <a:gd name="T12" fmla="*/ 2147483646 w 402"/>
              <a:gd name="T13" fmla="*/ 2147483646 h 969"/>
              <a:gd name="T14" fmla="*/ 2147483646 w 402"/>
              <a:gd name="T15" fmla="*/ 2147483646 h 969"/>
              <a:gd name="T16" fmla="*/ 2147483646 w 402"/>
              <a:gd name="T17" fmla="*/ 2147483646 h 96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02"/>
              <a:gd name="T28" fmla="*/ 0 h 969"/>
              <a:gd name="T29" fmla="*/ 402 w 402"/>
              <a:gd name="T30" fmla="*/ 969 h 969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02" h="969">
                <a:moveTo>
                  <a:pt x="306" y="0"/>
                </a:moveTo>
                <a:cubicBezTo>
                  <a:pt x="295" y="5"/>
                  <a:pt x="262" y="24"/>
                  <a:pt x="240" y="36"/>
                </a:cubicBezTo>
                <a:cubicBezTo>
                  <a:pt x="218" y="48"/>
                  <a:pt x="199" y="58"/>
                  <a:pt x="174" y="72"/>
                </a:cubicBezTo>
                <a:cubicBezTo>
                  <a:pt x="149" y="86"/>
                  <a:pt x="115" y="101"/>
                  <a:pt x="90" y="119"/>
                </a:cubicBezTo>
                <a:cubicBezTo>
                  <a:pt x="64" y="136"/>
                  <a:pt x="72" y="127"/>
                  <a:pt x="25" y="178"/>
                </a:cubicBezTo>
                <a:cubicBezTo>
                  <a:pt x="14" y="223"/>
                  <a:pt x="0" y="732"/>
                  <a:pt x="14" y="804"/>
                </a:cubicBezTo>
                <a:cubicBezTo>
                  <a:pt x="27" y="877"/>
                  <a:pt x="53" y="854"/>
                  <a:pt x="98" y="871"/>
                </a:cubicBezTo>
                <a:cubicBezTo>
                  <a:pt x="144" y="888"/>
                  <a:pt x="209" y="884"/>
                  <a:pt x="261" y="900"/>
                </a:cubicBezTo>
                <a:cubicBezTo>
                  <a:pt x="312" y="916"/>
                  <a:pt x="373" y="955"/>
                  <a:pt x="402" y="96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5759" name="Text Box 519">
            <a:extLst>
              <a:ext uri="{FF2B5EF4-FFF2-40B4-BE49-F238E27FC236}">
                <a16:creationId xmlns:a16="http://schemas.microsoft.com/office/drawing/2014/main" id="{1C7E45FD-5654-597A-FC30-2D88076AD6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288" y="4498975"/>
            <a:ext cx="67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60" name="Text Box 520">
            <a:extLst>
              <a:ext uri="{FF2B5EF4-FFF2-40B4-BE49-F238E27FC236}">
                <a16:creationId xmlns:a16="http://schemas.microsoft.com/office/drawing/2014/main" id="{FBA66DCD-7812-0C04-24D6-73CAE7264A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39862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  <a:r>
              <a:rPr kumimoji="0" lang="en-US" altLang="zh-CN" sz="2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</a:t>
            </a:r>
            <a:endParaRPr kumimoji="0" lang="en-US" altLang="zh-C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61" name="Text Box 521">
            <a:extLst>
              <a:ext uri="{FF2B5EF4-FFF2-40B4-BE49-F238E27FC236}">
                <a16:creationId xmlns:a16="http://schemas.microsoft.com/office/drawing/2014/main" id="{38C67065-2B50-7F42-3527-A649A0070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357563"/>
            <a:ext cx="676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</a:t>
            </a:r>
          </a:p>
        </p:txBody>
      </p:sp>
      <p:sp>
        <p:nvSpPr>
          <p:cNvPr id="115762" name="Rectangle 523">
            <a:extLst>
              <a:ext uri="{FF2B5EF4-FFF2-40B4-BE49-F238E27FC236}">
                <a16:creationId xmlns:a16="http://schemas.microsoft.com/office/drawing/2014/main" id="{4ED4C99E-0084-7A85-2D67-0249D5B9E585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79425" y="1593850"/>
            <a:ext cx="3597275" cy="41148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per-connection end-end throughput: </a:t>
            </a:r>
            <a:r>
              <a:rPr lang="en-US" altLang="zh-CN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min(</a:t>
            </a:r>
            <a:r>
              <a:rPr lang="en-US" altLang="zh-CN" i="1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zh-CN" i="1" baseline="-25000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zh-CN" i="1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,R</a:t>
            </a:r>
            <a:r>
              <a:rPr lang="en-US" altLang="zh-CN" i="1" baseline="-25000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zh-CN" i="1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,R</a:t>
            </a:r>
            <a:r>
              <a:rPr lang="en-US" altLang="zh-CN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/10)</a:t>
            </a:r>
          </a:p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in practice: </a:t>
            </a:r>
            <a:r>
              <a:rPr lang="en-US" altLang="zh-CN" i="1" dirty="0" err="1">
                <a:ea typeface="ＭＳ Ｐゴシック" panose="020B0600070205080204" pitchFamily="34" charset="-128"/>
              </a:rPr>
              <a:t>R</a:t>
            </a:r>
            <a:r>
              <a:rPr lang="en-US" altLang="zh-CN" i="1" baseline="-25000" dirty="0" err="1">
                <a:ea typeface="ＭＳ Ｐゴシック" panose="020B0600070205080204" pitchFamily="34" charset="-128"/>
              </a:rPr>
              <a:t>c</a:t>
            </a:r>
            <a:r>
              <a:rPr lang="en-US" altLang="zh-CN" dirty="0">
                <a:ea typeface="ＭＳ Ｐゴシック" panose="020B0600070205080204" pitchFamily="34" charset="-128"/>
              </a:rPr>
              <a:t> or </a:t>
            </a:r>
            <a:r>
              <a:rPr lang="en-US" altLang="zh-CN" i="1" dirty="0">
                <a:ea typeface="ＭＳ Ｐゴシック" panose="020B0600070205080204" pitchFamily="34" charset="-128"/>
              </a:rPr>
              <a:t>R</a:t>
            </a:r>
            <a:r>
              <a:rPr lang="en-US" altLang="zh-CN" i="1" baseline="-25000" dirty="0">
                <a:ea typeface="ＭＳ Ｐゴシック" panose="020B0600070205080204" pitchFamily="34" charset="-128"/>
              </a:rPr>
              <a:t>s</a:t>
            </a:r>
            <a:r>
              <a:rPr lang="en-US" altLang="zh-CN" dirty="0">
                <a:ea typeface="ＭＳ Ｐゴシック" panose="020B0600070205080204" pitchFamily="34" charset="-128"/>
              </a:rPr>
              <a:t> is often bottleneck</a:t>
            </a:r>
          </a:p>
        </p:txBody>
      </p:sp>
      <p:grpSp>
        <p:nvGrpSpPr>
          <p:cNvPr id="115763" name="Group 81">
            <a:extLst>
              <a:ext uri="{FF2B5EF4-FFF2-40B4-BE49-F238E27FC236}">
                <a16:creationId xmlns:a16="http://schemas.microsoft.com/office/drawing/2014/main" id="{F979CD3D-FB2F-EB1E-AF59-296193E3A696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784350"/>
            <a:ext cx="352425" cy="660400"/>
            <a:chOff x="4140" y="429"/>
            <a:chExt cx="1425" cy="2396"/>
          </a:xfrm>
        </p:grpSpPr>
        <p:sp>
          <p:nvSpPr>
            <p:cNvPr id="115841" name="Freeform 82">
              <a:extLst>
                <a:ext uri="{FF2B5EF4-FFF2-40B4-BE49-F238E27FC236}">
                  <a16:creationId xmlns:a16="http://schemas.microsoft.com/office/drawing/2014/main" id="{68198F29-DB57-7CC8-2B8F-7FC6469B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42" name="Rectangle 83">
              <a:extLst>
                <a:ext uri="{FF2B5EF4-FFF2-40B4-BE49-F238E27FC236}">
                  <a16:creationId xmlns:a16="http://schemas.microsoft.com/office/drawing/2014/main" id="{FAE63CE8-C251-4D07-629C-73034491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43" name="Freeform 84">
              <a:extLst>
                <a:ext uri="{FF2B5EF4-FFF2-40B4-BE49-F238E27FC236}">
                  <a16:creationId xmlns:a16="http://schemas.microsoft.com/office/drawing/2014/main" id="{0FE6EAEC-4801-D58E-9C44-BE532632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44" name="Freeform 85">
              <a:extLst>
                <a:ext uri="{FF2B5EF4-FFF2-40B4-BE49-F238E27FC236}">
                  <a16:creationId xmlns:a16="http://schemas.microsoft.com/office/drawing/2014/main" id="{6C43B512-989E-3FE3-7364-07E0C2FD6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45" name="Rectangle 86">
              <a:extLst>
                <a:ext uri="{FF2B5EF4-FFF2-40B4-BE49-F238E27FC236}">
                  <a16:creationId xmlns:a16="http://schemas.microsoft.com/office/drawing/2014/main" id="{A4144481-815C-0150-764C-EFB67A98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46" name="Group 87">
              <a:extLst>
                <a:ext uri="{FF2B5EF4-FFF2-40B4-BE49-F238E27FC236}">
                  <a16:creationId xmlns:a16="http://schemas.microsoft.com/office/drawing/2014/main" id="{09712A0F-9D33-BA2D-30B2-B7E24013B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71" name="AutoShape 88">
                <a:extLst>
                  <a:ext uri="{FF2B5EF4-FFF2-40B4-BE49-F238E27FC236}">
                    <a16:creationId xmlns:a16="http://schemas.microsoft.com/office/drawing/2014/main" id="{C657F72F-BA41-A648-9EF1-9FBFDB904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72" name="AutoShape 89">
                <a:extLst>
                  <a:ext uri="{FF2B5EF4-FFF2-40B4-BE49-F238E27FC236}">
                    <a16:creationId xmlns:a16="http://schemas.microsoft.com/office/drawing/2014/main" id="{5E4EC7BE-9BDD-09B6-9F67-67412D40A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47" name="Rectangle 90">
              <a:extLst>
                <a:ext uri="{FF2B5EF4-FFF2-40B4-BE49-F238E27FC236}">
                  <a16:creationId xmlns:a16="http://schemas.microsoft.com/office/drawing/2014/main" id="{8EE8BDDF-53D8-2853-0D9B-0D5132815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48" name="Group 91">
              <a:extLst>
                <a:ext uri="{FF2B5EF4-FFF2-40B4-BE49-F238E27FC236}">
                  <a16:creationId xmlns:a16="http://schemas.microsoft.com/office/drawing/2014/main" id="{D189FB6F-2AAE-F025-20EC-DDE591E9E4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69" name="AutoShape 92">
                <a:extLst>
                  <a:ext uri="{FF2B5EF4-FFF2-40B4-BE49-F238E27FC236}">
                    <a16:creationId xmlns:a16="http://schemas.microsoft.com/office/drawing/2014/main" id="{7D187721-1AE7-F918-5D9E-9CF2F1504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70" name="AutoShape 93">
                <a:extLst>
                  <a:ext uri="{FF2B5EF4-FFF2-40B4-BE49-F238E27FC236}">
                    <a16:creationId xmlns:a16="http://schemas.microsoft.com/office/drawing/2014/main" id="{7DC92748-9C3C-22FC-C922-66D202528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49" name="Rectangle 94">
              <a:extLst>
                <a:ext uri="{FF2B5EF4-FFF2-40B4-BE49-F238E27FC236}">
                  <a16:creationId xmlns:a16="http://schemas.microsoft.com/office/drawing/2014/main" id="{F2666244-514F-9BE6-5905-4ED304221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50" name="Rectangle 95">
              <a:extLst>
                <a:ext uri="{FF2B5EF4-FFF2-40B4-BE49-F238E27FC236}">
                  <a16:creationId xmlns:a16="http://schemas.microsoft.com/office/drawing/2014/main" id="{48929F49-F4C5-9FC4-8F5A-F1EFC032A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51" name="Group 96">
              <a:extLst>
                <a:ext uri="{FF2B5EF4-FFF2-40B4-BE49-F238E27FC236}">
                  <a16:creationId xmlns:a16="http://schemas.microsoft.com/office/drawing/2014/main" id="{95A1A91B-F275-85D1-CE30-BE53CA346F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67" name="AutoShape 97">
                <a:extLst>
                  <a:ext uri="{FF2B5EF4-FFF2-40B4-BE49-F238E27FC236}">
                    <a16:creationId xmlns:a16="http://schemas.microsoft.com/office/drawing/2014/main" id="{0A0C1AA0-A4B2-43E4-60DB-3FD55F114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68" name="AutoShape 98">
                <a:extLst>
                  <a:ext uri="{FF2B5EF4-FFF2-40B4-BE49-F238E27FC236}">
                    <a16:creationId xmlns:a16="http://schemas.microsoft.com/office/drawing/2014/main" id="{E97BD142-1F04-4432-0853-69AFBD84D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52" name="Freeform 99">
              <a:extLst>
                <a:ext uri="{FF2B5EF4-FFF2-40B4-BE49-F238E27FC236}">
                  <a16:creationId xmlns:a16="http://schemas.microsoft.com/office/drawing/2014/main" id="{83117C38-61F0-E7D7-7265-628908F7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5853" name="Group 100">
              <a:extLst>
                <a:ext uri="{FF2B5EF4-FFF2-40B4-BE49-F238E27FC236}">
                  <a16:creationId xmlns:a16="http://schemas.microsoft.com/office/drawing/2014/main" id="{121AD162-872E-6C70-4D68-C068D6D8B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65" name="AutoShape 101">
                <a:extLst>
                  <a:ext uri="{FF2B5EF4-FFF2-40B4-BE49-F238E27FC236}">
                    <a16:creationId xmlns:a16="http://schemas.microsoft.com/office/drawing/2014/main" id="{6260B7CF-4879-04C5-4F77-208B0268A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66" name="AutoShape 102">
                <a:extLst>
                  <a:ext uri="{FF2B5EF4-FFF2-40B4-BE49-F238E27FC236}">
                    <a16:creationId xmlns:a16="http://schemas.microsoft.com/office/drawing/2014/main" id="{E2502C7B-A5E5-AB9A-10AD-4CD31BED0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54" name="Rectangle 103">
              <a:extLst>
                <a:ext uri="{FF2B5EF4-FFF2-40B4-BE49-F238E27FC236}">
                  <a16:creationId xmlns:a16="http://schemas.microsoft.com/office/drawing/2014/main" id="{44864840-35E4-9BCE-E3F3-D67EEF6F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55" name="Freeform 104">
              <a:extLst>
                <a:ext uri="{FF2B5EF4-FFF2-40B4-BE49-F238E27FC236}">
                  <a16:creationId xmlns:a16="http://schemas.microsoft.com/office/drawing/2014/main" id="{FC47806F-0550-C5F4-81C0-87203C3D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56" name="Freeform 105">
              <a:extLst>
                <a:ext uri="{FF2B5EF4-FFF2-40B4-BE49-F238E27FC236}">
                  <a16:creationId xmlns:a16="http://schemas.microsoft.com/office/drawing/2014/main" id="{230CE56A-02D4-D5A3-35F6-D5052BEE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57" name="Oval 106">
              <a:extLst>
                <a:ext uri="{FF2B5EF4-FFF2-40B4-BE49-F238E27FC236}">
                  <a16:creationId xmlns:a16="http://schemas.microsoft.com/office/drawing/2014/main" id="{A6784700-F1BF-A30B-EF86-96E6300F6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58" name="Freeform 107">
              <a:extLst>
                <a:ext uri="{FF2B5EF4-FFF2-40B4-BE49-F238E27FC236}">
                  <a16:creationId xmlns:a16="http://schemas.microsoft.com/office/drawing/2014/main" id="{56636846-B559-0917-A5A7-445066DAF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59" name="AutoShape 108">
              <a:extLst>
                <a:ext uri="{FF2B5EF4-FFF2-40B4-BE49-F238E27FC236}">
                  <a16:creationId xmlns:a16="http://schemas.microsoft.com/office/drawing/2014/main" id="{CE3CC867-3A10-A7E8-C9CB-B3858DF9B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60" name="AutoShape 109">
              <a:extLst>
                <a:ext uri="{FF2B5EF4-FFF2-40B4-BE49-F238E27FC236}">
                  <a16:creationId xmlns:a16="http://schemas.microsoft.com/office/drawing/2014/main" id="{E435EC41-91E3-E654-2C2C-C17DAEFAF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61" name="Oval 110">
              <a:extLst>
                <a:ext uri="{FF2B5EF4-FFF2-40B4-BE49-F238E27FC236}">
                  <a16:creationId xmlns:a16="http://schemas.microsoft.com/office/drawing/2014/main" id="{100A5DB4-4E91-93C9-6B30-DC9F1C938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62" name="Oval 111">
              <a:extLst>
                <a:ext uri="{FF2B5EF4-FFF2-40B4-BE49-F238E27FC236}">
                  <a16:creationId xmlns:a16="http://schemas.microsoft.com/office/drawing/2014/main" id="{63A28928-6BC8-3D57-D7B5-F6A969716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63" name="Oval 112">
              <a:extLst>
                <a:ext uri="{FF2B5EF4-FFF2-40B4-BE49-F238E27FC236}">
                  <a16:creationId xmlns:a16="http://schemas.microsoft.com/office/drawing/2014/main" id="{0407F87F-7221-C223-CFAC-939FC2597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64" name="Rectangle 113">
              <a:extLst>
                <a:ext uri="{FF2B5EF4-FFF2-40B4-BE49-F238E27FC236}">
                  <a16:creationId xmlns:a16="http://schemas.microsoft.com/office/drawing/2014/main" id="{7FC906AB-4767-40CA-1E35-A5C1881D1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15764" name="Group 114">
            <a:extLst>
              <a:ext uri="{FF2B5EF4-FFF2-40B4-BE49-F238E27FC236}">
                <a16:creationId xmlns:a16="http://schemas.microsoft.com/office/drawing/2014/main" id="{4C3D744E-F7EF-D3E4-BEA6-994D320DAC8B}"/>
              </a:ext>
            </a:extLst>
          </p:cNvPr>
          <p:cNvGrpSpPr>
            <a:grpSpLocks/>
          </p:cNvGrpSpPr>
          <p:nvPr/>
        </p:nvGrpSpPr>
        <p:grpSpPr bwMode="auto">
          <a:xfrm>
            <a:off x="5151438" y="1444625"/>
            <a:ext cx="352425" cy="660400"/>
            <a:chOff x="4140" y="429"/>
            <a:chExt cx="1425" cy="2396"/>
          </a:xfrm>
        </p:grpSpPr>
        <p:sp>
          <p:nvSpPr>
            <p:cNvPr id="115809" name="Freeform 115">
              <a:extLst>
                <a:ext uri="{FF2B5EF4-FFF2-40B4-BE49-F238E27FC236}">
                  <a16:creationId xmlns:a16="http://schemas.microsoft.com/office/drawing/2014/main" id="{EB9DC89E-09A8-096A-4ACB-70987930F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10" name="Rectangle 116">
              <a:extLst>
                <a:ext uri="{FF2B5EF4-FFF2-40B4-BE49-F238E27FC236}">
                  <a16:creationId xmlns:a16="http://schemas.microsoft.com/office/drawing/2014/main" id="{4560E6B2-DE0A-BA6A-49B5-74F074398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11" name="Freeform 117">
              <a:extLst>
                <a:ext uri="{FF2B5EF4-FFF2-40B4-BE49-F238E27FC236}">
                  <a16:creationId xmlns:a16="http://schemas.microsoft.com/office/drawing/2014/main" id="{B6272092-462D-CAEE-6E57-FAF37DF7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12" name="Freeform 118">
              <a:extLst>
                <a:ext uri="{FF2B5EF4-FFF2-40B4-BE49-F238E27FC236}">
                  <a16:creationId xmlns:a16="http://schemas.microsoft.com/office/drawing/2014/main" id="{C6ACEA9F-D77D-3589-9472-6D395CE2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13" name="Rectangle 119">
              <a:extLst>
                <a:ext uri="{FF2B5EF4-FFF2-40B4-BE49-F238E27FC236}">
                  <a16:creationId xmlns:a16="http://schemas.microsoft.com/office/drawing/2014/main" id="{7643314D-F944-F293-4D0D-3F7468239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14" name="Group 120">
              <a:extLst>
                <a:ext uri="{FF2B5EF4-FFF2-40B4-BE49-F238E27FC236}">
                  <a16:creationId xmlns:a16="http://schemas.microsoft.com/office/drawing/2014/main" id="{1647031F-F632-0DCB-0A5A-EDD4BC497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39" name="AutoShape 121">
                <a:extLst>
                  <a:ext uri="{FF2B5EF4-FFF2-40B4-BE49-F238E27FC236}">
                    <a16:creationId xmlns:a16="http://schemas.microsoft.com/office/drawing/2014/main" id="{AA79B483-88D2-BFFE-827A-F7651E0FB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40" name="AutoShape 122">
                <a:extLst>
                  <a:ext uri="{FF2B5EF4-FFF2-40B4-BE49-F238E27FC236}">
                    <a16:creationId xmlns:a16="http://schemas.microsoft.com/office/drawing/2014/main" id="{DD80D764-180E-75EC-CF20-3D2B9D29C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15" name="Rectangle 123">
              <a:extLst>
                <a:ext uri="{FF2B5EF4-FFF2-40B4-BE49-F238E27FC236}">
                  <a16:creationId xmlns:a16="http://schemas.microsoft.com/office/drawing/2014/main" id="{05D9C7CE-51DE-AFD1-8983-05585F913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16" name="Group 124">
              <a:extLst>
                <a:ext uri="{FF2B5EF4-FFF2-40B4-BE49-F238E27FC236}">
                  <a16:creationId xmlns:a16="http://schemas.microsoft.com/office/drawing/2014/main" id="{DDC6A481-0F17-D7C3-047F-38B7770AB5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37" name="AutoShape 125">
                <a:extLst>
                  <a:ext uri="{FF2B5EF4-FFF2-40B4-BE49-F238E27FC236}">
                    <a16:creationId xmlns:a16="http://schemas.microsoft.com/office/drawing/2014/main" id="{3647F364-6501-1658-3B77-4C87E6434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38" name="AutoShape 126">
                <a:extLst>
                  <a:ext uri="{FF2B5EF4-FFF2-40B4-BE49-F238E27FC236}">
                    <a16:creationId xmlns:a16="http://schemas.microsoft.com/office/drawing/2014/main" id="{54123511-0834-E63B-1C98-9063C96F1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17" name="Rectangle 127">
              <a:extLst>
                <a:ext uri="{FF2B5EF4-FFF2-40B4-BE49-F238E27FC236}">
                  <a16:creationId xmlns:a16="http://schemas.microsoft.com/office/drawing/2014/main" id="{657B1B1A-373B-4070-D277-EB64E2D0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18" name="Rectangle 128">
              <a:extLst>
                <a:ext uri="{FF2B5EF4-FFF2-40B4-BE49-F238E27FC236}">
                  <a16:creationId xmlns:a16="http://schemas.microsoft.com/office/drawing/2014/main" id="{3A6F6D38-DA3E-94E5-C3CF-6F4C62234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819" name="Group 129">
              <a:extLst>
                <a:ext uri="{FF2B5EF4-FFF2-40B4-BE49-F238E27FC236}">
                  <a16:creationId xmlns:a16="http://schemas.microsoft.com/office/drawing/2014/main" id="{17AFE639-C125-0C63-A7F2-2FC47AFC6D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35" name="AutoShape 130">
                <a:extLst>
                  <a:ext uri="{FF2B5EF4-FFF2-40B4-BE49-F238E27FC236}">
                    <a16:creationId xmlns:a16="http://schemas.microsoft.com/office/drawing/2014/main" id="{1B20476B-3693-4A3B-8A8A-2051D956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36" name="AutoShape 131">
                <a:extLst>
                  <a:ext uri="{FF2B5EF4-FFF2-40B4-BE49-F238E27FC236}">
                    <a16:creationId xmlns:a16="http://schemas.microsoft.com/office/drawing/2014/main" id="{95B8B084-FAEA-AC71-4027-A8BBD896D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20" name="Freeform 132">
              <a:extLst>
                <a:ext uri="{FF2B5EF4-FFF2-40B4-BE49-F238E27FC236}">
                  <a16:creationId xmlns:a16="http://schemas.microsoft.com/office/drawing/2014/main" id="{10115D1C-7B3B-948A-8507-0E8A692F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5821" name="Group 133">
              <a:extLst>
                <a:ext uri="{FF2B5EF4-FFF2-40B4-BE49-F238E27FC236}">
                  <a16:creationId xmlns:a16="http://schemas.microsoft.com/office/drawing/2014/main" id="{6E03358D-7715-B0F2-4228-18FF9BCD60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33" name="AutoShape 134">
                <a:extLst>
                  <a:ext uri="{FF2B5EF4-FFF2-40B4-BE49-F238E27FC236}">
                    <a16:creationId xmlns:a16="http://schemas.microsoft.com/office/drawing/2014/main" id="{75700D96-5C08-4823-79BE-31E02D4C0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34" name="AutoShape 135">
                <a:extLst>
                  <a:ext uri="{FF2B5EF4-FFF2-40B4-BE49-F238E27FC236}">
                    <a16:creationId xmlns:a16="http://schemas.microsoft.com/office/drawing/2014/main" id="{A7732ED8-C26F-866B-6C64-4B6D8C381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822" name="Rectangle 136">
              <a:extLst>
                <a:ext uri="{FF2B5EF4-FFF2-40B4-BE49-F238E27FC236}">
                  <a16:creationId xmlns:a16="http://schemas.microsoft.com/office/drawing/2014/main" id="{F6C8B3C3-87BC-7126-B3CE-B14684650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23" name="Freeform 137">
              <a:extLst>
                <a:ext uri="{FF2B5EF4-FFF2-40B4-BE49-F238E27FC236}">
                  <a16:creationId xmlns:a16="http://schemas.microsoft.com/office/drawing/2014/main" id="{6D1E5ABB-D84A-68DB-707B-7DB40B3DE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24" name="Freeform 138">
              <a:extLst>
                <a:ext uri="{FF2B5EF4-FFF2-40B4-BE49-F238E27FC236}">
                  <a16:creationId xmlns:a16="http://schemas.microsoft.com/office/drawing/2014/main" id="{9054C0F2-814C-32E3-FCAE-498B5C9F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25" name="Oval 139">
              <a:extLst>
                <a:ext uri="{FF2B5EF4-FFF2-40B4-BE49-F238E27FC236}">
                  <a16:creationId xmlns:a16="http://schemas.microsoft.com/office/drawing/2014/main" id="{3F577AE4-9ABC-C041-142F-30BFAD49F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26" name="Freeform 140">
              <a:extLst>
                <a:ext uri="{FF2B5EF4-FFF2-40B4-BE49-F238E27FC236}">
                  <a16:creationId xmlns:a16="http://schemas.microsoft.com/office/drawing/2014/main" id="{8C438F9C-D184-991D-6608-8182B76B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827" name="AutoShape 141">
              <a:extLst>
                <a:ext uri="{FF2B5EF4-FFF2-40B4-BE49-F238E27FC236}">
                  <a16:creationId xmlns:a16="http://schemas.microsoft.com/office/drawing/2014/main" id="{802DE709-A511-7C45-DB95-EC1FA5E89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28" name="AutoShape 142">
              <a:extLst>
                <a:ext uri="{FF2B5EF4-FFF2-40B4-BE49-F238E27FC236}">
                  <a16:creationId xmlns:a16="http://schemas.microsoft.com/office/drawing/2014/main" id="{D26E7DB2-C23D-C4BB-BF16-9A3ECD09D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29" name="Oval 143">
              <a:extLst>
                <a:ext uri="{FF2B5EF4-FFF2-40B4-BE49-F238E27FC236}">
                  <a16:creationId xmlns:a16="http://schemas.microsoft.com/office/drawing/2014/main" id="{11364F1F-FA29-0E45-F9F1-19A49353B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30" name="Oval 144">
              <a:extLst>
                <a:ext uri="{FF2B5EF4-FFF2-40B4-BE49-F238E27FC236}">
                  <a16:creationId xmlns:a16="http://schemas.microsoft.com/office/drawing/2014/main" id="{FE7AC180-F918-BEFD-E9CF-010B0971A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31" name="Oval 145">
              <a:extLst>
                <a:ext uri="{FF2B5EF4-FFF2-40B4-BE49-F238E27FC236}">
                  <a16:creationId xmlns:a16="http://schemas.microsoft.com/office/drawing/2014/main" id="{A24CDBDD-43AB-C57C-17C3-2D9F54709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32" name="Rectangle 146">
              <a:extLst>
                <a:ext uri="{FF2B5EF4-FFF2-40B4-BE49-F238E27FC236}">
                  <a16:creationId xmlns:a16="http://schemas.microsoft.com/office/drawing/2014/main" id="{6D688018-986F-1A6F-8027-13ED1E56C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15765" name="Group 147">
            <a:extLst>
              <a:ext uri="{FF2B5EF4-FFF2-40B4-BE49-F238E27FC236}">
                <a16:creationId xmlns:a16="http://schemas.microsoft.com/office/drawing/2014/main" id="{0530B0F3-3B12-B7A9-EEC0-9357249A6A5F}"/>
              </a:ext>
            </a:extLst>
          </p:cNvPr>
          <p:cNvGrpSpPr>
            <a:grpSpLocks/>
          </p:cNvGrpSpPr>
          <p:nvPr/>
        </p:nvGrpSpPr>
        <p:grpSpPr bwMode="auto">
          <a:xfrm>
            <a:off x="8002588" y="1700213"/>
            <a:ext cx="352425" cy="660400"/>
            <a:chOff x="4140" y="429"/>
            <a:chExt cx="1425" cy="2396"/>
          </a:xfrm>
        </p:grpSpPr>
        <p:sp>
          <p:nvSpPr>
            <p:cNvPr id="115777" name="Freeform 148">
              <a:extLst>
                <a:ext uri="{FF2B5EF4-FFF2-40B4-BE49-F238E27FC236}">
                  <a16:creationId xmlns:a16="http://schemas.microsoft.com/office/drawing/2014/main" id="{58AB958A-8F21-B449-A31B-E75ED75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78" name="Rectangle 149">
              <a:extLst>
                <a:ext uri="{FF2B5EF4-FFF2-40B4-BE49-F238E27FC236}">
                  <a16:creationId xmlns:a16="http://schemas.microsoft.com/office/drawing/2014/main" id="{35EE50FE-DAC8-F720-1D06-5D10CB0D0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79" name="Freeform 150">
              <a:extLst>
                <a:ext uri="{FF2B5EF4-FFF2-40B4-BE49-F238E27FC236}">
                  <a16:creationId xmlns:a16="http://schemas.microsoft.com/office/drawing/2014/main" id="{972AD47A-CEAA-B1D1-2980-F8913522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80" name="Freeform 151">
              <a:extLst>
                <a:ext uri="{FF2B5EF4-FFF2-40B4-BE49-F238E27FC236}">
                  <a16:creationId xmlns:a16="http://schemas.microsoft.com/office/drawing/2014/main" id="{9C97AA74-128A-56A9-B6D3-A70B36C7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81" name="Rectangle 152">
              <a:extLst>
                <a:ext uri="{FF2B5EF4-FFF2-40B4-BE49-F238E27FC236}">
                  <a16:creationId xmlns:a16="http://schemas.microsoft.com/office/drawing/2014/main" id="{A701FDDC-91CC-CEA5-5192-1FFECDAD9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782" name="Group 153">
              <a:extLst>
                <a:ext uri="{FF2B5EF4-FFF2-40B4-BE49-F238E27FC236}">
                  <a16:creationId xmlns:a16="http://schemas.microsoft.com/office/drawing/2014/main" id="{425A356E-6B57-972B-7A08-3C28C8AA8D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07" name="AutoShape 154">
                <a:extLst>
                  <a:ext uri="{FF2B5EF4-FFF2-40B4-BE49-F238E27FC236}">
                    <a16:creationId xmlns:a16="http://schemas.microsoft.com/office/drawing/2014/main" id="{020824D3-2992-B2E6-312B-5AA03A56A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08" name="AutoShape 155">
                <a:extLst>
                  <a:ext uri="{FF2B5EF4-FFF2-40B4-BE49-F238E27FC236}">
                    <a16:creationId xmlns:a16="http://schemas.microsoft.com/office/drawing/2014/main" id="{74BE8F78-5011-F152-5E87-00CAA807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783" name="Rectangle 156">
              <a:extLst>
                <a:ext uri="{FF2B5EF4-FFF2-40B4-BE49-F238E27FC236}">
                  <a16:creationId xmlns:a16="http://schemas.microsoft.com/office/drawing/2014/main" id="{E94B414A-3E96-4EF2-F532-25153B9B1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784" name="Group 157">
              <a:extLst>
                <a:ext uri="{FF2B5EF4-FFF2-40B4-BE49-F238E27FC236}">
                  <a16:creationId xmlns:a16="http://schemas.microsoft.com/office/drawing/2014/main" id="{AB865F60-1B92-3627-E1DD-97BE53FC80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05" name="AutoShape 158">
                <a:extLst>
                  <a:ext uri="{FF2B5EF4-FFF2-40B4-BE49-F238E27FC236}">
                    <a16:creationId xmlns:a16="http://schemas.microsoft.com/office/drawing/2014/main" id="{488287F6-671F-B57F-C6B0-3289C8ED2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06" name="AutoShape 159">
                <a:extLst>
                  <a:ext uri="{FF2B5EF4-FFF2-40B4-BE49-F238E27FC236}">
                    <a16:creationId xmlns:a16="http://schemas.microsoft.com/office/drawing/2014/main" id="{8279808F-F417-FF3D-6773-7F5CF5B59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785" name="Rectangle 160">
              <a:extLst>
                <a:ext uri="{FF2B5EF4-FFF2-40B4-BE49-F238E27FC236}">
                  <a16:creationId xmlns:a16="http://schemas.microsoft.com/office/drawing/2014/main" id="{74915BCE-B545-A704-3D5B-CE78E70F7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86" name="Rectangle 161">
              <a:extLst>
                <a:ext uri="{FF2B5EF4-FFF2-40B4-BE49-F238E27FC236}">
                  <a16:creationId xmlns:a16="http://schemas.microsoft.com/office/drawing/2014/main" id="{EA34B6AC-7C47-CFC2-2318-E5EA7BD07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15787" name="Group 162">
              <a:extLst>
                <a:ext uri="{FF2B5EF4-FFF2-40B4-BE49-F238E27FC236}">
                  <a16:creationId xmlns:a16="http://schemas.microsoft.com/office/drawing/2014/main" id="{B8A0B9B5-6AEA-078F-AD2B-F67BBAFC2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03" name="AutoShape 163">
                <a:extLst>
                  <a:ext uri="{FF2B5EF4-FFF2-40B4-BE49-F238E27FC236}">
                    <a16:creationId xmlns:a16="http://schemas.microsoft.com/office/drawing/2014/main" id="{3377C3BA-E036-D4F3-6966-5BE01513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04" name="AutoShape 164">
                <a:extLst>
                  <a:ext uri="{FF2B5EF4-FFF2-40B4-BE49-F238E27FC236}">
                    <a16:creationId xmlns:a16="http://schemas.microsoft.com/office/drawing/2014/main" id="{C2B28C58-4B22-EA34-5C9B-A9AC0602A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788" name="Freeform 165">
              <a:extLst>
                <a:ext uri="{FF2B5EF4-FFF2-40B4-BE49-F238E27FC236}">
                  <a16:creationId xmlns:a16="http://schemas.microsoft.com/office/drawing/2014/main" id="{C8D4D3D8-4896-3D73-8858-742A1B79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15789" name="Group 166">
              <a:extLst>
                <a:ext uri="{FF2B5EF4-FFF2-40B4-BE49-F238E27FC236}">
                  <a16:creationId xmlns:a16="http://schemas.microsoft.com/office/drawing/2014/main" id="{FE04BC6F-1CB2-9E88-8730-734E73F8BC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01" name="AutoShape 167">
                <a:extLst>
                  <a:ext uri="{FF2B5EF4-FFF2-40B4-BE49-F238E27FC236}">
                    <a16:creationId xmlns:a16="http://schemas.microsoft.com/office/drawing/2014/main" id="{9B6D4DA9-64B6-0703-FB3D-41CDF4D76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5802" name="AutoShape 168">
                <a:extLst>
                  <a:ext uri="{FF2B5EF4-FFF2-40B4-BE49-F238E27FC236}">
                    <a16:creationId xmlns:a16="http://schemas.microsoft.com/office/drawing/2014/main" id="{7756A60F-A558-6665-D65C-BF2D5BB50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790" name="Rectangle 169">
              <a:extLst>
                <a:ext uri="{FF2B5EF4-FFF2-40B4-BE49-F238E27FC236}">
                  <a16:creationId xmlns:a16="http://schemas.microsoft.com/office/drawing/2014/main" id="{C931960F-E7F7-1F85-F08F-2071636C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1" name="Freeform 170">
              <a:extLst>
                <a:ext uri="{FF2B5EF4-FFF2-40B4-BE49-F238E27FC236}">
                  <a16:creationId xmlns:a16="http://schemas.microsoft.com/office/drawing/2014/main" id="{230AD671-B0B7-160A-764B-7E2C52A1A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92" name="Freeform 171">
              <a:extLst>
                <a:ext uri="{FF2B5EF4-FFF2-40B4-BE49-F238E27FC236}">
                  <a16:creationId xmlns:a16="http://schemas.microsoft.com/office/drawing/2014/main" id="{B3779DFA-0781-6335-D671-81FF5943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93" name="Oval 172">
              <a:extLst>
                <a:ext uri="{FF2B5EF4-FFF2-40B4-BE49-F238E27FC236}">
                  <a16:creationId xmlns:a16="http://schemas.microsoft.com/office/drawing/2014/main" id="{4B818813-4C99-C32E-222E-1DE4D7121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4" name="Freeform 173">
              <a:extLst>
                <a:ext uri="{FF2B5EF4-FFF2-40B4-BE49-F238E27FC236}">
                  <a16:creationId xmlns:a16="http://schemas.microsoft.com/office/drawing/2014/main" id="{B7E611EA-BC6E-DD19-D162-659B7CAE5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15795" name="AutoShape 174">
              <a:extLst>
                <a:ext uri="{FF2B5EF4-FFF2-40B4-BE49-F238E27FC236}">
                  <a16:creationId xmlns:a16="http://schemas.microsoft.com/office/drawing/2014/main" id="{0B219BF2-F726-BECA-032F-793E6E10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6" name="AutoShape 175">
              <a:extLst>
                <a:ext uri="{FF2B5EF4-FFF2-40B4-BE49-F238E27FC236}">
                  <a16:creationId xmlns:a16="http://schemas.microsoft.com/office/drawing/2014/main" id="{AA04B110-075C-A6F6-0926-DEB58070A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7" name="Oval 176">
              <a:extLst>
                <a:ext uri="{FF2B5EF4-FFF2-40B4-BE49-F238E27FC236}">
                  <a16:creationId xmlns:a16="http://schemas.microsoft.com/office/drawing/2014/main" id="{A4996E58-34CC-29FA-FEA8-8E0E44FFA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8" name="Oval 177">
              <a:extLst>
                <a:ext uri="{FF2B5EF4-FFF2-40B4-BE49-F238E27FC236}">
                  <a16:creationId xmlns:a16="http://schemas.microsoft.com/office/drawing/2014/main" id="{90E0BE5F-8A51-780E-6B01-DC6D6A152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799" name="Oval 178">
              <a:extLst>
                <a:ext uri="{FF2B5EF4-FFF2-40B4-BE49-F238E27FC236}">
                  <a16:creationId xmlns:a16="http://schemas.microsoft.com/office/drawing/2014/main" id="{73072B1E-3B4C-F704-7365-847CA83F9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5800" name="Rectangle 179">
              <a:extLst>
                <a:ext uri="{FF2B5EF4-FFF2-40B4-BE49-F238E27FC236}">
                  <a16:creationId xmlns:a16="http://schemas.microsoft.com/office/drawing/2014/main" id="{CCED221F-6C65-24BB-ABB6-540D62042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15766" name="Group 180">
            <a:extLst>
              <a:ext uri="{FF2B5EF4-FFF2-40B4-BE49-F238E27FC236}">
                <a16:creationId xmlns:a16="http://schemas.microsoft.com/office/drawing/2014/main" id="{E1BF27B4-596B-8C7B-E2DF-551811EABCB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1813" y="4489450"/>
            <a:ext cx="803275" cy="771525"/>
            <a:chOff x="-44" y="1473"/>
            <a:chExt cx="981" cy="1105"/>
          </a:xfrm>
        </p:grpSpPr>
        <p:pic>
          <p:nvPicPr>
            <p:cNvPr id="115775" name="Picture 181" descr="desktop_computer_stylized_medium">
              <a:extLst>
                <a:ext uri="{FF2B5EF4-FFF2-40B4-BE49-F238E27FC236}">
                  <a16:creationId xmlns:a16="http://schemas.microsoft.com/office/drawing/2014/main" id="{EE80F574-913D-AA88-194D-2850B931F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6" name="Freeform 182">
              <a:extLst>
                <a:ext uri="{FF2B5EF4-FFF2-40B4-BE49-F238E27FC236}">
                  <a16:creationId xmlns:a16="http://schemas.microsoft.com/office/drawing/2014/main" id="{96F2BBCD-1B68-BFAE-2A2A-46F1023747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5767" name="Group 183">
            <a:extLst>
              <a:ext uri="{FF2B5EF4-FFF2-40B4-BE49-F238E27FC236}">
                <a16:creationId xmlns:a16="http://schemas.microsoft.com/office/drawing/2014/main" id="{44B35DF1-0D68-B1D2-6907-6912586FB572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470400"/>
            <a:ext cx="803275" cy="771525"/>
            <a:chOff x="-44" y="1473"/>
            <a:chExt cx="981" cy="1105"/>
          </a:xfrm>
        </p:grpSpPr>
        <p:pic>
          <p:nvPicPr>
            <p:cNvPr id="115773" name="Picture 184" descr="desktop_computer_stylized_medium">
              <a:extLst>
                <a:ext uri="{FF2B5EF4-FFF2-40B4-BE49-F238E27FC236}">
                  <a16:creationId xmlns:a16="http://schemas.microsoft.com/office/drawing/2014/main" id="{97E9EA76-3BF1-62CD-F7FC-B8E0C97E64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4" name="Freeform 185">
              <a:extLst>
                <a:ext uri="{FF2B5EF4-FFF2-40B4-BE49-F238E27FC236}">
                  <a16:creationId xmlns:a16="http://schemas.microsoft.com/office/drawing/2014/main" id="{DACC6830-1862-576C-BAB4-D79EA75EC88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5768" name="Group 186">
            <a:extLst>
              <a:ext uri="{FF2B5EF4-FFF2-40B4-BE49-F238E27FC236}">
                <a16:creationId xmlns:a16="http://schemas.microsoft.com/office/drawing/2014/main" id="{12BA16A8-C21F-90D1-7BE7-3C192FF3F9BB}"/>
              </a:ext>
            </a:extLst>
          </p:cNvPr>
          <p:cNvGrpSpPr>
            <a:grpSpLocks/>
          </p:cNvGrpSpPr>
          <p:nvPr/>
        </p:nvGrpSpPr>
        <p:grpSpPr bwMode="auto">
          <a:xfrm>
            <a:off x="4859338" y="4919663"/>
            <a:ext cx="803275" cy="771525"/>
            <a:chOff x="-44" y="1473"/>
            <a:chExt cx="981" cy="1105"/>
          </a:xfrm>
        </p:grpSpPr>
        <p:pic>
          <p:nvPicPr>
            <p:cNvPr id="115771" name="Picture 187" descr="desktop_computer_stylized_medium">
              <a:extLst>
                <a:ext uri="{FF2B5EF4-FFF2-40B4-BE49-F238E27FC236}">
                  <a16:creationId xmlns:a16="http://schemas.microsoft.com/office/drawing/2014/main" id="{63884D09-FF91-0108-4B28-E8479C40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2" name="Freeform 188">
              <a:extLst>
                <a:ext uri="{FF2B5EF4-FFF2-40B4-BE49-F238E27FC236}">
                  <a16:creationId xmlns:a16="http://schemas.microsoft.com/office/drawing/2014/main" id="{D4A22EFE-BB3E-2ACC-099B-0281C849CF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15769" name="Slide Number Placeholder 3">
            <a:extLst>
              <a:ext uri="{FF2B5EF4-FFF2-40B4-BE49-F238E27FC236}">
                <a16:creationId xmlns:a16="http://schemas.microsoft.com/office/drawing/2014/main" id="{F8DF6B5E-D33B-19EF-8F4D-2A26D0341C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F95B8540-3DDB-DD46-A5A4-6F8EE2066851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5770" name="TextBox 1">
            <a:extLst>
              <a:ext uri="{FF2B5EF4-FFF2-40B4-BE49-F238E27FC236}">
                <a16:creationId xmlns:a16="http://schemas.microsoft.com/office/drawing/2014/main" id="{023A81AC-58FD-953F-19A9-B93D4E9827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* Check out the online interactive exercises for more examples: h</a:t>
            </a: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Footer Placeholder 2">
            <a:extLst>
              <a:ext uri="{FF2B5EF4-FFF2-40B4-BE49-F238E27FC236}">
                <a16:creationId xmlns:a16="http://schemas.microsoft.com/office/drawing/2014/main" id="{3869864F-AECC-27EF-7ED6-EA7B0DA6CC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16738" name="Picture 2" descr="underline_base">
            <a:extLst>
              <a:ext uri="{FF2B5EF4-FFF2-40B4-BE49-F238E27FC236}">
                <a16:creationId xmlns:a16="http://schemas.microsoft.com/office/drawing/2014/main" id="{0BC78F62-AF1B-2836-9ACA-28C5B591BDA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6739" name="Rectangle 2">
            <a:extLst>
              <a:ext uri="{FF2B5EF4-FFF2-40B4-BE49-F238E27FC236}">
                <a16:creationId xmlns:a16="http://schemas.microsoft.com/office/drawing/2014/main" id="{C97C6DB8-2327-1CF1-CD89-1EC2569BE92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16740" name="Rectangle 3">
            <a:extLst>
              <a:ext uri="{FF2B5EF4-FFF2-40B4-BE49-F238E27FC236}">
                <a16:creationId xmlns:a16="http://schemas.microsoft.com/office/drawing/2014/main" id="{F92515DA-8CE7-183F-D4A0-38D1BFBDDF67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>
                <a:solidFill>
                  <a:srgbClr val="000099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1.2</a:t>
            </a:r>
            <a:r>
              <a:rPr lang="en-US" altLang="zh-CN" sz="2800">
                <a:ea typeface="宋体" panose="02010600030101010101" pitchFamily="2" charset="-122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1.3 </a:t>
            </a:r>
            <a:r>
              <a:rPr lang="en-US" altLang="zh-CN" sz="2800">
                <a:ea typeface="宋体" panose="02010600030101010101" pitchFamily="2" charset="-122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1.4 </a:t>
            </a:r>
            <a:r>
              <a:rPr lang="en-US" altLang="zh-CN" sz="2800">
                <a:ea typeface="宋体" panose="02010600030101010101" pitchFamily="2" charset="-122"/>
              </a:rPr>
              <a:t>delay, loss, throughput in networks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CC0000"/>
                </a:solidFill>
                <a:ea typeface="宋体" panose="02010600030101010101" pitchFamily="2" charset="-122"/>
              </a:rPr>
              <a:t>1.5 protocol layers, service models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1.6</a:t>
            </a:r>
            <a:r>
              <a:rPr lang="en-US" altLang="zh-CN" sz="2800">
                <a:ea typeface="宋体" panose="02010600030101010101" pitchFamily="2" charset="-122"/>
              </a:rPr>
              <a:t> networks under attack: security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>
                <a:solidFill>
                  <a:srgbClr val="000099"/>
                </a:solidFill>
                <a:ea typeface="宋体" panose="02010600030101010101" pitchFamily="2" charset="-122"/>
              </a:rPr>
              <a:t>1.7</a:t>
            </a:r>
            <a:r>
              <a:rPr lang="en-US" altLang="zh-CN" sz="2800">
                <a:ea typeface="宋体" panose="02010600030101010101" pitchFamily="2" charset="-122"/>
              </a:rPr>
              <a:t> history</a:t>
            </a:r>
          </a:p>
          <a:p>
            <a:pPr eaLnBrk="1" hangingPunct="1"/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116741" name="Slide Number Placeholder 3">
            <a:extLst>
              <a:ext uri="{FF2B5EF4-FFF2-40B4-BE49-F238E27FC236}">
                <a16:creationId xmlns:a16="http://schemas.microsoft.com/office/drawing/2014/main" id="{B174AD7E-519A-F355-886E-52157C8B1E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E90CD682-319B-0544-B119-70D564CB1EFF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Footer Placeholder 2">
            <a:extLst>
              <a:ext uri="{FF2B5EF4-FFF2-40B4-BE49-F238E27FC236}">
                <a16:creationId xmlns:a16="http://schemas.microsoft.com/office/drawing/2014/main" id="{8176E407-B22B-BE93-8082-FE5E499677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18786" name="Picture 9" descr="underline_base">
            <a:extLst>
              <a:ext uri="{FF2B5EF4-FFF2-40B4-BE49-F238E27FC236}">
                <a16:creationId xmlns:a16="http://schemas.microsoft.com/office/drawing/2014/main" id="{EA86C761-6EFA-1C54-AE68-B7FA4E4240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66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87" name="Rectangle 2">
            <a:extLst>
              <a:ext uri="{FF2B5EF4-FFF2-40B4-BE49-F238E27FC236}">
                <a16:creationId xmlns:a16="http://schemas.microsoft.com/office/drawing/2014/main" id="{62B54679-5A22-0689-62C5-44E19709CBB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Protocol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layers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118788" name="Rectangle 3">
            <a:extLst>
              <a:ext uri="{FF2B5EF4-FFF2-40B4-BE49-F238E27FC236}">
                <a16:creationId xmlns:a16="http://schemas.microsoft.com/office/drawing/2014/main" id="{6B11B0C9-FD96-BEF4-BD75-E333715FCAF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75000"/>
              </a:lnSpc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Networks are complex,</a:t>
            </a:r>
          </a:p>
          <a:p>
            <a:pPr eaLnBrk="1" hangingPunct="1">
              <a:lnSpc>
                <a:spcPct val="75000"/>
              </a:lnSpc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with many </a:t>
            </a:r>
            <a:r>
              <a:rPr lang="ja-JP" altLang="en-US" i="1">
                <a:solidFill>
                  <a:srgbClr val="CC0000"/>
                </a:solidFill>
                <a:ea typeface="ＭＳ Ｐゴシック" panose="020B0600070205080204" pitchFamily="34" charset="-128"/>
              </a:rPr>
              <a:t>“</a:t>
            </a:r>
            <a:r>
              <a:rPr lang="en-US" altLang="ja-JP" i="1">
                <a:solidFill>
                  <a:srgbClr val="CC0000"/>
                </a:solidFill>
                <a:ea typeface="ＭＳ Ｐゴシック" panose="020B0600070205080204" pitchFamily="34" charset="-128"/>
              </a:rPr>
              <a:t>pieces</a:t>
            </a:r>
            <a:r>
              <a:rPr lang="ja-JP" altLang="en-US" i="1">
                <a:solidFill>
                  <a:srgbClr val="CC0000"/>
                </a:solidFill>
                <a:ea typeface="ＭＳ Ｐゴシック" panose="020B0600070205080204" pitchFamily="34" charset="-128"/>
              </a:rPr>
              <a:t>”</a:t>
            </a:r>
            <a:r>
              <a:rPr lang="en-US" altLang="ja-JP" i="1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hosts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routers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links of various media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applications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protocols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hardware, software</a:t>
            </a:r>
          </a:p>
        </p:txBody>
      </p:sp>
      <p:sp>
        <p:nvSpPr>
          <p:cNvPr id="118789" name="Rectangle 4">
            <a:extLst>
              <a:ext uri="{FF2B5EF4-FFF2-40B4-BE49-F238E27FC236}">
                <a16:creationId xmlns:a16="http://schemas.microsoft.com/office/drawing/2014/main" id="{8E24363C-ADB3-363B-80D7-B60A59EE639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552950" y="2266950"/>
            <a:ext cx="4057650" cy="2619375"/>
          </a:xfrm>
        </p:spPr>
        <p:txBody>
          <a:bodyPr/>
          <a:lstStyle/>
          <a:p>
            <a:pPr algn="ctr" eaLnBrk="1" hangingPunct="1">
              <a:buFont typeface="Wingdings" pitchFamily="2" charset="2"/>
              <a:buNone/>
            </a:pPr>
            <a:r>
              <a:rPr lang="en-US" altLang="zh-CN" sz="3200" i="1">
                <a:solidFill>
                  <a:srgbClr val="CC0000"/>
                </a:solidFill>
                <a:ea typeface="ＭＳ Ｐゴシック" panose="020B0600070205080204" pitchFamily="34" charset="-128"/>
              </a:rPr>
              <a:t>Question:</a:t>
            </a:r>
            <a:r>
              <a:rPr lang="en-US" altLang="zh-CN" sz="2400" u="sng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algn="ctr" eaLnBrk="1" hangingPunct="1">
              <a:buFont typeface="Wingdings" pitchFamily="2" charset="2"/>
              <a:buNone/>
            </a:pPr>
            <a:r>
              <a:rPr lang="en-US" altLang="zh-CN">
                <a:ea typeface="ＭＳ Ｐゴシック" panose="020B0600070205080204" pitchFamily="34" charset="-128"/>
              </a:rPr>
              <a:t>is there any hope of </a:t>
            </a:r>
            <a:r>
              <a:rPr lang="en-US" altLang="zh-CN" i="1">
                <a:ea typeface="ＭＳ Ｐゴシック" panose="020B0600070205080204" pitchFamily="34" charset="-128"/>
              </a:rPr>
              <a:t>organizing</a:t>
            </a:r>
            <a:r>
              <a:rPr lang="en-US" altLang="zh-CN">
                <a:ea typeface="ＭＳ Ｐゴシック" panose="020B0600070205080204" pitchFamily="34" charset="-128"/>
              </a:rPr>
              <a:t> structure of network?</a:t>
            </a:r>
          </a:p>
          <a:p>
            <a:pPr algn="ctr" eaLnBrk="1" hangingPunct="1">
              <a:buFont typeface="Wingdings" pitchFamily="2" charset="2"/>
              <a:buNone/>
            </a:pPr>
            <a:endParaRPr lang="en-US" altLang="zh-CN">
              <a:ea typeface="ＭＳ Ｐゴシック" panose="020B0600070205080204" pitchFamily="34" charset="-128"/>
            </a:endParaRPr>
          </a:p>
          <a:p>
            <a:pPr algn="ctr" eaLnBrk="1" hangingPunct="1">
              <a:buFont typeface="Wingdings" pitchFamily="2" charset="2"/>
              <a:buNone/>
            </a:pPr>
            <a:r>
              <a:rPr lang="en-US" altLang="zh-CN">
                <a:ea typeface="ＭＳ Ｐゴシック" panose="020B0600070205080204" pitchFamily="34" charset="-128"/>
              </a:rPr>
              <a:t>…. or at least our discussion of networks?</a:t>
            </a:r>
          </a:p>
        </p:txBody>
      </p:sp>
      <p:sp>
        <p:nvSpPr>
          <p:cNvPr id="118790" name="Slide Number Placeholder 3">
            <a:extLst>
              <a:ext uri="{FF2B5EF4-FFF2-40B4-BE49-F238E27FC236}">
                <a16:creationId xmlns:a16="http://schemas.microsoft.com/office/drawing/2014/main" id="{C0A71760-5896-16A3-036F-A4557B162A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0E240E40-CE92-D841-BF2E-C5BCC159B925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Footer Placeholder 2">
            <a:extLst>
              <a:ext uri="{FF2B5EF4-FFF2-40B4-BE49-F238E27FC236}">
                <a16:creationId xmlns:a16="http://schemas.microsoft.com/office/drawing/2014/main" id="{687F7FC3-682E-5D1C-23D2-52AEE430AA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20834" name="Picture 14" descr="underline_base">
            <a:extLst>
              <a:ext uri="{FF2B5EF4-FFF2-40B4-BE49-F238E27FC236}">
                <a16:creationId xmlns:a16="http://schemas.microsoft.com/office/drawing/2014/main" id="{2962AF74-35F1-0320-4537-28AB108A9EB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738" y="92868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5" name="Rectangle 2">
            <a:extLst>
              <a:ext uri="{FF2B5EF4-FFF2-40B4-BE49-F238E27FC236}">
                <a16:creationId xmlns:a16="http://schemas.microsoft.com/office/drawing/2014/main" id="{7168A70C-49A3-5611-F825-955E8C057E5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428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 sz="4000">
                <a:ea typeface="ＭＳ Ｐゴシック" panose="020B0600070205080204" pitchFamily="34" charset="-128"/>
              </a:rPr>
              <a:t>Organization of air travel</a:t>
            </a: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120836" name="Rectangle 3">
            <a:extLst>
              <a:ext uri="{FF2B5EF4-FFF2-40B4-BE49-F238E27FC236}">
                <a16:creationId xmlns:a16="http://schemas.microsoft.com/office/drawing/2014/main" id="{2F43759B-23C3-1C2E-C2A3-02F13CB05E58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838200" y="5489575"/>
            <a:ext cx="7772400" cy="542925"/>
          </a:xfrm>
        </p:spPr>
        <p:txBody>
          <a:bodyPr/>
          <a:lstStyle/>
          <a:p>
            <a:pPr marL="287338" indent="-287338" eaLnBrk="1" hangingPunct="1"/>
            <a:r>
              <a:rPr lang="en-US" altLang="zh-CN">
                <a:ea typeface="ＭＳ Ｐゴシック" panose="020B0600070205080204" pitchFamily="34" charset="-128"/>
              </a:rPr>
              <a:t>a series of steps</a:t>
            </a:r>
          </a:p>
        </p:txBody>
      </p:sp>
      <p:grpSp>
        <p:nvGrpSpPr>
          <p:cNvPr id="120837" name="Group 4">
            <a:extLst>
              <a:ext uri="{FF2B5EF4-FFF2-40B4-BE49-F238E27FC236}">
                <a16:creationId xmlns:a16="http://schemas.microsoft.com/office/drawing/2014/main" id="{2CC8B621-207D-93B2-8DA6-E094348C34E0}"/>
              </a:ext>
            </a:extLst>
          </p:cNvPr>
          <p:cNvGrpSpPr>
            <a:grpSpLocks/>
          </p:cNvGrpSpPr>
          <p:nvPr/>
        </p:nvGrpSpPr>
        <p:grpSpPr bwMode="auto">
          <a:xfrm>
            <a:off x="1111250" y="1587500"/>
            <a:ext cx="6508750" cy="3294063"/>
            <a:chOff x="700" y="1000"/>
            <a:chExt cx="4100" cy="2075"/>
          </a:xfrm>
        </p:grpSpPr>
        <p:sp>
          <p:nvSpPr>
            <p:cNvPr id="120839" name="Text Box 5">
              <a:extLst>
                <a:ext uri="{FF2B5EF4-FFF2-40B4-BE49-F238E27FC236}">
                  <a16:creationId xmlns:a16="http://schemas.microsoft.com/office/drawing/2014/main" id="{261CD0EE-1766-8946-5D3D-650849BDB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" y="1007"/>
              <a:ext cx="1307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ticket (purchase)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baggage (check)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gates (load)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runway takeoff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20840" name="Text Box 6">
              <a:extLst>
                <a:ext uri="{FF2B5EF4-FFF2-40B4-BE49-F238E27FC236}">
                  <a16:creationId xmlns:a16="http://schemas.microsoft.com/office/drawing/2014/main" id="{E5A10C7A-2C32-36AF-BFB6-52AE7AEBEF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42" y="1001"/>
              <a:ext cx="1280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ticket (complain)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baggage (claim)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gates (unload)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runway landing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000" b="0" i="0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20841" name="Text Box 7">
              <a:extLst>
                <a:ext uri="{FF2B5EF4-FFF2-40B4-BE49-F238E27FC236}">
                  <a16:creationId xmlns:a16="http://schemas.microsoft.com/office/drawing/2014/main" id="{CDE43BB5-9708-1BBB-FFA8-DA7B1835C3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4" y="2825"/>
              <a:ext cx="12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0" i="0" u="none" strike="noStrike" kern="120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20842" name="Freeform 8">
              <a:extLst>
                <a:ext uri="{FF2B5EF4-FFF2-40B4-BE49-F238E27FC236}">
                  <a16:creationId xmlns:a16="http://schemas.microsoft.com/office/drawing/2014/main" id="{AA9C28AB-D718-7F75-3AB5-0ED41FB0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000"/>
              <a:ext cx="4100" cy="2072"/>
            </a:xfrm>
            <a:custGeom>
              <a:avLst/>
              <a:gdLst>
                <a:gd name="T0" fmla="*/ 0 w 4100"/>
                <a:gd name="T1" fmla="*/ 0 h 2072"/>
                <a:gd name="T2" fmla="*/ 4 w 4100"/>
                <a:gd name="T3" fmla="*/ 1736 h 2072"/>
                <a:gd name="T4" fmla="*/ 804 w 4100"/>
                <a:gd name="T5" fmla="*/ 2064 h 2072"/>
                <a:gd name="T6" fmla="*/ 3468 w 4100"/>
                <a:gd name="T7" fmla="*/ 2072 h 2072"/>
                <a:gd name="T8" fmla="*/ 4100 w 4100"/>
                <a:gd name="T9" fmla="*/ 1736 h 2072"/>
                <a:gd name="T10" fmla="*/ 4100 w 4100"/>
                <a:gd name="T11" fmla="*/ 96 h 20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00"/>
                <a:gd name="T19" fmla="*/ 0 h 2072"/>
                <a:gd name="T20" fmla="*/ 4100 w 4100"/>
                <a:gd name="T21" fmla="*/ 2072 h 20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00" h="2072">
                  <a:moveTo>
                    <a:pt x="0" y="0"/>
                  </a:moveTo>
                  <a:lnTo>
                    <a:pt x="4" y="1736"/>
                  </a:lnTo>
                  <a:lnTo>
                    <a:pt x="804" y="2064"/>
                  </a:lnTo>
                  <a:lnTo>
                    <a:pt x="3468" y="2072"/>
                  </a:lnTo>
                  <a:lnTo>
                    <a:pt x="4100" y="1736"/>
                  </a:lnTo>
                  <a:lnTo>
                    <a:pt x="4100" y="96"/>
                  </a:lnTo>
                </a:path>
              </a:pathLst>
            </a:cu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20838" name="Slide Number Placeholder 3">
            <a:extLst>
              <a:ext uri="{FF2B5EF4-FFF2-40B4-BE49-F238E27FC236}">
                <a16:creationId xmlns:a16="http://schemas.microsoft.com/office/drawing/2014/main" id="{371A8C14-18B5-4D63-C741-7612C53471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690E4BF1-5359-1040-8A42-DA31AA86C530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Footer Placeholder 2">
            <a:extLst>
              <a:ext uri="{FF2B5EF4-FFF2-40B4-BE49-F238E27FC236}">
                <a16:creationId xmlns:a16="http://schemas.microsoft.com/office/drawing/2014/main" id="{9E465E11-DD10-F96B-3E77-78B00AFEF5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22882" name="Picture 45" descr="underline_base">
            <a:extLst>
              <a:ext uri="{FF2B5EF4-FFF2-40B4-BE49-F238E27FC236}">
                <a16:creationId xmlns:a16="http://schemas.microsoft.com/office/drawing/2014/main" id="{E9A963EF-659B-218E-0403-217CC9D432A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988" y="819150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883" name="Group 38">
            <a:extLst>
              <a:ext uri="{FF2B5EF4-FFF2-40B4-BE49-F238E27FC236}">
                <a16:creationId xmlns:a16="http://schemas.microsoft.com/office/drawing/2014/main" id="{1099438C-B7B7-4925-3DEC-D480368B6DE0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1314450"/>
            <a:ext cx="8418513" cy="2835275"/>
            <a:chOff x="258" y="1214"/>
            <a:chExt cx="5303" cy="1786"/>
          </a:xfrm>
        </p:grpSpPr>
        <p:sp>
          <p:nvSpPr>
            <p:cNvPr id="122887" name="Rectangle 2">
              <a:extLst>
                <a:ext uri="{FF2B5EF4-FFF2-40B4-BE49-F238E27FC236}">
                  <a16:creationId xmlns:a16="http://schemas.microsoft.com/office/drawing/2014/main" id="{41FD9F0B-18DA-0DFD-35E6-302015FCB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" y="1544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888" name="Text Box 3">
              <a:extLst>
                <a:ext uri="{FF2B5EF4-FFF2-40B4-BE49-F238E27FC236}">
                  <a16:creationId xmlns:a16="http://schemas.microsoft.com/office/drawing/2014/main" id="{F0971D62-D70A-77AC-2423-E32B6CD7A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" y="1597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ticket (purchase)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baggage (check)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gates (load)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runway (takeoff)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22889" name="Line 4">
              <a:extLst>
                <a:ext uri="{FF2B5EF4-FFF2-40B4-BE49-F238E27FC236}">
                  <a16:creationId xmlns:a16="http://schemas.microsoft.com/office/drawing/2014/main" id="{4C730523-AB55-510B-D950-A38C74AE6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1770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0" name="Line 5">
              <a:extLst>
                <a:ext uri="{FF2B5EF4-FFF2-40B4-BE49-F238E27FC236}">
                  <a16:creationId xmlns:a16="http://schemas.microsoft.com/office/drawing/2014/main" id="{9D949569-64FE-A1C3-C968-A3DEEA9E9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" y="1989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1" name="Line 6">
              <a:extLst>
                <a:ext uri="{FF2B5EF4-FFF2-40B4-BE49-F238E27FC236}">
                  <a16:creationId xmlns:a16="http://schemas.microsoft.com/office/drawing/2014/main" id="{B2D0F167-66D6-6F1E-6F9F-3E4C6FADE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220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2" name="Line 7">
              <a:extLst>
                <a:ext uri="{FF2B5EF4-FFF2-40B4-BE49-F238E27FC236}">
                  <a16:creationId xmlns:a16="http://schemas.microsoft.com/office/drawing/2014/main" id="{6421F8EA-17B9-5E29-D70D-E437CA1E4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242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3" name="Text Box 8">
              <a:extLst>
                <a:ext uri="{FF2B5EF4-FFF2-40B4-BE49-F238E27FC236}">
                  <a16:creationId xmlns:a16="http://schemas.microsoft.com/office/drawing/2014/main" id="{DE79667F-4602-324D-BC83-EB081BF789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2706"/>
              <a:ext cx="5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departure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airport</a:t>
              </a:r>
            </a:p>
          </p:txBody>
        </p:sp>
        <p:sp>
          <p:nvSpPr>
            <p:cNvPr id="122894" name="Text Box 9">
              <a:extLst>
                <a:ext uri="{FF2B5EF4-FFF2-40B4-BE49-F238E27FC236}">
                  <a16:creationId xmlns:a16="http://schemas.microsoft.com/office/drawing/2014/main" id="{80C97389-5E5A-61A8-9598-81C30C8CA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6" y="2712"/>
              <a:ext cx="3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arrival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airport</a:t>
              </a:r>
            </a:p>
          </p:txBody>
        </p:sp>
        <p:sp>
          <p:nvSpPr>
            <p:cNvPr id="122895" name="Text Box 10">
              <a:extLst>
                <a:ext uri="{FF2B5EF4-FFF2-40B4-BE49-F238E27FC236}">
                  <a16:creationId xmlns:a16="http://schemas.microsoft.com/office/drawing/2014/main" id="{61F4E09F-4D4C-700F-7769-B5034CC4AE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9" y="2709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intermediate air-traffic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control centers</a:t>
              </a:r>
            </a:p>
          </p:txBody>
        </p:sp>
        <p:pic>
          <p:nvPicPr>
            <p:cNvPr id="122896" name="Picture 11" descr="yylgaifm[1]">
              <a:extLst>
                <a:ext uri="{FF2B5EF4-FFF2-40B4-BE49-F238E27FC236}">
                  <a16:creationId xmlns:a16="http://schemas.microsoft.com/office/drawing/2014/main" id="{F87C1ACF-3F1D-8F3B-403C-E3A20EF363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30" y="1315"/>
              <a:ext cx="963" cy="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897" name="Line 12">
              <a:extLst>
                <a:ext uri="{FF2B5EF4-FFF2-40B4-BE49-F238E27FC236}">
                  <a16:creationId xmlns:a16="http://schemas.microsoft.com/office/drawing/2014/main" id="{C4B5CD04-4CF9-9135-8C91-90608D021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3" y="1214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8" name="Line 13">
              <a:extLst>
                <a:ext uri="{FF2B5EF4-FFF2-40B4-BE49-F238E27FC236}">
                  <a16:creationId xmlns:a16="http://schemas.microsoft.com/office/drawing/2014/main" id="{0C5C581B-62BC-2267-F940-7DD484625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" y="1310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899" name="Line 14">
              <a:extLst>
                <a:ext uri="{FF2B5EF4-FFF2-40B4-BE49-F238E27FC236}">
                  <a16:creationId xmlns:a16="http://schemas.microsoft.com/office/drawing/2014/main" id="{020ED50B-0423-8B2D-15B1-6598D6EC16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5" y="1406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22900" name="Group 15">
              <a:extLst>
                <a:ext uri="{FF2B5EF4-FFF2-40B4-BE49-F238E27FC236}">
                  <a16:creationId xmlns:a16="http://schemas.microsoft.com/office/drawing/2014/main" id="{4B719E7F-198D-1D92-081C-3D43302AB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6" y="2441"/>
              <a:ext cx="1071" cy="186"/>
              <a:chOff x="1813" y="2187"/>
              <a:chExt cx="1071" cy="186"/>
            </a:xfrm>
          </p:grpSpPr>
          <p:sp>
            <p:nvSpPr>
              <p:cNvPr id="122920" name="Rectangle 16">
                <a:extLst>
                  <a:ext uri="{FF2B5EF4-FFF2-40B4-BE49-F238E27FC236}">
                    <a16:creationId xmlns:a16="http://schemas.microsoft.com/office/drawing/2014/main" id="{C70EA08F-238C-7BF6-F9C9-715F6869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22921" name="Text Box 17">
                <a:extLst>
                  <a:ext uri="{FF2B5EF4-FFF2-40B4-BE49-F238E27FC236}">
                    <a16:creationId xmlns:a16="http://schemas.microsoft.com/office/drawing/2014/main" id="{62DA3593-AEA6-8D73-2202-9570BF36EA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airplane routing</a:t>
                </a:r>
              </a:p>
            </p:txBody>
          </p:sp>
        </p:grpSp>
        <p:grpSp>
          <p:nvGrpSpPr>
            <p:cNvPr id="122901" name="Group 18">
              <a:extLst>
                <a:ext uri="{FF2B5EF4-FFF2-40B4-BE49-F238E27FC236}">
                  <a16:creationId xmlns:a16="http://schemas.microsoft.com/office/drawing/2014/main" id="{95DE636F-86F4-B313-2B56-288ADFFFF0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7" y="2441"/>
              <a:ext cx="1071" cy="186"/>
              <a:chOff x="1813" y="2187"/>
              <a:chExt cx="1071" cy="186"/>
            </a:xfrm>
          </p:grpSpPr>
          <p:sp>
            <p:nvSpPr>
              <p:cNvPr id="122918" name="Rectangle 19">
                <a:extLst>
                  <a:ext uri="{FF2B5EF4-FFF2-40B4-BE49-F238E27FC236}">
                    <a16:creationId xmlns:a16="http://schemas.microsoft.com/office/drawing/2014/main" id="{EF1D8599-22B0-40B0-EB31-394863B0F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22919" name="Text Box 20">
                <a:extLst>
                  <a:ext uri="{FF2B5EF4-FFF2-40B4-BE49-F238E27FC236}">
                    <a16:creationId xmlns:a16="http://schemas.microsoft.com/office/drawing/2014/main" id="{A68CD2FA-A70D-A5BB-9BE4-3784CC1801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airplane routing</a:t>
                </a:r>
              </a:p>
            </p:txBody>
          </p:sp>
        </p:grpSp>
        <p:sp>
          <p:nvSpPr>
            <p:cNvPr id="122902" name="Rectangle 21">
              <a:extLst>
                <a:ext uri="{FF2B5EF4-FFF2-40B4-BE49-F238E27FC236}">
                  <a16:creationId xmlns:a16="http://schemas.microsoft.com/office/drawing/2014/main" id="{03F9CF2A-C88D-9813-7BB5-1821FDA86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551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03" name="Text Box 22">
              <a:extLst>
                <a:ext uri="{FF2B5EF4-FFF2-40B4-BE49-F238E27FC236}">
                  <a16:creationId xmlns:a16="http://schemas.microsoft.com/office/drawing/2014/main" id="{E2B99628-7134-100B-92E6-8DC10E9A25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2" y="1598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ticket (complain)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baggage (claim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gates (unload)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runway (land)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  <p:sp>
          <p:nvSpPr>
            <p:cNvPr id="122904" name="Line 23">
              <a:extLst>
                <a:ext uri="{FF2B5EF4-FFF2-40B4-BE49-F238E27FC236}">
                  <a16:creationId xmlns:a16="http://schemas.microsoft.com/office/drawing/2014/main" id="{5871E4D1-9663-BF67-E00B-3B6B23CCD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177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905" name="Line 24">
              <a:extLst>
                <a:ext uri="{FF2B5EF4-FFF2-40B4-BE49-F238E27FC236}">
                  <a16:creationId xmlns:a16="http://schemas.microsoft.com/office/drawing/2014/main" id="{7298EDCC-9A07-BAC7-32F0-9B881B6684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" y="199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906" name="Line 25">
              <a:extLst>
                <a:ext uri="{FF2B5EF4-FFF2-40B4-BE49-F238E27FC236}">
                  <a16:creationId xmlns:a16="http://schemas.microsoft.com/office/drawing/2014/main" id="{A8620A31-7402-15EC-471D-07186B55C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2214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907" name="Line 26">
              <a:extLst>
                <a:ext uri="{FF2B5EF4-FFF2-40B4-BE49-F238E27FC236}">
                  <a16:creationId xmlns:a16="http://schemas.microsoft.com/office/drawing/2014/main" id="{8AA56ABF-6A23-B62E-B103-89527E890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2433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22908" name="Rectangle 27">
              <a:extLst>
                <a:ext uri="{FF2B5EF4-FFF2-40B4-BE49-F238E27FC236}">
                  <a16:creationId xmlns:a16="http://schemas.microsoft.com/office/drawing/2014/main" id="{C15C14AF-5DE2-2B30-1E41-6278231E4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476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09" name="Rectangle 28">
              <a:extLst>
                <a:ext uri="{FF2B5EF4-FFF2-40B4-BE49-F238E27FC236}">
                  <a16:creationId xmlns:a16="http://schemas.microsoft.com/office/drawing/2014/main" id="{E477E757-16BA-8033-EAE6-C99A14505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256"/>
              <a:ext cx="5293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10" name="Rectangle 29">
              <a:extLst>
                <a:ext uri="{FF2B5EF4-FFF2-40B4-BE49-F238E27FC236}">
                  <a16:creationId xmlns:a16="http://schemas.microsoft.com/office/drawing/2014/main" id="{1397E8DE-2146-AB6E-FDCD-341A69360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050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11" name="Rectangle 30">
              <a:extLst>
                <a:ext uri="{FF2B5EF4-FFF2-40B4-BE49-F238E27FC236}">
                  <a16:creationId xmlns:a16="http://schemas.microsoft.com/office/drawing/2014/main" id="{841C7069-43DC-08B6-6712-FA721795D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830"/>
              <a:ext cx="5286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12" name="Rectangle 31">
              <a:extLst>
                <a:ext uri="{FF2B5EF4-FFF2-40B4-BE49-F238E27FC236}">
                  <a16:creationId xmlns:a16="http://schemas.microsoft.com/office/drawing/2014/main" id="{FAB25F8E-FF26-B3AB-4374-FFE2E2953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617"/>
              <a:ext cx="5287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2913" name="Text Box 32">
              <a:extLst>
                <a:ext uri="{FF2B5EF4-FFF2-40B4-BE49-F238E27FC236}">
                  <a16:creationId xmlns:a16="http://schemas.microsoft.com/office/drawing/2014/main" id="{39AD65C5-D2E3-21DE-0D19-272DC6FE5C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6" y="1588"/>
              <a:ext cx="3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ticket</a:t>
              </a:r>
            </a:p>
          </p:txBody>
        </p:sp>
        <p:sp>
          <p:nvSpPr>
            <p:cNvPr id="122914" name="Text Box 33">
              <a:extLst>
                <a:ext uri="{FF2B5EF4-FFF2-40B4-BE49-F238E27FC236}">
                  <a16:creationId xmlns:a16="http://schemas.microsoft.com/office/drawing/2014/main" id="{B10D842C-915A-8917-DC39-ACF697DD3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" y="1801"/>
              <a:ext cx="48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baggage</a:t>
              </a:r>
            </a:p>
          </p:txBody>
        </p:sp>
        <p:sp>
          <p:nvSpPr>
            <p:cNvPr id="122915" name="Text Box 34">
              <a:extLst>
                <a:ext uri="{FF2B5EF4-FFF2-40B4-BE49-F238E27FC236}">
                  <a16:creationId xmlns:a16="http://schemas.microsoft.com/office/drawing/2014/main" id="{59D88E36-724D-E556-344B-FE0ED6D2C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2" y="2013"/>
              <a:ext cx="3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gate</a:t>
              </a:r>
            </a:p>
          </p:txBody>
        </p:sp>
        <p:sp>
          <p:nvSpPr>
            <p:cNvPr id="122916" name="Text Box 35">
              <a:extLst>
                <a:ext uri="{FF2B5EF4-FFF2-40B4-BE49-F238E27FC236}">
                  <a16:creationId xmlns:a16="http://schemas.microsoft.com/office/drawing/2014/main" id="{2AF764E5-DE0B-A400-5DAF-5263372D4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7" y="2225"/>
              <a:ext cx="7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takeoff/landing</a:t>
              </a:r>
            </a:p>
          </p:txBody>
        </p:sp>
        <p:sp>
          <p:nvSpPr>
            <p:cNvPr id="122917" name="Text Box 36">
              <a:extLst>
                <a:ext uri="{FF2B5EF4-FFF2-40B4-BE49-F238E27FC236}">
                  <a16:creationId xmlns:a16="http://schemas.microsoft.com/office/drawing/2014/main" id="{CFF96C49-8CF7-7725-2F73-D3E97F3ECE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9" y="2444"/>
              <a:ext cx="7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airplane routing</a:t>
              </a:r>
            </a:p>
          </p:txBody>
        </p:sp>
      </p:grpSp>
      <p:sp>
        <p:nvSpPr>
          <p:cNvPr id="122884" name="Rectangle 39">
            <a:extLst>
              <a:ext uri="{FF2B5EF4-FFF2-40B4-BE49-F238E27FC236}">
                <a16:creationId xmlns:a16="http://schemas.microsoft.com/office/drawing/2014/main" id="{0576BDCE-BC46-EAE7-CB97-1143AA57360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19088" y="31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Layering of airline functionality</a:t>
            </a:r>
          </a:p>
        </p:txBody>
      </p:sp>
      <p:sp>
        <p:nvSpPr>
          <p:cNvPr id="122885" name="Rectangle 40">
            <a:extLst>
              <a:ext uri="{FF2B5EF4-FFF2-40B4-BE49-F238E27FC236}">
                <a16:creationId xmlns:a16="http://schemas.microsoft.com/office/drawing/2014/main" id="{23A6FD9C-0BCC-EB90-D116-72061A023ED4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4441825"/>
            <a:ext cx="7613650" cy="1763713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layers:</a:t>
            </a:r>
            <a:r>
              <a:rPr lang="en-US" altLang="zh-CN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CN">
                <a:ea typeface="ＭＳ Ｐゴシック" panose="020B0600070205080204" pitchFamily="34" charset="-128"/>
              </a:rPr>
              <a:t>each layer implements a service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via its own internal-layer actions</a:t>
            </a:r>
          </a:p>
          <a:p>
            <a:pPr lvl="1" eaLnBrk="1" hangingPunct="1">
              <a:buFont typeface="Wingdings" pitchFamily="2" charset="2"/>
              <a:buChar char="§"/>
            </a:pPr>
            <a:r>
              <a:rPr lang="en-US" altLang="zh-CN" sz="2800">
                <a:ea typeface="宋体" panose="02010600030101010101" pitchFamily="2" charset="-122"/>
              </a:rPr>
              <a:t>relying on services provided by layer below</a:t>
            </a:r>
          </a:p>
          <a:p>
            <a:pPr eaLnBrk="1" hangingPunct="1">
              <a:buFont typeface="Wingdings" pitchFamily="2" charset="2"/>
              <a:buNone/>
            </a:pP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122886" name="Slide Number Placeholder 3">
            <a:extLst>
              <a:ext uri="{FF2B5EF4-FFF2-40B4-BE49-F238E27FC236}">
                <a16:creationId xmlns:a16="http://schemas.microsoft.com/office/drawing/2014/main" id="{CF45D91F-EB5D-4E44-5DA9-EB8BAEDF0E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E8D5F622-38F7-9A4C-AB0B-DDDEDC296A9D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Footer Placeholder 2">
            <a:extLst>
              <a:ext uri="{FF2B5EF4-FFF2-40B4-BE49-F238E27FC236}">
                <a16:creationId xmlns:a16="http://schemas.microsoft.com/office/drawing/2014/main" id="{D72F6B04-5D8F-E6E9-E4E3-3D9DB5C79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24930" name="Picture 9" descr="underline_base">
            <a:extLst>
              <a:ext uri="{FF2B5EF4-FFF2-40B4-BE49-F238E27FC236}">
                <a16:creationId xmlns:a16="http://schemas.microsoft.com/office/drawing/2014/main" id="{64E7E3D5-F574-611B-91F7-311E8B1C060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1022350"/>
            <a:ext cx="3298825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1" name="Rectangle 2">
            <a:extLst>
              <a:ext uri="{FF2B5EF4-FFF2-40B4-BE49-F238E27FC236}">
                <a16:creationId xmlns:a16="http://schemas.microsoft.com/office/drawing/2014/main" id="{A0D56A4F-7286-0B4D-13D9-EAE566AEBE1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Why layering?</a:t>
            </a:r>
          </a:p>
        </p:txBody>
      </p:sp>
      <p:sp>
        <p:nvSpPr>
          <p:cNvPr id="124932" name="Rectangle 3">
            <a:extLst>
              <a:ext uri="{FF2B5EF4-FFF2-40B4-BE49-F238E27FC236}">
                <a16:creationId xmlns:a16="http://schemas.microsoft.com/office/drawing/2014/main" id="{9E19C334-D60B-EB93-FAAE-D727B9D105C6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46100" y="1435100"/>
            <a:ext cx="7772400" cy="4648200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en-US" altLang="zh-CN" sz="3200" dirty="0">
                <a:ea typeface="ＭＳ Ｐゴシック" panose="020B0600070205080204" pitchFamily="34" charset="-128"/>
              </a:rPr>
              <a:t>dealing with complex systems:</a:t>
            </a:r>
          </a:p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explicit structure allows identification, relationship of complex system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pieces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layered </a:t>
            </a:r>
            <a:r>
              <a:rPr lang="en-US" altLang="zh-CN" i="1" dirty="0">
                <a:solidFill>
                  <a:srgbClr val="CC0000"/>
                </a:solidFill>
                <a:ea typeface="宋体" panose="02010600030101010101" pitchFamily="2" charset="-122"/>
              </a:rPr>
              <a:t>reference model</a:t>
            </a:r>
            <a:r>
              <a:rPr lang="en-US" altLang="zh-CN" dirty="0">
                <a:ea typeface="宋体" panose="02010600030101010101" pitchFamily="2" charset="-122"/>
              </a:rPr>
              <a:t> for discussion</a:t>
            </a:r>
          </a:p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modularization eases maintenance, updating of system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change of implementation of layer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service transparent to rest of system</a:t>
            </a:r>
          </a:p>
          <a:p>
            <a:pPr marL="682625" lvl="1" indent="-225425" eaLnBrk="1" hangingPunct="1"/>
            <a:r>
              <a:rPr lang="en-US" altLang="zh-CN" dirty="0">
                <a:ea typeface="宋体" panose="02010600030101010101" pitchFamily="2" charset="-122"/>
              </a:rPr>
              <a:t>e.g., change in gate procedure doesn</a:t>
            </a:r>
            <a:r>
              <a:rPr lang="en-US" altLang="en-US" dirty="0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t affect rest of system</a:t>
            </a:r>
          </a:p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layering considered harmful?</a:t>
            </a:r>
          </a:p>
        </p:txBody>
      </p:sp>
      <p:sp>
        <p:nvSpPr>
          <p:cNvPr id="124933" name="Slide Number Placeholder 3">
            <a:extLst>
              <a:ext uri="{FF2B5EF4-FFF2-40B4-BE49-F238E27FC236}">
                <a16:creationId xmlns:a16="http://schemas.microsoft.com/office/drawing/2014/main" id="{4D556E34-9CFA-9D49-5F76-08ED280393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C756EB01-8965-204B-AD2F-68DFA9D3B334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9" descr="underline_base">
            <a:extLst>
              <a:ext uri="{FF2B5EF4-FFF2-40B4-BE49-F238E27FC236}">
                <a16:creationId xmlns:a16="http://schemas.microsoft.com/office/drawing/2014/main" id="{27A2B39A-0DA7-9599-3AEB-1BBD379BD20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1022350"/>
            <a:ext cx="5172187" cy="2147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BBFA92BE-A2C2-65A8-8B93-B688BE20B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Arial"/>
              </a:rPr>
              <a:t>Why </a:t>
            </a:r>
            <a:r>
              <a:rPr kumimoji="0" lang="en-US" altLang="zh-CN" sz="4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Arial"/>
              </a:rPr>
              <a:t>reference model</a:t>
            </a:r>
            <a:r>
              <a:rPr kumimoji="0" lang="en-US" altLang="zh-CN" sz="4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Arial"/>
              </a:rPr>
              <a:t>?</a:t>
            </a:r>
          </a:p>
        </p:txBody>
      </p:sp>
      <p:sp>
        <p:nvSpPr>
          <p:cNvPr id="5" name="内容占位符 2">
            <a:extLst>
              <a:ext uri="{FF2B5EF4-FFF2-40B4-BE49-F238E27FC236}">
                <a16:creationId xmlns:a16="http://schemas.microsoft.com/office/drawing/2014/main" id="{494ECE99-A1C6-F1D4-AD50-C69F3494EEFE}"/>
              </a:ext>
            </a:extLst>
          </p:cNvPr>
          <p:cNvSpPr txBox="1">
            <a:spLocks/>
          </p:cNvSpPr>
          <p:nvPr/>
        </p:nvSpPr>
        <p:spPr>
          <a:xfrm>
            <a:off x="512781" y="1936828"/>
            <a:ext cx="3448572" cy="3775482"/>
          </a:xfrm>
          <a:prstGeom prst="rect">
            <a:avLst/>
          </a:prstGeom>
          <a:ln w="6350" cmpd="sng">
            <a:solidFill>
              <a:srgbClr val="5B307E"/>
            </a:solidFill>
            <a:prstDash val="solid"/>
          </a:ln>
        </p:spPr>
        <p:txBody>
          <a:bodyPr>
            <a:normAutofit fontScale="70000" lnSpcReduction="20000"/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233363" marR="0" lvl="0" indent="-233363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1" lang="zh-CN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计算机网络的复杂与异构</a:t>
            </a: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介质：光纤、铜缆、空气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...</a:t>
            </a:r>
            <a:endParaRPr kumimoji="1" lang="zh-CN" altLang="en-US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接入：有线、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WLAN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、移动数据网络、蓝牙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...</a:t>
            </a:r>
            <a:endParaRPr kumimoji="1" lang="zh-CN" altLang="en-US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应用：无人驾驶、万物互联、短视频、邮件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...</a:t>
            </a:r>
            <a:endParaRPr kumimoji="1" lang="zh-CN" altLang="en-US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  <a:p>
            <a:pPr marL="233363" marR="0" lvl="0" indent="-233363" algn="l" defTabSz="914400" rtl="0" eaLnBrk="0" fontAlgn="base" latinLnBrk="0" hangingPunct="0">
              <a:lnSpc>
                <a:spcPct val="110000"/>
              </a:lnSpc>
              <a:spcBef>
                <a:spcPts val="168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1" lang="zh-CN" altLang="en-US" sz="2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高速更新迭代</a:t>
            </a:r>
            <a:endParaRPr kumimoji="1" lang="en-US" altLang="zh-CN" sz="29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iti SC Medium" pitchFamily="2" charset="-128"/>
              <a:ea typeface="Heiti SC Medium" pitchFamily="2" charset="-128"/>
              <a:cs typeface="Arial"/>
            </a:endParaRP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大哥大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1G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（模拟）、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2G(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数字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)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、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3G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、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4G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、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5G</a:t>
            </a: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IEEE802.3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：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2020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年推出</a:t>
            </a: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4</a:t>
            </a:r>
            <a:r>
              <a:rPr kumimoji="1" lang="zh-CN" alt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个版本</a:t>
            </a:r>
            <a:endParaRPr kumimoji="1" lang="en-US" altLang="zh-CN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  <a:p>
            <a:pPr marL="447675" marR="0" lvl="1" indent="-192088" algn="l" defTabSz="914400" rtl="0" eaLnBrk="0" fontAlgn="base" latinLnBrk="0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...</a:t>
            </a:r>
            <a:endParaRPr kumimoji="1" lang="zh-CN" altLang="en-US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</p:txBody>
      </p:sp>
      <p:sp>
        <p:nvSpPr>
          <p:cNvPr id="6" name="燕尾形箭头 5">
            <a:extLst>
              <a:ext uri="{FF2B5EF4-FFF2-40B4-BE49-F238E27FC236}">
                <a16:creationId xmlns:a16="http://schemas.microsoft.com/office/drawing/2014/main" id="{25D8CD73-3F91-C5F8-BF2D-82FDC15E9900}"/>
              </a:ext>
            </a:extLst>
          </p:cNvPr>
          <p:cNvSpPr/>
          <p:nvPr/>
        </p:nvSpPr>
        <p:spPr>
          <a:xfrm>
            <a:off x="3807770" y="3382441"/>
            <a:ext cx="730091" cy="753428"/>
          </a:xfrm>
          <a:prstGeom prst="notchedRightArrow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Arial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96356C8F-F069-39AC-869C-DE3EE329365E}"/>
              </a:ext>
            </a:extLst>
          </p:cNvPr>
          <p:cNvSpPr>
            <a:spLocks noGrp="1"/>
          </p:cNvSpPr>
          <p:nvPr/>
        </p:nvSpPr>
        <p:spPr>
          <a:xfrm>
            <a:off x="4638580" y="3224912"/>
            <a:ext cx="1354455" cy="1015059"/>
          </a:xfrm>
          <a:prstGeom prst="rect">
            <a:avLst/>
          </a:prstGeom>
          <a:ln w="6350" cmpd="sng">
            <a:solidFill>
              <a:srgbClr val="5B307E"/>
            </a:solidFill>
            <a:prstDash val="solid"/>
          </a:ln>
        </p:spPr>
        <p:txBody>
          <a:bodyPr vert="horz" lIns="68580" tIns="34290" rIns="68580" bIns="3429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Ø"/>
              <a:defRPr sz="2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4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0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8125" marR="0" lvl="0" indent="-229791" algn="l" defTabSz="685800" rtl="0" eaLnBrk="1" fontAlgn="auto" latinLnBrk="0" hangingPunct="1">
              <a:lnSpc>
                <a:spcPct val="10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分层结构</a:t>
            </a:r>
          </a:p>
          <a:p>
            <a:pPr marL="238125" marR="0" lvl="0" indent="-229791" algn="l" defTabSz="685800" rtl="0" eaLnBrk="1" fontAlgn="auto" latinLnBrk="0" hangingPunct="1">
              <a:lnSpc>
                <a:spcPct val="10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统一标准</a:t>
            </a:r>
          </a:p>
          <a:p>
            <a:pPr marL="238125" marR="0" lvl="0" indent="-229791" algn="l" defTabSz="685800" rtl="0" eaLnBrk="1" fontAlgn="auto" latinLnBrk="0" hangingPunct="1">
              <a:lnSpc>
                <a:spcPct val="10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模块独立</a:t>
            </a:r>
          </a:p>
        </p:txBody>
      </p:sp>
      <p:sp>
        <p:nvSpPr>
          <p:cNvPr id="8" name="左大括号 7">
            <a:extLst>
              <a:ext uri="{FF2B5EF4-FFF2-40B4-BE49-F238E27FC236}">
                <a16:creationId xmlns:a16="http://schemas.microsoft.com/office/drawing/2014/main" id="{4C6E9E20-26D5-4034-9717-4C5E0F1CD9E1}"/>
              </a:ext>
            </a:extLst>
          </p:cNvPr>
          <p:cNvSpPr/>
          <p:nvPr/>
        </p:nvSpPr>
        <p:spPr>
          <a:xfrm>
            <a:off x="5993035" y="3067358"/>
            <a:ext cx="331470" cy="1329690"/>
          </a:xfrm>
          <a:prstGeom prst="leftBrace">
            <a:avLst>
              <a:gd name="adj1" fmla="val 60488"/>
              <a:gd name="adj2" fmla="val 50000"/>
            </a:avLst>
          </a:prstGeom>
          <a:ln w="28575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Arial"/>
            </a:endParaRPr>
          </a:p>
        </p:txBody>
      </p:sp>
      <p:sp>
        <p:nvSpPr>
          <p:cNvPr id="9" name="内容占位符 2">
            <a:extLst>
              <a:ext uri="{FF2B5EF4-FFF2-40B4-BE49-F238E27FC236}">
                <a16:creationId xmlns:a16="http://schemas.microsoft.com/office/drawing/2014/main" id="{2441756A-1230-BFD1-68AF-624FA85A6087}"/>
              </a:ext>
            </a:extLst>
          </p:cNvPr>
          <p:cNvSpPr>
            <a:spLocks noGrp="1"/>
          </p:cNvSpPr>
          <p:nvPr/>
        </p:nvSpPr>
        <p:spPr>
          <a:xfrm>
            <a:off x="6306789" y="2950200"/>
            <a:ext cx="2630465" cy="1446848"/>
          </a:xfrm>
          <a:prstGeom prst="rect">
            <a:avLst/>
          </a:prstGeom>
          <a:ln w="6350" cmpd="sng">
            <a:noFill/>
            <a:prstDash val="solid"/>
          </a:ln>
        </p:spPr>
        <p:txBody>
          <a:bodyPr vert="horz" lIns="68580" tIns="34290" rIns="68580" bIns="3429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Ø"/>
              <a:defRPr sz="2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4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0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marR="0" lvl="0" indent="-171450" algn="l" defTabSz="685800" rtl="0" eaLnBrk="1" fontAlgn="auto" latinLnBrk="0" hangingPunct="1">
              <a:lnSpc>
                <a:spcPct val="18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明晰</a:t>
            </a:r>
            <a:r>
              <a:rPr kumimoji="1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  <a:sym typeface="+mn-ea"/>
              </a:rPr>
              <a:t>简化，便于分析学习</a:t>
            </a:r>
          </a:p>
          <a:p>
            <a:pPr marL="171450" marR="0" lvl="0" indent="-171450" algn="l" defTabSz="685800" rtl="0" eaLnBrk="1" fontAlgn="auto" latinLnBrk="0" hangingPunct="1">
              <a:lnSpc>
                <a:spcPct val="18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各层独立，加速技术演进</a:t>
            </a:r>
          </a:p>
          <a:p>
            <a:pPr marL="171450" marR="0" lvl="0" indent="-171450" algn="l" defTabSz="685800" rtl="0" eaLnBrk="1" fontAlgn="auto" latinLnBrk="0" hangingPunct="1">
              <a:lnSpc>
                <a:spcPct val="18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kumimoji="1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统一接口，确保技术互通</a:t>
            </a:r>
          </a:p>
        </p:txBody>
      </p:sp>
      <p:sp>
        <p:nvSpPr>
          <p:cNvPr id="10" name="内容占位符 2">
            <a:extLst>
              <a:ext uri="{FF2B5EF4-FFF2-40B4-BE49-F238E27FC236}">
                <a16:creationId xmlns:a16="http://schemas.microsoft.com/office/drawing/2014/main" id="{90B35F1E-6A53-972B-7B6A-88B649D097C3}"/>
              </a:ext>
            </a:extLst>
          </p:cNvPr>
          <p:cNvSpPr>
            <a:spLocks noGrp="1"/>
          </p:cNvSpPr>
          <p:nvPr/>
        </p:nvSpPr>
        <p:spPr>
          <a:xfrm>
            <a:off x="4620528" y="1936828"/>
            <a:ext cx="4204412" cy="878594"/>
          </a:xfrm>
          <a:prstGeom prst="rect">
            <a:avLst/>
          </a:prstGeom>
          <a:ln w="6350" cmpd="sng">
            <a:solidFill>
              <a:srgbClr val="C00000"/>
            </a:solidFill>
            <a:prstDash val="solid"/>
          </a:ln>
        </p:spPr>
        <p:txBody>
          <a:bodyPr vert="horz" lIns="68580" tIns="34290" rIns="68580" bIns="34290" rtlCol="0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Ø"/>
              <a:defRPr sz="2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4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0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开发个游戏直播软件，是否需要针对</a:t>
            </a:r>
            <a:r>
              <a:rPr kumimoji="1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3G/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 </a:t>
            </a:r>
            <a:r>
              <a:rPr kumimoji="1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4G/5G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还是</a:t>
            </a:r>
            <a:r>
              <a:rPr kumimoji="1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WiFi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iti SC Medium" pitchFamily="2" charset="-128"/>
                <a:ea typeface="Heiti SC Medium" pitchFamily="2" charset="-128"/>
                <a:cs typeface="Arial"/>
              </a:rPr>
              <a:t>单独开发？</a:t>
            </a: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AAD47374-A479-4EE9-E7B1-356A6545F1F5}"/>
              </a:ext>
            </a:extLst>
          </p:cNvPr>
          <p:cNvSpPr>
            <a:spLocks noGrp="1"/>
          </p:cNvSpPr>
          <p:nvPr/>
        </p:nvSpPr>
        <p:spPr>
          <a:xfrm>
            <a:off x="4602572" y="4702889"/>
            <a:ext cx="4204412" cy="878594"/>
          </a:xfrm>
          <a:prstGeom prst="rect">
            <a:avLst/>
          </a:prstGeom>
          <a:ln w="6350" cmpd="sng">
            <a:solidFill>
              <a:srgbClr val="C00000"/>
            </a:solidFill>
            <a:prstDash val="solid"/>
          </a:ln>
        </p:spPr>
        <p:txBody>
          <a:bodyPr vert="horz" lIns="68580" tIns="34290" rIns="68580" bIns="34290" rtlCol="0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Ø"/>
              <a:defRPr sz="2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4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20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9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1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WiFi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发展为新版本</a:t>
            </a:r>
            <a:r>
              <a:rPr kumimoji="1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WiFi6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，那么</a:t>
            </a:r>
            <a:r>
              <a:rPr kumimoji="1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WiFi6</a:t>
            </a:r>
            <a:r>
              <a:rPr kumimoji="1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/>
              </a:rPr>
              <a:t>是否要对已有直播、微信或支付宝做适配？</a:t>
            </a:r>
          </a:p>
        </p:txBody>
      </p:sp>
      <p:sp>
        <p:nvSpPr>
          <p:cNvPr id="12" name="燕尾形箭头 11">
            <a:extLst>
              <a:ext uri="{FF2B5EF4-FFF2-40B4-BE49-F238E27FC236}">
                <a16:creationId xmlns:a16="http://schemas.microsoft.com/office/drawing/2014/main" id="{50630CC4-B374-40CE-7A0A-1886BCD06C2A}"/>
              </a:ext>
            </a:extLst>
          </p:cNvPr>
          <p:cNvSpPr/>
          <p:nvPr/>
        </p:nvSpPr>
        <p:spPr>
          <a:xfrm rot="5400000">
            <a:off x="5111868" y="2726381"/>
            <a:ext cx="331470" cy="625474"/>
          </a:xfrm>
          <a:prstGeom prst="notchedRightArrow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Arial"/>
            </a:endParaRPr>
          </a:p>
        </p:txBody>
      </p:sp>
      <p:sp>
        <p:nvSpPr>
          <p:cNvPr id="13" name="燕尾形箭头 12">
            <a:extLst>
              <a:ext uri="{FF2B5EF4-FFF2-40B4-BE49-F238E27FC236}">
                <a16:creationId xmlns:a16="http://schemas.microsoft.com/office/drawing/2014/main" id="{B445050A-1800-E6DD-B6F3-56C35F070EE9}"/>
              </a:ext>
            </a:extLst>
          </p:cNvPr>
          <p:cNvSpPr/>
          <p:nvPr/>
        </p:nvSpPr>
        <p:spPr>
          <a:xfrm rot="16200000">
            <a:off x="5111868" y="4157005"/>
            <a:ext cx="331470" cy="625474"/>
          </a:xfrm>
          <a:prstGeom prst="notchedRightArrow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83861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/>
      <p:bldP spid="10" grpId="0" animBg="1"/>
      <p:bldP spid="11" grpId="0" animBg="1"/>
      <p:bldP spid="12" grpId="0" animBg="1"/>
      <p:bldP spid="13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Footer Placeholder 2">
            <a:extLst>
              <a:ext uri="{FF2B5EF4-FFF2-40B4-BE49-F238E27FC236}">
                <a16:creationId xmlns:a16="http://schemas.microsoft.com/office/drawing/2014/main" id="{0AFC1273-5BAD-66FA-6C2D-983EB79F1A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26978" name="Picture 16" descr="underline_base">
            <a:extLst>
              <a:ext uri="{FF2B5EF4-FFF2-40B4-BE49-F238E27FC236}">
                <a16:creationId xmlns:a16="http://schemas.microsoft.com/office/drawing/2014/main" id="{EB917DA1-FE7A-DB80-F868-EE3AC1B2033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731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79" name="Rectangle 2">
            <a:extLst>
              <a:ext uri="{FF2B5EF4-FFF2-40B4-BE49-F238E27FC236}">
                <a16:creationId xmlns:a16="http://schemas.microsoft.com/office/drawing/2014/main" id="{440178A2-AEB4-DB6B-0CDF-93B027D67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26980" name="Rectangle 3">
            <a:extLst>
              <a:ext uri="{FF2B5EF4-FFF2-40B4-BE49-F238E27FC236}">
                <a16:creationId xmlns:a16="http://schemas.microsoft.com/office/drawing/2014/main" id="{EFC35125-F606-09A0-7446-68A9F182E74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33388" y="114300"/>
            <a:ext cx="7772400" cy="1028700"/>
          </a:xfrm>
        </p:spPr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Internet protocol stack</a:t>
            </a:r>
          </a:p>
        </p:txBody>
      </p:sp>
      <p:sp>
        <p:nvSpPr>
          <p:cNvPr id="126981" name="Rectangle 4">
            <a:extLst>
              <a:ext uri="{FF2B5EF4-FFF2-40B4-BE49-F238E27FC236}">
                <a16:creationId xmlns:a16="http://schemas.microsoft.com/office/drawing/2014/main" id="{63268DAB-DC6A-FC7C-A0DC-C799AB739BA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7050" y="1333500"/>
            <a:ext cx="5554663" cy="4648200"/>
          </a:xfrm>
        </p:spPr>
        <p:txBody>
          <a:bodyPr/>
          <a:lstStyle/>
          <a:p>
            <a:pPr marL="287338" indent="-287338" eaLnBrk="1" hangingPunct="1">
              <a:lnSpc>
                <a:spcPct val="80000"/>
              </a:lnSpc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application:</a:t>
            </a:r>
            <a:r>
              <a:rPr lang="en-US" altLang="zh-CN">
                <a:ea typeface="ＭＳ Ｐゴシック" panose="020B0600070205080204" pitchFamily="34" charset="-128"/>
              </a:rPr>
              <a:t> supporting network applications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zh-CN">
                <a:ea typeface="宋体" panose="02010600030101010101" pitchFamily="2" charset="-122"/>
              </a:rPr>
              <a:t>FTP, SMTP, HTTP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transport:</a:t>
            </a:r>
            <a:r>
              <a:rPr lang="en-US" altLang="zh-CN">
                <a:ea typeface="ＭＳ Ｐゴシック" panose="020B0600070205080204" pitchFamily="34" charset="-128"/>
              </a:rPr>
              <a:t> process-process data transfer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zh-CN">
                <a:ea typeface="宋体" panose="02010600030101010101" pitchFamily="2" charset="-122"/>
              </a:rPr>
              <a:t>TCP, UDP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network:</a:t>
            </a:r>
            <a:r>
              <a:rPr lang="en-US" altLang="zh-CN">
                <a:ea typeface="ＭＳ Ｐゴシック" panose="020B0600070205080204" pitchFamily="34" charset="-128"/>
              </a:rPr>
              <a:t> routing of datagrams from source to destination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zh-CN">
                <a:ea typeface="宋体" panose="02010600030101010101" pitchFamily="2" charset="-122"/>
              </a:rPr>
              <a:t>IP, routing protocols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link:</a:t>
            </a:r>
            <a:r>
              <a:rPr lang="en-US" altLang="zh-CN">
                <a:ea typeface="ＭＳ Ｐゴシック" panose="020B0600070205080204" pitchFamily="34" charset="-128"/>
              </a:rPr>
              <a:t> data transfer between neighboring  network elements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zh-CN">
                <a:ea typeface="宋体" panose="02010600030101010101" pitchFamily="2" charset="-122"/>
              </a:rPr>
              <a:t>Ethernet, 802.111 (WiFi), PPP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physical:</a:t>
            </a:r>
            <a:r>
              <a:rPr lang="en-US" altLang="zh-CN">
                <a:ea typeface="ＭＳ Ｐゴシック" panose="020B0600070205080204" pitchFamily="34" charset="-128"/>
              </a:rPr>
              <a:t> bits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on the wire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endParaRPr lang="en-US" altLang="ja-JP">
              <a:ea typeface="ＭＳ Ｐゴシック" panose="020B0600070205080204" pitchFamily="34" charset="-128"/>
            </a:endParaRPr>
          </a:p>
          <a:p>
            <a:pPr marL="287338" indent="-287338" eaLnBrk="1" hangingPunct="1">
              <a:lnSpc>
                <a:spcPct val="80000"/>
              </a:lnSpc>
            </a:pPr>
            <a:endParaRPr lang="en-US" altLang="zh-CN">
              <a:ea typeface="ＭＳ Ｐゴシック" panose="020B0600070205080204" pitchFamily="34" charset="-128"/>
            </a:endParaRPr>
          </a:p>
        </p:txBody>
      </p:sp>
      <p:sp>
        <p:nvSpPr>
          <p:cNvPr id="126982" name="Rectangle 6">
            <a:extLst>
              <a:ext uri="{FF2B5EF4-FFF2-40B4-BE49-F238E27FC236}">
                <a16:creationId xmlns:a16="http://schemas.microsoft.com/office/drawing/2014/main" id="{FFEAF3F4-1EA4-E4C9-CAB6-79152676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26983" name="Text Box 7">
            <a:extLst>
              <a:ext uri="{FF2B5EF4-FFF2-40B4-BE49-F238E27FC236}">
                <a16:creationId xmlns:a16="http://schemas.microsoft.com/office/drawing/2014/main" id="{D805A2A6-8B49-EB22-885B-FCBED0ED5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2725" y="1920875"/>
            <a:ext cx="1644650" cy="337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26984" name="Line 8">
            <a:extLst>
              <a:ext uri="{FF2B5EF4-FFF2-40B4-BE49-F238E27FC236}">
                <a16:creationId xmlns:a16="http://schemas.microsoft.com/office/drawing/2014/main" id="{D01630FE-6C74-DD70-3EC4-16ED44C4897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6985" name="Line 9">
            <a:extLst>
              <a:ext uri="{FF2B5EF4-FFF2-40B4-BE49-F238E27FC236}">
                <a16:creationId xmlns:a16="http://schemas.microsoft.com/office/drawing/2014/main" id="{2F2A0D24-4AD7-0339-666C-E5282210762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6986" name="Line 10">
            <a:extLst>
              <a:ext uri="{FF2B5EF4-FFF2-40B4-BE49-F238E27FC236}">
                <a16:creationId xmlns:a16="http://schemas.microsoft.com/office/drawing/2014/main" id="{06337580-783C-9B94-2D68-FE892B0486F3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6987" name="Line 11">
            <a:extLst>
              <a:ext uri="{FF2B5EF4-FFF2-40B4-BE49-F238E27FC236}">
                <a16:creationId xmlns:a16="http://schemas.microsoft.com/office/drawing/2014/main" id="{600F902B-AA17-6A2B-B4DE-888BE2849D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6988" name="Slide Number Placeholder 3">
            <a:extLst>
              <a:ext uri="{FF2B5EF4-FFF2-40B4-BE49-F238E27FC236}">
                <a16:creationId xmlns:a16="http://schemas.microsoft.com/office/drawing/2014/main" id="{F8A0047B-45F0-9BAA-E9B1-20169ED60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1C96D0AA-8F4D-7749-9F8B-FA32F59E2D94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内容占位符 2">
            <a:extLst>
              <a:ext uri="{FF2B5EF4-FFF2-40B4-BE49-F238E27FC236}">
                <a16:creationId xmlns:a16="http://schemas.microsoft.com/office/drawing/2014/main" id="{F3321CCD-8AD3-F74A-89DC-B2B06368FC04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338664" y="1769539"/>
            <a:ext cx="6290487" cy="3753302"/>
          </a:xfrm>
        </p:spPr>
        <p:txBody>
          <a:bodyPr>
            <a:noAutofit/>
          </a:bodyPr>
          <a:lstStyle/>
          <a:p>
            <a:pPr>
              <a:lnSpc>
                <a:spcPct val="120000"/>
              </a:lnSpc>
              <a:spcBef>
                <a:spcPts val="225"/>
              </a:spcBef>
            </a:pPr>
            <a:r>
              <a:rPr kumimoji="1" lang="en-US" altLang="zh-CN" sz="2000" dirty="0"/>
              <a:t>TCP/IP</a:t>
            </a:r>
            <a:r>
              <a:rPr kumimoji="1" lang="zh-CN" altLang="en-US" sz="2000" dirty="0"/>
              <a:t>参考模型</a:t>
            </a:r>
            <a:endParaRPr lang="en-US" altLang="zh-CN" sz="2000" dirty="0">
              <a:solidFill>
                <a:srgbClr val="000000"/>
              </a:solidFill>
            </a:endParaRP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摒弃电话系统中“笨终端</a:t>
            </a:r>
            <a:r>
              <a:rPr lang="en-US" altLang="zh-CN" dirty="0">
                <a:latin typeface="Kaiti SC" panose="02010600040101010101" pitchFamily="2" charset="-122"/>
                <a:ea typeface="Kaiti SC" panose="02010600040101010101" pitchFamily="2" charset="-122"/>
              </a:rPr>
              <a:t>&amp;</a:t>
            </a: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聪明网络”的设计思路</a:t>
            </a:r>
            <a:endParaRPr lang="en-US" altLang="zh-CN" dirty="0">
              <a:latin typeface="Kaiti SC" panose="02010600040101010101" pitchFamily="2" charset="-122"/>
              <a:ea typeface="Kaiti SC" panose="02010600040101010101" pitchFamily="2" charset="-122"/>
            </a:endParaRP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采用</a:t>
            </a:r>
            <a:r>
              <a:rPr lang="zh-CN" altLang="en-US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聪明终端</a:t>
            </a:r>
            <a:r>
              <a:rPr lang="en-US" altLang="zh-CN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&amp;</a:t>
            </a:r>
            <a:r>
              <a:rPr lang="zh-CN" altLang="en-US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简单网络</a:t>
            </a: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，由</a:t>
            </a:r>
            <a:r>
              <a:rPr lang="zh-CN" altLang="en-US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端系统</a:t>
            </a:r>
            <a:r>
              <a:rPr lang="en-US" altLang="zh-CN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TCP</a:t>
            </a: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负责丢失</a:t>
            </a:r>
            <a:br>
              <a:rPr lang="en-US" altLang="zh-CN" dirty="0">
                <a:latin typeface="Kaiti SC" panose="02010600040101010101" pitchFamily="2" charset="-122"/>
                <a:ea typeface="Kaiti SC" panose="02010600040101010101" pitchFamily="2" charset="-122"/>
              </a:rPr>
            </a:b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恢复等，简单的网络大大提升了可扩展性</a:t>
            </a: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latin typeface="Kaiti SC" panose="02010600040101010101" pitchFamily="2" charset="-122"/>
                <a:ea typeface="Kaiti SC" panose="02010600040101010101" pitchFamily="2" charset="-122"/>
              </a:rPr>
              <a:t>实现了建立在简单的、不可靠部件上的可靠系统</a:t>
            </a:r>
            <a:endParaRPr lang="en-US" altLang="zh-CN" dirty="0">
              <a:latin typeface="Kaiti SC" panose="02010600040101010101" pitchFamily="2" charset="-122"/>
              <a:ea typeface="Kaiti SC" panose="02010600040101010101" pitchFamily="2" charset="-122"/>
            </a:endParaRPr>
          </a:p>
          <a:p>
            <a:pPr>
              <a:lnSpc>
                <a:spcPct val="120000"/>
              </a:lnSpc>
              <a:spcBef>
                <a:spcPts val="1425"/>
              </a:spcBef>
            </a:pPr>
            <a:r>
              <a:rPr lang="en-US" altLang="zh-CN" sz="2000" dirty="0">
                <a:solidFill>
                  <a:srgbClr val="000000"/>
                </a:solidFill>
              </a:rPr>
              <a:t>IP</a:t>
            </a:r>
            <a:r>
              <a:rPr lang="zh-CN" altLang="en-US" sz="2000" dirty="0">
                <a:solidFill>
                  <a:srgbClr val="000000"/>
                </a:solidFill>
              </a:rPr>
              <a:t>分组交换的特点</a:t>
            </a:r>
            <a:endParaRPr lang="en-US" altLang="zh-CN" sz="2000" dirty="0">
              <a:solidFill>
                <a:srgbClr val="000000"/>
              </a:solidFill>
            </a:endParaRP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可在各种底层物理网络上运行</a:t>
            </a:r>
            <a:r>
              <a:rPr lang="en-US" altLang="zh-CN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(</a:t>
            </a:r>
            <a:r>
              <a:rPr lang="en-US" altLang="zh-CN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IP over everything</a:t>
            </a:r>
            <a:r>
              <a:rPr lang="en-US" altLang="zh-CN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)</a:t>
            </a: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可支持各类上层应用</a:t>
            </a:r>
            <a:r>
              <a:rPr lang="en-US" altLang="zh-CN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(</a:t>
            </a:r>
            <a:r>
              <a:rPr lang="en-US" altLang="zh-CN" dirty="0">
                <a:solidFill>
                  <a:srgbClr val="C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Everything over IP)</a:t>
            </a:r>
          </a:p>
          <a:p>
            <a:pPr lvl="1">
              <a:lnSpc>
                <a:spcPct val="120000"/>
              </a:lnSpc>
              <a:spcBef>
                <a:spcPts val="225"/>
              </a:spcBef>
            </a:pPr>
            <a:r>
              <a:rPr lang="zh-CN" altLang="en-US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每个</a:t>
            </a:r>
            <a:r>
              <a:rPr lang="en-US" altLang="zh-CN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IP</a:t>
            </a:r>
            <a:r>
              <a:rPr lang="zh-CN" altLang="en-US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分组携带各自的目的地址，网络核心功能</a:t>
            </a:r>
            <a:br>
              <a:rPr lang="en-US" altLang="zh-CN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</a:br>
            <a:r>
              <a:rPr lang="zh-CN" altLang="en-US" dirty="0">
                <a:solidFill>
                  <a:srgbClr val="000000"/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简单（通过路由表转发分组），适应爆炸性增长</a:t>
            </a:r>
            <a:endParaRPr kumimoji="1" lang="en-US" altLang="zh-CN" sz="1500" dirty="0">
              <a:latin typeface="Kaiti SC" panose="02010600040101010101" pitchFamily="2" charset="-122"/>
              <a:ea typeface="Kaiti SC" panose="02010600040101010101" pitchFamily="2" charset="-122"/>
            </a:endParaRP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144193DE-29EB-1540-8179-835E7E78AAB9}"/>
              </a:ext>
            </a:extLst>
          </p:cNvPr>
          <p:cNvGrpSpPr/>
          <p:nvPr/>
        </p:nvGrpSpPr>
        <p:grpSpPr>
          <a:xfrm>
            <a:off x="6146787" y="2268427"/>
            <a:ext cx="2751914" cy="1291085"/>
            <a:chOff x="6808963" y="3301194"/>
            <a:chExt cx="1877837" cy="965486"/>
          </a:xfrm>
        </p:grpSpPr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BBFEFEC6-F20C-034C-A67D-EE2E19F3E6D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47988"/>
            <a:stretch>
              <a:fillRect/>
            </a:stretch>
          </p:blipFill>
          <p:spPr bwMode="auto">
            <a:xfrm flipV="1">
              <a:off x="6808963" y="3301194"/>
              <a:ext cx="1877837" cy="9654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7" name="Picture 10" descr="http://tbn0.google.com/images?q=tbn:uG9PhuBLX4dJJM:http://www.uberreview.com/wp-content/uploads/youtube_logo.jpg">
              <a:hlinkClick r:id="rId4"/>
              <a:extLst>
                <a:ext uri="{FF2B5EF4-FFF2-40B4-BE49-F238E27FC236}">
                  <a16:creationId xmlns:a16="http://schemas.microsoft.com/office/drawing/2014/main" id="{F20A7502-6D96-D44A-BB11-2BAC6ED92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CFCFC"/>
                </a:clrFrom>
                <a:clrTo>
                  <a:srgbClr val="FCFCFC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0141" y="3600649"/>
              <a:ext cx="454599" cy="2264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" name="Picture 26" descr="http://static.ak.fbcdn.net/images/welcome/welcome_3.gif">
              <a:hlinkClick r:id="rId6"/>
              <a:extLst>
                <a:ext uri="{FF2B5EF4-FFF2-40B4-BE49-F238E27FC236}">
                  <a16:creationId xmlns:a16="http://schemas.microsoft.com/office/drawing/2014/main" id="{424B901D-36B2-824D-B683-F08FE129E1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00678" y="3609941"/>
              <a:ext cx="405788" cy="205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44" descr="From collectibles to cars, buy and sell all kinds of items on eBay">
              <a:hlinkClick r:id="rId8"/>
              <a:extLst>
                <a:ext uri="{FF2B5EF4-FFF2-40B4-BE49-F238E27FC236}">
                  <a16:creationId xmlns:a16="http://schemas.microsoft.com/office/drawing/2014/main" id="{5D0F6115-2C22-3144-BEDB-675A9BC7D7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clrChange>
                <a:clrFrom>
                  <a:srgbClr val="000000">
                    <a:alpha val="0"/>
                  </a:srgbClr>
                </a:clrFrom>
                <a:clrTo>
                  <a:srgbClr val="000000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sharpenSoften amoun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8579" y="3859562"/>
              <a:ext cx="251162" cy="109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" name="Picture 11" descr="C:\Users\yxia\Desktop\搜狗截图13年10月19日1936_2.jpg">
              <a:extLst>
                <a:ext uri="{FF2B5EF4-FFF2-40B4-BE49-F238E27FC236}">
                  <a16:creationId xmlns:a16="http://schemas.microsoft.com/office/drawing/2014/main" id="{F3E7B90C-6232-354D-9F07-902C2C8C5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18061" y="3330776"/>
              <a:ext cx="628605" cy="28272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1" name="Picture 12" descr="C:\Users\yxia\Desktop\搜狗截图13年10月19日1936_3.jpg">
              <a:extLst>
                <a:ext uri="{FF2B5EF4-FFF2-40B4-BE49-F238E27FC236}">
                  <a16:creationId xmlns:a16="http://schemas.microsoft.com/office/drawing/2014/main" id="{3BC475BE-8ABA-434C-B7A5-ABA9120EA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38289" y="3841986"/>
              <a:ext cx="437517" cy="2254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2" name="Picture 13" descr="C:\Users\yxia\Desktop\搜狗截图13年10月19日1937_4.jpg">
              <a:extLst>
                <a:ext uri="{FF2B5EF4-FFF2-40B4-BE49-F238E27FC236}">
                  <a16:creationId xmlns:a16="http://schemas.microsoft.com/office/drawing/2014/main" id="{D0019D23-6242-514F-B7DC-371E15977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>
              <a:clrChange>
                <a:clrFrom>
                  <a:srgbClr val="FEFEFE"/>
                </a:clrFrom>
                <a:clrTo>
                  <a:srgbClr val="FEFEFE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69933" y="3411612"/>
              <a:ext cx="430488" cy="1983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" name="Picture 14" descr="C:\Users\yxia\Desktop\搜狗截图13年10月19日1938_5.jpg">
              <a:extLst>
                <a:ext uri="{FF2B5EF4-FFF2-40B4-BE49-F238E27FC236}">
                  <a16:creationId xmlns:a16="http://schemas.microsoft.com/office/drawing/2014/main" id="{2365134C-8A9D-CE47-B9F0-4AC1829DF8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>
              <a:clrChange>
                <a:clrFrom>
                  <a:srgbClr val="F6F6F6"/>
                </a:clrFrom>
                <a:clrTo>
                  <a:srgbClr val="F6F6F6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8885" y="3982162"/>
              <a:ext cx="541729" cy="1705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15" descr="C:\Users\yxia\Desktop\搜狗截图13年10月19日1938_6.jpg">
              <a:extLst>
                <a:ext uri="{FF2B5EF4-FFF2-40B4-BE49-F238E27FC236}">
                  <a16:creationId xmlns:a16="http://schemas.microsoft.com/office/drawing/2014/main" id="{F4FE633A-0FDD-4946-9ED3-E6D9540C6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22520" y="3645318"/>
              <a:ext cx="577902" cy="1817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5" name="Picture 16" descr="C:\Users\yxia\Desktop\google_logo_41.png">
              <a:extLst>
                <a:ext uri="{FF2B5EF4-FFF2-40B4-BE49-F238E27FC236}">
                  <a16:creationId xmlns:a16="http://schemas.microsoft.com/office/drawing/2014/main" id="{FDFA76DC-89D9-3041-813B-402BD15D9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BEBA8EAE-BF5A-486C-A8C5-ECC9F3942E4B}">
                  <a14:imgProps xmlns:a14="http://schemas.microsoft.com/office/drawing/2010/main">
                    <a14:imgLayer r:embed="rId17">
                      <a14:imgEffect>
                        <a14:saturation sat="400000"/>
                      </a14:imgEffect>
                      <a14:imgEffect>
                        <a14:sharpenSoften amount="25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8720" y="3433397"/>
              <a:ext cx="441733" cy="1682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17" descr="C:\Users\yxia\Desktop\搜狗截图13年10月19日1946_7.jpg">
              <a:extLst>
                <a:ext uri="{FF2B5EF4-FFF2-40B4-BE49-F238E27FC236}">
                  <a16:creationId xmlns:a16="http://schemas.microsoft.com/office/drawing/2014/main" id="{791E3B8D-44D9-5248-AC25-CFB43FC639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06462" y="3827070"/>
              <a:ext cx="445541" cy="18463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0737D0A4-1694-BE4A-89F7-50FB58F9A75D}"/>
              </a:ext>
            </a:extLst>
          </p:cNvPr>
          <p:cNvGrpSpPr/>
          <p:nvPr/>
        </p:nvGrpSpPr>
        <p:grpSpPr>
          <a:xfrm>
            <a:off x="6131859" y="3825754"/>
            <a:ext cx="2751914" cy="1291085"/>
            <a:chOff x="6804682" y="4350467"/>
            <a:chExt cx="1877837" cy="965486"/>
          </a:xfrm>
        </p:grpSpPr>
        <p:pic>
          <p:nvPicPr>
            <p:cNvPr id="25" name="Picture 2">
              <a:extLst>
                <a:ext uri="{FF2B5EF4-FFF2-40B4-BE49-F238E27FC236}">
                  <a16:creationId xmlns:a16="http://schemas.microsoft.com/office/drawing/2014/main" id="{DAC00A37-0A5B-514E-86AF-0605497DA5B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47988"/>
            <a:stretch>
              <a:fillRect/>
            </a:stretch>
          </p:blipFill>
          <p:spPr bwMode="auto">
            <a:xfrm>
              <a:off x="6804682" y="4350467"/>
              <a:ext cx="1877837" cy="9654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26" name="Picture 26" descr="C:\Users\yxia\Desktop\Img320639468.jpg">
              <a:extLst>
                <a:ext uri="{FF2B5EF4-FFF2-40B4-BE49-F238E27FC236}">
                  <a16:creationId xmlns:a16="http://schemas.microsoft.com/office/drawing/2014/main" id="{09338F12-A144-484D-A9D8-F6EF41ACF4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0">
                      <a14:imgEffect>
                        <a14:brightnessContrast bright="20000" contrast="-40000"/>
                      </a14:imgEffect>
                      <a14:imgEffect>
                        <a14:sharpenSoften amoun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8930" y="4717523"/>
              <a:ext cx="809734" cy="5344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" name="Picture 8" descr="C:\Users\yxia\Desktop\20111222064702697103.jpg">
              <a:extLst>
                <a:ext uri="{FF2B5EF4-FFF2-40B4-BE49-F238E27FC236}">
                  <a16:creationId xmlns:a16="http://schemas.microsoft.com/office/drawing/2014/main" id="{5C37D890-F77B-F849-A5EE-0667C8B2E2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 rot="20983091">
              <a:off x="7835377" y="4801157"/>
              <a:ext cx="113215" cy="276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20" descr="C:\Users\yxia\Desktop\2178222.jpg">
              <a:extLst>
                <a:ext uri="{FF2B5EF4-FFF2-40B4-BE49-F238E27FC236}">
                  <a16:creationId xmlns:a16="http://schemas.microsoft.com/office/drawing/2014/main" id="{DC48B771-6EC3-4C40-AFA4-B1230318C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sharpenSoften amoun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91259" y="4819431"/>
              <a:ext cx="307107" cy="44109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" name="Picture 22" descr="C:\Users\yxia\Desktop\3770652009510221234.jpg">
              <a:extLst>
                <a:ext uri="{FF2B5EF4-FFF2-40B4-BE49-F238E27FC236}">
                  <a16:creationId xmlns:a16="http://schemas.microsoft.com/office/drawing/2014/main" id="{9B4AB5B5-63EB-8849-B9E3-CA9C2F820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 cstate="print">
              <a:clrChange>
                <a:clrFrom>
                  <a:srgbClr val="FEFEFE"/>
                </a:clrFrom>
                <a:clrTo>
                  <a:srgbClr val="FEFEFE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4506236" flipV="1">
              <a:off x="7130563" y="4550437"/>
              <a:ext cx="312481" cy="2702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" name="Picture 38" descr="http://tbn0.google.com/images?q=tbn:8sTVCGh5uzf1gM:http://www.wpclipart.com/telephone/telephone_cartoon.png">
              <a:hlinkClick r:id="rId25"/>
              <a:extLst>
                <a:ext uri="{FF2B5EF4-FFF2-40B4-BE49-F238E27FC236}">
                  <a16:creationId xmlns:a16="http://schemas.microsoft.com/office/drawing/2014/main" id="{6C011140-C84A-6946-A5A2-B8366715CF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78061" y="4476450"/>
              <a:ext cx="169795" cy="1760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26" descr="http://tbn0.google.com/images?q=tbn:xT9wMZ61r7KFCM:http://rtmulcahy.files.wordpress.com/2007/06/cellphone.gif">
              <a:hlinkClick r:id="rId27"/>
              <a:extLst>
                <a:ext uri="{FF2B5EF4-FFF2-40B4-BE49-F238E27FC236}">
                  <a16:creationId xmlns:a16="http://schemas.microsoft.com/office/drawing/2014/main" id="{6CDA6400-B00F-1C40-A4B2-F4DA5D6C76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 cstate="print">
              <a:clrChange>
                <a:clrFrom>
                  <a:srgbClr val="FCFDFF"/>
                </a:clrFrom>
                <a:clrTo>
                  <a:srgbClr val="FCFD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52219" y="4457219"/>
              <a:ext cx="207916" cy="2140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21" descr="C:\Users\yxia\Desktop\3374535_010108632321_2.jpg">
              <a:extLst>
                <a:ext uri="{FF2B5EF4-FFF2-40B4-BE49-F238E27FC236}">
                  <a16:creationId xmlns:a16="http://schemas.microsoft.com/office/drawing/2014/main" id="{1C6FF930-AC0C-F449-9966-A01B4970D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grayscl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786443">
              <a:off x="7068316" y="4728057"/>
              <a:ext cx="318250" cy="2073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28" descr="C:\Users\yxia\Desktop\vgoixh91ud6k.jpg">
              <a:extLst>
                <a:ext uri="{FF2B5EF4-FFF2-40B4-BE49-F238E27FC236}">
                  <a16:creationId xmlns:a16="http://schemas.microsoft.com/office/drawing/2014/main" id="{11CDE1A7-3A17-E843-875E-70B7411223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0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32234" y="4590085"/>
              <a:ext cx="195598" cy="2293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" name="Picture 27" descr="C:\Users\yxia\Desktop\2078815_171043034636_2.jpg">
              <a:extLst>
                <a:ext uri="{FF2B5EF4-FFF2-40B4-BE49-F238E27FC236}">
                  <a16:creationId xmlns:a16="http://schemas.microsoft.com/office/drawing/2014/main" id="{7112D5FE-7FE5-7A40-B694-1B79893A25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 cstate="print">
              <a:clrChange>
                <a:clrFrom>
                  <a:srgbClr val="000000"/>
                </a:clrFrom>
                <a:clrTo>
                  <a:srgbClr val="000000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922278" y="4917756"/>
              <a:ext cx="309610" cy="326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30" descr="C:\Users\yxia\Desktop\1077466119.jpg">
              <a:extLst>
                <a:ext uri="{FF2B5EF4-FFF2-40B4-BE49-F238E27FC236}">
                  <a16:creationId xmlns:a16="http://schemas.microsoft.com/office/drawing/2014/main" id="{FD24A2FD-DF40-AB4D-9961-14C571299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05" y="4425885"/>
              <a:ext cx="407018" cy="4504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矩形 23">
            <a:extLst>
              <a:ext uri="{FF2B5EF4-FFF2-40B4-BE49-F238E27FC236}">
                <a16:creationId xmlns:a16="http://schemas.microsoft.com/office/drawing/2014/main" id="{0DB6C02F-05B1-A343-8670-C5D5E109E1B1}"/>
              </a:ext>
            </a:extLst>
          </p:cNvPr>
          <p:cNvSpPr/>
          <p:nvPr/>
        </p:nvSpPr>
        <p:spPr>
          <a:xfrm>
            <a:off x="7060325" y="3474513"/>
            <a:ext cx="852650" cy="438691"/>
          </a:xfrm>
          <a:prstGeom prst="rect">
            <a:avLst/>
          </a:prstGeom>
          <a:solidFill>
            <a:schemeClr val="bg1"/>
          </a:solidFill>
          <a:ln w="28575">
            <a:solidFill>
              <a:srgbClr val="7030A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27000" rIns="27000"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ODONI 72 BOOK" pitchFamily="2" charset="0"/>
                <a:ea typeface="微软雅黑" panose="020B0503020204020204" pitchFamily="34" charset="-122"/>
                <a:cs typeface="+mn-cs"/>
              </a:rPr>
              <a:t>TCP/IP</a:t>
            </a:r>
            <a:endParaRPr kumimoji="0" lang="zh-CN" altLang="en-US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BODONI 72 BOOK" pitchFamily="2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B1FFA5CD-701E-6D49-B271-9902C60894D3}"/>
              </a:ext>
            </a:extLst>
          </p:cNvPr>
          <p:cNvSpPr/>
          <p:nvPr/>
        </p:nvSpPr>
        <p:spPr>
          <a:xfrm>
            <a:off x="6569097" y="5297630"/>
            <a:ext cx="187743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+mn-cs"/>
              </a:rPr>
              <a:t>TCP/IP</a:t>
            </a:r>
            <a:r>
              <a:rPr kumimoji="1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+mn-cs"/>
              </a:rPr>
              <a:t>的沙漏模型</a:t>
            </a:r>
            <a:endParaRPr kumimoji="0" lang="zh-CN" alt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+mn-cs"/>
            </a:endParaRPr>
          </a:p>
        </p:txBody>
      </p:sp>
      <p:pic>
        <p:nvPicPr>
          <p:cNvPr id="7" name="Picture 16" descr="underline_base">
            <a:extLst>
              <a:ext uri="{FF2B5EF4-FFF2-40B4-BE49-F238E27FC236}">
                <a16:creationId xmlns:a16="http://schemas.microsoft.com/office/drawing/2014/main" id="{A96044E8-B95B-33A8-5DBD-801AE8D934EA}"/>
              </a:ext>
            </a:extLst>
          </p:cNvPr>
          <p:cNvPicPr>
            <a:picLocks noChangeArrowheads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731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3">
            <a:extLst>
              <a:ext uri="{FF2B5EF4-FFF2-40B4-BE49-F238E27FC236}">
                <a16:creationId xmlns:a16="http://schemas.microsoft.com/office/drawing/2014/main" id="{CDDE1E30-1323-C205-0AD0-C32437CB6B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8" y="114300"/>
            <a:ext cx="7772400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Arial"/>
              </a:rPr>
              <a:t>TCP/IP </a:t>
            </a:r>
            <a:r>
              <a:rPr kumimoji="0" lang="en-US" altLang="zh-CN" sz="4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Arial"/>
              </a:rPr>
              <a:t>reference model</a:t>
            </a:r>
            <a:endParaRPr kumimoji="0" lang="en-US" altLang="zh-CN" sz="4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Gill Sans M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页脚占位符 1">
            <a:extLst>
              <a:ext uri="{FF2B5EF4-FFF2-40B4-BE49-F238E27FC236}">
                <a16:creationId xmlns:a16="http://schemas.microsoft.com/office/drawing/2014/main" id="{479B19FE-EB12-470F-AE18-7D9ABF793F42}"/>
              </a:ext>
            </a:extLst>
          </p:cNvPr>
          <p:cNvSpPr txBox="1">
            <a:spLocks/>
          </p:cNvSpPr>
          <p:nvPr/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/>
              </a:rPr>
              <a:t>Introduction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itchFamily="34" charset="0"/>
              <a:ea typeface="+mn-ea"/>
              <a:cs typeface="Arial"/>
            </a:endParaRPr>
          </a:p>
        </p:txBody>
      </p:sp>
      <p:sp>
        <p:nvSpPr>
          <p:cNvPr id="14" name="灯片编号占位符 2">
            <a:extLst>
              <a:ext uri="{FF2B5EF4-FFF2-40B4-BE49-F238E27FC236}">
                <a16:creationId xmlns:a16="http://schemas.microsoft.com/office/drawing/2014/main" id="{902E8CEF-D899-5119-3658-895D7B44FFE5}"/>
              </a:ext>
            </a:extLst>
          </p:cNvPr>
          <p:cNvSpPr txBox="1">
            <a:spLocks/>
          </p:cNvSpPr>
          <p:nvPr/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1200" kern="12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/>
              </a:rPr>
              <a:t>1-</a:t>
            </a:r>
            <a:fld id="{A9FFF2ED-100E-D940-9CC2-8B4BE450E09A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3927682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Footer Placeholder 2">
            <a:extLst>
              <a:ext uri="{FF2B5EF4-FFF2-40B4-BE49-F238E27FC236}">
                <a16:creationId xmlns:a16="http://schemas.microsoft.com/office/drawing/2014/main" id="{0779363E-7710-42E2-96CE-9C22E952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29026" name="Rectangle 2">
            <a:extLst>
              <a:ext uri="{FF2B5EF4-FFF2-40B4-BE49-F238E27FC236}">
                <a16:creationId xmlns:a16="http://schemas.microsoft.com/office/drawing/2014/main" id="{117BA837-5780-0494-F0F5-A24D22A27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5" y="16383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3F838456-CCF5-2683-AF75-E5F7CA669ED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0050" y="85725"/>
            <a:ext cx="6503988" cy="11430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ISO/OSI reference model</a:t>
            </a:r>
          </a:p>
        </p:txBody>
      </p:sp>
      <p:sp>
        <p:nvSpPr>
          <p:cNvPr id="129028" name="Rectangle 4">
            <a:extLst>
              <a:ext uri="{FF2B5EF4-FFF2-40B4-BE49-F238E27FC236}">
                <a16:creationId xmlns:a16="http://schemas.microsoft.com/office/drawing/2014/main" id="{F7E5F43E-DA77-5CB3-5C65-40014A32F65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84200" y="1422400"/>
            <a:ext cx="5154613" cy="4648200"/>
          </a:xfrm>
        </p:spPr>
        <p:txBody>
          <a:bodyPr/>
          <a:lstStyle/>
          <a:p>
            <a:pPr marL="287338" indent="-287338" eaLnBrk="1" hangingPunct="1"/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zh-CN">
                <a:ea typeface="ＭＳ Ｐゴシック" panose="020B0600070205080204" pitchFamily="34" charset="-128"/>
              </a:rPr>
              <a:t> allow applications to interpret meaning of data, e.g., encryption, compression, machine-specific conventions</a:t>
            </a:r>
          </a:p>
          <a:p>
            <a:pPr marL="287338" indent="-287338" eaLnBrk="1" hangingPunct="1"/>
            <a:r>
              <a:rPr lang="en-US" altLang="zh-CN" i="1">
                <a:solidFill>
                  <a:srgbClr val="CC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zh-CN">
                <a:ea typeface="ＭＳ Ｐゴシック" panose="020B0600070205080204" pitchFamily="34" charset="-128"/>
              </a:rPr>
              <a:t> synchronization, checkpointing, recovery of data exchange</a:t>
            </a:r>
          </a:p>
          <a:p>
            <a:pPr marL="287338" indent="-287338" eaLnBrk="1" hangingPunct="1"/>
            <a:r>
              <a:rPr lang="en-US" altLang="zh-CN">
                <a:ea typeface="ＭＳ Ｐゴシック" panose="020B0600070205080204" pitchFamily="34" charset="-128"/>
              </a:rPr>
              <a:t>Internet stack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missing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these layers!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these services, </a:t>
            </a:r>
            <a:r>
              <a:rPr lang="en-US" altLang="zh-CN" i="1">
                <a:ea typeface="宋体" panose="02010600030101010101" pitchFamily="2" charset="-122"/>
              </a:rPr>
              <a:t>if needed,</a:t>
            </a:r>
            <a:r>
              <a:rPr lang="en-US" altLang="zh-CN">
                <a:ea typeface="宋体" panose="02010600030101010101" pitchFamily="2" charset="-122"/>
              </a:rPr>
              <a:t> must be implemented in application</a:t>
            </a:r>
          </a:p>
          <a:p>
            <a:pPr marL="682625" lvl="1" indent="-225425" eaLnBrk="1" hangingPunct="1"/>
            <a:r>
              <a:rPr lang="en-US" altLang="zh-CN">
                <a:ea typeface="宋体" panose="02010600030101010101" pitchFamily="2" charset="-122"/>
              </a:rPr>
              <a:t>needed?</a:t>
            </a:r>
          </a:p>
        </p:txBody>
      </p:sp>
      <p:sp>
        <p:nvSpPr>
          <p:cNvPr id="129029" name="Rectangle 6">
            <a:extLst>
              <a:ext uri="{FF2B5EF4-FFF2-40B4-BE49-F238E27FC236}">
                <a16:creationId xmlns:a16="http://schemas.microsoft.com/office/drawing/2014/main" id="{1F51AE78-B811-DAF5-82F3-A85012739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1774825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29030" name="Text Box 7">
            <a:extLst>
              <a:ext uri="{FF2B5EF4-FFF2-40B4-BE49-F238E27FC236}">
                <a16:creationId xmlns:a16="http://schemas.microsoft.com/office/drawing/2014/main" id="{CF6C82F5-44B2-9D4C-29CD-D98A06402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8413" y="1946275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presentation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session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7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29031" name="Line 8">
            <a:extLst>
              <a:ext uri="{FF2B5EF4-FFF2-40B4-BE49-F238E27FC236}">
                <a16:creationId xmlns:a16="http://schemas.microsoft.com/office/drawing/2014/main" id="{2C9295C9-E02D-84D1-4A5C-1C19C5AFA92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236696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9032" name="Line 9">
            <a:extLst>
              <a:ext uri="{FF2B5EF4-FFF2-40B4-BE49-F238E27FC236}">
                <a16:creationId xmlns:a16="http://schemas.microsoft.com/office/drawing/2014/main" id="{72576977-F187-9AC6-CFE0-68A9A0E2A2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3432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9033" name="Line 10">
            <a:extLst>
              <a:ext uri="{FF2B5EF4-FFF2-40B4-BE49-F238E27FC236}">
                <a16:creationId xmlns:a16="http://schemas.microsoft.com/office/drawing/2014/main" id="{9762BE31-16DE-85F3-2B5B-647ADFA300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883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9034" name="Line 11">
            <a:extLst>
              <a:ext uri="{FF2B5EF4-FFF2-40B4-BE49-F238E27FC236}">
                <a16:creationId xmlns:a16="http://schemas.microsoft.com/office/drawing/2014/main" id="{3A8035D8-B4F8-106D-113F-91C4893D4E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6513" y="4899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9035" name="Line 12">
            <a:extLst>
              <a:ext uri="{FF2B5EF4-FFF2-40B4-BE49-F238E27FC236}">
                <a16:creationId xmlns:a16="http://schemas.microsoft.com/office/drawing/2014/main" id="{E0943951-9D8C-9548-8B6C-9327092C8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44164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9036" name="Line 13">
            <a:extLst>
              <a:ext uri="{FF2B5EF4-FFF2-40B4-BE49-F238E27FC236}">
                <a16:creationId xmlns:a16="http://schemas.microsoft.com/office/drawing/2014/main" id="{1909EDB7-0E45-DCBA-1E54-7206103883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28860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129037" name="Picture 18" descr="underline_base">
            <a:extLst>
              <a:ext uri="{FF2B5EF4-FFF2-40B4-BE49-F238E27FC236}">
                <a16:creationId xmlns:a16="http://schemas.microsoft.com/office/drawing/2014/main" id="{05CE7179-714C-CA3A-C075-39EB11EA43B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895350"/>
            <a:ext cx="59880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38" name="Slide Number Placeholder 3">
            <a:extLst>
              <a:ext uri="{FF2B5EF4-FFF2-40B4-BE49-F238E27FC236}">
                <a16:creationId xmlns:a16="http://schemas.microsoft.com/office/drawing/2014/main" id="{112BAE91-77C0-3671-4583-D9E193B28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95B525FE-B73C-524A-BB61-88D118F06126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Footer Placeholder 2">
            <a:extLst>
              <a:ext uri="{FF2B5EF4-FFF2-40B4-BE49-F238E27FC236}">
                <a16:creationId xmlns:a16="http://schemas.microsoft.com/office/drawing/2014/main" id="{0779363E-7710-42E2-96CE-9C22E952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3F838456-CCF5-2683-AF75-E5F7CA669ED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0050" y="85725"/>
            <a:ext cx="6503988" cy="11430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Network</a:t>
            </a:r>
            <a:r>
              <a:rPr lang="zh-CN" altLang="en-US" dirty="0">
                <a:ea typeface="ＭＳ Ｐゴシック" panose="020B0600070205080204" pitchFamily="34" charset="-128"/>
              </a:rPr>
              <a:t> </a:t>
            </a:r>
            <a:r>
              <a:rPr lang="en-US" altLang="zh-CN" dirty="0">
                <a:ea typeface="ＭＳ Ｐゴシック" panose="020B0600070205080204" pitchFamily="34" charset="-128"/>
              </a:rPr>
              <a:t>Architecture</a:t>
            </a:r>
          </a:p>
        </p:txBody>
      </p:sp>
      <p:pic>
        <p:nvPicPr>
          <p:cNvPr id="129037" name="Picture 18" descr="underline_base">
            <a:extLst>
              <a:ext uri="{FF2B5EF4-FFF2-40B4-BE49-F238E27FC236}">
                <a16:creationId xmlns:a16="http://schemas.microsoft.com/office/drawing/2014/main" id="{05CE7179-714C-CA3A-C075-39EB11EA43B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895350"/>
            <a:ext cx="59880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38" name="Slide Number Placeholder 3">
            <a:extLst>
              <a:ext uri="{FF2B5EF4-FFF2-40B4-BE49-F238E27FC236}">
                <a16:creationId xmlns:a16="http://schemas.microsoft.com/office/drawing/2014/main" id="{112BAE91-77C0-3671-4583-D9E193B28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95B525FE-B73C-524A-BB61-88D118F06126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D4E9FF1D-8764-684A-B47B-BA36E5ACE7A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800" y="1551319"/>
            <a:ext cx="7772400" cy="2430143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15E3EA07-0FE4-1289-AE3D-228ED2E55666}"/>
              </a:ext>
            </a:extLst>
          </p:cNvPr>
          <p:cNvSpPr txBox="1"/>
          <p:nvPr/>
        </p:nvSpPr>
        <p:spPr>
          <a:xfrm>
            <a:off x="1033297" y="4762321"/>
            <a:ext cx="63344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哈尔滨工业大学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MOOC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1.5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 计算机网络体系结构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Kaiti SC" panose="02010600040101010101" pitchFamily="2" charset="-122"/>
              <a:ea typeface="Kaiti SC" panose="02010600040101010101" pitchFamily="2" charset="-122"/>
              <a:cs typeface="Arial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——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视频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“计算机网络体系结构概述”  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BODONI 72 BOOK" pitchFamily="2" charset="0"/>
                <a:ea typeface="Kaiti SC" panose="02010600040101010101" pitchFamily="2" charset="-122"/>
                <a:cs typeface="Arial"/>
              </a:rPr>
              <a:t>10’50”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333CC">
                    <a:lumMod val="75000"/>
                  </a:srgbClr>
                </a:solidFill>
                <a:effectLst/>
                <a:uLnTx/>
                <a:uFillTx/>
                <a:latin typeface="BODONI 72 BOOK" pitchFamily="2" charset="0"/>
                <a:ea typeface="Kaiti SC" panose="02010600040101010101" pitchFamily="2" charset="-122"/>
                <a:cs typeface="Arial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26727930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Freeform 99">
            <a:extLst>
              <a:ext uri="{FF2B5EF4-FFF2-40B4-BE49-F238E27FC236}">
                <a16:creationId xmlns:a16="http://schemas.microsoft.com/office/drawing/2014/main" id="{DFB7B3BE-DAA9-1E7E-F217-90409E98F51E}"/>
              </a:ext>
            </a:extLst>
          </p:cNvPr>
          <p:cNvSpPr>
            <a:spLocks/>
          </p:cNvSpPr>
          <p:nvPr/>
        </p:nvSpPr>
        <p:spPr bwMode="auto">
          <a:xfrm>
            <a:off x="6978650" y="4156075"/>
            <a:ext cx="655638" cy="1135063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31074" name="Group 347">
            <a:extLst>
              <a:ext uri="{FF2B5EF4-FFF2-40B4-BE49-F238E27FC236}">
                <a16:creationId xmlns:a16="http://schemas.microsoft.com/office/drawing/2014/main" id="{CAEB13BC-5086-A628-908D-3EB407E2EE4D}"/>
              </a:ext>
            </a:extLst>
          </p:cNvPr>
          <p:cNvGrpSpPr>
            <a:grpSpLocks/>
          </p:cNvGrpSpPr>
          <p:nvPr/>
        </p:nvGrpSpPr>
        <p:grpSpPr bwMode="auto">
          <a:xfrm>
            <a:off x="7580313" y="4918075"/>
            <a:ext cx="984250" cy="600075"/>
            <a:chOff x="1871277" y="1576300"/>
            <a:chExt cx="1128371" cy="437861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161516BF-8996-1845-A0E6-E719A257DED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917" y="1694453"/>
              <a:ext cx="1124731" cy="319708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AC2A75A8-B6A6-444B-9008-2628961517A2}"/>
                </a:ext>
              </a:extLst>
            </p:cNvPr>
            <p:cNvSpPr/>
            <p:nvPr/>
          </p:nvSpPr>
          <p:spPr bwMode="auto">
            <a:xfrm>
              <a:off x="1871277" y="1739629"/>
              <a:ext cx="1128371" cy="1158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A7619009-AD43-E849-9C20-EB8D9F613DF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4731" cy="319708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 panose="020B0502020104020203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460681AE-8984-3245-9C3C-25569D5288A1}"/>
                </a:ext>
              </a:extLst>
            </p:cNvPr>
            <p:cNvSpPr/>
            <p:nvPr/>
          </p:nvSpPr>
          <p:spPr bwMode="auto">
            <a:xfrm>
              <a:off x="2158830" y="1673602"/>
              <a:ext cx="549626" cy="16101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Arial"/>
              </a:endParaRPr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54399E88-8E82-374D-B5A8-6E82DD14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10" y="1633060"/>
              <a:ext cx="662463" cy="111203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5249E9F7-D76B-8F4A-865C-7E457337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80" y="1728046"/>
              <a:ext cx="243874" cy="97302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0EFAF5F3-CA0A-5442-AE5F-CB4739679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671" y="1730363"/>
              <a:ext cx="242053" cy="97302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F211F02D-8CE3-B24A-8F3D-B52D174C593F}"/>
                </a:ext>
              </a:extLst>
            </p:cNvPr>
            <p:cNvCxnSpPr>
              <a:cxnSpLocks noChangeShapeType="1"/>
              <a:endCxn id="148" idx="2"/>
            </p:cNvCxnSpPr>
            <p:nvPr/>
          </p:nvCxnSpPr>
          <p:spPr bwMode="auto">
            <a:xfrm flipH="1" flipV="1">
              <a:off x="1871277" y="1737313"/>
              <a:ext cx="3640" cy="12278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84C90322-CFAF-FA4D-9E6C-D9FC87AE0A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008" y="1734996"/>
              <a:ext cx="3640" cy="12278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1075" name="Footer Placeholder 2">
            <a:extLst>
              <a:ext uri="{FF2B5EF4-FFF2-40B4-BE49-F238E27FC236}">
                <a16:creationId xmlns:a16="http://schemas.microsoft.com/office/drawing/2014/main" id="{89CFD105-BAA6-F30C-2B2C-CF42FB9A53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31076" name="Picture 193" descr="underline_base">
            <a:extLst>
              <a:ext uri="{FF2B5EF4-FFF2-40B4-BE49-F238E27FC236}">
                <a16:creationId xmlns:a16="http://schemas.microsoft.com/office/drawing/2014/main" id="{B767283D-B1AB-9228-9A58-E7854C748FA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3175" y="795338"/>
            <a:ext cx="3370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7" name="Freeform 3">
            <a:extLst>
              <a:ext uri="{FF2B5EF4-FFF2-40B4-BE49-F238E27FC236}">
                <a16:creationId xmlns:a16="http://schemas.microsoft.com/office/drawing/2014/main" id="{5F9A3D24-9810-4079-6EC4-4E0293A62934}"/>
              </a:ext>
            </a:extLst>
          </p:cNvPr>
          <p:cNvSpPr>
            <a:spLocks/>
          </p:cNvSpPr>
          <p:nvPr/>
        </p:nvSpPr>
        <p:spPr bwMode="auto">
          <a:xfrm>
            <a:off x="7129463" y="2246313"/>
            <a:ext cx="638175" cy="85248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31078" name="Group 180">
            <a:extLst>
              <a:ext uri="{FF2B5EF4-FFF2-40B4-BE49-F238E27FC236}">
                <a16:creationId xmlns:a16="http://schemas.microsoft.com/office/drawing/2014/main" id="{175F54B3-0704-859A-91BC-FB3AD4FA718A}"/>
              </a:ext>
            </a:extLst>
          </p:cNvPr>
          <p:cNvGrpSpPr>
            <a:grpSpLocks/>
          </p:cNvGrpSpPr>
          <p:nvPr/>
        </p:nvGrpSpPr>
        <p:grpSpPr bwMode="auto">
          <a:xfrm>
            <a:off x="7329488" y="2754313"/>
            <a:ext cx="1052512" cy="355600"/>
            <a:chOff x="4410" y="1365"/>
            <a:chExt cx="663" cy="224"/>
          </a:xfrm>
        </p:grpSpPr>
        <p:sp>
          <p:nvSpPr>
            <p:cNvPr id="131205" name="Rectangle 181">
              <a:extLst>
                <a:ext uri="{FF2B5EF4-FFF2-40B4-BE49-F238E27FC236}">
                  <a16:creationId xmlns:a16="http://schemas.microsoft.com/office/drawing/2014/main" id="{385E143C-BDED-F496-9D3F-35FB6BDF3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206" name="AutoShape 182">
              <a:extLst>
                <a:ext uri="{FF2B5EF4-FFF2-40B4-BE49-F238E27FC236}">
                  <a16:creationId xmlns:a16="http://schemas.microsoft.com/office/drawing/2014/main" id="{FFDA9E3D-ACF3-16FD-766A-8B90DBB7D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207" name="Freeform 183">
              <a:extLst>
                <a:ext uri="{FF2B5EF4-FFF2-40B4-BE49-F238E27FC236}">
                  <a16:creationId xmlns:a16="http://schemas.microsoft.com/office/drawing/2014/main" id="{52CDFD94-C954-A875-FD5B-7268437C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208" name="Freeform 184">
              <a:extLst>
                <a:ext uri="{FF2B5EF4-FFF2-40B4-BE49-F238E27FC236}">
                  <a16:creationId xmlns:a16="http://schemas.microsoft.com/office/drawing/2014/main" id="{66D84BB6-9C2E-AB61-B5D6-C7774095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2287 h 63"/>
                <a:gd name="T2" fmla="*/ 265937 w 280"/>
                <a:gd name="T3" fmla="*/ 2225 h 63"/>
                <a:gd name="T4" fmla="*/ 1569482 w 280"/>
                <a:gd name="T5" fmla="*/ 0 h 63"/>
                <a:gd name="T6" fmla="*/ 200378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209" name="Freeform 185">
              <a:extLst>
                <a:ext uri="{FF2B5EF4-FFF2-40B4-BE49-F238E27FC236}">
                  <a16:creationId xmlns:a16="http://schemas.microsoft.com/office/drawing/2014/main" id="{4E817EEB-D8C8-1F8F-684B-67BB6927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31079" name="Freeform 2">
            <a:extLst>
              <a:ext uri="{FF2B5EF4-FFF2-40B4-BE49-F238E27FC236}">
                <a16:creationId xmlns:a16="http://schemas.microsoft.com/office/drawing/2014/main" id="{B5C8EFE5-EA75-7CCB-197A-E13EC74344C9}"/>
              </a:ext>
            </a:extLst>
          </p:cNvPr>
          <p:cNvSpPr>
            <a:spLocks/>
          </p:cNvSpPr>
          <p:nvPr/>
        </p:nvSpPr>
        <p:spPr bwMode="auto">
          <a:xfrm>
            <a:off x="3817938" y="1447800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80" name="Text Box 8">
            <a:extLst>
              <a:ext uri="{FF2B5EF4-FFF2-40B4-BE49-F238E27FC236}">
                <a16:creationId xmlns:a16="http://schemas.microsoft.com/office/drawing/2014/main" id="{8B78BC94-758C-DB7A-8C80-CE274AB95A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6213" y="22383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31081" name="Freeform 10">
            <a:extLst>
              <a:ext uri="{FF2B5EF4-FFF2-40B4-BE49-F238E27FC236}">
                <a16:creationId xmlns:a16="http://schemas.microsoft.com/office/drawing/2014/main" id="{03DE7E20-9073-14E2-768C-194593F71D1C}"/>
              </a:ext>
            </a:extLst>
          </p:cNvPr>
          <p:cNvSpPr>
            <a:spLocks/>
          </p:cNvSpPr>
          <p:nvPr/>
        </p:nvSpPr>
        <p:spPr bwMode="auto">
          <a:xfrm>
            <a:off x="3868738" y="650875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82" name="Rectangle 23">
            <a:extLst>
              <a:ext uri="{FF2B5EF4-FFF2-40B4-BE49-F238E27FC236}">
                <a16:creationId xmlns:a16="http://schemas.microsoft.com/office/drawing/2014/main" id="{EE1C1857-9EB3-27F7-40A5-C69A35DD1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6604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31083" name="Rectangle 24">
            <a:extLst>
              <a:ext uri="{FF2B5EF4-FFF2-40B4-BE49-F238E27FC236}">
                <a16:creationId xmlns:a16="http://schemas.microsoft.com/office/drawing/2014/main" id="{7938CF09-12E8-B5B9-918C-FD62CCD30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7318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31084" name="Line 25">
            <a:extLst>
              <a:ext uri="{FF2B5EF4-FFF2-40B4-BE49-F238E27FC236}">
                <a16:creationId xmlns:a16="http://schemas.microsoft.com/office/drawing/2014/main" id="{5163A78E-A3E3-6C4E-A6FB-024408DBA0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7150" y="10493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85" name="Text Box 26">
            <a:extLst>
              <a:ext uri="{FF2B5EF4-FFF2-40B4-BE49-F238E27FC236}">
                <a16:creationId xmlns:a16="http://schemas.microsoft.com/office/drawing/2014/main" id="{418ACEDB-66C5-08D7-F196-C1B19577A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4288" y="6985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1086" name="Line 27">
            <a:extLst>
              <a:ext uri="{FF2B5EF4-FFF2-40B4-BE49-F238E27FC236}">
                <a16:creationId xmlns:a16="http://schemas.microsoft.com/office/drawing/2014/main" id="{E3EF4AA1-7E55-4F4D-03D2-63644B9C5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5088" y="13700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87" name="Line 28">
            <a:extLst>
              <a:ext uri="{FF2B5EF4-FFF2-40B4-BE49-F238E27FC236}">
                <a16:creationId xmlns:a16="http://schemas.microsoft.com/office/drawing/2014/main" id="{F070AB54-C9C5-CE86-2598-6D9DE1E2F8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651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88" name="Line 29">
            <a:extLst>
              <a:ext uri="{FF2B5EF4-FFF2-40B4-BE49-F238E27FC236}">
                <a16:creationId xmlns:a16="http://schemas.microsoft.com/office/drawing/2014/main" id="{2E5739AE-0F23-C08D-5F13-D62FC6205D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9272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" name="Group 39">
            <a:extLst>
              <a:ext uri="{FF2B5EF4-FFF2-40B4-BE49-F238E27FC236}">
                <a16:creationId xmlns:a16="http://schemas.microsoft.com/office/drawing/2014/main" id="{CC1317EE-407F-664B-E29F-1D07520C9767}"/>
              </a:ext>
            </a:extLst>
          </p:cNvPr>
          <p:cNvGrpSpPr>
            <a:grpSpLocks/>
          </p:cNvGrpSpPr>
          <p:nvPr/>
        </p:nvGrpSpPr>
        <p:grpSpPr bwMode="auto">
          <a:xfrm>
            <a:off x="1219200" y="1368425"/>
            <a:ext cx="1208088" cy="303213"/>
            <a:chOff x="501" y="1990"/>
            <a:chExt cx="761" cy="191"/>
          </a:xfrm>
        </p:grpSpPr>
        <p:sp>
          <p:nvSpPr>
            <p:cNvPr id="131199" name="Rectangle 40">
              <a:extLst>
                <a:ext uri="{FF2B5EF4-FFF2-40B4-BE49-F238E27FC236}">
                  <a16:creationId xmlns:a16="http://schemas.microsoft.com/office/drawing/2014/main" id="{46CF3C16-12D9-7988-B5B4-2BD818C6B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200" name="Rectangle 41">
              <a:extLst>
                <a:ext uri="{FF2B5EF4-FFF2-40B4-BE49-F238E27FC236}">
                  <a16:creationId xmlns:a16="http://schemas.microsoft.com/office/drawing/2014/main" id="{085314DC-BB95-39CD-CC1B-061999145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31201" name="Rectangle 42">
              <a:extLst>
                <a:ext uri="{FF2B5EF4-FFF2-40B4-BE49-F238E27FC236}">
                  <a16:creationId xmlns:a16="http://schemas.microsoft.com/office/drawing/2014/main" id="{892804E3-50EF-FBD4-4C6B-B20A512F9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31202" name="Rectangle 43">
              <a:extLst>
                <a:ext uri="{FF2B5EF4-FFF2-40B4-BE49-F238E27FC236}">
                  <a16:creationId xmlns:a16="http://schemas.microsoft.com/office/drawing/2014/main" id="{A4B4B8E7-3863-FF43-9DAC-CEDF3E747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31203" name="Line 44">
              <a:extLst>
                <a:ext uri="{FF2B5EF4-FFF2-40B4-BE49-F238E27FC236}">
                  <a16:creationId xmlns:a16="http://schemas.microsoft.com/office/drawing/2014/main" id="{27901F10-DAD2-5188-F121-04C398D56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204" name="Line 45">
              <a:extLst>
                <a:ext uri="{FF2B5EF4-FFF2-40B4-BE49-F238E27FC236}">
                  <a16:creationId xmlns:a16="http://schemas.microsoft.com/office/drawing/2014/main" id="{1257B712-C2CD-C5FF-90B3-9E9E4BA0D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12645" name="Text Box 5">
            <a:extLst>
              <a:ext uri="{FF2B5EF4-FFF2-40B4-BE49-F238E27FC236}">
                <a16:creationId xmlns:a16="http://schemas.microsoft.com/office/drawing/2014/main" id="{8186E3F8-9229-5F9D-0CCC-41C85D549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996950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6" name="Group 178">
            <a:extLst>
              <a:ext uri="{FF2B5EF4-FFF2-40B4-BE49-F238E27FC236}">
                <a16:creationId xmlns:a16="http://schemas.microsoft.com/office/drawing/2014/main" id="{B6374243-E333-CC41-1866-62316E5AEC86}"/>
              </a:ext>
            </a:extLst>
          </p:cNvPr>
          <p:cNvGrpSpPr>
            <a:grpSpLocks/>
          </p:cNvGrpSpPr>
          <p:nvPr/>
        </p:nvGrpSpPr>
        <p:grpSpPr bwMode="auto">
          <a:xfrm>
            <a:off x="1533525" y="1033463"/>
            <a:ext cx="301625" cy="292100"/>
            <a:chOff x="1962" y="2058"/>
            <a:chExt cx="190" cy="184"/>
          </a:xfrm>
        </p:grpSpPr>
        <p:sp>
          <p:nvSpPr>
            <p:cNvPr id="131197" name="Rectangle 47">
              <a:extLst>
                <a:ext uri="{FF2B5EF4-FFF2-40B4-BE49-F238E27FC236}">
                  <a16:creationId xmlns:a16="http://schemas.microsoft.com/office/drawing/2014/main" id="{AC9FEFB0-6F3B-B8C4-D59F-188822558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98" name="Rectangle 48">
              <a:extLst>
                <a:ext uri="{FF2B5EF4-FFF2-40B4-BE49-F238E27FC236}">
                  <a16:creationId xmlns:a16="http://schemas.microsoft.com/office/drawing/2014/main" id="{8C5A00CC-2B81-7448-26C5-0901DC92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12644" name="Text Box 4">
            <a:extLst>
              <a:ext uri="{FF2B5EF4-FFF2-40B4-BE49-F238E27FC236}">
                <a16:creationId xmlns:a16="http://schemas.microsoft.com/office/drawing/2014/main" id="{A0BBE5DF-141A-D055-7F0B-301EF1F7A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3" y="1336675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31093" name="Text Box 54">
            <a:extLst>
              <a:ext uri="{FF2B5EF4-FFF2-40B4-BE49-F238E27FC236}">
                <a16:creationId xmlns:a16="http://schemas.microsoft.com/office/drawing/2014/main" id="{5E56E960-1F44-9E51-08EB-DFDEAC6C98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4157663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1" u="none" strike="noStrike" kern="120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sp>
        <p:nvSpPr>
          <p:cNvPr id="131094" name="Freeform 56">
            <a:extLst>
              <a:ext uri="{FF2B5EF4-FFF2-40B4-BE49-F238E27FC236}">
                <a16:creationId xmlns:a16="http://schemas.microsoft.com/office/drawing/2014/main" id="{EB287C62-3DE2-A27F-9E88-D2B3E2BED20B}"/>
              </a:ext>
            </a:extLst>
          </p:cNvPr>
          <p:cNvSpPr>
            <a:spLocks/>
          </p:cNvSpPr>
          <p:nvPr/>
        </p:nvSpPr>
        <p:spPr bwMode="auto">
          <a:xfrm>
            <a:off x="2979738" y="4540250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95" name="Rectangle 57">
            <a:extLst>
              <a:ext uri="{FF2B5EF4-FFF2-40B4-BE49-F238E27FC236}">
                <a16:creationId xmlns:a16="http://schemas.microsoft.com/office/drawing/2014/main" id="{9011E0B1-CE6E-C688-88B9-98E7BB92C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45466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31096" name="Rectangle 58">
            <a:extLst>
              <a:ext uri="{FF2B5EF4-FFF2-40B4-BE49-F238E27FC236}">
                <a16:creationId xmlns:a16="http://schemas.microsoft.com/office/drawing/2014/main" id="{F41D99B2-4DFF-25AB-B882-37C90BD1F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8150" y="46180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31097" name="Line 59">
            <a:extLst>
              <a:ext uri="{FF2B5EF4-FFF2-40B4-BE49-F238E27FC236}">
                <a16:creationId xmlns:a16="http://schemas.microsoft.com/office/drawing/2014/main" id="{2B84F015-DDC8-CA92-1D42-50A77D4AF8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8150" y="49355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098" name="Text Box 60">
            <a:extLst>
              <a:ext uri="{FF2B5EF4-FFF2-40B4-BE49-F238E27FC236}">
                <a16:creationId xmlns:a16="http://schemas.microsoft.com/office/drawing/2014/main" id="{78652800-329C-43BB-E715-10097DBCF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847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1099" name="Line 61">
            <a:extLst>
              <a:ext uri="{FF2B5EF4-FFF2-40B4-BE49-F238E27FC236}">
                <a16:creationId xmlns:a16="http://schemas.microsoft.com/office/drawing/2014/main" id="{7F0E1A45-7719-AEFF-7688-322A20D5193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52562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100" name="Line 62">
            <a:extLst>
              <a:ext uri="{FF2B5EF4-FFF2-40B4-BE49-F238E27FC236}">
                <a16:creationId xmlns:a16="http://schemas.microsoft.com/office/drawing/2014/main" id="{EE11A9B9-2FE2-A187-E3AA-35F99984C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5372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1101" name="Line 63">
            <a:extLst>
              <a:ext uri="{FF2B5EF4-FFF2-40B4-BE49-F238E27FC236}">
                <a16:creationId xmlns:a16="http://schemas.microsoft.com/office/drawing/2014/main" id="{5F56888D-4FB5-6AE1-5613-0A4C3CE7D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8134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C5AC213-B31C-D449-7100-07E9C14F6D79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4610100"/>
            <a:ext cx="1479550" cy="1220788"/>
            <a:chOff x="152400" y="4610100"/>
            <a:chExt cx="1479550" cy="1220788"/>
          </a:xfrm>
        </p:grpSpPr>
        <p:grpSp>
          <p:nvGrpSpPr>
            <p:cNvPr id="131173" name="Group 64">
              <a:extLst>
                <a:ext uri="{FF2B5EF4-FFF2-40B4-BE49-F238E27FC236}">
                  <a16:creationId xmlns:a16="http://schemas.microsoft.com/office/drawing/2014/main" id="{15DA315F-2814-2014-8E40-613F6D2476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400" y="5527675"/>
              <a:ext cx="1479550" cy="303213"/>
              <a:chOff x="332" y="2224"/>
              <a:chExt cx="932" cy="191"/>
            </a:xfrm>
          </p:grpSpPr>
          <p:sp>
            <p:nvSpPr>
              <p:cNvPr id="131189" name="Rectangle 65">
                <a:extLst>
                  <a:ext uri="{FF2B5EF4-FFF2-40B4-BE49-F238E27FC236}">
                    <a16:creationId xmlns:a16="http://schemas.microsoft.com/office/drawing/2014/main" id="{BB86B248-A7E5-8DB4-CA30-31C1BBF83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90" name="Rectangle 66">
                <a:extLst>
                  <a:ext uri="{FF2B5EF4-FFF2-40B4-BE49-F238E27FC236}">
                    <a16:creationId xmlns:a16="http://schemas.microsoft.com/office/drawing/2014/main" id="{F70922D6-04A7-AE47-0D11-A993FEDD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31191" name="Rectangle 67">
                <a:extLst>
                  <a:ext uri="{FF2B5EF4-FFF2-40B4-BE49-F238E27FC236}">
                    <a16:creationId xmlns:a16="http://schemas.microsoft.com/office/drawing/2014/main" id="{9F98F300-A2AC-7923-861B-A07B78E0F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31192" name="Rectangle 68">
                <a:extLst>
                  <a:ext uri="{FF2B5EF4-FFF2-40B4-BE49-F238E27FC236}">
                    <a16:creationId xmlns:a16="http://schemas.microsoft.com/office/drawing/2014/main" id="{4B83539B-4D28-1E21-596D-CBFEAD83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sp>
            <p:nvSpPr>
              <p:cNvPr id="131193" name="Rectangle 69">
                <a:extLst>
                  <a:ext uri="{FF2B5EF4-FFF2-40B4-BE49-F238E27FC236}">
                    <a16:creationId xmlns:a16="http://schemas.microsoft.com/office/drawing/2014/main" id="{4F92A57B-1729-2B1C-8FEA-B85F90A4E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31194" name="Line 70">
                <a:extLst>
                  <a:ext uri="{FF2B5EF4-FFF2-40B4-BE49-F238E27FC236}">
                    <a16:creationId xmlns:a16="http://schemas.microsoft.com/office/drawing/2014/main" id="{3492288E-E0E6-3C75-BD93-B393A2AAD9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95" name="Line 71">
                <a:extLst>
                  <a:ext uri="{FF2B5EF4-FFF2-40B4-BE49-F238E27FC236}">
                    <a16:creationId xmlns:a16="http://schemas.microsoft.com/office/drawing/2014/main" id="{DFEB0D57-AF3D-2F25-F96F-65723C05E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96" name="Line 72">
                <a:extLst>
                  <a:ext uri="{FF2B5EF4-FFF2-40B4-BE49-F238E27FC236}">
                    <a16:creationId xmlns:a16="http://schemas.microsoft.com/office/drawing/2014/main" id="{00A95F50-C90D-131F-33A2-65E2035D3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31174" name="Group 73">
              <a:extLst>
                <a:ext uri="{FF2B5EF4-FFF2-40B4-BE49-F238E27FC236}">
                  <a16:creationId xmlns:a16="http://schemas.microsoft.com/office/drawing/2014/main" id="{B91A02AB-CE82-682D-CA61-6E4A80CEFC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688" y="5229225"/>
              <a:ext cx="1208087" cy="303213"/>
              <a:chOff x="501" y="1990"/>
              <a:chExt cx="761" cy="191"/>
            </a:xfrm>
          </p:grpSpPr>
          <p:sp>
            <p:nvSpPr>
              <p:cNvPr id="131183" name="Rectangle 74">
                <a:extLst>
                  <a:ext uri="{FF2B5EF4-FFF2-40B4-BE49-F238E27FC236}">
                    <a16:creationId xmlns:a16="http://schemas.microsoft.com/office/drawing/2014/main" id="{57D660EE-A6D1-B090-DF07-AF24837DE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84" name="Rectangle 75">
                <a:extLst>
                  <a:ext uri="{FF2B5EF4-FFF2-40B4-BE49-F238E27FC236}">
                    <a16:creationId xmlns:a16="http://schemas.microsoft.com/office/drawing/2014/main" id="{F9C46BD8-4F37-675D-8881-89B288D82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31185" name="Rectangle 76">
                <a:extLst>
                  <a:ext uri="{FF2B5EF4-FFF2-40B4-BE49-F238E27FC236}">
                    <a16:creationId xmlns:a16="http://schemas.microsoft.com/office/drawing/2014/main" id="{87F71EB5-D5A2-FDE7-A26C-E4CE3E849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31186" name="Rectangle 77">
                <a:extLst>
                  <a:ext uri="{FF2B5EF4-FFF2-40B4-BE49-F238E27FC236}">
                    <a16:creationId xmlns:a16="http://schemas.microsoft.com/office/drawing/2014/main" id="{997FF1B1-592F-C538-E736-E5E431106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31187" name="Line 78">
                <a:extLst>
                  <a:ext uri="{FF2B5EF4-FFF2-40B4-BE49-F238E27FC236}">
                    <a16:creationId xmlns:a16="http://schemas.microsoft.com/office/drawing/2014/main" id="{513A84D5-168C-C75C-02BB-DDDBFF95E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88" name="Line 79">
                <a:extLst>
                  <a:ext uri="{FF2B5EF4-FFF2-40B4-BE49-F238E27FC236}">
                    <a16:creationId xmlns:a16="http://schemas.microsoft.com/office/drawing/2014/main" id="{05D2EE16-6D5A-3AE4-62CC-98CD4CC15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31175" name="Group 80">
              <a:extLst>
                <a:ext uri="{FF2B5EF4-FFF2-40B4-BE49-F238E27FC236}">
                  <a16:creationId xmlns:a16="http://schemas.microsoft.com/office/drawing/2014/main" id="{9C94263F-5D43-FEAD-3604-33F2E167A1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900" y="4921250"/>
              <a:ext cx="890588" cy="303213"/>
              <a:chOff x="645" y="1734"/>
              <a:chExt cx="561" cy="191"/>
            </a:xfrm>
          </p:grpSpPr>
          <p:sp>
            <p:nvSpPr>
              <p:cNvPr id="131179" name="Rectangle 81">
                <a:extLst>
                  <a:ext uri="{FF2B5EF4-FFF2-40B4-BE49-F238E27FC236}">
                    <a16:creationId xmlns:a16="http://schemas.microsoft.com/office/drawing/2014/main" id="{59529EBC-A777-7EB6-C693-618379733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" y="1751"/>
                <a:ext cx="4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80" name="Rectangle 82">
                <a:extLst>
                  <a:ext uri="{FF2B5EF4-FFF2-40B4-BE49-F238E27FC236}">
                    <a16:creationId xmlns:a16="http://schemas.microsoft.com/office/drawing/2014/main" id="{D3431B82-9101-42A3-77F2-BB0949D23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8" y="173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31181" name="Rectangle 83">
                <a:extLst>
                  <a:ext uri="{FF2B5EF4-FFF2-40B4-BE49-F238E27FC236}">
                    <a16:creationId xmlns:a16="http://schemas.microsoft.com/office/drawing/2014/main" id="{AE790522-985B-E950-B88C-37D3F01C7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8" y="173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31182" name="Line 84">
                <a:extLst>
                  <a:ext uri="{FF2B5EF4-FFF2-40B4-BE49-F238E27FC236}">
                    <a16:creationId xmlns:a16="http://schemas.microsoft.com/office/drawing/2014/main" id="{0E51D6B9-8FBE-5E0F-71D7-168DDE00F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" y="175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31176" name="Group 85">
              <a:extLst>
                <a:ext uri="{FF2B5EF4-FFF2-40B4-BE49-F238E27FC236}">
                  <a16:creationId xmlns:a16="http://schemas.microsoft.com/office/drawing/2014/main" id="{83F10A40-2CD8-ED59-8783-32701FB65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275" y="4610100"/>
              <a:ext cx="679450" cy="301625"/>
              <a:chOff x="780" y="1553"/>
              <a:chExt cx="428" cy="190"/>
            </a:xfrm>
          </p:grpSpPr>
          <p:sp>
            <p:nvSpPr>
              <p:cNvPr id="131177" name="Rectangle 86">
                <a:extLst>
                  <a:ext uri="{FF2B5EF4-FFF2-40B4-BE49-F238E27FC236}">
                    <a16:creationId xmlns:a16="http://schemas.microsoft.com/office/drawing/2014/main" id="{41B25204-0ADC-926C-1130-5BA4F5BF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78" name="Rectangle 87">
                <a:extLst>
                  <a:ext uri="{FF2B5EF4-FFF2-40B4-BE49-F238E27FC236}">
                    <a16:creationId xmlns:a16="http://schemas.microsoft.com/office/drawing/2014/main" id="{1D5CA5EB-0297-4E4A-6A69-DCA925A3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31103" name="Group 88">
            <a:extLst>
              <a:ext uri="{FF2B5EF4-FFF2-40B4-BE49-F238E27FC236}">
                <a16:creationId xmlns:a16="http://schemas.microsoft.com/office/drawing/2014/main" id="{EE429CEC-C3A1-159E-29DE-87B66E28AF35}"/>
              </a:ext>
            </a:extLst>
          </p:cNvPr>
          <p:cNvGrpSpPr>
            <a:grpSpLocks/>
          </p:cNvGrpSpPr>
          <p:nvPr/>
        </p:nvGrpSpPr>
        <p:grpSpPr bwMode="auto">
          <a:xfrm>
            <a:off x="5654675" y="4164013"/>
            <a:ext cx="1387475" cy="1035050"/>
            <a:chOff x="3601" y="168"/>
            <a:chExt cx="874" cy="652"/>
          </a:xfrm>
        </p:grpSpPr>
        <p:sp>
          <p:nvSpPr>
            <p:cNvPr id="131168" name="Rectangle 89">
              <a:extLst>
                <a:ext uri="{FF2B5EF4-FFF2-40B4-BE49-F238E27FC236}">
                  <a16:creationId xmlns:a16="http://schemas.microsoft.com/office/drawing/2014/main" id="{9BE3C446-2B68-AAF1-6E9B-C89C1C75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69" name="Rectangle 90">
              <a:extLst>
                <a:ext uri="{FF2B5EF4-FFF2-40B4-BE49-F238E27FC236}">
                  <a16:creationId xmlns:a16="http://schemas.microsoft.com/office/drawing/2014/main" id="{DA706D1F-66CC-C172-4C89-BCA5454ED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70" name="Line 91">
              <a:extLst>
                <a:ext uri="{FF2B5EF4-FFF2-40B4-BE49-F238E27FC236}">
                  <a16:creationId xmlns:a16="http://schemas.microsoft.com/office/drawing/2014/main" id="{38B84996-1D9E-AF57-CC6F-414EDA364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171" name="Text Box 92">
              <a:extLst>
                <a:ext uri="{FF2B5EF4-FFF2-40B4-BE49-F238E27FC236}">
                  <a16:creationId xmlns:a16="http://schemas.microsoft.com/office/drawing/2014/main" id="{60962D5D-BC8C-0F28-AE7B-C9545D0656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physical</a:t>
              </a:r>
            </a:p>
          </p:txBody>
        </p:sp>
        <p:sp>
          <p:nvSpPr>
            <p:cNvPr id="131172" name="Line 93">
              <a:extLst>
                <a:ext uri="{FF2B5EF4-FFF2-40B4-BE49-F238E27FC236}">
                  <a16:creationId xmlns:a16="http://schemas.microsoft.com/office/drawing/2014/main" id="{A316A6E7-91DC-F414-63BF-528CF4209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31104" name="Group 94">
            <a:extLst>
              <a:ext uri="{FF2B5EF4-FFF2-40B4-BE49-F238E27FC236}">
                <a16:creationId xmlns:a16="http://schemas.microsoft.com/office/drawing/2014/main" id="{46E59C14-5CBF-4A3C-D540-7722C236C8B5}"/>
              </a:ext>
            </a:extLst>
          </p:cNvPr>
          <p:cNvGrpSpPr>
            <a:grpSpLocks/>
          </p:cNvGrpSpPr>
          <p:nvPr/>
        </p:nvGrpSpPr>
        <p:grpSpPr bwMode="auto">
          <a:xfrm>
            <a:off x="5821363" y="2271713"/>
            <a:ext cx="1387475" cy="733425"/>
            <a:chOff x="4696" y="597"/>
            <a:chExt cx="874" cy="462"/>
          </a:xfrm>
        </p:grpSpPr>
        <p:sp>
          <p:nvSpPr>
            <p:cNvPr id="131164" name="Rectangle 95">
              <a:extLst>
                <a:ext uri="{FF2B5EF4-FFF2-40B4-BE49-F238E27FC236}">
                  <a16:creationId xmlns:a16="http://schemas.microsoft.com/office/drawing/2014/main" id="{19E520DC-13BC-2FAD-C4EE-D230AD588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65" name="Rectangle 96">
              <a:extLst>
                <a:ext uri="{FF2B5EF4-FFF2-40B4-BE49-F238E27FC236}">
                  <a16:creationId xmlns:a16="http://schemas.microsoft.com/office/drawing/2014/main" id="{AE9779B0-F9FB-8B74-25D1-0888EB5F4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66" name="Line 97">
              <a:extLst>
                <a:ext uri="{FF2B5EF4-FFF2-40B4-BE49-F238E27FC236}">
                  <a16:creationId xmlns:a16="http://schemas.microsoft.com/office/drawing/2014/main" id="{11DFC50F-E1A8-02B9-22E3-2EDF1F8C7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167" name="Text Box 98">
              <a:extLst>
                <a:ext uri="{FF2B5EF4-FFF2-40B4-BE49-F238E27FC236}">
                  <a16:creationId xmlns:a16="http://schemas.microsoft.com/office/drawing/2014/main" id="{50AED296-8456-0470-7E8F-F0DEF00FF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physical</a:t>
              </a:r>
            </a:p>
          </p:txBody>
        </p:sp>
      </p:grpSp>
      <p:sp>
        <p:nvSpPr>
          <p:cNvPr id="131105" name="Freeform 114">
            <a:extLst>
              <a:ext uri="{FF2B5EF4-FFF2-40B4-BE49-F238E27FC236}">
                <a16:creationId xmlns:a16="http://schemas.microsoft.com/office/drawing/2014/main" id="{8ADF3B07-1C6A-23BE-229C-B3119D039592}"/>
              </a:ext>
            </a:extLst>
          </p:cNvPr>
          <p:cNvSpPr>
            <a:spLocks/>
          </p:cNvSpPr>
          <p:nvPr/>
        </p:nvSpPr>
        <p:spPr bwMode="auto">
          <a:xfrm>
            <a:off x="1828800" y="533400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AAE681D-580C-F32B-9BAE-B5BA685396DC}"/>
              </a:ext>
            </a:extLst>
          </p:cNvPr>
          <p:cNvGrpSpPr>
            <a:grpSpLocks/>
          </p:cNvGrpSpPr>
          <p:nvPr/>
        </p:nvGrpSpPr>
        <p:grpSpPr bwMode="auto">
          <a:xfrm>
            <a:off x="4238625" y="4240213"/>
            <a:ext cx="1479550" cy="609600"/>
            <a:chOff x="4238625" y="4240213"/>
            <a:chExt cx="1479550" cy="609600"/>
          </a:xfrm>
        </p:grpSpPr>
        <p:grpSp>
          <p:nvGrpSpPr>
            <p:cNvPr id="131148" name="Group 115">
              <a:extLst>
                <a:ext uri="{FF2B5EF4-FFF2-40B4-BE49-F238E27FC236}">
                  <a16:creationId xmlns:a16="http://schemas.microsoft.com/office/drawing/2014/main" id="{BF59EAE6-95D9-F3D3-F6EF-97956451A9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8625" y="4546600"/>
              <a:ext cx="1479550" cy="303213"/>
              <a:chOff x="332" y="2224"/>
              <a:chExt cx="932" cy="191"/>
            </a:xfrm>
          </p:grpSpPr>
          <p:sp>
            <p:nvSpPr>
              <p:cNvPr id="131156" name="Rectangle 116">
                <a:extLst>
                  <a:ext uri="{FF2B5EF4-FFF2-40B4-BE49-F238E27FC236}">
                    <a16:creationId xmlns:a16="http://schemas.microsoft.com/office/drawing/2014/main" id="{C7678318-C049-2CF8-C416-F0C80F0D5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57" name="Rectangle 117">
                <a:extLst>
                  <a:ext uri="{FF2B5EF4-FFF2-40B4-BE49-F238E27FC236}">
                    <a16:creationId xmlns:a16="http://schemas.microsoft.com/office/drawing/2014/main" id="{8FFA471E-B660-0388-C724-01BBC6A4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31158" name="Rectangle 118">
                <a:extLst>
                  <a:ext uri="{FF2B5EF4-FFF2-40B4-BE49-F238E27FC236}">
                    <a16:creationId xmlns:a16="http://schemas.microsoft.com/office/drawing/2014/main" id="{28B29C05-29A2-7488-F268-1585E2817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31159" name="Rectangle 119">
                <a:extLst>
                  <a:ext uri="{FF2B5EF4-FFF2-40B4-BE49-F238E27FC236}">
                    <a16:creationId xmlns:a16="http://schemas.microsoft.com/office/drawing/2014/main" id="{22A348E6-2B5A-A2E3-0C35-52393CF94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sp>
            <p:nvSpPr>
              <p:cNvPr id="131160" name="Rectangle 120">
                <a:extLst>
                  <a:ext uri="{FF2B5EF4-FFF2-40B4-BE49-F238E27FC236}">
                    <a16:creationId xmlns:a16="http://schemas.microsoft.com/office/drawing/2014/main" id="{C93B809B-0B3C-B81A-B8B3-C825E3B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31161" name="Line 121">
                <a:extLst>
                  <a:ext uri="{FF2B5EF4-FFF2-40B4-BE49-F238E27FC236}">
                    <a16:creationId xmlns:a16="http://schemas.microsoft.com/office/drawing/2014/main" id="{BADBFDF5-79E6-F332-A858-654081D9AB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62" name="Line 122">
                <a:extLst>
                  <a:ext uri="{FF2B5EF4-FFF2-40B4-BE49-F238E27FC236}">
                    <a16:creationId xmlns:a16="http://schemas.microsoft.com/office/drawing/2014/main" id="{C48D31EC-A6A9-1878-B3AE-EE1DAB9DA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63" name="Line 123">
                <a:extLst>
                  <a:ext uri="{FF2B5EF4-FFF2-40B4-BE49-F238E27FC236}">
                    <a16:creationId xmlns:a16="http://schemas.microsoft.com/office/drawing/2014/main" id="{7C8C8B92-17A8-8BA1-9419-B2056E901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31149" name="Group 124">
              <a:extLst>
                <a:ext uri="{FF2B5EF4-FFF2-40B4-BE49-F238E27FC236}">
                  <a16:creationId xmlns:a16="http://schemas.microsoft.com/office/drawing/2014/main" id="{A277BBBA-1964-6C80-578D-AEDA91870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7388" y="4240213"/>
              <a:ext cx="1208087" cy="303212"/>
              <a:chOff x="501" y="1990"/>
              <a:chExt cx="761" cy="191"/>
            </a:xfrm>
          </p:grpSpPr>
          <p:sp>
            <p:nvSpPr>
              <p:cNvPr id="131150" name="Rectangle 125">
                <a:extLst>
                  <a:ext uri="{FF2B5EF4-FFF2-40B4-BE49-F238E27FC236}">
                    <a16:creationId xmlns:a16="http://schemas.microsoft.com/office/drawing/2014/main" id="{E954AFA6-339A-243E-9EB2-3FD45A70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51" name="Rectangle 126">
                <a:extLst>
                  <a:ext uri="{FF2B5EF4-FFF2-40B4-BE49-F238E27FC236}">
                    <a16:creationId xmlns:a16="http://schemas.microsoft.com/office/drawing/2014/main" id="{AD28D0F7-D1C6-C1F7-5229-17B5F07F3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31152" name="Rectangle 127">
                <a:extLst>
                  <a:ext uri="{FF2B5EF4-FFF2-40B4-BE49-F238E27FC236}">
                    <a16:creationId xmlns:a16="http://schemas.microsoft.com/office/drawing/2014/main" id="{89EB9577-8D36-89A0-3B0C-3C91D198F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sp>
            <p:nvSpPr>
              <p:cNvPr id="131153" name="Rectangle 128">
                <a:extLst>
                  <a:ext uri="{FF2B5EF4-FFF2-40B4-BE49-F238E27FC236}">
                    <a16:creationId xmlns:a16="http://schemas.microsoft.com/office/drawing/2014/main" id="{8EC2DAE1-A252-FD03-BC32-8BDBFFB3B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  <p:sp>
            <p:nvSpPr>
              <p:cNvPr id="131154" name="Line 129">
                <a:extLst>
                  <a:ext uri="{FF2B5EF4-FFF2-40B4-BE49-F238E27FC236}">
                    <a16:creationId xmlns:a16="http://schemas.microsoft.com/office/drawing/2014/main" id="{9767FE1A-25BD-320E-6A2F-203CD8090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31155" name="Line 130">
                <a:extLst>
                  <a:ext uri="{FF2B5EF4-FFF2-40B4-BE49-F238E27FC236}">
                    <a16:creationId xmlns:a16="http://schemas.microsoft.com/office/drawing/2014/main" id="{55D99263-CB6B-B72C-E92A-CF6F7D416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5" name="Group 140">
            <a:extLst>
              <a:ext uri="{FF2B5EF4-FFF2-40B4-BE49-F238E27FC236}">
                <a16:creationId xmlns:a16="http://schemas.microsoft.com/office/drawing/2014/main" id="{2D5F378F-AF5A-1256-8988-DA36CCBD698A}"/>
              </a:ext>
            </a:extLst>
          </p:cNvPr>
          <p:cNvGrpSpPr>
            <a:grpSpLocks/>
          </p:cNvGrpSpPr>
          <p:nvPr/>
        </p:nvGrpSpPr>
        <p:grpSpPr bwMode="auto">
          <a:xfrm>
            <a:off x="7269163" y="4606925"/>
            <a:ext cx="1208087" cy="303213"/>
            <a:chOff x="501" y="1990"/>
            <a:chExt cx="761" cy="191"/>
          </a:xfrm>
        </p:grpSpPr>
        <p:sp>
          <p:nvSpPr>
            <p:cNvPr id="131142" name="Rectangle 141">
              <a:extLst>
                <a:ext uri="{FF2B5EF4-FFF2-40B4-BE49-F238E27FC236}">
                  <a16:creationId xmlns:a16="http://schemas.microsoft.com/office/drawing/2014/main" id="{5E6E504C-0ECF-70B0-6750-C74D835CC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43" name="Rectangle 142">
              <a:extLst>
                <a:ext uri="{FF2B5EF4-FFF2-40B4-BE49-F238E27FC236}">
                  <a16:creationId xmlns:a16="http://schemas.microsoft.com/office/drawing/2014/main" id="{FF98AB4E-78A7-5CD0-A0AD-0C625E24D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31144" name="Rectangle 143">
              <a:extLst>
                <a:ext uri="{FF2B5EF4-FFF2-40B4-BE49-F238E27FC236}">
                  <a16:creationId xmlns:a16="http://schemas.microsoft.com/office/drawing/2014/main" id="{A38BB1CC-7AE2-DF74-8D0D-BF0824571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31145" name="Rectangle 144">
              <a:extLst>
                <a:ext uri="{FF2B5EF4-FFF2-40B4-BE49-F238E27FC236}">
                  <a16:creationId xmlns:a16="http://schemas.microsoft.com/office/drawing/2014/main" id="{1A3B8212-8F16-0B3D-9BFE-C6F90E2C0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31146" name="Line 145">
              <a:extLst>
                <a:ext uri="{FF2B5EF4-FFF2-40B4-BE49-F238E27FC236}">
                  <a16:creationId xmlns:a16="http://schemas.microsoft.com/office/drawing/2014/main" id="{BC2BD7B1-EF05-F723-12EF-555D3941A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147" name="Line 146">
              <a:extLst>
                <a:ext uri="{FF2B5EF4-FFF2-40B4-BE49-F238E27FC236}">
                  <a16:creationId xmlns:a16="http://schemas.microsoft.com/office/drawing/2014/main" id="{DB649808-C7F9-9AF8-BAF0-F5AD815ADB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6" name="Group 156">
            <a:extLst>
              <a:ext uri="{FF2B5EF4-FFF2-40B4-BE49-F238E27FC236}">
                <a16:creationId xmlns:a16="http://schemas.microsoft.com/office/drawing/2014/main" id="{61CD0731-9984-D8EB-4FEF-E9058B204E30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1665288"/>
            <a:ext cx="1479550" cy="303212"/>
            <a:chOff x="332" y="2224"/>
            <a:chExt cx="932" cy="191"/>
          </a:xfrm>
        </p:grpSpPr>
        <p:sp>
          <p:nvSpPr>
            <p:cNvPr id="131134" name="Rectangle 157">
              <a:extLst>
                <a:ext uri="{FF2B5EF4-FFF2-40B4-BE49-F238E27FC236}">
                  <a16:creationId xmlns:a16="http://schemas.microsoft.com/office/drawing/2014/main" id="{378053F1-C7B0-CBC7-4C84-C1CC0FDC9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35" name="Rectangle 158">
              <a:extLst>
                <a:ext uri="{FF2B5EF4-FFF2-40B4-BE49-F238E27FC236}">
                  <a16:creationId xmlns:a16="http://schemas.microsoft.com/office/drawing/2014/main" id="{AD704919-1BD1-DA2E-C09C-BC46D887E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31136" name="Rectangle 159">
              <a:extLst>
                <a:ext uri="{FF2B5EF4-FFF2-40B4-BE49-F238E27FC236}">
                  <a16:creationId xmlns:a16="http://schemas.microsoft.com/office/drawing/2014/main" id="{B445DC95-F1EE-6022-F513-A55F374C7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31137" name="Rectangle 160">
              <a:extLst>
                <a:ext uri="{FF2B5EF4-FFF2-40B4-BE49-F238E27FC236}">
                  <a16:creationId xmlns:a16="http://schemas.microsoft.com/office/drawing/2014/main" id="{6C4AC652-7B35-8888-BAC0-B30766D4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131138" name="Rectangle 161">
              <a:extLst>
                <a:ext uri="{FF2B5EF4-FFF2-40B4-BE49-F238E27FC236}">
                  <a16:creationId xmlns:a16="http://schemas.microsoft.com/office/drawing/2014/main" id="{F360828F-7BBF-B837-B06C-2CD86532E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31139" name="Line 162">
              <a:extLst>
                <a:ext uri="{FF2B5EF4-FFF2-40B4-BE49-F238E27FC236}">
                  <a16:creationId xmlns:a16="http://schemas.microsoft.com/office/drawing/2014/main" id="{179457E4-F492-9C30-4F86-3B3FB82F36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140" name="Line 163">
              <a:extLst>
                <a:ext uri="{FF2B5EF4-FFF2-40B4-BE49-F238E27FC236}">
                  <a16:creationId xmlns:a16="http://schemas.microsoft.com/office/drawing/2014/main" id="{E7242088-9E3C-DB80-0ACC-93DDAA99A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31141" name="Line 164">
              <a:extLst>
                <a:ext uri="{FF2B5EF4-FFF2-40B4-BE49-F238E27FC236}">
                  <a16:creationId xmlns:a16="http://schemas.microsoft.com/office/drawing/2014/main" id="{9F3B0329-7BE7-E35D-0E95-A0B85F09A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31109" name="Text Box 166">
            <a:extLst>
              <a:ext uri="{FF2B5EF4-FFF2-40B4-BE49-F238E27FC236}">
                <a16:creationId xmlns:a16="http://schemas.microsoft.com/office/drawing/2014/main" id="{9E613E89-DAA5-3258-0ECF-E87CAB517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25" y="5411788"/>
            <a:ext cx="844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router</a:t>
            </a:r>
          </a:p>
        </p:txBody>
      </p:sp>
      <p:sp>
        <p:nvSpPr>
          <p:cNvPr id="131110" name="Text Box 167">
            <a:extLst>
              <a:ext uri="{FF2B5EF4-FFF2-40B4-BE49-F238E27FC236}">
                <a16:creationId xmlns:a16="http://schemas.microsoft.com/office/drawing/2014/main" id="{237758CF-CA88-7396-02CB-07A5A0C6E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5913" y="3098800"/>
            <a:ext cx="895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switch</a:t>
            </a:r>
          </a:p>
        </p:txBody>
      </p:sp>
      <p:sp>
        <p:nvSpPr>
          <p:cNvPr id="131111" name="Rectangle 168">
            <a:extLst>
              <a:ext uri="{FF2B5EF4-FFF2-40B4-BE49-F238E27FC236}">
                <a16:creationId xmlns:a16="http://schemas.microsoft.com/office/drawing/2014/main" id="{9E5DE4E6-40FE-90AB-F06C-305437BE525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995863" y="0"/>
            <a:ext cx="3805237" cy="11430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En</a:t>
            </a:r>
            <a:r>
              <a:rPr lang="en-US" altLang="zh-CN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capsul</a:t>
            </a:r>
            <a:r>
              <a:rPr lang="en-US" altLang="zh-CN" dirty="0">
                <a:ea typeface="ＭＳ Ｐゴシック" panose="020B0600070205080204" pitchFamily="34" charset="-128"/>
              </a:rPr>
              <a:t>ation</a:t>
            </a:r>
          </a:p>
        </p:txBody>
      </p:sp>
      <p:sp>
        <p:nvSpPr>
          <p:cNvPr id="112814" name="Text Box 174">
            <a:extLst>
              <a:ext uri="{FF2B5EF4-FFF2-40B4-BE49-F238E27FC236}">
                <a16:creationId xmlns:a16="http://schemas.microsoft.com/office/drawing/2014/main" id="{587C868B-3025-3514-9F79-1D382F050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3" y="692150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17" name="Group 175">
            <a:extLst>
              <a:ext uri="{FF2B5EF4-FFF2-40B4-BE49-F238E27FC236}">
                <a16:creationId xmlns:a16="http://schemas.microsoft.com/office/drawing/2014/main" id="{E81F7309-F7DC-95EE-2656-7272D3B085E2}"/>
              </a:ext>
            </a:extLst>
          </p:cNvPr>
          <p:cNvGrpSpPr>
            <a:grpSpLocks/>
          </p:cNvGrpSpPr>
          <p:nvPr/>
        </p:nvGrpSpPr>
        <p:grpSpPr bwMode="auto">
          <a:xfrm>
            <a:off x="1763713" y="719138"/>
            <a:ext cx="679450" cy="301625"/>
            <a:chOff x="780" y="1553"/>
            <a:chExt cx="428" cy="190"/>
          </a:xfrm>
        </p:grpSpPr>
        <p:sp>
          <p:nvSpPr>
            <p:cNvPr id="131132" name="Rectangle 176">
              <a:extLst>
                <a:ext uri="{FF2B5EF4-FFF2-40B4-BE49-F238E27FC236}">
                  <a16:creationId xmlns:a16="http://schemas.microsoft.com/office/drawing/2014/main" id="{865F57BC-E6C4-6E98-2228-EA46A7BF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33" name="Rectangle 177">
              <a:extLst>
                <a:ext uri="{FF2B5EF4-FFF2-40B4-BE49-F238E27FC236}">
                  <a16:creationId xmlns:a16="http://schemas.microsoft.com/office/drawing/2014/main" id="{1126E96E-3480-F9B5-4CF7-4F4BD9FAE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18" name="Group 185">
            <a:extLst>
              <a:ext uri="{FF2B5EF4-FFF2-40B4-BE49-F238E27FC236}">
                <a16:creationId xmlns:a16="http://schemas.microsoft.com/office/drawing/2014/main" id="{4E1C35E7-5B35-8C2D-2775-C8BF79701D6C}"/>
              </a:ext>
            </a:extLst>
          </p:cNvPr>
          <p:cNvGrpSpPr>
            <a:grpSpLocks/>
          </p:cNvGrpSpPr>
          <p:nvPr/>
        </p:nvGrpSpPr>
        <p:grpSpPr bwMode="auto">
          <a:xfrm>
            <a:off x="1528763" y="1039813"/>
            <a:ext cx="903287" cy="301625"/>
            <a:chOff x="1851" y="2046"/>
            <a:chExt cx="569" cy="190"/>
          </a:xfrm>
        </p:grpSpPr>
        <p:grpSp>
          <p:nvGrpSpPr>
            <p:cNvPr id="131126" name="Group 179">
              <a:extLst>
                <a:ext uri="{FF2B5EF4-FFF2-40B4-BE49-F238E27FC236}">
                  <a16:creationId xmlns:a16="http://schemas.microsoft.com/office/drawing/2014/main" id="{4700C1B7-674F-5100-2FBB-9221E69224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131130" name="Rectangle 180">
                <a:extLst>
                  <a:ext uri="{FF2B5EF4-FFF2-40B4-BE49-F238E27FC236}">
                    <a16:creationId xmlns:a16="http://schemas.microsoft.com/office/drawing/2014/main" id="{CF811874-250F-B94C-C1BF-28DA102B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31" name="Rectangle 181">
                <a:extLst>
                  <a:ext uri="{FF2B5EF4-FFF2-40B4-BE49-F238E27FC236}">
                    <a16:creationId xmlns:a16="http://schemas.microsoft.com/office/drawing/2014/main" id="{C1D3EEB3-05C9-3906-A878-77EBA67F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zh-CN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1127" name="Group 182">
              <a:extLst>
                <a:ext uri="{FF2B5EF4-FFF2-40B4-BE49-F238E27FC236}">
                  <a16:creationId xmlns:a16="http://schemas.microsoft.com/office/drawing/2014/main" id="{482AF362-EE23-603D-6E30-2A0E82B66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1128" name="Rectangle 183">
                <a:extLst>
                  <a:ext uri="{FF2B5EF4-FFF2-40B4-BE49-F238E27FC236}">
                    <a16:creationId xmlns:a16="http://schemas.microsoft.com/office/drawing/2014/main" id="{3DCA7770-8DC5-5CBD-5B29-021BBFAFB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1129" name="Rectangle 184">
                <a:extLst>
                  <a:ext uri="{FF2B5EF4-FFF2-40B4-BE49-F238E27FC236}">
                    <a16:creationId xmlns:a16="http://schemas.microsoft.com/office/drawing/2014/main" id="{40D17162-0BA4-38D8-5B71-13BAD787C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SzPct val="100000"/>
                  <a:buFont typeface="Wingdings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0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9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itchFamily="2" charset="2"/>
                  <a:buChar char="§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" name="Group 187">
            <a:extLst>
              <a:ext uri="{FF2B5EF4-FFF2-40B4-BE49-F238E27FC236}">
                <a16:creationId xmlns:a16="http://schemas.microsoft.com/office/drawing/2014/main" id="{D49B5917-476A-8A64-09F5-7270B6D8EAE2}"/>
              </a:ext>
            </a:extLst>
          </p:cNvPr>
          <p:cNvGrpSpPr>
            <a:grpSpLocks/>
          </p:cNvGrpSpPr>
          <p:nvPr/>
        </p:nvGrpSpPr>
        <p:grpSpPr bwMode="auto">
          <a:xfrm>
            <a:off x="1235075" y="1363663"/>
            <a:ext cx="301625" cy="292100"/>
            <a:chOff x="1962" y="2058"/>
            <a:chExt cx="190" cy="184"/>
          </a:xfrm>
        </p:grpSpPr>
        <p:sp>
          <p:nvSpPr>
            <p:cNvPr id="131124" name="Rectangle 188">
              <a:extLst>
                <a:ext uri="{FF2B5EF4-FFF2-40B4-BE49-F238E27FC236}">
                  <a16:creationId xmlns:a16="http://schemas.microsoft.com/office/drawing/2014/main" id="{084EBB76-10CC-22FD-4A4D-4C7726A74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1125" name="Rectangle 189">
              <a:extLst>
                <a:ext uri="{FF2B5EF4-FFF2-40B4-BE49-F238E27FC236}">
                  <a16:creationId xmlns:a16="http://schemas.microsoft.com/office/drawing/2014/main" id="{A48BFEC6-EBEC-46FD-9104-E9729D56D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9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zh-CN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112647" name="Text Box 7">
            <a:extLst>
              <a:ext uri="{FF2B5EF4-FFF2-40B4-BE49-F238E27FC236}">
                <a16:creationId xmlns:a16="http://schemas.microsoft.com/office/drawing/2014/main" id="{3E8005EE-853C-8FBF-830D-49AE4B498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3" y="1643063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131117" name="Group 187">
            <a:extLst>
              <a:ext uri="{FF2B5EF4-FFF2-40B4-BE49-F238E27FC236}">
                <a16:creationId xmlns:a16="http://schemas.microsoft.com/office/drawing/2014/main" id="{B4A40ECC-11EA-BA06-AD13-6EF05EE582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178175" y="4970463"/>
            <a:ext cx="803275" cy="771525"/>
            <a:chOff x="-44" y="1473"/>
            <a:chExt cx="981" cy="1105"/>
          </a:xfrm>
        </p:grpSpPr>
        <p:pic>
          <p:nvPicPr>
            <p:cNvPr id="131122" name="Picture 188" descr="desktop_computer_stylized_medium">
              <a:extLst>
                <a:ext uri="{FF2B5EF4-FFF2-40B4-BE49-F238E27FC236}">
                  <a16:creationId xmlns:a16="http://schemas.microsoft.com/office/drawing/2014/main" id="{FE0C7400-930A-0256-5B0F-D33AE2B18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3" name="Freeform 189">
              <a:extLst>
                <a:ext uri="{FF2B5EF4-FFF2-40B4-BE49-F238E27FC236}">
                  <a16:creationId xmlns:a16="http://schemas.microsoft.com/office/drawing/2014/main" id="{BD1DCCD4-8702-675B-117E-0A034761C8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31118" name="Group 190">
            <a:extLst>
              <a:ext uri="{FF2B5EF4-FFF2-40B4-BE49-F238E27FC236}">
                <a16:creationId xmlns:a16="http://schemas.microsoft.com/office/drawing/2014/main" id="{E88A0963-C826-6949-D139-915B1CC4CE9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40200" y="1087438"/>
            <a:ext cx="803275" cy="771525"/>
            <a:chOff x="-44" y="1473"/>
            <a:chExt cx="981" cy="1105"/>
          </a:xfrm>
        </p:grpSpPr>
        <p:pic>
          <p:nvPicPr>
            <p:cNvPr id="131120" name="Picture 191" descr="desktop_computer_stylized_medium">
              <a:extLst>
                <a:ext uri="{FF2B5EF4-FFF2-40B4-BE49-F238E27FC236}">
                  <a16:creationId xmlns:a16="http://schemas.microsoft.com/office/drawing/2014/main" id="{AC0CDF11-8F8F-2795-2532-5C0B87E024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1" name="Freeform 192">
              <a:extLst>
                <a:ext uri="{FF2B5EF4-FFF2-40B4-BE49-F238E27FC236}">
                  <a16:creationId xmlns:a16="http://schemas.microsoft.com/office/drawing/2014/main" id="{6B2D2931-D84E-B1A6-0188-8E7D9F5578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31119" name="Slide Number Placeholder 3">
            <a:extLst>
              <a:ext uri="{FF2B5EF4-FFF2-40B4-BE49-F238E27FC236}">
                <a16:creationId xmlns:a16="http://schemas.microsoft.com/office/drawing/2014/main" id="{894BF39C-2DF8-6175-15BF-2065C39D52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81916D6E-7031-D249-9F50-732A782CFC92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DF55D6BD-747E-8BC9-5BF3-3FAAEF73E071}"/>
              </a:ext>
            </a:extLst>
          </p:cNvPr>
          <p:cNvSpPr txBox="1"/>
          <p:nvPr/>
        </p:nvSpPr>
        <p:spPr>
          <a:xfrm>
            <a:off x="7662587" y="69790"/>
            <a:ext cx="133853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（封装）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6292138-6CAF-C9C9-93CF-EB5C2D4B8294}"/>
              </a:ext>
            </a:extLst>
          </p:cNvPr>
          <p:cNvSpPr txBox="1"/>
          <p:nvPr/>
        </p:nvSpPr>
        <p:spPr>
          <a:xfrm>
            <a:off x="2286000" y="3200857"/>
            <a:ext cx="141287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报文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12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177" y="288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5" grpId="0"/>
      <p:bldP spid="112645" grpId="1"/>
      <p:bldP spid="112644" grpId="0"/>
      <p:bldP spid="112644" grpId="1"/>
      <p:bldP spid="112814" grpId="0"/>
      <p:bldP spid="112647" grpId="0"/>
      <p:bldP spid="112647" grpId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Footer Placeholder 2">
            <a:extLst>
              <a:ext uri="{FF2B5EF4-FFF2-40B4-BE49-F238E27FC236}">
                <a16:creationId xmlns:a16="http://schemas.microsoft.com/office/drawing/2014/main" id="{0AFC1273-5BAD-66FA-6C2D-983EB79F1A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26978" name="Picture 16" descr="underline_base">
            <a:extLst>
              <a:ext uri="{FF2B5EF4-FFF2-40B4-BE49-F238E27FC236}">
                <a16:creationId xmlns:a16="http://schemas.microsoft.com/office/drawing/2014/main" id="{EB917DA1-FE7A-DB80-F868-EE3AC1B2033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731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80" name="Rectangle 3">
            <a:extLst>
              <a:ext uri="{FF2B5EF4-FFF2-40B4-BE49-F238E27FC236}">
                <a16:creationId xmlns:a16="http://schemas.microsoft.com/office/drawing/2014/main" id="{EFC35125-F606-09A0-7446-68A9F182E74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33388" y="114300"/>
            <a:ext cx="7772400" cy="1028700"/>
          </a:xfrm>
        </p:spPr>
        <p:txBody>
          <a:bodyPr/>
          <a:lstStyle/>
          <a:p>
            <a:pPr eaLnBrk="1" hangingPunct="1"/>
            <a:r>
              <a:rPr lang="en-US" altLang="zh-CN" dirty="0">
                <a:ea typeface="ＭＳ Ｐゴシック" panose="020B0600070205080204" pitchFamily="34" charset="-128"/>
              </a:rPr>
              <a:t>OSI</a:t>
            </a:r>
            <a:r>
              <a:rPr lang="zh-CN" altLang="en-US" dirty="0">
                <a:ea typeface="ＭＳ Ｐゴシック" panose="020B0600070205080204" pitchFamily="34" charset="-128"/>
              </a:rPr>
              <a:t>  </a:t>
            </a:r>
            <a:r>
              <a:rPr lang="en-US" altLang="zh-CN" dirty="0">
                <a:ea typeface="ＭＳ Ｐゴシック" panose="020B0600070205080204" pitchFamily="34" charset="-128"/>
              </a:rPr>
              <a:t>TCP/IP</a:t>
            </a:r>
            <a:r>
              <a:rPr lang="zh-CN" altLang="en-US" dirty="0">
                <a:ea typeface="ＭＳ Ｐゴシック" panose="020B0600070205080204" pitchFamily="34" charset="-128"/>
              </a:rPr>
              <a:t> </a:t>
            </a:r>
            <a:r>
              <a:rPr lang="en-US" altLang="zh-CN" dirty="0">
                <a:ea typeface="ＭＳ Ｐゴシック" panose="020B0600070205080204" pitchFamily="34" charset="-128"/>
              </a:rPr>
              <a:t>reference model</a:t>
            </a:r>
            <a:r>
              <a:rPr lang="zh-CN" altLang="en-US" dirty="0">
                <a:ea typeface="ＭＳ Ｐゴシック" panose="020B0600070205080204" pitchFamily="34" charset="-128"/>
              </a:rPr>
              <a:t> </a:t>
            </a:r>
            <a:endParaRPr lang="en-US" altLang="zh-CN" dirty="0">
              <a:ea typeface="ＭＳ Ｐゴシック" panose="020B0600070205080204" pitchFamily="34" charset="-128"/>
            </a:endParaRPr>
          </a:p>
        </p:txBody>
      </p:sp>
      <p:sp>
        <p:nvSpPr>
          <p:cNvPr id="126988" name="Slide Number Placeholder 3">
            <a:extLst>
              <a:ext uri="{FF2B5EF4-FFF2-40B4-BE49-F238E27FC236}">
                <a16:creationId xmlns:a16="http://schemas.microsoft.com/office/drawing/2014/main" id="{F8A0047B-45F0-9BAA-E9B1-20169ED60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1C96D0AA-8F4D-7749-9F8B-FA32F59E2D94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C1CCBE32-B735-85A8-972D-40D3076D445C}"/>
              </a:ext>
            </a:extLst>
          </p:cNvPr>
          <p:cNvSpPr txBox="1"/>
          <p:nvPr/>
        </p:nvSpPr>
        <p:spPr>
          <a:xfrm>
            <a:off x="543159" y="5760532"/>
            <a:ext cx="340663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哈尔滨工业大学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MOOC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15.2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   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15.3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   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Kaiti SC" panose="02010600040101010101" pitchFamily="2" charset="-122"/>
                <a:ea typeface="Kaiti SC" panose="02010600040101010101" pitchFamily="2" charset="-122"/>
                <a:cs typeface="Arial"/>
              </a:rPr>
              <a:t>15.4</a:t>
            </a: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BODONI 72 BOOK" pitchFamily="2" charset="0"/>
              <a:ea typeface="Kaiti SC" panose="02010600040101010101" pitchFamily="2" charset="-122"/>
              <a:cs typeface="Arial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22536A31-EADE-62E8-6070-233956B245D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9216" y="1154414"/>
            <a:ext cx="4403655" cy="3302741"/>
          </a:xfrm>
          <a:prstGeom prst="rect">
            <a:avLst/>
          </a:prstGeom>
          <a:ln>
            <a:solidFill>
              <a:schemeClr val="accent2"/>
            </a:solidFill>
          </a:ln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632BE107-43B8-A4BB-6F6D-6795B7A65C4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6478" y="1698136"/>
            <a:ext cx="4402800" cy="3302100"/>
          </a:xfrm>
          <a:prstGeom prst="rect">
            <a:avLst/>
          </a:prstGeom>
          <a:ln>
            <a:solidFill>
              <a:schemeClr val="accent2"/>
            </a:solidFill>
          </a:ln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C932BE86-86FD-2511-42C9-EC70D8CCFFB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4315" y="2241858"/>
            <a:ext cx="4402800" cy="3302100"/>
          </a:xfrm>
          <a:prstGeom prst="rect">
            <a:avLst/>
          </a:pr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326817884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Footer Placeholder 2">
            <a:extLst>
              <a:ext uri="{FF2B5EF4-FFF2-40B4-BE49-F238E27FC236}">
                <a16:creationId xmlns:a16="http://schemas.microsoft.com/office/drawing/2014/main" id="{86FD7170-CC2A-A80E-2407-1909D73497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pic>
        <p:nvPicPr>
          <p:cNvPr id="133122" name="Picture 2" descr="underline_base">
            <a:extLst>
              <a:ext uri="{FF2B5EF4-FFF2-40B4-BE49-F238E27FC236}">
                <a16:creationId xmlns:a16="http://schemas.microsoft.com/office/drawing/2014/main" id="{6EC130FE-A026-6FC6-6FB4-FCD4CDC5CA9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23" name="Rectangle 2">
            <a:extLst>
              <a:ext uri="{FF2B5EF4-FFF2-40B4-BE49-F238E27FC236}">
                <a16:creationId xmlns:a16="http://schemas.microsoft.com/office/drawing/2014/main" id="{7FFB378A-F47F-84A7-296B-92D913443D0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ＭＳ Ｐゴシック" panose="020B0600070205080204" pitchFamily="34" charset="-128"/>
              </a:rPr>
              <a:t>Chapter 1: roadmap</a:t>
            </a:r>
          </a:p>
        </p:txBody>
      </p:sp>
      <p:sp>
        <p:nvSpPr>
          <p:cNvPr id="133124" name="Rectangle 3">
            <a:extLst>
              <a:ext uri="{FF2B5EF4-FFF2-40B4-BE49-F238E27FC236}">
                <a16:creationId xmlns:a16="http://schemas.microsoft.com/office/drawing/2014/main" id="{E5830D8A-1188-B9C5-3897-62B6012C1D84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1.1 what </a:t>
            </a:r>
            <a:r>
              <a:rPr lang="en-US" altLang="zh-CN" sz="2800" i="1" dirty="0">
                <a:solidFill>
                  <a:srgbClr val="000099"/>
                </a:solidFill>
                <a:ea typeface="宋体" panose="02010600030101010101" pitchFamily="2" charset="-122"/>
              </a:rPr>
              <a:t>is</a:t>
            </a: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 the Internet?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1.2</a:t>
            </a:r>
            <a:r>
              <a:rPr lang="en-US" altLang="zh-CN" sz="2800" dirty="0">
                <a:ea typeface="宋体" panose="02010600030101010101" pitchFamily="2" charset="-122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end systems, access networks, links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1.3 </a:t>
            </a:r>
            <a:r>
              <a:rPr lang="en-US" altLang="zh-CN" sz="2800" dirty="0">
                <a:ea typeface="宋体" panose="02010600030101010101" pitchFamily="2" charset="-122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zh-CN" sz="2400" dirty="0">
                <a:latin typeface="Gill Sans MT" panose="020B0502020104020203" pitchFamily="34" charset="0"/>
                <a:ea typeface="宋体" panose="02010600030101010101" pitchFamily="2" charset="-122"/>
              </a:rPr>
              <a:t>packet switching, circuit switching, network structure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1.4 </a:t>
            </a:r>
            <a:r>
              <a:rPr lang="en-US" altLang="zh-CN" sz="2800" dirty="0">
                <a:ea typeface="宋体" panose="02010600030101010101" pitchFamily="2" charset="-122"/>
              </a:rPr>
              <a:t>delay, loss, throughput in networks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000099"/>
                </a:solidFill>
                <a:ea typeface="宋体" panose="02010600030101010101" pitchFamily="2" charset="-122"/>
              </a:rPr>
              <a:t>1.5</a:t>
            </a:r>
            <a:r>
              <a:rPr lang="en-US" altLang="zh-CN" sz="2800" dirty="0">
                <a:ea typeface="宋体" panose="02010600030101010101" pitchFamily="2" charset="-122"/>
              </a:rPr>
              <a:t> protocol layers, service models</a:t>
            </a:r>
          </a:p>
          <a:p>
            <a:pPr lvl="1" eaLnBrk="1" hangingPunct="1">
              <a:spcBef>
                <a:spcPts val="1872"/>
              </a:spcBef>
              <a:buFont typeface="Wingdings" pitchFamily="2" charset="2"/>
              <a:buNone/>
            </a:pPr>
            <a:r>
              <a:rPr lang="en-US" altLang="zh-CN" sz="2800" dirty="0">
                <a:solidFill>
                  <a:srgbClr val="C00000"/>
                </a:solidFill>
                <a:ea typeface="宋体" panose="02010600030101010101" pitchFamily="2" charset="-122"/>
              </a:rPr>
              <a:t>1.6 networks under attack: security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zh-CN" sz="2800" dirty="0">
                <a:solidFill>
                  <a:srgbClr val="C00000"/>
                </a:solidFill>
                <a:ea typeface="宋体" panose="02010600030101010101" pitchFamily="2" charset="-122"/>
              </a:rPr>
              <a:t>1.7 history</a:t>
            </a:r>
          </a:p>
          <a:p>
            <a:pPr marL="0" indent="0" eaLnBrk="1" hangingPunct="1">
              <a:buNone/>
            </a:pPr>
            <a:endParaRPr lang="en-US" altLang="zh-CN" dirty="0">
              <a:ea typeface="ＭＳ Ｐゴシック" panose="020B0600070205080204" pitchFamily="34" charset="-128"/>
            </a:endParaRPr>
          </a:p>
        </p:txBody>
      </p:sp>
      <p:sp>
        <p:nvSpPr>
          <p:cNvPr id="133125" name="Slide Number Placeholder 3">
            <a:extLst>
              <a:ext uri="{FF2B5EF4-FFF2-40B4-BE49-F238E27FC236}">
                <a16:creationId xmlns:a16="http://schemas.microsoft.com/office/drawing/2014/main" id="{3C5161B5-C3D6-272E-5EEB-1D2C69E698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A1CBF6E0-3CBE-B542-A36A-64DB15CE1F04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Footer Placeholder 2">
            <a:extLst>
              <a:ext uri="{FF2B5EF4-FFF2-40B4-BE49-F238E27FC236}">
                <a16:creationId xmlns:a16="http://schemas.microsoft.com/office/drawing/2014/main" id="{645B1681-0FA2-1652-433A-6FF57831AE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180226" name="Rectangle 2">
            <a:extLst>
              <a:ext uri="{FF2B5EF4-FFF2-40B4-BE49-F238E27FC236}">
                <a16:creationId xmlns:a16="http://schemas.microsoft.com/office/drawing/2014/main" id="{3FDBCB16-4D28-E2F5-3329-53D030B3099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5413"/>
            <a:ext cx="7772400" cy="903287"/>
          </a:xfrm>
        </p:spPr>
        <p:txBody>
          <a:bodyPr/>
          <a:lstStyle/>
          <a:p>
            <a:pPr eaLnBrk="1" hangingPunct="1"/>
            <a:r>
              <a:rPr kumimoji="0" lang="en-US" altLang="zh-CN" sz="4000" dirty="0">
                <a:ea typeface="宋体" panose="02010600030101010101" pitchFamily="2" charset="-122"/>
              </a:rPr>
              <a:t>Chapter</a:t>
            </a:r>
            <a:r>
              <a:rPr kumimoji="0" lang="zh-CN" altLang="en-US" sz="4000" dirty="0">
                <a:ea typeface="宋体" panose="02010600030101010101" pitchFamily="2" charset="-122"/>
              </a:rPr>
              <a:t> </a:t>
            </a:r>
            <a:r>
              <a:rPr kumimoji="0" lang="en-US" altLang="zh-CN" sz="4000" dirty="0">
                <a:ea typeface="宋体" panose="02010600030101010101" pitchFamily="2" charset="-122"/>
              </a:rPr>
              <a:t>1-</a:t>
            </a:r>
            <a:r>
              <a:rPr kumimoji="0" lang="zh-CN" altLang="en-US" sz="4000" dirty="0">
                <a:ea typeface="宋体" panose="02010600030101010101" pitchFamily="2" charset="-122"/>
              </a:rPr>
              <a:t> </a:t>
            </a:r>
            <a:r>
              <a:rPr kumimoji="0" lang="en-US" altLang="zh-CN" sz="4000" dirty="0">
                <a:solidFill>
                  <a:srgbClr val="C00000"/>
                </a:solidFill>
                <a:ea typeface="宋体" panose="02010600030101010101" pitchFamily="2" charset="-122"/>
              </a:rPr>
              <a:t>Teamwork</a:t>
            </a:r>
          </a:p>
        </p:txBody>
      </p:sp>
      <p:sp>
        <p:nvSpPr>
          <p:cNvPr id="180227" name="Rectangle 523">
            <a:extLst>
              <a:ext uri="{FF2B5EF4-FFF2-40B4-BE49-F238E27FC236}">
                <a16:creationId xmlns:a16="http://schemas.microsoft.com/office/drawing/2014/main" id="{C2D37DD5-B840-D430-B01E-1DE40CEE8E6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846904" y="1500726"/>
            <a:ext cx="6924675" cy="4114800"/>
          </a:xfrm>
        </p:spPr>
        <p:txBody>
          <a:bodyPr/>
          <a:lstStyle/>
          <a:p>
            <a:pPr marL="0" indent="0" eaLnBrk="1" hangingPunct="1">
              <a:buSzPct val="75000"/>
              <a:buNone/>
            </a:pP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内容：对第一章内容绘制思维导图</a:t>
            </a:r>
            <a:endParaRPr kumimoji="0"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marL="0" indent="0" eaLnBrk="1" hangingPunct="1">
              <a:buSzPct val="75000"/>
              <a:buNone/>
            </a:pPr>
            <a:endParaRPr kumimoji="0"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marL="0" indent="0" eaLnBrk="1" hangingPunct="1">
              <a:buSzPct val="75000"/>
              <a:buNone/>
            </a:pP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提交要求：</a:t>
            </a:r>
            <a:endParaRPr kumimoji="0"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eaLnBrk="1" hangingPunct="1">
              <a:lnSpc>
                <a:spcPct val="135000"/>
              </a:lnSpc>
              <a:buSzPct val="75000"/>
              <a:buFont typeface="Wingdings" pitchFamily="2" charset="2"/>
              <a:buChar char="Ø"/>
            </a:pP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每个小组提交一份，</a:t>
            </a:r>
            <a:r>
              <a:rPr kumimoji="0" lang="en-US" altLang="zh-CN" sz="2400" dirty="0">
                <a:latin typeface="Heiti SC Medium" pitchFamily="2" charset="-128"/>
                <a:ea typeface="Heiti SC Medium" pitchFamily="2" charset="-128"/>
              </a:rPr>
              <a:t>PDF</a:t>
            </a: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格式</a:t>
            </a:r>
            <a:endParaRPr kumimoji="0"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eaLnBrk="1" hangingPunct="1">
              <a:lnSpc>
                <a:spcPct val="135000"/>
              </a:lnSpc>
              <a:buSzPct val="75000"/>
              <a:buFont typeface="Wingdings" pitchFamily="2" charset="2"/>
              <a:buChar char="Ø"/>
            </a:pPr>
            <a:r>
              <a:rPr lang="zh-CN" altLang="en-US" sz="2400" dirty="0">
                <a:latin typeface="Heiti SC Medium" pitchFamily="2" charset="-128"/>
                <a:ea typeface="Heiti SC Medium" pitchFamily="2" charset="-128"/>
              </a:rPr>
              <a:t>本周日中午</a:t>
            </a:r>
            <a:r>
              <a:rPr lang="en-US" altLang="zh-CN" sz="2400" dirty="0">
                <a:latin typeface="Heiti SC Medium" pitchFamily="2" charset="-128"/>
                <a:ea typeface="Heiti SC Medium" pitchFamily="2" charset="-128"/>
              </a:rPr>
              <a:t>12:00</a:t>
            </a:r>
            <a:r>
              <a:rPr lang="zh-CN" altLang="en-US" sz="2400" dirty="0">
                <a:latin typeface="Heiti SC Medium" pitchFamily="2" charset="-128"/>
                <a:ea typeface="Heiti SC Medium" pitchFamily="2" charset="-128"/>
              </a:rPr>
              <a:t>前，提交到助教邮箱</a:t>
            </a:r>
            <a:endParaRPr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eaLnBrk="1" hangingPunct="1">
              <a:lnSpc>
                <a:spcPct val="135000"/>
              </a:lnSpc>
              <a:buSzPct val="75000"/>
              <a:buFont typeface="Wingdings" pitchFamily="2" charset="2"/>
              <a:buChar char="Ø"/>
            </a:pP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命名格式：</a:t>
            </a:r>
            <a:endParaRPr kumimoji="0" lang="en-US" altLang="zh-CN" sz="2400" dirty="0">
              <a:latin typeface="Heiti SC Medium" pitchFamily="2" charset="-128"/>
              <a:ea typeface="Heiti SC Medium" pitchFamily="2" charset="-128"/>
            </a:endParaRPr>
          </a:p>
          <a:p>
            <a:pPr marL="0" indent="0" eaLnBrk="1" hangingPunct="1">
              <a:lnSpc>
                <a:spcPct val="135000"/>
              </a:lnSpc>
              <a:buSzPct val="75000"/>
              <a:buNone/>
            </a:pPr>
            <a:r>
              <a:rPr kumimoji="0" lang="en-US" altLang="zh-CN" sz="2400" dirty="0">
                <a:latin typeface="Heiti SC Medium" pitchFamily="2" charset="-128"/>
                <a:ea typeface="Heiti SC Medium" pitchFamily="2" charset="-128"/>
              </a:rPr>
              <a:t>	</a:t>
            </a: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***</a:t>
            </a:r>
            <a:r>
              <a:rPr lang="zh-CN" altLang="en-US" sz="2400" dirty="0">
                <a:latin typeface="Heiti SC Medium" pitchFamily="2" charset="-128"/>
                <a:ea typeface="Heiti SC Medium" pitchFamily="2" charset="-128"/>
              </a:rPr>
              <a:t>小组</a:t>
            </a:r>
            <a:r>
              <a:rPr kumimoji="0" lang="en-US" altLang="zh-CN" sz="2400" dirty="0">
                <a:latin typeface="Heiti SC Medium" pitchFamily="2" charset="-128"/>
                <a:ea typeface="Heiti SC Medium" pitchFamily="2" charset="-128"/>
              </a:rPr>
              <a:t>_</a:t>
            </a:r>
            <a:r>
              <a:rPr kumimoji="0" lang="zh-CN" altLang="en-US" sz="2400" dirty="0">
                <a:latin typeface="Heiti SC Medium" pitchFamily="2" charset="-128"/>
                <a:ea typeface="Heiti SC Medium" pitchFamily="2" charset="-128"/>
              </a:rPr>
              <a:t>思维导图</a:t>
            </a:r>
            <a:r>
              <a:rPr kumimoji="0" lang="en-US" altLang="zh-CN" sz="2400" dirty="0">
                <a:latin typeface="Heiti SC Medium" pitchFamily="2" charset="-128"/>
                <a:ea typeface="Heiti SC Medium" pitchFamily="2" charset="-128"/>
              </a:rPr>
              <a:t>Chapter1.PDF</a:t>
            </a:r>
          </a:p>
          <a:p>
            <a:pPr marL="0" indent="0" eaLnBrk="1" hangingPunct="1">
              <a:lnSpc>
                <a:spcPct val="100000"/>
              </a:lnSpc>
              <a:buSzPct val="75000"/>
              <a:buNone/>
            </a:pPr>
            <a:r>
              <a:rPr lang="en-US" altLang="zh-CN" sz="2000" dirty="0">
                <a:solidFill>
                  <a:schemeClr val="accent2">
                    <a:lumMod val="75000"/>
                  </a:schemeClr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	</a:t>
            </a:r>
            <a:r>
              <a:rPr lang="zh-CN" altLang="en-US" sz="2000">
                <a:solidFill>
                  <a:schemeClr val="accent2">
                    <a:lumMod val="75000"/>
                  </a:schemeClr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（说明：***</a:t>
            </a:r>
            <a:r>
              <a:rPr lang="zh-CN" altLang="en-US" sz="2000" dirty="0">
                <a:solidFill>
                  <a:schemeClr val="accent2">
                    <a:lumMod val="75000"/>
                  </a:schemeClr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为</a:t>
            </a:r>
            <a:r>
              <a:rPr lang="zh-CN" altLang="en-US" sz="2000">
                <a:solidFill>
                  <a:schemeClr val="accent2">
                    <a:lumMod val="75000"/>
                  </a:schemeClr>
                </a:solidFill>
                <a:latin typeface="Kaiti SC" panose="02010600040101010101" pitchFamily="2" charset="-122"/>
                <a:ea typeface="Kaiti SC" panose="02010600040101010101" pitchFamily="2" charset="-122"/>
              </a:rPr>
              <a:t>组长姓名）</a:t>
            </a:r>
            <a:endParaRPr kumimoji="0" lang="en-US" altLang="zh-CN" sz="2000" dirty="0">
              <a:solidFill>
                <a:schemeClr val="accent2">
                  <a:lumMod val="75000"/>
                </a:schemeClr>
              </a:solidFill>
              <a:latin typeface="Kaiti SC" panose="02010600040101010101" pitchFamily="2" charset="-122"/>
              <a:ea typeface="Kaiti SC" panose="02010600040101010101" pitchFamily="2" charset="-122"/>
            </a:endParaRPr>
          </a:p>
          <a:p>
            <a:pPr lvl="1" eaLnBrk="1" hangingPunct="1">
              <a:buSzPct val="75000"/>
            </a:pPr>
            <a:endParaRPr kumimoji="0" lang="en-US" altLang="zh-CN" dirty="0">
              <a:latin typeface="Heiti SC Medium" pitchFamily="2" charset="-128"/>
              <a:ea typeface="Heiti SC Medium" pitchFamily="2" charset="-128"/>
            </a:endParaRPr>
          </a:p>
          <a:p>
            <a:pPr lvl="1" eaLnBrk="1" hangingPunct="1">
              <a:buSzPct val="75000"/>
            </a:pPr>
            <a:endParaRPr kumimoji="0" lang="en-US" altLang="zh-CN" dirty="0">
              <a:latin typeface="Heiti SC Medium" pitchFamily="2" charset="-128"/>
              <a:ea typeface="Heiti SC Medium" pitchFamily="2" charset="-128"/>
            </a:endParaRPr>
          </a:p>
        </p:txBody>
      </p:sp>
      <p:sp>
        <p:nvSpPr>
          <p:cNvPr id="180228" name="Slide Number Placeholder 3">
            <a:extLst>
              <a:ext uri="{FF2B5EF4-FFF2-40B4-BE49-F238E27FC236}">
                <a16:creationId xmlns:a16="http://schemas.microsoft.com/office/drawing/2014/main" id="{4EAB89B8-0D39-F004-825F-8D46B527CF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kumimoji="1" sz="2800">
                <a:solidFill>
                  <a:schemeClr val="tx1"/>
                </a:solidFill>
                <a:latin typeface="Gill Sans MT" panose="020B0502020104020203" pitchFamily="34" charset="0"/>
                <a:ea typeface="宋体" panose="02010600030101010101" pitchFamily="2" charset="-122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1-</a:t>
            </a:r>
            <a:fld id="{BD4B4372-57A4-E44C-8A60-92BA75B79BBC}" type="slidenum"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anose="020B060403050404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820790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7011B500-6E10-5D45-907B-1911D208C7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54626" name="Slide Number Placeholder 2">
            <a:extLst>
              <a:ext uri="{FF2B5EF4-FFF2-40B4-BE49-F238E27FC236}">
                <a16:creationId xmlns:a16="http://schemas.microsoft.com/office/drawing/2014/main" id="{A13D2BB1-BB42-48D1-F539-049DAFA828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672184F3-8B8E-5B4E-853E-6EDBAE5F926F}" type="slidenum">
              <a:rPr lang="en-US" altLang="zh-CN" sz="120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zh-CN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B3704D23-75C4-348A-983E-0BF56025B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36" y="129604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anose="030F09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200" dirty="0">
                <a:solidFill>
                  <a:srgbClr val="000099"/>
                </a:solidFill>
              </a:rPr>
              <a:t>Chapter 1</a:t>
            </a:r>
            <a:r>
              <a:rPr lang="zh-CN" altLang="en-US" sz="3200" dirty="0">
                <a:solidFill>
                  <a:srgbClr val="000099"/>
                </a:solidFill>
              </a:rPr>
              <a:t> </a:t>
            </a:r>
            <a:r>
              <a:rPr lang="en-US" altLang="zh-CN" sz="3200" dirty="0">
                <a:solidFill>
                  <a:srgbClr val="000099"/>
                </a:solidFill>
              </a:rPr>
              <a:t>Introduction</a:t>
            </a:r>
          </a:p>
        </p:txBody>
      </p:sp>
      <p:pic>
        <p:nvPicPr>
          <p:cNvPr id="5" name="Picture 9" descr="underline_base">
            <a:extLst>
              <a:ext uri="{FF2B5EF4-FFF2-40B4-BE49-F238E27FC236}">
                <a16:creationId xmlns:a16="http://schemas.microsoft.com/office/drawing/2014/main" id="{6D485704-ACFB-52FA-3BEF-AE679494807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995" y="1219264"/>
            <a:ext cx="392400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圆角矩形 5">
            <a:extLst>
              <a:ext uri="{FF2B5EF4-FFF2-40B4-BE49-F238E27FC236}">
                <a16:creationId xmlns:a16="http://schemas.microsoft.com/office/drawing/2014/main" id="{AEB2F94C-F350-82F6-8E2B-32BDD16B6D3D}"/>
              </a:ext>
            </a:extLst>
          </p:cNvPr>
          <p:cNvSpPr/>
          <p:nvPr/>
        </p:nvSpPr>
        <p:spPr bwMode="auto">
          <a:xfrm>
            <a:off x="917466" y="3058018"/>
            <a:ext cx="4138244" cy="1026392"/>
          </a:xfrm>
          <a:prstGeom prst="round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US" altLang="zh-CN" sz="6000" dirty="0">
                <a:solidFill>
                  <a:srgbClr val="000099"/>
                </a:solidFill>
                <a:effectLst>
                  <a:outerShdw blurRad="50800" dist="38100" sx="101000" sy="101000" algn="l" rotWithShape="0">
                    <a:prstClr val="black">
                      <a:alpha val="53674"/>
                    </a:prstClr>
                  </a:outerShdw>
                </a:effectLst>
                <a:latin typeface="Gill Sans MT" panose="020B0502020104020203" pitchFamily="34" charset="0"/>
              </a:rPr>
              <a:t>Thank</a:t>
            </a:r>
            <a:r>
              <a:rPr lang="zh-CN" altLang="en-US" sz="6000" dirty="0">
                <a:solidFill>
                  <a:srgbClr val="000099"/>
                </a:solidFill>
                <a:effectLst>
                  <a:outerShdw blurRad="50800" dist="38100" sx="101000" sy="101000" algn="l" rotWithShape="0">
                    <a:prstClr val="black">
                      <a:alpha val="53674"/>
                    </a:prstClr>
                  </a:outerShdw>
                </a:effectLst>
                <a:latin typeface="Gill Sans MT" panose="020B0502020104020203" pitchFamily="34" charset="0"/>
              </a:rPr>
              <a:t> </a:t>
            </a:r>
            <a:r>
              <a:rPr lang="en-US" altLang="zh-CN" sz="6000" dirty="0">
                <a:solidFill>
                  <a:srgbClr val="000099"/>
                </a:solidFill>
                <a:effectLst>
                  <a:outerShdw blurRad="50800" dist="38100" sx="101000" sy="101000" algn="l" rotWithShape="0">
                    <a:prstClr val="black">
                      <a:alpha val="53674"/>
                    </a:prstClr>
                  </a:outerShdw>
                </a:effectLst>
                <a:latin typeface="Gill Sans MT" panose="020B0502020104020203" pitchFamily="34" charset="0"/>
              </a:rPr>
              <a:t>You</a:t>
            </a: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F31EEC32-C2AE-AE25-CEB2-A57957D1506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6689" t="13542" r="6460" b="24086"/>
          <a:stretch/>
        </p:blipFill>
        <p:spPr>
          <a:xfrm>
            <a:off x="5055710" y="1075934"/>
            <a:ext cx="3366816" cy="430851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33382</TotalTime>
  <Words>5257</Words>
  <Application>Microsoft Macintosh PowerPoint</Application>
  <PresentationFormat>全屏显示(4:3)</PresentationFormat>
  <Paragraphs>1471</Paragraphs>
  <Slides>70</Slides>
  <Notes>58</Notes>
  <HiddenSlides>0</HiddenSlides>
  <MMClips>0</MMClips>
  <ScaleCrop>false</ScaleCrop>
  <HeadingPairs>
    <vt:vector size="8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70</vt:i4>
      </vt:variant>
    </vt:vector>
  </HeadingPairs>
  <TitlesOfParts>
    <vt:vector size="90" baseType="lpstr">
      <vt:lpstr>等线</vt:lpstr>
      <vt:lpstr>华文楷体</vt:lpstr>
      <vt:lpstr>Microsoft YaHei</vt:lpstr>
      <vt:lpstr>Microsoft YaHei</vt:lpstr>
      <vt:lpstr>FZKai-Z03</vt:lpstr>
      <vt:lpstr>Heiti SC Medium</vt:lpstr>
      <vt:lpstr>Kaiti SC</vt:lpstr>
      <vt:lpstr>Arial</vt:lpstr>
      <vt:lpstr>BODONI 72 BOOK</vt:lpstr>
      <vt:lpstr>Calibri</vt:lpstr>
      <vt:lpstr>Comic Sans MS</vt:lpstr>
      <vt:lpstr>Courier New</vt:lpstr>
      <vt:lpstr>Footlight MT Light</vt:lpstr>
      <vt:lpstr>Gill Sans MT</vt:lpstr>
      <vt:lpstr>Tahoma</vt:lpstr>
      <vt:lpstr>Times New Roman</vt:lpstr>
      <vt:lpstr>Wingdings</vt:lpstr>
      <vt:lpstr>12_Default Design</vt:lpstr>
      <vt:lpstr>Office 主题​​</vt:lpstr>
      <vt:lpstr>Clip</vt:lpstr>
      <vt:lpstr>PowerPoint 演示文稿</vt:lpstr>
      <vt:lpstr>Chapter 1: introduction</vt:lpstr>
      <vt:lpstr>Chapter 1: roadmap</vt:lpstr>
      <vt:lpstr>What’s the Internet: “nuts and bolts” view</vt:lpstr>
      <vt:lpstr>PowerPoint 演示文稿</vt:lpstr>
      <vt:lpstr>What’s the Internet: a service view</vt:lpstr>
      <vt:lpstr>What’s a protocol?</vt:lpstr>
      <vt:lpstr>PowerPoint 演示文稿</vt:lpstr>
      <vt:lpstr>PowerPoint 演示文稿</vt:lpstr>
      <vt:lpstr>Chapter 1: roadmap</vt:lpstr>
      <vt:lpstr>A closer look at network structure:</vt:lpstr>
      <vt:lpstr>Access networks and physical media</vt:lpstr>
      <vt:lpstr>Access network: digital subscriber line (DSL)</vt:lpstr>
      <vt:lpstr>PowerPoint 演示文稿</vt:lpstr>
      <vt:lpstr>PowerPoint 演示文稿</vt:lpstr>
      <vt:lpstr>PowerPoint 演示文稿</vt:lpstr>
      <vt:lpstr>Enterprise access networks (Ethernet)</vt:lpstr>
      <vt:lpstr>Wireless access networks</vt:lpstr>
      <vt:lpstr>Host: sends packets of data</vt:lpstr>
      <vt:lpstr>Physical media</vt:lpstr>
      <vt:lpstr>Physical media: coax, fiber</vt:lpstr>
      <vt:lpstr>Physical media: radio</vt:lpstr>
      <vt:lpstr>Chapter 1: roadmap</vt:lpstr>
      <vt:lpstr>The network core</vt:lpstr>
      <vt:lpstr>Packet-switching: store-and-forward</vt:lpstr>
      <vt:lpstr>Packet Switching: queueing delay, loss</vt:lpstr>
      <vt:lpstr>Two key network-core functions</vt:lpstr>
      <vt:lpstr>Alternative core: circuit switching</vt:lpstr>
      <vt:lpstr>Circuit switching: FDM versus TDM</vt:lpstr>
      <vt:lpstr>Message swithing versus packet switching</vt:lpstr>
      <vt:lpstr>Packet switching versus circuit switching</vt:lpstr>
      <vt:lpstr>PowerPoint 演示文稿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Tier-1 ISP: e.g., Sprint</vt:lpstr>
      <vt:lpstr>Chapter 1: roadmap</vt:lpstr>
      <vt:lpstr>How do loss and delay occur?</vt:lpstr>
      <vt:lpstr>Four sources of packet delay</vt:lpstr>
      <vt:lpstr>PowerPoint 演示文稿</vt:lpstr>
      <vt:lpstr>Caravan analogy</vt:lpstr>
      <vt:lpstr>Caravan analogy (more)</vt:lpstr>
      <vt:lpstr>Queueing delay (revisited)</vt:lpstr>
      <vt:lpstr>“Real” Internet delays and routes</vt:lpstr>
      <vt:lpstr>“Real” Internet delays, routes</vt:lpstr>
      <vt:lpstr>Packet loss</vt:lpstr>
      <vt:lpstr>Throughput</vt:lpstr>
      <vt:lpstr>Throughput (more)</vt:lpstr>
      <vt:lpstr>Throughput: Internet scenario</vt:lpstr>
      <vt:lpstr>Chapter 1: roadmap</vt:lpstr>
      <vt:lpstr>Protocol “layers”</vt:lpstr>
      <vt:lpstr>Organization of air travel</vt:lpstr>
      <vt:lpstr>Layering of airline functionality</vt:lpstr>
      <vt:lpstr>Why layering?</vt:lpstr>
      <vt:lpstr>PowerPoint 演示文稿</vt:lpstr>
      <vt:lpstr>Internet protocol stack</vt:lpstr>
      <vt:lpstr>PowerPoint 演示文稿</vt:lpstr>
      <vt:lpstr>ISO/OSI reference model</vt:lpstr>
      <vt:lpstr>Network Architecture</vt:lpstr>
      <vt:lpstr>Encapsulation</vt:lpstr>
      <vt:lpstr>OSI  TCP/IP reference model </vt:lpstr>
      <vt:lpstr>Chapter 1: roadmap</vt:lpstr>
      <vt:lpstr>Chapter 1- Teamwork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Min Zhu</cp:lastModifiedBy>
  <cp:revision>348</cp:revision>
  <dcterms:created xsi:type="dcterms:W3CDTF">1999-10-08T19:08:27Z</dcterms:created>
  <dcterms:modified xsi:type="dcterms:W3CDTF">2024-09-04T04:37:49Z</dcterms:modified>
</cp:coreProperties>
</file>