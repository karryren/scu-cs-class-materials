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ink/ink1.xml" ContentType="application/inkml+xml"/>
  <Override PartName="/ppt/ink/ink10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  <p:sldMasterId id="2147483655" r:id="rId4"/>
  </p:sldMasterIdLst>
  <p:notesMasterIdLst>
    <p:notesMasterId r:id="rId6"/>
  </p:notesMasterIdLst>
  <p:handoutMasterIdLst>
    <p:handoutMasterId r:id="rId108"/>
  </p:handoutMasterIdLst>
  <p:sldIdLst>
    <p:sldId id="778" r:id="rId5"/>
    <p:sldId id="816" r:id="rId7"/>
    <p:sldId id="637" r:id="rId8"/>
    <p:sldId id="295" r:id="rId9"/>
    <p:sldId id="542" r:id="rId10"/>
    <p:sldId id="543" r:id="rId11"/>
    <p:sldId id="296" r:id="rId12"/>
    <p:sldId id="297" r:id="rId13"/>
    <p:sldId id="751" r:id="rId14"/>
    <p:sldId id="636" r:id="rId15"/>
    <p:sldId id="258" r:id="rId16"/>
    <p:sldId id="523" r:id="rId17"/>
    <p:sldId id="783" r:id="rId18"/>
    <p:sldId id="814" r:id="rId19"/>
    <p:sldId id="815" r:id="rId20"/>
    <p:sldId id="294" r:id="rId21"/>
    <p:sldId id="298" r:id="rId22"/>
    <p:sldId id="784" r:id="rId23"/>
    <p:sldId id="530" r:id="rId24"/>
    <p:sldId id="531" r:id="rId25"/>
    <p:sldId id="785" r:id="rId26"/>
    <p:sldId id="786" r:id="rId27"/>
    <p:sldId id="787" r:id="rId28"/>
    <p:sldId id="788" r:id="rId29"/>
    <p:sldId id="533" r:id="rId30"/>
    <p:sldId id="534" r:id="rId31"/>
    <p:sldId id="535" r:id="rId32"/>
    <p:sldId id="536" r:id="rId33"/>
    <p:sldId id="532" r:id="rId34"/>
    <p:sldId id="776" r:id="rId35"/>
    <p:sldId id="538" r:id="rId36"/>
    <p:sldId id="793" r:id="rId37"/>
    <p:sldId id="325" r:id="rId38"/>
    <p:sldId id="642" r:id="rId39"/>
    <p:sldId id="810" r:id="rId40"/>
    <p:sldId id="643" r:id="rId41"/>
    <p:sldId id="644" r:id="rId42"/>
    <p:sldId id="794" r:id="rId43"/>
    <p:sldId id="326" r:id="rId44"/>
    <p:sldId id="764" r:id="rId45"/>
    <p:sldId id="817" r:id="rId46"/>
    <p:sldId id="818" r:id="rId47"/>
    <p:sldId id="819" r:id="rId48"/>
    <p:sldId id="820" r:id="rId49"/>
    <p:sldId id="821" r:id="rId50"/>
    <p:sldId id="822" r:id="rId51"/>
    <p:sldId id="327" r:id="rId52"/>
    <p:sldId id="646" r:id="rId53"/>
    <p:sldId id="328" r:id="rId54"/>
    <p:sldId id="823" r:id="rId55"/>
    <p:sldId id="824" r:id="rId56"/>
    <p:sldId id="825" r:id="rId57"/>
    <p:sldId id="826" r:id="rId58"/>
    <p:sldId id="827" r:id="rId59"/>
    <p:sldId id="828" r:id="rId60"/>
    <p:sldId id="330" r:id="rId61"/>
    <p:sldId id="331" r:id="rId62"/>
    <p:sldId id="680" r:id="rId63"/>
    <p:sldId id="681" r:id="rId64"/>
    <p:sldId id="829" r:id="rId65"/>
    <p:sldId id="830" r:id="rId66"/>
    <p:sldId id="831" r:id="rId67"/>
    <p:sldId id="832" r:id="rId68"/>
    <p:sldId id="833" r:id="rId69"/>
    <p:sldId id="775" r:id="rId70"/>
    <p:sldId id="834" r:id="rId71"/>
    <p:sldId id="835" r:id="rId72"/>
    <p:sldId id="836" r:id="rId73"/>
    <p:sldId id="687" r:id="rId74"/>
    <p:sldId id="688" r:id="rId75"/>
    <p:sldId id="689" r:id="rId76"/>
    <p:sldId id="690" r:id="rId77"/>
    <p:sldId id="391" r:id="rId78"/>
    <p:sldId id="333" r:id="rId79"/>
    <p:sldId id="334" r:id="rId80"/>
    <p:sldId id="335" r:id="rId81"/>
    <p:sldId id="399" r:id="rId82"/>
    <p:sldId id="400" r:id="rId83"/>
    <p:sldId id="401" r:id="rId84"/>
    <p:sldId id="392" r:id="rId85"/>
    <p:sldId id="456" r:id="rId86"/>
    <p:sldId id="837" r:id="rId87"/>
    <p:sldId id="838" r:id="rId88"/>
    <p:sldId id="906" r:id="rId89"/>
    <p:sldId id="795" r:id="rId90"/>
    <p:sldId id="517" r:id="rId91"/>
    <p:sldId id="518" r:id="rId92"/>
    <p:sldId id="519" r:id="rId93"/>
    <p:sldId id="520" r:id="rId94"/>
    <p:sldId id="671" r:id="rId95"/>
    <p:sldId id="672" r:id="rId96"/>
    <p:sldId id="777" r:id="rId97"/>
    <p:sldId id="799" r:id="rId98"/>
    <p:sldId id="800" r:id="rId99"/>
    <p:sldId id="811" r:id="rId100"/>
    <p:sldId id="812" r:id="rId101"/>
    <p:sldId id="804" r:id="rId102"/>
    <p:sldId id="806" r:id="rId103"/>
    <p:sldId id="813" r:id="rId104"/>
    <p:sldId id="807" r:id="rId105"/>
    <p:sldId id="798" r:id="rId106"/>
    <p:sldId id="762" r:id="rId107"/>
  </p:sldIdLst>
  <p:sldSz cx="12192000" cy="6858000"/>
  <p:notesSz cx="7315200" cy="96012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DDDDDD"/>
    <a:srgbClr val="FFCCFF"/>
    <a:srgbClr val="000099"/>
    <a:srgbClr val="FF0000"/>
    <a:srgbClr val="008000"/>
    <a:srgbClr val="66CCF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77"/>
    <p:restoredTop sz="94660"/>
  </p:normalViewPr>
  <p:slideViewPr>
    <p:cSldViewPr snapToGrid="0" showGuides="1">
      <p:cViewPr varScale="1">
        <p:scale>
          <a:sx n="61" d="100"/>
          <a:sy n="61" d="100"/>
        </p:scale>
        <p:origin x="135" y="-58"/>
      </p:cViewPr>
      <p:guideLst>
        <p:guide orient="horz" pos="2296"/>
        <p:guide pos="3840"/>
        <p:guide pos="7650"/>
        <p:guide pos="7242"/>
        <p:guide orient="horz" pos="3113"/>
        <p:guide orient="horz" pos="3680"/>
        <p:guide orient="horz" pos="3928"/>
        <p:guide orient="horz" pos="381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432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4.xml"/><Relationship Id="rId98" Type="http://schemas.openxmlformats.org/officeDocument/2006/relationships/slide" Target="slides/slide93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" Type="http://schemas.openxmlformats.org/officeDocument/2006/relationships/slide" Target="slides/slide4.xml"/><Relationship Id="rId89" Type="http://schemas.openxmlformats.org/officeDocument/2006/relationships/slide" Target="slides/slide84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80" Type="http://schemas.openxmlformats.org/officeDocument/2006/relationships/slide" Target="slides/slide75.xml"/><Relationship Id="rId8" Type="http://schemas.openxmlformats.org/officeDocument/2006/relationships/slide" Target="slides/slide3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7" Type="http://schemas.openxmlformats.org/officeDocument/2006/relationships/slide" Target="slides/slide2.xml"/><Relationship Id="rId69" Type="http://schemas.openxmlformats.org/officeDocument/2006/relationships/slide" Target="slides/slide64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0" Type="http://schemas.openxmlformats.org/officeDocument/2006/relationships/slide" Target="slides/slide55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4.xml"/><Relationship Id="rId58" Type="http://schemas.openxmlformats.org/officeDocument/2006/relationships/slide" Target="slides/slide53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1" Type="http://schemas.openxmlformats.org/officeDocument/2006/relationships/tableStyles" Target="tableStyles.xml"/><Relationship Id="rId110" Type="http://schemas.openxmlformats.org/officeDocument/2006/relationships/viewProps" Target="viewProps.xml"/><Relationship Id="rId11" Type="http://schemas.openxmlformats.org/officeDocument/2006/relationships/slide" Target="slides/slide6.xml"/><Relationship Id="rId109" Type="http://schemas.openxmlformats.org/officeDocument/2006/relationships/presProps" Target="presProps.xml"/><Relationship Id="rId108" Type="http://schemas.openxmlformats.org/officeDocument/2006/relationships/handoutMaster" Target="handoutMasters/handoutMaster1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22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defTabSz="967105">
              <a:defRPr sz="13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622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algn="r" defTabSz="967105">
              <a:defRPr sz="13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 marL="0" marR="0" lvl="0" indent="0" algn="r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622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defTabSz="967105">
              <a:defRPr sz="13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622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algn="r" defTabSz="967105">
              <a:defRPr sz="13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2397E-1C9A-4490-9D27-5841282A9C4F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1050 402,'5'1,"0"0,2 1,0-1,0-1,0-2,-2-1,1 1,1 2,-1 2,0 0,1-1,0-1,0-1,0-2,0 1,-1 0,1 2,0 1,-1 2,0-1,1 0,0-3,0-1,0-1,0 1,0 1,-1 3,-1 1,2 0,0-2,0-1,1 0,1-2,0 1,0 1,0 0,0 0,0 1,-1 0,0-1,0 0,0-1,1 0,0-2,-1 0,0 0,-1-1,-1-1,0 0,-2 0,-3-1,-1-1,-3 0,-1 1,-1 1,-2 1,0 0,-1 0,-5-2,6 4,-1-1,-1 0,0 0,-9-2,10 3,-1 0,-11-3,11 3,-10 0,9 0,0 1,-11-1,11 2,1-1,-1 1,-9 0,10 1,-2 0,-1 0,0-1,1 2,1-1,1 1,0 1,2 0,1 1,2 1,1 0,1 1,2 0,-1 1,0 0,0 1,1-2,0 0,-1-1,1 0,0-1,0 0,1 0,-1 0,1 0,0 0,-1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1390 191,'10'-1,"-2"1,2 1,2 0,0 1,-1-2,0 1,0-1,0 0,1 0,15 0,-3 0,-12 1,0 0,2-1,13 1,-16 0,-1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1052 366,'2'-6,"0"2,1 0,0 0,0 1,0 0,1 0,0 1,1 0,1 0,-1 1,0 0,1 1,0 1,-1 0,0 1,-2 4,-2-1,0-1,-1 0,0-1,1 0,-1 0,0 0,-1 1,1 1,-1-2,1 0,-1 1,0 0,0-1,1 1,-1 0,0 0,0-1,1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1128 416,'4'-2,"3"2,2 0,0 1,0 0,-1 0,1 0,0-1,-1 0,0-1,0 1,1-1,1 0,0 0,-1 1,1 1,-2 0,0 0,-1 0,1-1,0 1,0 0,1-1,-1 0,1 0,0 0,0 0,0 0,0 0,-1 0,-1 0,-1 0,-3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1075 635,'2'0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1013 500,'11'-1,"-3"0,1 0,0 0,0 1,-2-1,-1 1,-3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1009 591,'10'1,"-2"-1,0 1,2 0,-1-1,-1-1,0 1,-2-1,-1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1008 688,'9'1,"-1"-1,1-1,1 0,-1 1,-1 0,-1 0,-3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1006 874,'8'0,"-1"1,1 0,1-1,1 1,-2-1,-2 1,1 0,-1-1,-2 0,-1-1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1008 870,'3'-5,"-2"0,0-1,-1-2,0 1,0-2,0 0,0 1,0 0,-1-1,0 0,1 1,-2-1,2 1,-1 0,1 0,0-1,0 0,0 0,-1 1,1 1,0 0,0 0,0-1,0 1,0 0,0-1,0-1,0 1,0-1,0 1,0 2,0 0,0 1,-1-1,1 0,-1-1,1 0,-1-1,2 0,-1 1,1 0,-1 0,0 0,0-1,0-1,-1 2,1 0,1 0,-1 1,1 1,0 0,0 0,0 0,1-1,0-1,1 1,2 0,0 1,1 0,0 2,1 1,0 1,0 2,0 2,-2 0,-1 0,0 2,-1 1,-1 0,-2 2,-1-1,-1 1,1-1,-1 0,2 0,-1 1,1 0,0 0,0 1,0 0,1-1,-1 0,0 0,0 1,0-1,-1 1,0 1,0-1,0 0,1-2,-1 1,1-2,0 2,0-1,0 1,0-1,1 0,-1 1,0-1,1 1,-1 0,0-1,0 1,0 0,0 1,-1 0,2-1,-1 1,1 0,0-2,0 2,-1-1,0 1,0-1,0 1,0 0,0-1,1-1,-1 0,0 0,-1-1,0-1,-1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1379 504,'11'1,"-3"0,0-1,1 0,-1 0,0 0,0 0,1 1,0-1,0 0,0 0,0 0,-1 1,1-1,0 1,-1-1,-1 1,0-1,0 0,0 0,0 0,1 0,1-1,-1 1,-1-1,0 0,-1 1,-1 0,-2 1,-7-1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906 603,'-4'-9,"4"2,0-1,3-1,0 1,2 1,0 0,2 1,-1 1,1 0,1 0,0 2,0 0,0 1,1 0,0 1,1 0,0 0,0 1,0-1,1 1,0 0,-2-1,-1 1,1 1,0 0,-1 2,1 0,-3 1,1-1,-1 2,-1-1,0 2,-3 2,-1 0,-3 0,-2 0,0-1,-3-2,1 0,-1-1,0-2,0 1,-1-1,-1-1,0 1,0 0,0-2,0 1,0 0,0 0,0-1,-1 1,-1-2,-2 1,2-1,-1-1,0 1,2 1,2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940 514,'-9'-3,"2"1,1-1,1-1,1-1,1-2,2-1,1 0,2 0,2 0,1 2,0 1,2 1,-1 0,1 1,1 0,0 0,0 0,1 1,0 0,2 0,0 1,0 0,0 0,-2 1,1 1,-2 0,9 2,-10 0,1-1,0 2,0-1,-1 0,-1 2,0 0,-2 1,-1 3,-4 0,-3-1,-2-1,0-1,0-2,-2 0,0-2,-1 1,0-1,-1-1,-1 1,0 0,1-1,-1 0,1-1,0 0,2-1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916 894,'2'0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1383 640,'5'-2,"9"0,-5 2,1 0,2 0,11 1,-12-1,0 0,0 0,1 0,13 0,3 0,-15 0,0 0,-1 0,1 0,-1 0,-1 0,-2 0,0 1,0-1,-1 1,1-1,-2 0,-3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796 540,'-1'5,"0"0,1 2,-2 2,0 0,0-1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845 542,'2'-4,"1"-1,0-2,0 0,-2 0,-2 2,-4 4,-3 4,0 3,1 1,1 1,3 0,5-3,6-5,1-3,0 0,-3 3,-5 5,-4 2,-1 2,-1 1,1-2,0 1,1-1,0-1,5-10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872 511,'9'0,"0"0,-3 3,-6 6,-5-4,-2-1,-7 4,8-4,0 0,6-1,7-4,1 0,0 0,-2 3,-6 3,-4 1,-3 1,-1 0,-1-1,1 0,4-1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1065 503,'-1'10,"-3"7,0-8,0 1,0-1,-1 0,1-1,0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1155 568,'2'0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1287 514,'-1'7,"-6"6,3-5,0 0,0 2,1-2,0 0,3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1393 641,'5'0,"2"-1,0 1,1 0,-1 1,1-1,-1 0,1-1,0 1,0-1,-1 0,-2 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1421 644,'6'0,"1"0,2-1,1 0,0 0,-1 0,-3 0,-2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1434 596,'-1'-4,"0"-2,0 0,-1-2,1-1,-1-1,2 0,0 2,0 0,0-1,0 1,0-1,0 1,1 0,0 0,-1 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1497 640,'6'0,"0"0,3 1,0-1,-1 1,0-1,0 0,1-1,0 1,0 0,1-1,1-1,0 1,-1 0,-1 0,0 1,-1 0,0 1,1-1,-1 1,-1-1,-1 1,-3-1,-6-2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1591 562,'-1'-10,"1"1,-1-1,1 0,0-1,1 1,-1-1,0 2,1 0,-1 0,0 2,1-1,0 2,0 2,-3 9,-1 2,0 1,-2 0,-6 10,6-11,0-1,2-2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1591 445,'6'3,"-1"1,-1 2,0 0,0 0,-1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1390 800,'-6'2,"-1"-1,-1 1,0 0,-1-1,1 1,0-2,1 1,0 0,-1 0,-1 0,-2 0,-1 0,0-1,-1 1,1-1,1 1,1-1,1 1,-1-1,0 0,-9-1,11 1,-1 0,1-1,1 1,-1-1,-8 0,8 1,0 0,0 0,-1 0,-7 0,6 0,1 0,0 0,1 1,-2 0,0 0,0 0,-1 0,1 0,0 0,0-1,0 1,-1 0,0 0,0 0,1-1,-1 0,2 0,-1-1,0 0,1 0,-1 0,1 0,-1 1,1-1,0 1,0-1,-1 0,1 1,1-1,0 1,-1-1,1 0,0-1,1 1,2 0,1 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1729 680,'-10'16,"4"-9,-10 11,1 1,0-1,8-8,0-1,0 1,-5 11,6-11,0 0,0 0,-4 8,6-9,-5 12,4-11,-3 9,5-12,2-4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1694 788,'6'0,"1"2,2 0,-2 1,-2 1,-5 3,-3 0,-3 0,-11 5,9-6,1-1,-1 1,1-1,0 2,1-1,2 0,1 0,5 0,4-2,2-2,2-2,1-1,0-1,-1 1,1-1,-1 2,0-1,-4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1743 753,'6'-1,"2"0,1-1,1 1,7-2,-8 2,1 1,-1 1,-3 2,-4 3,-4 0,-1 1,-1 1,-1 0,0 2,0 2,-4 13,3-3,3-12,1 0,1 1,-1-1,1 0,-1 0,2-2,0-1,0-2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1409 653,'-3'10,"3"-4,2-1,1-4,2-4,-2-2,-3 0,-5 1,1 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1443 655,'0'8,"-1"-1,0 1,2-4,3-4,0-4,-2-3,-2 1,-4 2,1 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1475 647,'1'5,"0"0,-2 3,-1 0,-1-1,1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1404 733,'-1'5,"0"1,0 2,0-1,0-2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1432 723,'1'9,"-1"-2,-1 1,0 0,0-3,4-7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1470 717,'1'5,"-1"1,-1 2,0 1,-1-1,0-1,0-4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1094 568,'-1'-5,"0"-2,2 0,0-2,1-1,0 1,2 0,-1 2,0 0,1 0,1 1,2 0,0 1,1 3,1 2,-1 2,0 1,-2 2,-1 0,-1 1,-2 0,-1 2,-1 1,-2-1,0-1,0 0,-1-1,-1 1,-1-1,-2-1,0-1,-2-1,0-1,0-2,0-3,2-2,2-1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1114 991,'-6'-5,"3"0,0-1,1-1,1-1,2 1,2-1,1 0,0 1,1 1,1 2,3 2,-1 2,2 1,-2 3,-1 0,-1 1,-2 1,-1 1,-2 1,-1-1,-2 0,1 0,-1 1,0-1,-1-1,-4-1,-1-2,0-1,-1-3,0-2,-1-1,2 0,1 0,1-1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1659 544,'2'6,"0"-2,1 3,-1 1,1 0,0 1,-1-1,-1-1,1 1,-1 1,0 0,0 0,0 0,0 0,1 0,-1 1,0 1,1 0,-1-1,1 1,-1-1,1 6,-1-7,0 0,0 1,0 0,1 1,-1-1,0 8,0-10,0 9,-1-8,-1 1,0-1,0-1,0 1,1 1,-2-1,1 1,1-1,-2 0,1-2,0 0,-1-1,1 0,0-1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28 558,'8'-1,"-1"1,1-1,0 1,-1 0,0 1,0 0,-1 2,0 1,0 1,-2 1,-4 1,-2 0,-2 0,-2-1,-1 2,0-1,1-2,0 0,0 0,1 0,-1 1,1-1,0 0,1 1,-1 0,1-1,1-1,9-3,0-3,1 0,1 2,0-1,0 0,0 1,0-1,1 1,1 0,0 0,1-1,-3 1,-1 0,-2 0,-6-4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104 511,'1'10,"0"-2,-2 0,1 0,0-1,-1-2,0 0,0-13,1 1,1-1,1 0,-1 0,1 1,1-1,0 3,1 2,1 4,-1 4,-1 1,-2 3,0-1,-1 0,0-1,-1-1,0 1,1-1,0-1,0 0,0-2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134 618,'9'-2,"-1"0,2 0,-1 0,0 0,-1 1,-1 0,-1 0,-3-1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199 568,'7'-3,"1"1,2 1,0 1,-1 1,-1 2,-3 2,-4 3,-3-1,-3 1,1-3,-1 1,-1-1,0 1,0 0,0 1,-1-1,1 0,1-1,1 0,4 0,5-3,3-1,3 0,1-2,10 1,-13 0,-2 0,0 0,-2 1,-1 0,-7-4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105 585,'6'1,"0"-2,0 0,1 0,-1 0,-1 0,-2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89 724,'5'0,"0"0,3 2,0 1,1 2,-3 2,-3 0,-4 0,-4-1,-2 0,-1-3,0-1,0 1,-1-1,2 0,1-1,9 0,4 0,1 0,1 0,-1 1,0 2,-1 0,1 6,-7-4,-2 0,-3-1,-2 0,-1-1,0-1,-2 0,0-1,1-1,-1 1,2-1,0 0,1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198 757,'-2'4,"-2"2,-1 2,-5 8,5-7,1-1,1-1,1 1,1 1,1 0,1-1,1 0,1-1,2 0,1-3,1-1,10 0,-9-4,0-1,0-2,-2-2,0-1,-2-2,-1-1,-2-1,-1 0,-2 1,0-1,-2 2,-1 0,-1 1,-1 1,-1 1,-1 1,-1 3,1 2,2 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1168 321,'8'4,"-4"0,0-1,-1-2,1-4,0-1,1 1,0 3,0 1,0 0,0 0,-1-3,0-1,0 0,1 0,0 3,-1 2,0 0,0-1,-1-3,1 0,0 2,-1 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1569 432,'2'0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1481 325,'7'0,"1"1,1 1,0-1,1 0,-1-1,0 0,0 0,2-1,-2 1,0 0,-3-1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1182 868,'4'5,"-2"-2,1 1,0 1,0-2,1-3,0-4,0 0,0 1,-1 4,1 3,-1-1,1-1,-1-4,1-1,-1 2,1 2,-1 2,0-1,0-4,0-1,0 0,0 3,0 2,0 1,1-2,0-2,0-1,1 1,-1 1,-1-2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24 856,'0'-5,"0"-1,-1-3,1 1,0-10,1 9,0 0,5-11,-4 11,2 0,-2 0,2-1,0 2,0 0,2-1,1 0,1 1,1 0,0 2,0 2,3-1,0 3,1 0,1 2,0 1,-1 0,0 3,11 5,-13-3,0 1,8 8,-12-8,-1 1,0 0,-1 1,-1 1,0 0,-2 0,0 0,-2 1,0 13,-2-13,0-1,-1-2,-1 1,-2 0,0-2,-2 0,-1 0,-1-2,-1-2,-1-1,-2-1,-1 0,2-1,0-1,0 0,0 0,-15-2,6 0,10 2,0 0,0-1,1 0,0 0,2-2,2-1,3-1,2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1098 526,'8'0,"0"-1,0 1,2-1,0 1,-1 0,0 0,0 0,0 0,-1 0,-1 0,1-1,-3 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1074 704,'5'-1,"2"1,2 0,0 0,1 0,1 1,-1-1,0 1,-1 0,1-1,-1 1,0 0,-2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583 497,'3'0,"0"0,1 1,7 0,1 1,9-1,6 1,10 3,2-2,5 1,0 0,39 1,-49-1,-9-3,-10 0,6-1,-18 0,0-1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308 805,'-4'-4,"-1"-1,-6-9,5 6,1 0,0-1,1 0,0-11,3 10,0-1,-1 0,2-1,0-2,1 0,0-1,1 0,-1 1,2 1,-1 1,3-9,0 3,-2 9,5-10,-3 9,0 1,6-11,-1 3,3 0,0 1,-5 10,-1-2,2 1,9-7,0 2,0 2,-1 1,5 1,1 1,-1 2,-11 4,0-1,0 2,0 0,0 0,1 1,-1 0,1 1,9 3,-3 1,-9-2,1 1,0 1,1 1,0 0,0 1,-1 2,10 11,-11-10,-1-1,4 13,-3-3,-7-10,3 11,-4-9,0 15,-1-14,-2 0,1 0,-3 9,1-11,-4 14,3-12,0 0,-5 10,4-11,0-1,-1 1,0-2,0 1,1-1,-2 0,1 0,-8 8,7-10,-1 1,-1-1,1-1,-1 0,-10 4,9-6,-1-1,1-1,-2-1,1 0,-2-1,-1-1,0 0,1-1,0 0,2 0,0 0,1-2,-1 2,0-1,-15-3,13 2,1 0,-1 0,2-1,-7-2,10 2,-4-6,6 4,1 1,0-2,2-1,0 0,1 1,1 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638 823,'6'2,"1"-2,1 0,1 0,-3 0,-3 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632 828,'8'1,"-3"-1,2 0,-2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1323 735,'-8'0,"2"-1,-1 1,-1 0,0-1,0 1,2 0,1 0,2-1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1022 980,'2'0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657 771,'-3'6,"0"-2,1 1,0 0,1 0,0 1,1 0,0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1281 1025,'16'3,"-5"-1,1 0,1-1,3 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1269 738,'10'0,"-3"0,1-1,0 1,0-1,-2 1,-3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1286 744,'2'0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581 674,'2'0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661 904,'2'6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1073 728,'7'-1,"-1"0,2 2,2-1,-1 0,1 1,0 0,-1-1,-1 1,0 0,2 0,-1 0,2 0,-2 0,1 1,0-1,0 1,-2-1,0-1,0 0,-2-1,-1-1,-2-1,-2-1,-1 0,1-2,-1-1,0-1,-1 1,-1 0,-2 1,-1 0,-1 1,-1 2,-2 0,-10-1,9 3,0 0,1 0,-1 1,-1 0,1 0,0 0,0 0,1 0,-1 0,3 1,0 0,3 4,1 2,1 2,1 1,0 1,1 1,0-1,0-1,0-4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688 502,'7'5,"-2"0,-1 0,-1 2,0 0,-1 2,0-1,0 0,0 8,-1-10,-1 0,2 2,-1 0,0 1,-1 0,0 2,0 1,-1-2,0 0,-1-1,1 0,-1-1,0 1,0 0,-1-1,1-1,-1 0,0-1,0 1,0-1,-1 1,1 0,-2 0,1-1,-1-2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729 722,'8'4,"-1"-2,0 0,0 1,2 0,-1-1,1 0,-1 0,1-1,0 1,1-1,0 0,1 0,1-1,-1 0,0-1,-2-1,0 0,0 0,1 1,1-1,-1 1,0-1,0 1,0 0,-1 0,2 0,0 0,0 0,-1 0,0 0,-1 1,-1-1,1 1,-1-1,1 0,-2 0,0 0,-1-2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1077 705,'6'5,"-1"-2,-1 1,-3 1,-3 0,-2-1,-3 0,1-2,2-2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1418 650,'-9'2,"2"2,-6 11,3 2,6-7,1-1,1 0,0 2,0-1,1 1,1-1,0 1,3-1,0-1,1-1,1 0,1-2,1-1,2-2,1-2,-2-4,0-2,0-3,4-12,-7 10,-1-1,0 0,-1-1,3-14,-5 14,-1 0,-3 0,-1 3,-1 2,-2 1,0 1,-1 3,0 0,-1 4,0 2,1 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1556 517,'6'-1,"0"-1,1 1,0 3,-3 2,-4 3,-4 0,-2 0,-1 0,0-1,1 1,0-1,4-1,5-2,4-2,0-3,1 0,1-4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1627 517,'-6'8,"2"-3,0 2,1 0,1 1,3 0,3-3,1-5,2-3,-1-4,-1 0,-3-2,-2 1,-3 1,-3 3,-2 3,1 2,3 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1670 512,'-3'7,"-2"-2,1 2,-1 1,3 1,2-1,2-2,4-4,2-3,-1-3,-1-3,-3-1,-3 0,-4 1,-1 3,-3 2,2 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1702 548,'2'0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1722 547,'2'0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1825 465,'-8'8,"2"-1,0 0,-2 2,1-1,1 0,-8 11,8-10,0-1,-1 1,1 0,-8 9,8-9,2-2,-1 0,0 0,1-1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1784 549,'5'0,"0"1,1 1,-2 2,-2 3,-5 0,-1 0,-10 4,7-6,1 0,0 0,4 0,4-1,5-3,2-2,1-2,-1 0,-2-1,-1-1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1847 562,'-2'5,"-6"7,4-5,1-1,2 0,2-1,4-3,2-4,1-5,-2-2,-2 0,-4 0,-3 1,-3 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1262 694,'1'-5,"2"0,1-2,1-1,7-7,-6 7,7-6,-6 8,0-1,1 0,2 0,-1 0,1 0,-1 1,1 0,1 0,1 1,0 0,1 1,-1 1,-1 1,1 1,-1-1,0 1,-1 1,-1 0,-1-1,1 2,-2-2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1516 533,'10'4,"-5"-1,0 2,-4 1,-6 0,-1-1,-1-1,-2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1560 703,'-1'5,"-3"12,-3 5,3-10,0 1,1-2,1 0,0-3,1 0,1-2,2-3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1587 731,'5'0,"1"-3,1-2,-1-2,-1-1,-3 1,-4 2,-4 5,-1 4,0 3,-1 2,2 0,4-2,6-3,2-4,3-3,-2 3,-4 3,-4 4,-2 1,-1 2,0 0,0 0,1 0,2-1,2-5,2-8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1652 727,'6'-8,"-2"1,0 0,-2 0,-2 1,-10 4,4 6,1 2,0 0,3 1,4-3,3-3,1-3,1-1,-1 3,-3 3,-4 3,-2 1,-1 1,0 1,-1 1,0 0,1-1,1 1,1-1,2-4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1669 772,'2'0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1770 673,'-7'17,"2"-9,-1 2,0 0,1 1,0-1,-6 10,6-10,1 0,-1 0,1 0,-1 0,1 1,0-1,0 0,1-1,0-3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1792 740,'-2'5,"-3"10,2-5,-6 10,6-12,-1 1,1 0,1-3,3-3,2-8,2-4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1840 728,'2'4,"-3"1,-1 2,-1 1,0 2,-5 10,6-11,1 1,-1-1,2-1,1-1,3-3,9-8,-6-3,-2-1,-1 0,-1 0,-4 1,-4 3,-10 4,7 2,1 1,2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1577 641,'6'0,"1"-1,3 0,1 0,-1 0,-1 0,1 1,-1-1,0 1,0 0,0 0,-1 2,0 0,-1 0,1-2,2 0,-1 0,1-1,-1 0,1 0,-1 1,-2 0,0 0,-2 0,-2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540 696,'2'0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530 693,'2'0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531 693,'-3'3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528 698,'3'-5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544 690,'2'0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1706 615,'2'0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1385 703,'-6'-1,"-2"0,0 0,-1 0,0 1,0-1,1 1,-1-1,0 0,1 0,0 0,-1 0,-1-2,1 1,-1-1,1 0,0 1,1-1,0 1,0 1,1-1,1 1,3 1,7 6,1 0,-1 1,-1 0,-1-2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1207 677,'6'-5,"0"1,1-2,0 1,1 0,-2 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901 551,'-10'1,"4"1,-2 2,1 1,1 1,0 1,0 0,1 1,0-1,0 1,1-1,1 1,-1 1,1 1,0 0,2-1,0 1,1-1,1-1,2 1,0-1,1 0,0-1,1-2,1 0,1-1,2-2,1-2,1-1,-1-3,-1-1,1-1,-1-1,0-1,-1 0,0-1,-1-1,0 0,-1-1,-2 0,-1 0,-1 1,-2-1,0 0,-2 2,-1 0,-5-6,3 8,-2 1,-1 0,-1 2,-1 2,0 2,1 2,1 2,-8 7,9-3,2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969 591,'2'0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826 688,'-9'-1,"1"2,-1-1,0 1,0-1,0 1,1-2,-1 0,1 0,-1 0,1 1,0-1,0 1,-1-1,0 1,0-1,2 1,3 0,7 5,3 0,0 0,-2-1,-9-11,1 2,1 0,5-1,3 2,1-1,0 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848 696,'-5'0,"-1"-1,-1 0,-2 1,0 0,0 0,1 0,0 0,-1 0,0-1,1 1,0 0,-1-1,0 1,-1-1,1 1,0 0,-1-1,0 0,1-1,1 1,0-1,0 1,1 0,0 1,1 0,0 0,2 1,4 3,3 1,1 1,1 1,-2-2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624 690,'6'-4,"-2"0,0 0,1 0,0 0,0 2,-2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433 998,'4'-2,"4"1,3 1,0-1,-1 2,0 0,10 1,1-1,-10 0,0 0,0 0,1 0,8 1,-10-1,-1-1,1 1,-1-1,0 0,0-1,0 0,1 0,-1 0,-4 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424 516,'10'0,"-2"1,1-1,1 0,0 0,0 0,11 0,-11 0,0 1,1-1,-1-1,-1 1,1 0,-1 0,1-1,-1 1,-3-1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553 561,'0'-6,"-3"1,-3 1,-1 0,-1 1,0 1,-2 1,0-1,1 2,-1 0,1 0,-1 3,1-1,1 1,2 0,0 2,1 0,2 2,1-1,3 2,11 4,-5-8,12 0,-8-3,-1 0,-1 0,0-1,0 0,1 0,11 0,-11-1,12-2,-12 2,-1-1,-1 1,0-2,0 0,-1-1,-4-2,-5-1,-3 2,-13-3,9 5,-1 2,1 0,0 0,0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371 701,'6'1,"0"0,2 1,0-1,1 1,0-2,0 1,2-1,-1-1,1 0,-1 1,0-1,-2 1,1-1,0 1,0 0,-1-1,1 1,0 0,2-1,-1 1,1-1,-2 1,1-1,-1 1,0 0,0 0,-1 0,1 1,-1-1,0 0,-3 0,-2 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417 827,'11'0,"-2"-1,11-1,-2 0,-8 2,0-1,-1 0,2 1,-1 0,1-1,1 1,0 0,-2 0,0 1,-1-1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859 535,'-3'-4,"0"6,-2 1,0 2,-1 2,1 1,0 0,-4 10,5-9,1 1,0 1,1-1,0 0,1 1,1-1,0 1,1 0,0-1,1 0,1 0,1-2,2-3,2-4,1-4,-1-4,6-11,-9 8,0 0,0 0,0-1,1-12,-4 12,0 0,-2 0,0 1,-1 0,-4-7,2 11,-6-4,3 7,-1 0,-1 2,-1 2,0 1,2 1,-1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836 772,'-5'4,"-4"6,5-4,0 1,0 0,0 0,-4 9,5-7,0-1,0 1,1 1,-1 10,3-10,1-1,1 1,1 0,1-2,0-1,1-2,2-2,1-3,1-2,-2-3,0-2,5-11,-7 8,4-13,-6 11,0 1,-1-11,-1 12,-2 0,-1 0,-1 2,-1 1,-2 1,-1 2,-1 1,-1 1,0 1,1 1,0 2,0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1408 620,'-13'15,"9"-7,0 1,1 0,0 0,1 1,-1 1,1 1,0 0,1 0,0 1,1 13,2-3,0-12,4 8,-1-12,0-3,2-3,1-2,0-2,-1-3,0-1,-1-2,0 0,-2 0,3-11,-4 8,0 0,-1-1,0 1,-1-1,0 1,-1 1,0 0,-2 1,0 1,-2 1,-6-6,2 10,0 1,-1 2,0 2,-7 7,10-2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1139 765,'-5'-1,"0"0,0-2,-3 0,1-1,0 0,1-1,0-2,3 0,0 0,2 0,0-2,2 0,1 0,0 1,2 2,1 0,2 0,-1 2,2 0,1 1,1 0,0 0,0 1,0 1,0 0,2 0,-3 1,1 1,-2 0,0 1,0 0,-1 1,0 0,-1 1,-1 1,-1 0,-1 1,-1 1,-1 0,-2-1,-1 1,0 0,-1 0,0 0,0-1,0 1,-1-1,0-1,-1 0,0-2,1-2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1483 420,'10'0,"-3"0,0 1,-2 4,-5 0,-10 7,3-6,0-1,1 0,0 0,1 0,5 0,3-3,5-2,0-1,1-1,-2-2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1550 424,'-7'6,"2"0,0 1,1-1,2 2,0-1,4-2,2-2,3-4,0-3,0-2,-2-1,0 0,-3 1,-4 0,-4 1,-1 3,2 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1603 426,'-5'8,"1"-2,0 0,1 1,5-1,3-3,3-2,1-3,0-2,-1-1,0-1,-4-1,-5 0,-4 2,-4 3,-2 3,1 1,2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1760 384,'-7'6,"1"-1,-6 10,6-7,0 0,0-1,1 1,-1 0,-3 7,4-8,0 2,0-1,1-1,2-3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1781 434,'-3'4,"0"0,-1 2,0 1,1 0,0 0,-1 1,1 0,-1 0,0 0,2-2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1818 428,'-8'11,"4"-4,-1-1,1 2,0 0,0-1,1 0,2 1,0 0,3-1,3-4,2-2,1-2,-1-3,-2-2,-3 0,-4 0,-4 3,-3 1,-1 3,-2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1268 671,'-1'-11,"3"3,1-2,1 1,0-1,0 2,0 0,7-9,-6 9,2-1,7-9,2 1,-8 9,10-9,-9 10,1 0,8-5,-9 8,9-3,-10 4,-1 2,1-1,-2 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1439 461,'9'1,"-3"1,-1 1,-3 2,-4 0,-3 0,-2-1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1493 529,'-1'5,"0"1,0 3,-1 0,1 1,-1-1,1 0,0 0,1-2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1565 553,'3'-9,"-1"2,-2 0,-3 1,-3 3,0 4,-1 3,1 2,3 1,4-2,5-3,2-1,-1 0,-2 2,-5 5,-3 1,-1 1,-1 0,0-1,2 0,2-3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1623 545,'2'-4,"0"-1,0-2,-3 2,-4 3,-10 8,9 0,1 0,6-2,3-3,4-2,0-2,0-1,-4 4,-3 4,-4 3,-8 13,5-10,-1 4,3-7,1 0,2-2,7-7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1712 527,'-2'4,"-1"2,-1 1,-1 1,-1 0,-6 11,5-9,0 0,1 0,0 0,1 0,0-3,3-1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1723 571,'-3'7,"0"0,-1 1,-1 1,1-1,-4 6,5-6,0 0,2-2,5-7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1785 555,'-4'8,"-5"6,4-6,1-1,-2 9,2-7,2 0,1 0,3-1,2-3,3-3,8-8,-9 1,-1-1,-1 0,-4 0,-14 0,4 7,2 1,0 1,1 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1755 420,'7'-1,"1"2,1 1,-3 2,-2 3,-5 0,-2 2,-2-1,-1 1,0-1,-6 8,6-8,-1-1,1-1,1-1,1 0,3-2,5-4,4-2,2 0,0-1,1 0,-3 2,0-1,-2 1,-1-2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1830 429,'-3'3,"-2"1,0 2,-1 3,2-1,0 1,0 1,1 0,0 8,3-10,3-2,3-3,3-3,1-4,-2-1,7-10,-11 6,-1-2,-2-1,-1 2,-1 0,-2 3,-1 1,-3 3,-3 2,0 3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1512 722,'8'4,"-1"-1,-2 2,-4 2,-3-1,-2 0,-3 0,-2 0,2 0,0-1,3-1,4-1,6-2,1-2,2-1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1571 734,'-4'8,"0"0,0-1,1 0,1 1,3-2,3-3,3-4,0-3,0-2,-1-2,-2-1,-4 1,-2 2,-3 1,-2 3,-1 2,0 0,11 0,5-1,2-1,-1 0,1-1,-2 1,-1 1,-3 3,-5 3,-3 2,0 0,0 1,1-1,3-1,2-1,2-2,3-5,0-1,0-2,-2-1,-1-1,-1-1,-4 1,-3 0,-3 3,0 2,0 2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1651 764,'1'8,"-3"-2,0-1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1687 718,'6'-1,"1"2,-1 1,-2 4,-6 0,-2 2,-1-1,-1-2,0 1,2-2,7-6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1744 711,'8'2,"-7"2,-2 2,-3 0,1-1,4-2,3 1,2 0,-3 1,-3 0,-2 0,-2-1,-2-1,0-2,1 0,0 0,1 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1688 759,'6'0,"1"0,1 1,1-1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1837 680,'-2'4,"-6"8,-5 6,6-8,0-1,1 0,-7 11,7-10,-6 8,8-10,-2 1,0 1,0 1,-1 0,1 0,1-1,1-1,0-2,3-10,4-4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1796 778,'5'2,"1"1,0 2,-4 2,-3 0,-3-1,-2 0,-2 1,0-1,1-1,0 1,1-1,3 0,5-2,4-2,3-2,1 1,-1-1,-1-1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1843 769,'6'1,"1"3,0 3,-3 0,-3 2,-3-2,-2-1,-2 0,-1-1,1 1,2-2,5-1,4 0,2 0,0 0,-2 3,-2 2,-4 0,-2 2,-3-1,-2 0,0-1,0-1,1-3,3-3,1-4,3-1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693 688,'3'8,"-1"-2,2 2,-1-2,1-3,0-3,0-5,-1-2,0-1,1 0,-1 1,-1 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1839 531,'3'4,"-1"-1,1 0,-1 1,2-3,-1-4,1-2,0-2,-1 0,-1 1,2-1,-1 3,0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1776 895,'3'5,"-1"-2,-1 2,1-2,1-1,0-4,-1-3,1-1,-1 0,-1 1,-1 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573 690,'2'0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583 687,'2'0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610 692,'4'0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1777 529,'2'0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1484 493,'4'0,"2"0,1 0,1 0,1 0,-1 0,0 0,1 0,0-1,0 2,0-1,-1 1,1 0,0 1,0-1,-1 0,2 1,0-1,0-1,0 1,-1 0,0-1,1 1,-2-1,1 1,0-1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1369 699,'-4'0,"-2"-1,-2 0,0 0,0 0,0 0,0 0,0-1,0 1,0-1,1 1,-1 0,-1-1,1 0,1 1,1-1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1324 628,'3'11,"0"-3,-1 1,0-1,0-1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1102 663,'-6'-2,"0"0,-4 0,1 0,-1 1,0-1,-1 1,0 0,-1 0,2 0,0-1,1 0,1 1,-2-1,0 0,1 1,0-1,1 2,-2-1,0 1,1 1,0-1,2 1,2-1,2-1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848 654,'-6'1,"0"-1,-2 1,-1 1,0-1,-1 1,1 0,-1-1,0 0,1 0,-1-1,2 0,-1 0,0 1,1 0,0 0,0 0,1-1,4 0,8 5,0-1,1 0,0 1,0-2,-3-1,-7-5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699 680,'-2'-6,"3"-8,1 7,1 0,1 0,0 0,1 1,-1 3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633 1042,'2'0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554 1015,'2'0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558 1028,'2'0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559 1028,'6'2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1528 842,'1'5,"0"2,1 0,2 6,-2-5,1 0,-1-1,1-1,1-3,1-6,-1-2,0-3,-1 1,1-1,-1 1,1 0,0 0,-1 1,0 2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1864 411,'5'7,"-2"-1,0 0,0-1,1-3,0-5,1-3,0-2,-2 1,0 1,-2 2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1817 516,'2'0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1890 931,'-9'2,"3"-3,-1 0,-1-1,-1-1,0 0,1 0,0-1,0-1,-1 1,-1-1,1 0,-1 1,0 0,1 0,-1 0,1 0,0 1,1 1,0-1,-1 0,-1 1,-1-1,0 0,2 1,0 1,-1-1,0 0,-1-1,1 1,1 0,0 1,1-1,1 1,0-1,-1 1,-1-1,0 1,2 0,0 2,-1-1,2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1326 799,'9'1,"-4"3,-2 1,-3 2,-3-1,-1-1,-2 1,1-1,0-3,9-3,3-2,2 0,1 1,-1 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1393 770,'-6'-2,"-1"2,0 1,0 0,0 1,0-1,0 1,1 1,-2-1,1 1,-1-1,0 1,-1 0,-1-1,0 1,-1 0,1 1,0-2,2 0,-1 1,0-2,-2 2,0-1,-1 0,1 1,1-1,0 0,1 0,0 1,1-1,-1 0,1 1,-2-1,0 0,0 0,0 0,0 1,2-2,0 1,0-1,0 1,0 0,0-1,0 1,0-1,-1 1,-1-1,0 1,0 0,0 0,1 1,-1-1,2 1,-1-1,0 1,0-1,1-1,0 0,1-1,2 1,2-1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1773 776,'-4'6,"1"-2,0-1,-1 0,0-1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651 636,'2'0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805 1059,'2'0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768 1074,'2'0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703 522,'13'-4,"-4"4,7 3,-7 1,-1 1,1 2,0 0,-2 0,-1 0,-1 1,0 1,-2 0,0 2,-1-1,-2-1,-1 1,-1-1,-1 1,1-1,-1 0,2-1,2-1,3-1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855 661,'6'-2,"1"0,2 1,2-1,-1 1,1 0,1 0,0 1,0 0,8-1,-11 2,1-1,1 0,2 1,0 0,0 0,0 1,-1-1,-1 1,0-1,-1 1,-1 0,9 1,-8-1,1 0,0 0,0 1,0 0,-1 0,0 0,-1 0,0-1,-3 1,-2-3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1208 671,'2'0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1208 671,'2'0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1187 1033,'2'0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1295 967,'-4'-5,"-2"2,-11-1,6 4,1 0,1 1,-1 1,-2 0,0 2,-1-1,0 0,0 0,0 0,-11 4,13-3,2 0,1 1,3 1,3 0,4 0,5 0,3 1,3-2,-1 0,22 4,-25-7,1 0,2-1,0 1,1-1,12 1,-15-1,10 1,4-2,-10-1,0 0,0-1,-1 0,0 0,-2-1,7-6,-12 2,-2-1,-3-1,-3-2,-2 2,-2 0,-3 0,0 0,-3 1,0 2,-2 1,-22 0,27 4,-1 1,-11 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591 610,'5'0,"12"-3,-7 2,0 1,1 0,1 0,12 0,-14 0,9 0,9 0,-17 0,19 0,-10 1,-9-1,12-1,-12-2,-2-1,-5-2,-8-10,-2 8,-2 1,0 1,-1 0,-1-1,-1 1,-2 0,-16-4,4 4,14 5,1 0,-21 2,13 2,9-1,-1 2,0 0,0 1,1 2,0 1,-2 9,8-7,3 0,1 0,2-2,1 1,1-1,1 0,1-1,-1 0,2 0,-1 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1221 860,'0'5,"0"11,0-6,0-1,0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879 554,'2'0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1426 421,'7'-3,"0"2,0-1,1 1,0 1,0-1,2 1,10-1,-11 1,0-1,0 1,1 0,0-1,1 1,-1 1,1-1,-1 0,-1 1,-1-1,-2 1,-3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1388 419,'-7'2,"-1"0,0 0,-1 1,-1 0,2 0,0 0,1 0,-1 0,1-1,-2 1,1 0,0-1,-1 0,0 0,0 0,1 1,-1-1,1 0,2-1,-2 1,-1-1,1 0,-1 0,0 1,-1-1,0 1,0 0,0 0,0 0,0 0,-1 0,0-1,0 1,1-1,1 1,1-1,-1 1,-1-1,0 1,-1 0,2 0,-1-1,1 0,-1 0,1 0,0 0,3-1,2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1683 355,'-4'8,"-2"-1,-1 2,0 0,-4 9,8-11,0 0,0 0,2-1,0-1,3-8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1659 355,'5'-1,"2"1,1 0,1 9,-10-2,-4 2,-3 1,-1 0,0-2,0 1,2 0,3-2,3-1,6-2,3-3,2-4,11-6,-13 4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1726 382,'-4'4,"0"0,-7 8,7-4,2 0,3-3,4-3,3-4,0-4,0-2,-1 0,-2 0,-3 1,-7 2,-4 3,-1 2,1 2,5-1,13-1,1-1,2-1,-1 0,0 1,-2 0,-4 4,-5 1,-3 2,-10 9,7-7,3-1,3-1,11-5,-2-5,1-3,-1-2,-3 1,-5 1,-6 1,-2 2,-1 1,2 2,10 1,5-1,1 1,0-1,8-2,-11 3,-2 1,-5 2,-5 0,-2 2,-1 3,0 0,3 1,6-2,4-2,3-4,1-3,-1-2,-2-2,-3-1,-3-1,-4 3,-1 2,-2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826 606,'-5'-1,"-3"1,-2 0,0 1,0-1,1 1,-1 0,0-1,1 0,1 1,-2-1,0 0,1 0,-1 0,0 0,0 0,0 0,-1 0,0 0,1 0,-1 0,0 1,0 0,0-1,1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771 630,'-9'11,"3"-3,1 1,2 1,2-1,4-3,3-2,1-2,0-1,-6 2,-4 2,-6-1,-2 1,1-2,1-2,4-5,3-3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774 642,'5'-1,"3"1,0-1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839 641,'-12'14,"6"-6,-6 10,9-9,3-1,3-2,4-5,2-4,0-2,0-2,0-1,-1 1,-3-1,-1 0,-4 1,-6 1,-3 2,-1 2,4 3,13-1,2 0,2-2,1 0,1 1,-4-1,-1 3,-4 2,-4 3,-4 0,-1 1,-1 2,2 0,3 1,3-2,4-3,1-5,2-3,-1-2,-1-1,-1-1,-3-1,-3 0,-4 1,-4 1,-3 2,1 3,4 0,13 0,2-1,0 0,1 0,0 0,-1 2,-1 0,-5 4,-3 2,-3 3,-1 0,0 0,1-1,1 0,4 0,4-3,1-4,1-4,0-2,-2 0,-1-1,-2-1,0-2,-3-1,-4 1,-2 3,-4 2,0 3,-1 2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1680 538,'-1'-9,"-2"0,-3-2,-2 1,-1 2,-10-5,9 9,-11-3,10 4,0 1,-13-1,12 3,0 0,1 1,0 1,0 1,1 1,0 0,1 1,-8 6,3 5,9-7,2 0,3 0,2 0,4-1,3-2,2-2,16 0,-13-4,11-2,0-1,2-1,-6 1,-10 1,-2 0,1-1,2 0,12-7,-9-3,-13 5,-3 0,-12-9,-8 6,-3 4,0 3,12 4,1 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1607 579,'-5'-2,"-2"-1,-15 0,10 2,-10 3,-1 3,11-1,1 1,0 1,1 0,1 0,1 2,1 0,1 0,2 0,2 10,5-9,3-2,13 6,5-4,0-5,-2-3,-9 0,-1-1,2-1,1 0,-1 0,14-2,-16 1,-1-1,-1 0,-2-2,0-1,-4-2,-3 0,-7-8,-2 8,-2 1,0 1,1 1,-2 0,0 1,0 0,-16-2,15 4,-1 0,1 2,-12 0,14 1,2 0,-1 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1344 608,'-7'-1,"-2"0,-1 1,-1 0,0 0,0 1,0 0,-11 2,11-2,-1 0,-11-1,13 0,-1 0,-1-1,-16-1,14 0,1-1,-14-3,15 2,0 1,1 0,0 0,-9-5,10 4,2 1,0-1,0 0,1 1,-1-2,1 1,2 1,2 3,3 3,4 3,1 1,2 0,0 0,-1-2,-1 0,-1 0,1 0,-2-1,-10-7,1-1,-1-2,0 0,0 0,2 0,2-1,3 1,4 0,3-1,1 2,-1 1,1 0,-1 2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1523 441,'2'0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1713 527,'-7'5,"1"0,0 2,2 0,2 1,3-1,3-1,1 0,0-2,-4-1,-4-1,-3 0,-3-1,-1-1,2-2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1691 539,'5'0,"3"-2,3 1,-1-1,0 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1756 539,'-10'8,"4"-3,0 2,0 0,3 0,3-1,5-3,2-5,2-2,-1-2,-1-1,-2 0,-8-6,-5 10,-1 2,4 1,12 0,2-1,1-1,1 0,-1 2,-5 4,-5 2,-4 1,-1 1,0 0,3-1,6-2,3-5,2-4,-1-3,-2 0,-5 1,-5 0,-4 2,-1 2,1-2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1831 499,'1'5,"-1"2,-3 14,-2 2,2-11,1-1,-1 0,0-1,0 0,1 1,-1 1,0-1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1577 712,'-4'5,"1"1,-2 2,1 1,2-1,4-1,4-1,0-1,0-1,-4 2,-4 1,-4 1,-1-1,-1-1,-1-2,1-2,2-5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1565 734,'6'0,"8"-3,-6 1,12-2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1654 725,'-3'4,"-1"1,-2 2,-1 1,0 0,2 1,1-2,5-1,3-3,3-3,10-8,-9 2,5-8,-8 8,-3-8,-7 9,-2 2,-1 1,5 1,7-1,5 0,3-2,1 1,-1 1,-1 2,-3 2,-5 4,-8 11,-1-7,1-1,1-1,3 0,4-2,4-3,11-8,-10-1,1-1,-2-2,-2 1,-3-1,-2 1,-5 3,-4 1,0 2,-2 2,1 0,1-1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11-13T14:39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1759 684,'7'0,"12"3,-8-1,1 2,-3 1,-2 1,-5 2,-4 1,-12 10,5-9,-1-1,-6 8,9-8,3 1,3-1,5-1,5-3,4-1,1-3,13 2,-15-1,1 0,10 5,-14-1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defTabSz="967105">
              <a:defRPr sz="13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algn="r" defTabSz="967105">
              <a:defRPr sz="13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 marL="0" marR="0" lvl="0" indent="0" algn="r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10244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Click to edit Master text styles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defTabSz="967105">
              <a:defRPr sz="13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algn="r" defTabSz="967105">
              <a:defRPr sz="13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C4B0CD1-7C22-41B2-B836-D25D76897428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133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225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245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266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286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307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327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348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368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389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409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430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450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471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491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512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532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553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593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614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634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655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675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696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716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737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768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788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809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829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849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931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952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972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5475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1054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5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3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1075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9570" name="Rectangle 7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0957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618" name="Rectangle 7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1161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786" name="Rectangle 7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5200"/>
            <a:fld id="{9A0DB2DC-4C9A-4742-B13C-FB6460FD3503}" type="slidenum"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</a:rPr>
            </a:fld>
            <a:endParaRPr lang="en-US" altLang="zh-CN" sz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878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39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3907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1239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59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5955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1259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80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8003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1280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0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0051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1300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2099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1321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41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4147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1341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1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1361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82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8243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1382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02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0291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1402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23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2339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1423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43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4387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1443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64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6435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1464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84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8483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03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1536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56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5651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1556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76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7699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1577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97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9747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1597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17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1795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1617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43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1638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58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5891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1658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79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7939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1679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99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9987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1699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20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2035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1720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083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1740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61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6131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1761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8178" name="Rectangle 7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de-DE" altLang="zh-CN" sz="1300" dirty="0">
                <a:latin typeface="Times New Roman" panose="02020603050405020304" pitchFamily="18" charset="0"/>
              </a:rPr>
            </a:fld>
            <a:endParaRPr lang="de-DE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7817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8180" name="Notes Placeholder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 defTabSz="482600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178181" name="Slide Number Placeholder 3"/>
          <p:cNvSpPr txBox="1">
            <a:spLocks noGrp="1"/>
          </p:cNvSpPr>
          <p:nvPr/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457200"/>
            <a:fld id="{9A0DB2DC-4C9A-4742-B13C-FB6460FD3503}" type="slidenum">
              <a:rPr lang="en-US" altLang="zh-CN" sz="1300" dirty="0">
                <a:latin typeface="Calibri" panose="020F0502020204030204" pitchFamily="34" charset="0"/>
              </a:rPr>
            </a:fld>
            <a:endParaRPr lang="en-US" altLang="zh-CN" sz="13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02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0227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1802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22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2275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1822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23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1843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6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6371" name="Notes Placeholder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zh-CN" dirty="0"/>
          </a:p>
        </p:txBody>
      </p:sp>
      <p:sp>
        <p:nvSpPr>
          <p:cNvPr id="186372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84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8419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ln/>
        </p:spPr>
        <p:txBody>
          <a:bodyPr wrap="square" lIns="96661" tIns="48331" rIns="96661" bIns="48331" anchor="t" anchorCtr="0"/>
          <a:p>
            <a:pPr lvl="0"/>
            <a:endParaRPr lang="zh-CN" altLang="en-US" dirty="0"/>
          </a:p>
        </p:txBody>
      </p:sp>
      <p:sp>
        <p:nvSpPr>
          <p:cNvPr id="1884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ftr" sz="quarter" idx="3"/>
          </p:nvPr>
        </p:nvSpPr>
        <p:spPr>
          <a:xfrm>
            <a:off x="7377113" y="6467475"/>
            <a:ext cx="3860800" cy="2873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MS PGothic" panose="020B0600070205080204" pitchFamily="34" charset="-128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Network Layer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099800" y="6481763"/>
            <a:ext cx="901700" cy="27622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+mn-cs"/>
              </a:rPr>
              <a:t>4-</a:t>
            </a:r>
            <a:fld id="{AA7EEB56-D1B5-4904-AB25-85FE6F243FE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600200"/>
            <a:ext cx="508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94400" y="1600200"/>
            <a:ext cx="508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ftr" sz="quarter" idx="3"/>
          </p:nvPr>
        </p:nvSpPr>
        <p:spPr>
          <a:xfrm>
            <a:off x="7377113" y="6467475"/>
            <a:ext cx="3860800" cy="2873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MS PGothic" panose="020B0600070205080204" pitchFamily="34" charset="-128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Network Layer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099800" y="6481763"/>
            <a:ext cx="901700" cy="27622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+mn-cs"/>
              </a:rPr>
              <a:t>4-</a:t>
            </a:r>
            <a:fld id="{34CAF04F-B975-4C5A-B4E0-D024920C656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ftr" sz="quarter" idx="3"/>
          </p:nvPr>
        </p:nvSpPr>
        <p:spPr>
          <a:xfrm>
            <a:off x="7377113" y="6467475"/>
            <a:ext cx="3860800" cy="2873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MS PGothic" panose="020B0600070205080204" pitchFamily="34" charset="-128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Network Layer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099800" y="6481763"/>
            <a:ext cx="901700" cy="27622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+mn-cs"/>
              </a:rPr>
              <a:t>4-</a:t>
            </a:r>
            <a:fld id="{9B3BB9F4-E172-4FFB-9214-18D6C44377E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ftr" sz="quarter" idx="3"/>
          </p:nvPr>
        </p:nvSpPr>
        <p:spPr>
          <a:xfrm>
            <a:off x="7377113" y="6467475"/>
            <a:ext cx="3860800" cy="2873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MS PGothic" panose="020B0600070205080204" pitchFamily="34" charset="-128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Network Layer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099800" y="6481763"/>
            <a:ext cx="901700" cy="27622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+mn-cs"/>
              </a:rPr>
              <a:t>4-</a:t>
            </a:r>
            <a:fld id="{EB5F0DC5-DE29-4355-AB7D-C76EDC31B49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435850" y="6445250"/>
            <a:ext cx="3860800" cy="2873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099800" y="6462713"/>
            <a:ext cx="901700" cy="2762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3-</a:t>
            </a:r>
            <a:fld id="{A563CDAC-0E45-43A6-8B64-9FD20534C31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435850" y="6445250"/>
            <a:ext cx="3860800" cy="2873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099800" y="6462713"/>
            <a:ext cx="901700" cy="2762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3-</a:t>
            </a:r>
            <a:fld id="{F87E0B0A-BA9F-49CD-9A37-43CBDA82CD1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711200" y="228600"/>
            <a:ext cx="103632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711200" y="1600200"/>
            <a:ext cx="10363200" cy="4648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099800" y="6481763"/>
            <a:ext cx="901700" cy="276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Tahoma" panose="020B060403050404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+mn-cs"/>
              </a:rPr>
              <a:t>4-</a:t>
            </a:r>
            <a:fld id="{AA113265-495D-4BBD-8AF6-46DA54193C8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491538" y="6475413"/>
            <a:ext cx="2786063" cy="382588"/>
          </a:xfrm>
          <a:prstGeom prst="rect">
            <a:avLst/>
          </a:prstGeom>
          <a:noFill/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Tahoma" panose="020B060403050404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Network Layer: Data Plane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anose="020B0502020104020203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anose="020B0502020104020203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anose="020B0502020104020203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anose="020B0502020104020203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anose="020B0502020104020203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anose="020B0502020104020203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anose="020B0502020104020203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anose="020B0502020104020203" pitchFamily="34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100000"/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688975" indent="-231775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Arial" panose="020B0604020202020204" pitchFamily="34" charset="0"/>
        <a:buChar char="•"/>
        <a:defRPr sz="2400">
          <a:solidFill>
            <a:schemeClr val="tx1"/>
          </a:solidFill>
          <a:latin typeface="Gill Sans MT" panose="020B0502020104020203"/>
          <a:ea typeface="MS PGothic" panose="020B0600070205080204" pitchFamily="34" charset="-128"/>
          <a:cs typeface="Gill Sans MT" panose="020B0502020104020203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Gill Sans MT" panose="020B0502020104020203"/>
          <a:ea typeface="Gill Sans MT" panose="020B0502020104020203" pitchFamily="34" charset="0"/>
          <a:cs typeface="Gill Sans MT" panose="020B0502020104020203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anose="02020603050405020304" pitchFamily="18" charset="0"/>
          <a:ea typeface="Gill Sans MT" panose="020B0502020104020203" pitchFamily="34" charset="0"/>
          <a:cs typeface="Gill Sans MT" panose="020B0502020104020203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Gill Sans MT" panose="020B0502020104020203" pitchFamily="34" charset="0"/>
          <a:cs typeface="Gill Sans MT" panose="020B0502020104020203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711200" y="228600"/>
            <a:ext cx="103632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2051" name="Rectangle 3"/>
          <p:cNvSpPr>
            <a:spLocks noGrp="1"/>
          </p:cNvSpPr>
          <p:nvPr>
            <p:ph type="body" idx="1"/>
          </p:nvPr>
        </p:nvSpPr>
        <p:spPr>
          <a:xfrm>
            <a:off x="711200" y="1600200"/>
            <a:ext cx="10363200" cy="4648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435850" y="6445250"/>
            <a:ext cx="3860800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solidFill>
                  <a:srgbClr val="000000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099800" y="6462713"/>
            <a:ext cx="9017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solidFill>
                  <a:srgbClr val="000000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+mn-cs"/>
              </a:rPr>
              <a:t>3-</a:t>
            </a:r>
            <a:fld id="{26894B02-A4CF-48B7-88B4-85DD5617C0D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anose="020B0502020104020203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anose="020B0502020104020203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anose="020B0502020104020203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anose="020B0502020104020203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anose="020B0502020104020203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anose="020B0502020104020203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anose="020B0502020104020203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anose="020B0502020104020203" pitchFamily="34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688975" indent="-231775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anose="02020603050405020304" pitchFamily="18" charset="0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MS PGothic" panose="020B0600070205080204" pitchFamily="34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711200" y="228600"/>
            <a:ext cx="103632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3075" name="Rectangle 3"/>
          <p:cNvSpPr>
            <a:spLocks noGrp="1"/>
          </p:cNvSpPr>
          <p:nvPr>
            <p:ph type="body" idx="1"/>
          </p:nvPr>
        </p:nvSpPr>
        <p:spPr>
          <a:xfrm>
            <a:off x="711200" y="1600200"/>
            <a:ext cx="10363200" cy="4648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435850" y="6445250"/>
            <a:ext cx="3860800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solidFill>
                  <a:srgbClr val="000000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099800" y="6462713"/>
            <a:ext cx="9017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solidFill>
                  <a:srgbClr val="000000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+mn-cs"/>
              </a:rPr>
              <a:t>3-</a:t>
            </a:r>
            <a:fld id="{13502858-52F2-48AA-8B40-2F4A80382DB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anose="020B0502020104020203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anose="020B0502020104020203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anose="020B0502020104020203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anose="020B0502020104020203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anose="020B0502020104020203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anose="020B0502020104020203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anose="020B0502020104020203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anose="020B0502020104020203" pitchFamily="34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688975" indent="-231775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anose="02020603050405020304" pitchFamily="18" charset="0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MS PGothic" panose="020B0600070205080204" pitchFamily="34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oleObject" Target="../embeddings/oleObject4.bin"/><Relationship Id="rId7" Type="http://schemas.openxmlformats.org/officeDocument/2006/relationships/oleObject" Target="../embeddings/oleObject3.bin"/><Relationship Id="rId6" Type="http://schemas.openxmlformats.org/officeDocument/2006/relationships/image" Target="../media/image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wmf"/><Relationship Id="rId3" Type="http://schemas.openxmlformats.org/officeDocument/2006/relationships/oleObject" Target="../embeddings/oleObject1.bin"/><Relationship Id="rId21" Type="http://schemas.openxmlformats.org/officeDocument/2006/relationships/vmlDrawing" Target="../drawings/vmlDrawing1.v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9" Type="http://schemas.openxmlformats.org/officeDocument/2006/relationships/oleObject" Target="../embeddings/oleObject13.bin"/><Relationship Id="rId18" Type="http://schemas.openxmlformats.org/officeDocument/2006/relationships/image" Target="../media/image9.png"/><Relationship Id="rId17" Type="http://schemas.openxmlformats.org/officeDocument/2006/relationships/oleObject" Target="../embeddings/oleObject12.bin"/><Relationship Id="rId16" Type="http://schemas.openxmlformats.org/officeDocument/2006/relationships/oleObject" Target="../embeddings/oleObject11.bin"/><Relationship Id="rId15" Type="http://schemas.openxmlformats.org/officeDocument/2006/relationships/oleObject" Target="../embeddings/oleObject10.bin"/><Relationship Id="rId14" Type="http://schemas.openxmlformats.org/officeDocument/2006/relationships/oleObject" Target="../embeddings/oleObject9.bin"/><Relationship Id="rId13" Type="http://schemas.openxmlformats.org/officeDocument/2006/relationships/oleObject" Target="../embeddings/oleObject8.bin"/><Relationship Id="rId12" Type="http://schemas.openxmlformats.org/officeDocument/2006/relationships/oleObject" Target="../embeddings/oleObject7.bin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8.wmf"/><Relationship Id="rId1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3.xml"/><Relationship Id="rId3" Type="http://schemas.openxmlformats.org/officeDocument/2006/relationships/oleObject" Target="../embeddings/oleObject15.bin"/><Relationship Id="rId2" Type="http://schemas.openxmlformats.org/officeDocument/2006/relationships/image" Target="../media/image8.wmf"/><Relationship Id="rId1" Type="http://schemas.openxmlformats.org/officeDocument/2006/relationships/oleObject" Target="../embeddings/oleObject14.bin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1.xml"/><Relationship Id="rId3" Type="http://schemas.openxmlformats.org/officeDocument/2006/relationships/oleObject" Target="../embeddings/oleObject17.bin"/><Relationship Id="rId2" Type="http://schemas.openxmlformats.org/officeDocument/2006/relationships/image" Target="../media/image8.wmf"/><Relationship Id="rId1" Type="http://schemas.openxmlformats.org/officeDocument/2006/relationships/oleObject" Target="../embeddings/oleObject16.bin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1.xml"/><Relationship Id="rId3" Type="http://schemas.openxmlformats.org/officeDocument/2006/relationships/oleObject" Target="../embeddings/oleObject19.bin"/><Relationship Id="rId2" Type="http://schemas.openxmlformats.org/officeDocument/2006/relationships/image" Target="../media/image8.wmf"/><Relationship Id="rId1" Type="http://schemas.openxmlformats.org/officeDocument/2006/relationships/oleObject" Target="../embeddings/oleObject18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2" Type="http://schemas.openxmlformats.org/officeDocument/2006/relationships/notesSlide" Target="../notesSlides/notesSlide4.x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3.png"/><Relationship Id="rId2" Type="http://schemas.openxmlformats.org/officeDocument/2006/relationships/image" Target="../media/image11.png"/><Relationship Id="rId19" Type="http://schemas.openxmlformats.org/officeDocument/2006/relationships/image" Target="../media/image28.png"/><Relationship Id="rId18" Type="http://schemas.openxmlformats.org/officeDocument/2006/relationships/image" Target="../media/image27.png"/><Relationship Id="rId17" Type="http://schemas.openxmlformats.org/officeDocument/2006/relationships/image" Target="../media/image26.png"/><Relationship Id="rId16" Type="http://schemas.openxmlformats.org/officeDocument/2006/relationships/image" Target="../media/image25.png"/><Relationship Id="rId15" Type="http://schemas.openxmlformats.org/officeDocument/2006/relationships/image" Target="../media/image24.png"/><Relationship Id="rId14" Type="http://schemas.openxmlformats.org/officeDocument/2006/relationships/image" Target="../media/image23.png"/><Relationship Id="rId13" Type="http://schemas.openxmlformats.org/officeDocument/2006/relationships/image" Target="../media/image22.png"/><Relationship Id="rId12" Type="http://schemas.openxmlformats.org/officeDocument/2006/relationships/image" Target="../media/image21.png"/><Relationship Id="rId11" Type="http://schemas.openxmlformats.org/officeDocument/2006/relationships/image" Target="../media/image20.png"/><Relationship Id="rId10" Type="http://schemas.openxmlformats.org/officeDocument/2006/relationships/image" Target="../media/image19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0.emf"/><Relationship Id="rId2" Type="http://schemas.openxmlformats.org/officeDocument/2006/relationships/image" Target="../media/image29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1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32.png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image" Target="../media/image33.png"/><Relationship Id="rId2" Type="http://schemas.openxmlformats.org/officeDocument/2006/relationships/image" Target="../media/image3.png"/><Relationship Id="rId1" Type="http://schemas.openxmlformats.org/officeDocument/2006/relationships/image" Target="../media/image32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4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35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35.pn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35.png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customXml" Target="../ink/ink5.xml"/><Relationship Id="rId8" Type="http://schemas.openxmlformats.org/officeDocument/2006/relationships/image" Target="../media/image39.png"/><Relationship Id="rId7" Type="http://schemas.openxmlformats.org/officeDocument/2006/relationships/customXml" Target="../ink/ink4.xml"/><Relationship Id="rId6" Type="http://schemas.openxmlformats.org/officeDocument/2006/relationships/image" Target="../media/image38.png"/><Relationship Id="rId5" Type="http://schemas.openxmlformats.org/officeDocument/2006/relationships/customXml" Target="../ink/ink3.xml"/><Relationship Id="rId4" Type="http://schemas.openxmlformats.org/officeDocument/2006/relationships/image" Target="../media/image37.png"/><Relationship Id="rId3" Type="http://schemas.openxmlformats.org/officeDocument/2006/relationships/customXml" Target="../ink/ink2.xml"/><Relationship Id="rId28" Type="http://schemas.openxmlformats.org/officeDocument/2006/relationships/slideLayout" Target="../slideLayouts/slideLayout4.xml"/><Relationship Id="rId27" Type="http://schemas.openxmlformats.org/officeDocument/2006/relationships/customXml" Target="../ink/ink14.xml"/><Relationship Id="rId26" Type="http://schemas.openxmlformats.org/officeDocument/2006/relationships/image" Target="../media/image48.png"/><Relationship Id="rId25" Type="http://schemas.openxmlformats.org/officeDocument/2006/relationships/customXml" Target="../ink/ink13.xml"/><Relationship Id="rId24" Type="http://schemas.openxmlformats.org/officeDocument/2006/relationships/image" Target="../media/image47.png"/><Relationship Id="rId23" Type="http://schemas.openxmlformats.org/officeDocument/2006/relationships/customXml" Target="../ink/ink12.xml"/><Relationship Id="rId22" Type="http://schemas.openxmlformats.org/officeDocument/2006/relationships/image" Target="../media/image46.png"/><Relationship Id="rId21" Type="http://schemas.openxmlformats.org/officeDocument/2006/relationships/customXml" Target="../ink/ink11.xml"/><Relationship Id="rId20" Type="http://schemas.openxmlformats.org/officeDocument/2006/relationships/image" Target="../media/image45.png"/><Relationship Id="rId2" Type="http://schemas.openxmlformats.org/officeDocument/2006/relationships/image" Target="../media/image36.png"/><Relationship Id="rId19" Type="http://schemas.openxmlformats.org/officeDocument/2006/relationships/customXml" Target="../ink/ink10.xml"/><Relationship Id="rId18" Type="http://schemas.openxmlformats.org/officeDocument/2006/relationships/image" Target="../media/image44.png"/><Relationship Id="rId17" Type="http://schemas.openxmlformats.org/officeDocument/2006/relationships/customXml" Target="../ink/ink9.xml"/><Relationship Id="rId16" Type="http://schemas.openxmlformats.org/officeDocument/2006/relationships/image" Target="../media/image43.png"/><Relationship Id="rId15" Type="http://schemas.openxmlformats.org/officeDocument/2006/relationships/customXml" Target="../ink/ink8.xml"/><Relationship Id="rId14" Type="http://schemas.openxmlformats.org/officeDocument/2006/relationships/image" Target="../media/image42.png"/><Relationship Id="rId13" Type="http://schemas.openxmlformats.org/officeDocument/2006/relationships/customXml" Target="../ink/ink7.xml"/><Relationship Id="rId12" Type="http://schemas.openxmlformats.org/officeDocument/2006/relationships/image" Target="../media/image41.png"/><Relationship Id="rId11" Type="http://schemas.openxmlformats.org/officeDocument/2006/relationships/customXml" Target="../ink/ink6.xml"/><Relationship Id="rId10" Type="http://schemas.openxmlformats.org/officeDocument/2006/relationships/image" Target="../media/image40.png"/><Relationship Id="rId1" Type="http://schemas.openxmlformats.org/officeDocument/2006/relationships/customXml" Target="../ink/ink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customXml" Target="../ink/ink18.xml"/><Relationship Id="rId8" Type="http://schemas.openxmlformats.org/officeDocument/2006/relationships/image" Target="../media/image53.png"/><Relationship Id="rId7" Type="http://schemas.openxmlformats.org/officeDocument/2006/relationships/customXml" Target="../ink/ink17.xml"/><Relationship Id="rId6" Type="http://schemas.openxmlformats.org/officeDocument/2006/relationships/image" Target="../media/image52.png"/><Relationship Id="rId5" Type="http://schemas.openxmlformats.org/officeDocument/2006/relationships/customXml" Target="../ink/ink16.xml"/><Relationship Id="rId49" Type="http://schemas.openxmlformats.org/officeDocument/2006/relationships/slideLayout" Target="../slideLayouts/slideLayout4.xml"/><Relationship Id="rId48" Type="http://schemas.openxmlformats.org/officeDocument/2006/relationships/image" Target="../media/image72.png"/><Relationship Id="rId47" Type="http://schemas.openxmlformats.org/officeDocument/2006/relationships/customXml" Target="../ink/ink37.xml"/><Relationship Id="rId46" Type="http://schemas.openxmlformats.org/officeDocument/2006/relationships/image" Target="../media/image71.png"/><Relationship Id="rId45" Type="http://schemas.openxmlformats.org/officeDocument/2006/relationships/customXml" Target="../ink/ink36.xml"/><Relationship Id="rId44" Type="http://schemas.openxmlformats.org/officeDocument/2006/relationships/image" Target="../media/image70.png"/><Relationship Id="rId43" Type="http://schemas.openxmlformats.org/officeDocument/2006/relationships/customXml" Target="../ink/ink35.xml"/><Relationship Id="rId42" Type="http://schemas.openxmlformats.org/officeDocument/2006/relationships/image" Target="../media/image69.png"/><Relationship Id="rId41" Type="http://schemas.openxmlformats.org/officeDocument/2006/relationships/customXml" Target="../ink/ink34.xml"/><Relationship Id="rId40" Type="http://schemas.openxmlformats.org/officeDocument/2006/relationships/image" Target="../media/image68.png"/><Relationship Id="rId4" Type="http://schemas.openxmlformats.org/officeDocument/2006/relationships/image" Target="../media/image51.png"/><Relationship Id="rId39" Type="http://schemas.openxmlformats.org/officeDocument/2006/relationships/customXml" Target="../ink/ink33.xml"/><Relationship Id="rId38" Type="http://schemas.openxmlformats.org/officeDocument/2006/relationships/image" Target="../media/image67.png"/><Relationship Id="rId37" Type="http://schemas.openxmlformats.org/officeDocument/2006/relationships/customXml" Target="../ink/ink32.xml"/><Relationship Id="rId36" Type="http://schemas.openxmlformats.org/officeDocument/2006/relationships/image" Target="../media/image66.png"/><Relationship Id="rId35" Type="http://schemas.openxmlformats.org/officeDocument/2006/relationships/customXml" Target="../ink/ink31.xml"/><Relationship Id="rId34" Type="http://schemas.openxmlformats.org/officeDocument/2006/relationships/image" Target="../media/image65.png"/><Relationship Id="rId33" Type="http://schemas.openxmlformats.org/officeDocument/2006/relationships/customXml" Target="../ink/ink30.xml"/><Relationship Id="rId32" Type="http://schemas.openxmlformats.org/officeDocument/2006/relationships/image" Target="../media/image64.png"/><Relationship Id="rId31" Type="http://schemas.openxmlformats.org/officeDocument/2006/relationships/customXml" Target="../ink/ink29.xml"/><Relationship Id="rId30" Type="http://schemas.openxmlformats.org/officeDocument/2006/relationships/image" Target="../media/image63.png"/><Relationship Id="rId3" Type="http://schemas.openxmlformats.org/officeDocument/2006/relationships/customXml" Target="../ink/ink15.xml"/><Relationship Id="rId29" Type="http://schemas.openxmlformats.org/officeDocument/2006/relationships/customXml" Target="../ink/ink28.xml"/><Relationship Id="rId28" Type="http://schemas.openxmlformats.org/officeDocument/2006/relationships/image" Target="../media/image62.png"/><Relationship Id="rId27" Type="http://schemas.openxmlformats.org/officeDocument/2006/relationships/customXml" Target="../ink/ink27.xml"/><Relationship Id="rId26" Type="http://schemas.openxmlformats.org/officeDocument/2006/relationships/image" Target="../media/image61.png"/><Relationship Id="rId25" Type="http://schemas.openxmlformats.org/officeDocument/2006/relationships/customXml" Target="../ink/ink26.xml"/><Relationship Id="rId24" Type="http://schemas.openxmlformats.org/officeDocument/2006/relationships/image" Target="../media/image60.png"/><Relationship Id="rId23" Type="http://schemas.openxmlformats.org/officeDocument/2006/relationships/customXml" Target="../ink/ink25.xml"/><Relationship Id="rId22" Type="http://schemas.openxmlformats.org/officeDocument/2006/relationships/image" Target="../media/image59.png"/><Relationship Id="rId21" Type="http://schemas.openxmlformats.org/officeDocument/2006/relationships/customXml" Target="../ink/ink24.xml"/><Relationship Id="rId20" Type="http://schemas.openxmlformats.org/officeDocument/2006/relationships/image" Target="../media/image58.png"/><Relationship Id="rId2" Type="http://schemas.openxmlformats.org/officeDocument/2006/relationships/image" Target="../media/image50.png"/><Relationship Id="rId19" Type="http://schemas.openxmlformats.org/officeDocument/2006/relationships/customXml" Target="../ink/ink23.xml"/><Relationship Id="rId18" Type="http://schemas.openxmlformats.org/officeDocument/2006/relationships/image" Target="../media/image57.png"/><Relationship Id="rId17" Type="http://schemas.openxmlformats.org/officeDocument/2006/relationships/customXml" Target="../ink/ink22.xml"/><Relationship Id="rId16" Type="http://schemas.openxmlformats.org/officeDocument/2006/relationships/image" Target="../media/image56.png"/><Relationship Id="rId15" Type="http://schemas.openxmlformats.org/officeDocument/2006/relationships/customXml" Target="../ink/ink21.xml"/><Relationship Id="rId14" Type="http://schemas.openxmlformats.org/officeDocument/2006/relationships/image" Target="../media/image40.png"/><Relationship Id="rId13" Type="http://schemas.openxmlformats.org/officeDocument/2006/relationships/customXml" Target="../ink/ink20.xml"/><Relationship Id="rId12" Type="http://schemas.openxmlformats.org/officeDocument/2006/relationships/image" Target="../media/image55.png"/><Relationship Id="rId11" Type="http://schemas.openxmlformats.org/officeDocument/2006/relationships/customXml" Target="../ink/ink19.xml"/><Relationship Id="rId10" Type="http://schemas.openxmlformats.org/officeDocument/2006/relationships/image" Target="../media/image54.png"/><Relationship Id="rId1" Type="http://schemas.openxmlformats.org/officeDocument/2006/relationships/image" Target="../media/image49.png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image" Target="../media/image77.png"/><Relationship Id="rId7" Type="http://schemas.openxmlformats.org/officeDocument/2006/relationships/customXml" Target="../ink/ink40.xml"/><Relationship Id="rId6" Type="http://schemas.openxmlformats.org/officeDocument/2006/relationships/image" Target="../media/image76.png"/><Relationship Id="rId5" Type="http://schemas.openxmlformats.org/officeDocument/2006/relationships/customXml" Target="../ink/ink39.xml"/><Relationship Id="rId4" Type="http://schemas.openxmlformats.org/officeDocument/2006/relationships/image" Target="../media/image75.png"/><Relationship Id="rId3" Type="http://schemas.openxmlformats.org/officeDocument/2006/relationships/customXml" Target="../ink/ink38.xml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image" Target="../media/image83.png"/><Relationship Id="rId8" Type="http://schemas.openxmlformats.org/officeDocument/2006/relationships/customXml" Target="../ink/ink42.xml"/><Relationship Id="rId7" Type="http://schemas.openxmlformats.org/officeDocument/2006/relationships/image" Target="../media/image82.png"/><Relationship Id="rId6" Type="http://schemas.openxmlformats.org/officeDocument/2006/relationships/customXml" Target="../ink/ink41.xml"/><Relationship Id="rId5" Type="http://schemas.openxmlformats.org/officeDocument/2006/relationships/image" Target="../media/image81.wmf"/><Relationship Id="rId4" Type="http://schemas.openxmlformats.org/officeDocument/2006/relationships/oleObject" Target="../embeddings/oleObject20.bin"/><Relationship Id="rId31" Type="http://schemas.openxmlformats.org/officeDocument/2006/relationships/vmlDrawing" Target="../drawings/vmlDrawing5.vml"/><Relationship Id="rId30" Type="http://schemas.openxmlformats.org/officeDocument/2006/relationships/slideLayout" Target="../slideLayouts/slideLayout4.xml"/><Relationship Id="rId3" Type="http://schemas.openxmlformats.org/officeDocument/2006/relationships/image" Target="../media/image80.png"/><Relationship Id="rId29" Type="http://schemas.openxmlformats.org/officeDocument/2006/relationships/image" Target="../media/image92.png"/><Relationship Id="rId28" Type="http://schemas.openxmlformats.org/officeDocument/2006/relationships/customXml" Target="../ink/ink52.xml"/><Relationship Id="rId27" Type="http://schemas.openxmlformats.org/officeDocument/2006/relationships/image" Target="../media/image91.png"/><Relationship Id="rId26" Type="http://schemas.openxmlformats.org/officeDocument/2006/relationships/customXml" Target="../ink/ink51.xml"/><Relationship Id="rId25" Type="http://schemas.openxmlformats.org/officeDocument/2006/relationships/image" Target="../media/image90.png"/><Relationship Id="rId24" Type="http://schemas.openxmlformats.org/officeDocument/2006/relationships/customXml" Target="../ink/ink50.xml"/><Relationship Id="rId23" Type="http://schemas.openxmlformats.org/officeDocument/2006/relationships/image" Target="../media/image40.png"/><Relationship Id="rId22" Type="http://schemas.openxmlformats.org/officeDocument/2006/relationships/customXml" Target="../ink/ink49.xml"/><Relationship Id="rId21" Type="http://schemas.openxmlformats.org/officeDocument/2006/relationships/image" Target="../media/image89.png"/><Relationship Id="rId20" Type="http://schemas.openxmlformats.org/officeDocument/2006/relationships/customXml" Target="../ink/ink48.xml"/><Relationship Id="rId2" Type="http://schemas.openxmlformats.org/officeDocument/2006/relationships/image" Target="../media/image79.png"/><Relationship Id="rId19" Type="http://schemas.openxmlformats.org/officeDocument/2006/relationships/image" Target="../media/image88.png"/><Relationship Id="rId18" Type="http://schemas.openxmlformats.org/officeDocument/2006/relationships/customXml" Target="../ink/ink47.xml"/><Relationship Id="rId17" Type="http://schemas.openxmlformats.org/officeDocument/2006/relationships/image" Target="../media/image87.png"/><Relationship Id="rId16" Type="http://schemas.openxmlformats.org/officeDocument/2006/relationships/customXml" Target="../ink/ink46.xml"/><Relationship Id="rId15" Type="http://schemas.openxmlformats.org/officeDocument/2006/relationships/image" Target="../media/image86.png"/><Relationship Id="rId14" Type="http://schemas.openxmlformats.org/officeDocument/2006/relationships/customXml" Target="../ink/ink45.xml"/><Relationship Id="rId13" Type="http://schemas.openxmlformats.org/officeDocument/2006/relationships/image" Target="../media/image85.png"/><Relationship Id="rId12" Type="http://schemas.openxmlformats.org/officeDocument/2006/relationships/customXml" Target="../ink/ink44.xml"/><Relationship Id="rId11" Type="http://schemas.openxmlformats.org/officeDocument/2006/relationships/image" Target="../media/image84.png"/><Relationship Id="rId10" Type="http://schemas.openxmlformats.org/officeDocument/2006/relationships/customXml" Target="../ink/ink43.xml"/><Relationship Id="rId1" Type="http://schemas.openxmlformats.org/officeDocument/2006/relationships/image" Target="../media/image78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7" Type="http://schemas.openxmlformats.org/officeDocument/2006/relationships/image" Target="../media/image97.png"/><Relationship Id="rId6" Type="http://schemas.openxmlformats.org/officeDocument/2006/relationships/customXml" Target="../ink/ink54.xml"/><Relationship Id="rId5" Type="http://schemas.openxmlformats.org/officeDocument/2006/relationships/image" Target="../media/image96.png"/><Relationship Id="rId4" Type="http://schemas.openxmlformats.org/officeDocument/2006/relationships/customXml" Target="../ink/ink53.xml"/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image" Target="../media/image93.png"/></Relationships>
</file>

<file path=ppt/slides/_rels/slide5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8.png"/><Relationship Id="rId2" Type="http://schemas.openxmlformats.org/officeDocument/2006/relationships/customXml" Target="../ink/ink55.xml"/><Relationship Id="rId1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image" Target="../media/image3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2.wmf"/><Relationship Id="rId1" Type="http://schemas.openxmlformats.org/officeDocument/2006/relationships/image" Target="../media/image101.wmf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0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3.png"/><Relationship Id="rId2" Type="http://schemas.openxmlformats.org/officeDocument/2006/relationships/image" Target="../media/image100.png"/><Relationship Id="rId1" Type="http://schemas.openxmlformats.org/officeDocument/2006/relationships/image" Target="../media/image99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104.png"/><Relationship Id="rId1" Type="http://schemas.openxmlformats.org/officeDocument/2006/relationships/image" Target="../media/image103.png"/></Relationships>
</file>

<file path=ppt/slides/_rels/slide7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image" Target="../media/image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8.png"/><Relationship Id="rId87" Type="http://schemas.openxmlformats.org/officeDocument/2006/relationships/notesSlide" Target="../notesSlides/notesSlide46.xml"/><Relationship Id="rId86" Type="http://schemas.openxmlformats.org/officeDocument/2006/relationships/slideLayout" Target="../slideLayouts/slideLayout3.xml"/><Relationship Id="rId85" Type="http://schemas.openxmlformats.org/officeDocument/2006/relationships/image" Target="../media/image140.png"/><Relationship Id="rId84" Type="http://schemas.openxmlformats.org/officeDocument/2006/relationships/customXml" Target="../ink/ink102.xml"/><Relationship Id="rId83" Type="http://schemas.openxmlformats.org/officeDocument/2006/relationships/image" Target="../media/image139.png"/><Relationship Id="rId82" Type="http://schemas.openxmlformats.org/officeDocument/2006/relationships/customXml" Target="../ink/ink101.xml"/><Relationship Id="rId81" Type="http://schemas.openxmlformats.org/officeDocument/2006/relationships/image" Target="../media/image138.png"/><Relationship Id="rId80" Type="http://schemas.openxmlformats.org/officeDocument/2006/relationships/customXml" Target="../ink/ink100.xml"/><Relationship Id="rId8" Type="http://schemas.openxmlformats.org/officeDocument/2006/relationships/customXml" Target="../ink/ink59.xml"/><Relationship Id="rId79" Type="http://schemas.openxmlformats.org/officeDocument/2006/relationships/customXml" Target="../ink/ink99.xml"/><Relationship Id="rId78" Type="http://schemas.openxmlformats.org/officeDocument/2006/relationships/image" Target="../media/image137.png"/><Relationship Id="rId77" Type="http://schemas.openxmlformats.org/officeDocument/2006/relationships/customXml" Target="../ink/ink98.xml"/><Relationship Id="rId76" Type="http://schemas.openxmlformats.org/officeDocument/2006/relationships/image" Target="../media/image136.png"/><Relationship Id="rId75" Type="http://schemas.openxmlformats.org/officeDocument/2006/relationships/customXml" Target="../ink/ink97.xml"/><Relationship Id="rId74" Type="http://schemas.openxmlformats.org/officeDocument/2006/relationships/image" Target="../media/image135.png"/><Relationship Id="rId73" Type="http://schemas.openxmlformats.org/officeDocument/2006/relationships/customXml" Target="../ink/ink96.xml"/><Relationship Id="rId72" Type="http://schemas.openxmlformats.org/officeDocument/2006/relationships/customXml" Target="../ink/ink95.xml"/><Relationship Id="rId71" Type="http://schemas.openxmlformats.org/officeDocument/2006/relationships/customXml" Target="../ink/ink94.xml"/><Relationship Id="rId70" Type="http://schemas.openxmlformats.org/officeDocument/2006/relationships/image" Target="../media/image134.png"/><Relationship Id="rId7" Type="http://schemas.openxmlformats.org/officeDocument/2006/relationships/image" Target="../media/image107.png"/><Relationship Id="rId69" Type="http://schemas.openxmlformats.org/officeDocument/2006/relationships/customXml" Target="../ink/ink93.xml"/><Relationship Id="rId68" Type="http://schemas.openxmlformats.org/officeDocument/2006/relationships/image" Target="../media/image133.png"/><Relationship Id="rId67" Type="http://schemas.openxmlformats.org/officeDocument/2006/relationships/customXml" Target="../ink/ink92.xml"/><Relationship Id="rId66" Type="http://schemas.openxmlformats.org/officeDocument/2006/relationships/customXml" Target="../ink/ink91.xml"/><Relationship Id="rId65" Type="http://schemas.openxmlformats.org/officeDocument/2006/relationships/customXml" Target="../ink/ink90.xml"/><Relationship Id="rId64" Type="http://schemas.openxmlformats.org/officeDocument/2006/relationships/image" Target="../media/image132.png"/><Relationship Id="rId63" Type="http://schemas.openxmlformats.org/officeDocument/2006/relationships/customXml" Target="../ink/ink89.xml"/><Relationship Id="rId62" Type="http://schemas.openxmlformats.org/officeDocument/2006/relationships/image" Target="../media/image131.png"/><Relationship Id="rId61" Type="http://schemas.openxmlformats.org/officeDocument/2006/relationships/customXml" Target="../ink/ink88.xml"/><Relationship Id="rId60" Type="http://schemas.openxmlformats.org/officeDocument/2006/relationships/image" Target="../media/image130.png"/><Relationship Id="rId6" Type="http://schemas.openxmlformats.org/officeDocument/2006/relationships/customXml" Target="../ink/ink58.xml"/><Relationship Id="rId59" Type="http://schemas.openxmlformats.org/officeDocument/2006/relationships/customXml" Target="../ink/ink87.xml"/><Relationship Id="rId58" Type="http://schemas.openxmlformats.org/officeDocument/2006/relationships/image" Target="../media/image129.png"/><Relationship Id="rId57" Type="http://schemas.openxmlformats.org/officeDocument/2006/relationships/customXml" Target="../ink/ink86.xml"/><Relationship Id="rId56" Type="http://schemas.openxmlformats.org/officeDocument/2006/relationships/customXml" Target="../ink/ink85.xml"/><Relationship Id="rId55" Type="http://schemas.openxmlformats.org/officeDocument/2006/relationships/image" Target="../media/image128.png"/><Relationship Id="rId54" Type="http://schemas.openxmlformats.org/officeDocument/2006/relationships/customXml" Target="../ink/ink84.xml"/><Relationship Id="rId53" Type="http://schemas.openxmlformats.org/officeDocument/2006/relationships/image" Target="../media/image127.png"/><Relationship Id="rId52" Type="http://schemas.openxmlformats.org/officeDocument/2006/relationships/customXml" Target="../ink/ink83.xml"/><Relationship Id="rId51" Type="http://schemas.openxmlformats.org/officeDocument/2006/relationships/image" Target="../media/image126.png"/><Relationship Id="rId50" Type="http://schemas.openxmlformats.org/officeDocument/2006/relationships/customXml" Target="../ink/ink82.xml"/><Relationship Id="rId5" Type="http://schemas.openxmlformats.org/officeDocument/2006/relationships/image" Target="../media/image106.png"/><Relationship Id="rId49" Type="http://schemas.openxmlformats.org/officeDocument/2006/relationships/image" Target="../media/image125.png"/><Relationship Id="rId48" Type="http://schemas.openxmlformats.org/officeDocument/2006/relationships/customXml" Target="../ink/ink81.xml"/><Relationship Id="rId47" Type="http://schemas.openxmlformats.org/officeDocument/2006/relationships/image" Target="../media/image124.png"/><Relationship Id="rId46" Type="http://schemas.openxmlformats.org/officeDocument/2006/relationships/customXml" Target="../ink/ink80.xml"/><Relationship Id="rId45" Type="http://schemas.openxmlformats.org/officeDocument/2006/relationships/image" Target="../media/image123.png"/><Relationship Id="rId44" Type="http://schemas.openxmlformats.org/officeDocument/2006/relationships/customXml" Target="../ink/ink79.xml"/><Relationship Id="rId43" Type="http://schemas.openxmlformats.org/officeDocument/2006/relationships/image" Target="../media/image122.png"/><Relationship Id="rId42" Type="http://schemas.openxmlformats.org/officeDocument/2006/relationships/customXml" Target="../ink/ink78.xml"/><Relationship Id="rId41" Type="http://schemas.openxmlformats.org/officeDocument/2006/relationships/image" Target="../media/image121.png"/><Relationship Id="rId40" Type="http://schemas.openxmlformats.org/officeDocument/2006/relationships/customXml" Target="../ink/ink77.xml"/><Relationship Id="rId4" Type="http://schemas.openxmlformats.org/officeDocument/2006/relationships/customXml" Target="../ink/ink57.xml"/><Relationship Id="rId39" Type="http://schemas.openxmlformats.org/officeDocument/2006/relationships/customXml" Target="../ink/ink76.xml"/><Relationship Id="rId38" Type="http://schemas.openxmlformats.org/officeDocument/2006/relationships/customXml" Target="../ink/ink75.xml"/><Relationship Id="rId37" Type="http://schemas.openxmlformats.org/officeDocument/2006/relationships/image" Target="../media/image120.png"/><Relationship Id="rId36" Type="http://schemas.openxmlformats.org/officeDocument/2006/relationships/customXml" Target="../ink/ink74.xml"/><Relationship Id="rId35" Type="http://schemas.openxmlformats.org/officeDocument/2006/relationships/image" Target="../media/image119.png"/><Relationship Id="rId34" Type="http://schemas.openxmlformats.org/officeDocument/2006/relationships/customXml" Target="../ink/ink73.xml"/><Relationship Id="rId33" Type="http://schemas.openxmlformats.org/officeDocument/2006/relationships/image" Target="../media/image118.png"/><Relationship Id="rId32" Type="http://schemas.openxmlformats.org/officeDocument/2006/relationships/customXml" Target="../ink/ink72.xml"/><Relationship Id="rId31" Type="http://schemas.openxmlformats.org/officeDocument/2006/relationships/image" Target="../media/image117.png"/><Relationship Id="rId30" Type="http://schemas.openxmlformats.org/officeDocument/2006/relationships/customXml" Target="../ink/ink71.xml"/><Relationship Id="rId3" Type="http://schemas.openxmlformats.org/officeDocument/2006/relationships/image" Target="../media/image105.png"/><Relationship Id="rId29" Type="http://schemas.openxmlformats.org/officeDocument/2006/relationships/image" Target="../media/image116.png"/><Relationship Id="rId28" Type="http://schemas.openxmlformats.org/officeDocument/2006/relationships/customXml" Target="../ink/ink70.xml"/><Relationship Id="rId27" Type="http://schemas.openxmlformats.org/officeDocument/2006/relationships/image" Target="../media/image115.png"/><Relationship Id="rId26" Type="http://schemas.openxmlformats.org/officeDocument/2006/relationships/customXml" Target="../ink/ink69.xml"/><Relationship Id="rId25" Type="http://schemas.openxmlformats.org/officeDocument/2006/relationships/image" Target="../media/image114.png"/><Relationship Id="rId24" Type="http://schemas.openxmlformats.org/officeDocument/2006/relationships/customXml" Target="../ink/ink68.xml"/><Relationship Id="rId23" Type="http://schemas.openxmlformats.org/officeDocument/2006/relationships/image" Target="../media/image113.png"/><Relationship Id="rId22" Type="http://schemas.openxmlformats.org/officeDocument/2006/relationships/customXml" Target="../ink/ink67.xml"/><Relationship Id="rId21" Type="http://schemas.openxmlformats.org/officeDocument/2006/relationships/image" Target="../media/image112.png"/><Relationship Id="rId20" Type="http://schemas.openxmlformats.org/officeDocument/2006/relationships/customXml" Target="../ink/ink66.xml"/><Relationship Id="rId2" Type="http://schemas.openxmlformats.org/officeDocument/2006/relationships/customXml" Target="../ink/ink56.xml"/><Relationship Id="rId19" Type="http://schemas.openxmlformats.org/officeDocument/2006/relationships/customXml" Target="../ink/ink65.xml"/><Relationship Id="rId18" Type="http://schemas.openxmlformats.org/officeDocument/2006/relationships/customXml" Target="../ink/ink64.xml"/><Relationship Id="rId17" Type="http://schemas.openxmlformats.org/officeDocument/2006/relationships/image" Target="../media/image111.png"/><Relationship Id="rId16" Type="http://schemas.openxmlformats.org/officeDocument/2006/relationships/customXml" Target="../ink/ink63.xml"/><Relationship Id="rId15" Type="http://schemas.openxmlformats.org/officeDocument/2006/relationships/image" Target="../media/image110.png"/><Relationship Id="rId14" Type="http://schemas.openxmlformats.org/officeDocument/2006/relationships/customXml" Target="../ink/ink62.xml"/><Relationship Id="rId13" Type="http://schemas.openxmlformats.org/officeDocument/2006/relationships/image" Target="../media/image109.png"/><Relationship Id="rId12" Type="http://schemas.openxmlformats.org/officeDocument/2006/relationships/customXml" Target="../ink/ink61.xml"/><Relationship Id="rId11" Type="http://schemas.openxmlformats.org/officeDocument/2006/relationships/image" Target="../media/image40.png"/><Relationship Id="rId10" Type="http://schemas.openxmlformats.org/officeDocument/2006/relationships/customXml" Target="../ink/ink60.xml"/><Relationship Id="rId1" Type="http://schemas.openxmlformats.org/officeDocument/2006/relationships/image" Target="../media/image3.png"/></Relationships>
</file>

<file path=ppt/slides/_rels/slide75.xml.rels><?xml version="1.0" encoding="UTF-8" standalone="yes"?>
<Relationships xmlns="http://schemas.openxmlformats.org/package/2006/relationships"><Relationship Id="rId99" Type="http://schemas.openxmlformats.org/officeDocument/2006/relationships/customXml" Target="../ink/ink154.xml"/><Relationship Id="rId98" Type="http://schemas.openxmlformats.org/officeDocument/2006/relationships/image" Target="../media/image185.png"/><Relationship Id="rId97" Type="http://schemas.openxmlformats.org/officeDocument/2006/relationships/customXml" Target="../ink/ink153.xml"/><Relationship Id="rId96" Type="http://schemas.openxmlformats.org/officeDocument/2006/relationships/customXml" Target="../ink/ink152.xml"/><Relationship Id="rId95" Type="http://schemas.openxmlformats.org/officeDocument/2006/relationships/customXml" Target="../ink/ink151.xml"/><Relationship Id="rId94" Type="http://schemas.openxmlformats.org/officeDocument/2006/relationships/customXml" Target="../ink/ink150.xml"/><Relationship Id="rId93" Type="http://schemas.openxmlformats.org/officeDocument/2006/relationships/image" Target="../media/image184.png"/><Relationship Id="rId92" Type="http://schemas.openxmlformats.org/officeDocument/2006/relationships/customXml" Target="../ink/ink149.xml"/><Relationship Id="rId91" Type="http://schemas.openxmlformats.org/officeDocument/2006/relationships/image" Target="../media/image183.png"/><Relationship Id="rId90" Type="http://schemas.openxmlformats.org/officeDocument/2006/relationships/customXml" Target="../ink/ink148.xml"/><Relationship Id="rId9" Type="http://schemas.openxmlformats.org/officeDocument/2006/relationships/image" Target="../media/image144.png"/><Relationship Id="rId89" Type="http://schemas.openxmlformats.org/officeDocument/2006/relationships/image" Target="../media/image182.png"/><Relationship Id="rId88" Type="http://schemas.openxmlformats.org/officeDocument/2006/relationships/customXml" Target="../ink/ink147.xml"/><Relationship Id="rId87" Type="http://schemas.openxmlformats.org/officeDocument/2006/relationships/image" Target="../media/image181.png"/><Relationship Id="rId86" Type="http://schemas.openxmlformats.org/officeDocument/2006/relationships/customXml" Target="../ink/ink146.xml"/><Relationship Id="rId85" Type="http://schemas.openxmlformats.org/officeDocument/2006/relationships/image" Target="../media/image180.png"/><Relationship Id="rId84" Type="http://schemas.openxmlformats.org/officeDocument/2006/relationships/customXml" Target="../ink/ink145.xml"/><Relationship Id="rId83" Type="http://schemas.openxmlformats.org/officeDocument/2006/relationships/image" Target="../media/image179.png"/><Relationship Id="rId82" Type="http://schemas.openxmlformats.org/officeDocument/2006/relationships/customXml" Target="../ink/ink144.xml"/><Relationship Id="rId81" Type="http://schemas.openxmlformats.org/officeDocument/2006/relationships/customXml" Target="../ink/ink143.xml"/><Relationship Id="rId80" Type="http://schemas.openxmlformats.org/officeDocument/2006/relationships/image" Target="../media/image178.png"/><Relationship Id="rId8" Type="http://schemas.openxmlformats.org/officeDocument/2006/relationships/customXml" Target="../ink/ink106.xml"/><Relationship Id="rId79" Type="http://schemas.openxmlformats.org/officeDocument/2006/relationships/customXml" Target="../ink/ink142.xml"/><Relationship Id="rId78" Type="http://schemas.openxmlformats.org/officeDocument/2006/relationships/customXml" Target="../ink/ink141.xml"/><Relationship Id="rId77" Type="http://schemas.openxmlformats.org/officeDocument/2006/relationships/image" Target="../media/image40.png"/><Relationship Id="rId76" Type="http://schemas.openxmlformats.org/officeDocument/2006/relationships/customXml" Target="../ink/ink140.xml"/><Relationship Id="rId75" Type="http://schemas.openxmlformats.org/officeDocument/2006/relationships/image" Target="../media/image177.png"/><Relationship Id="rId74" Type="http://schemas.openxmlformats.org/officeDocument/2006/relationships/customXml" Target="../ink/ink139.xml"/><Relationship Id="rId73" Type="http://schemas.openxmlformats.org/officeDocument/2006/relationships/image" Target="../media/image176.png"/><Relationship Id="rId72" Type="http://schemas.openxmlformats.org/officeDocument/2006/relationships/customXml" Target="../ink/ink138.xml"/><Relationship Id="rId71" Type="http://schemas.openxmlformats.org/officeDocument/2006/relationships/image" Target="../media/image175.png"/><Relationship Id="rId70" Type="http://schemas.openxmlformats.org/officeDocument/2006/relationships/customXml" Target="../ink/ink137.xml"/><Relationship Id="rId7" Type="http://schemas.openxmlformats.org/officeDocument/2006/relationships/image" Target="../media/image143.png"/><Relationship Id="rId69" Type="http://schemas.openxmlformats.org/officeDocument/2006/relationships/image" Target="../media/image174.png"/><Relationship Id="rId68" Type="http://schemas.openxmlformats.org/officeDocument/2006/relationships/customXml" Target="../ink/ink136.xml"/><Relationship Id="rId67" Type="http://schemas.openxmlformats.org/officeDocument/2006/relationships/image" Target="../media/image173.png"/><Relationship Id="rId66" Type="http://schemas.openxmlformats.org/officeDocument/2006/relationships/customXml" Target="../ink/ink135.xml"/><Relationship Id="rId65" Type="http://schemas.openxmlformats.org/officeDocument/2006/relationships/image" Target="../media/image172.png"/><Relationship Id="rId64" Type="http://schemas.openxmlformats.org/officeDocument/2006/relationships/customXml" Target="../ink/ink134.xml"/><Relationship Id="rId63" Type="http://schemas.openxmlformats.org/officeDocument/2006/relationships/image" Target="../media/image171.png"/><Relationship Id="rId62" Type="http://schemas.openxmlformats.org/officeDocument/2006/relationships/customXml" Target="../ink/ink133.xml"/><Relationship Id="rId61" Type="http://schemas.openxmlformats.org/officeDocument/2006/relationships/image" Target="../media/image170.png"/><Relationship Id="rId60" Type="http://schemas.openxmlformats.org/officeDocument/2006/relationships/customXml" Target="../ink/ink132.xml"/><Relationship Id="rId6" Type="http://schemas.openxmlformats.org/officeDocument/2006/relationships/customXml" Target="../ink/ink105.xml"/><Relationship Id="rId59" Type="http://schemas.openxmlformats.org/officeDocument/2006/relationships/image" Target="../media/image169.png"/><Relationship Id="rId58" Type="http://schemas.openxmlformats.org/officeDocument/2006/relationships/customXml" Target="../ink/ink131.xml"/><Relationship Id="rId57" Type="http://schemas.openxmlformats.org/officeDocument/2006/relationships/image" Target="../media/image168.png"/><Relationship Id="rId56" Type="http://schemas.openxmlformats.org/officeDocument/2006/relationships/customXml" Target="../ink/ink130.xml"/><Relationship Id="rId55" Type="http://schemas.openxmlformats.org/officeDocument/2006/relationships/image" Target="../media/image167.png"/><Relationship Id="rId54" Type="http://schemas.openxmlformats.org/officeDocument/2006/relationships/customXml" Target="../ink/ink129.xml"/><Relationship Id="rId53" Type="http://schemas.openxmlformats.org/officeDocument/2006/relationships/image" Target="../media/image166.png"/><Relationship Id="rId52" Type="http://schemas.openxmlformats.org/officeDocument/2006/relationships/customXml" Target="../ink/ink128.xml"/><Relationship Id="rId51" Type="http://schemas.openxmlformats.org/officeDocument/2006/relationships/image" Target="../media/image165.png"/><Relationship Id="rId50" Type="http://schemas.openxmlformats.org/officeDocument/2006/relationships/customXml" Target="../ink/ink127.xml"/><Relationship Id="rId5" Type="http://schemas.openxmlformats.org/officeDocument/2006/relationships/image" Target="../media/image142.png"/><Relationship Id="rId49" Type="http://schemas.openxmlformats.org/officeDocument/2006/relationships/image" Target="../media/image164.png"/><Relationship Id="rId48" Type="http://schemas.openxmlformats.org/officeDocument/2006/relationships/customXml" Target="../ink/ink126.xml"/><Relationship Id="rId47" Type="http://schemas.openxmlformats.org/officeDocument/2006/relationships/image" Target="../media/image163.png"/><Relationship Id="rId46" Type="http://schemas.openxmlformats.org/officeDocument/2006/relationships/customXml" Target="../ink/ink125.xml"/><Relationship Id="rId45" Type="http://schemas.openxmlformats.org/officeDocument/2006/relationships/image" Target="../media/image162.png"/><Relationship Id="rId44" Type="http://schemas.openxmlformats.org/officeDocument/2006/relationships/customXml" Target="../ink/ink124.xml"/><Relationship Id="rId43" Type="http://schemas.openxmlformats.org/officeDocument/2006/relationships/image" Target="../media/image161.png"/><Relationship Id="rId42" Type="http://schemas.openxmlformats.org/officeDocument/2006/relationships/customXml" Target="../ink/ink123.xml"/><Relationship Id="rId41" Type="http://schemas.openxmlformats.org/officeDocument/2006/relationships/image" Target="../media/image160.png"/><Relationship Id="rId40" Type="http://schemas.openxmlformats.org/officeDocument/2006/relationships/customXml" Target="../ink/ink122.xml"/><Relationship Id="rId4" Type="http://schemas.openxmlformats.org/officeDocument/2006/relationships/customXml" Target="../ink/ink104.xml"/><Relationship Id="rId39" Type="http://schemas.openxmlformats.org/officeDocument/2006/relationships/image" Target="../media/image159.png"/><Relationship Id="rId38" Type="http://schemas.openxmlformats.org/officeDocument/2006/relationships/customXml" Target="../ink/ink121.xml"/><Relationship Id="rId37" Type="http://schemas.openxmlformats.org/officeDocument/2006/relationships/image" Target="../media/image158.png"/><Relationship Id="rId36" Type="http://schemas.openxmlformats.org/officeDocument/2006/relationships/customXml" Target="../ink/ink120.xml"/><Relationship Id="rId35" Type="http://schemas.openxmlformats.org/officeDocument/2006/relationships/image" Target="../media/image157.png"/><Relationship Id="rId34" Type="http://schemas.openxmlformats.org/officeDocument/2006/relationships/customXml" Target="../ink/ink119.xml"/><Relationship Id="rId33" Type="http://schemas.openxmlformats.org/officeDocument/2006/relationships/image" Target="../media/image156.png"/><Relationship Id="rId32" Type="http://schemas.openxmlformats.org/officeDocument/2006/relationships/customXml" Target="../ink/ink118.xml"/><Relationship Id="rId31" Type="http://schemas.openxmlformats.org/officeDocument/2006/relationships/image" Target="../media/image155.png"/><Relationship Id="rId30" Type="http://schemas.openxmlformats.org/officeDocument/2006/relationships/customXml" Target="../ink/ink117.xml"/><Relationship Id="rId3" Type="http://schemas.openxmlformats.org/officeDocument/2006/relationships/image" Target="../media/image141.png"/><Relationship Id="rId29" Type="http://schemas.openxmlformats.org/officeDocument/2006/relationships/image" Target="../media/image154.png"/><Relationship Id="rId28" Type="http://schemas.openxmlformats.org/officeDocument/2006/relationships/customXml" Target="../ink/ink116.xml"/><Relationship Id="rId27" Type="http://schemas.openxmlformats.org/officeDocument/2006/relationships/image" Target="../media/image153.png"/><Relationship Id="rId26" Type="http://schemas.openxmlformats.org/officeDocument/2006/relationships/customXml" Target="../ink/ink115.xml"/><Relationship Id="rId25" Type="http://schemas.openxmlformats.org/officeDocument/2006/relationships/image" Target="../media/image152.png"/><Relationship Id="rId24" Type="http://schemas.openxmlformats.org/officeDocument/2006/relationships/customXml" Target="../ink/ink114.xml"/><Relationship Id="rId23" Type="http://schemas.openxmlformats.org/officeDocument/2006/relationships/image" Target="../media/image151.png"/><Relationship Id="rId22" Type="http://schemas.openxmlformats.org/officeDocument/2006/relationships/customXml" Target="../ink/ink113.xml"/><Relationship Id="rId21" Type="http://schemas.openxmlformats.org/officeDocument/2006/relationships/image" Target="../media/image150.png"/><Relationship Id="rId20" Type="http://schemas.openxmlformats.org/officeDocument/2006/relationships/customXml" Target="../ink/ink112.xml"/><Relationship Id="rId2" Type="http://schemas.openxmlformats.org/officeDocument/2006/relationships/customXml" Target="../ink/ink103.xml"/><Relationship Id="rId19" Type="http://schemas.openxmlformats.org/officeDocument/2006/relationships/image" Target="../media/image149.png"/><Relationship Id="rId18" Type="http://schemas.openxmlformats.org/officeDocument/2006/relationships/customXml" Target="../ink/ink111.xml"/><Relationship Id="rId17" Type="http://schemas.openxmlformats.org/officeDocument/2006/relationships/image" Target="../media/image148.png"/><Relationship Id="rId16" Type="http://schemas.openxmlformats.org/officeDocument/2006/relationships/customXml" Target="../ink/ink110.xml"/><Relationship Id="rId15" Type="http://schemas.openxmlformats.org/officeDocument/2006/relationships/image" Target="../media/image147.png"/><Relationship Id="rId14" Type="http://schemas.openxmlformats.org/officeDocument/2006/relationships/customXml" Target="../ink/ink109.xml"/><Relationship Id="rId13" Type="http://schemas.openxmlformats.org/officeDocument/2006/relationships/image" Target="../media/image146.png"/><Relationship Id="rId125" Type="http://schemas.openxmlformats.org/officeDocument/2006/relationships/notesSlide" Target="../notesSlides/notesSlide47.xml"/><Relationship Id="rId124" Type="http://schemas.openxmlformats.org/officeDocument/2006/relationships/slideLayout" Target="../slideLayouts/slideLayout3.xml"/><Relationship Id="rId123" Type="http://schemas.openxmlformats.org/officeDocument/2006/relationships/image" Target="../media/image194.png"/><Relationship Id="rId122" Type="http://schemas.openxmlformats.org/officeDocument/2006/relationships/customXml" Target="../ink/ink169.xml"/><Relationship Id="rId121" Type="http://schemas.openxmlformats.org/officeDocument/2006/relationships/customXml" Target="../ink/ink168.xml"/><Relationship Id="rId120" Type="http://schemas.openxmlformats.org/officeDocument/2006/relationships/customXml" Target="../ink/ink167.xml"/><Relationship Id="rId12" Type="http://schemas.openxmlformats.org/officeDocument/2006/relationships/customXml" Target="../ink/ink108.xml"/><Relationship Id="rId119" Type="http://schemas.openxmlformats.org/officeDocument/2006/relationships/customXml" Target="../ink/ink166.xml"/><Relationship Id="rId118" Type="http://schemas.openxmlformats.org/officeDocument/2006/relationships/image" Target="../media/image193.png"/><Relationship Id="rId117" Type="http://schemas.openxmlformats.org/officeDocument/2006/relationships/customXml" Target="../ink/ink165.xml"/><Relationship Id="rId116" Type="http://schemas.openxmlformats.org/officeDocument/2006/relationships/image" Target="../media/image192.png"/><Relationship Id="rId115" Type="http://schemas.openxmlformats.org/officeDocument/2006/relationships/customXml" Target="../ink/ink164.xml"/><Relationship Id="rId114" Type="http://schemas.openxmlformats.org/officeDocument/2006/relationships/customXml" Target="../ink/ink163.xml"/><Relationship Id="rId113" Type="http://schemas.openxmlformats.org/officeDocument/2006/relationships/customXml" Target="../ink/ink162.xml"/><Relationship Id="rId112" Type="http://schemas.openxmlformats.org/officeDocument/2006/relationships/customXml" Target="../ink/ink161.xml"/><Relationship Id="rId111" Type="http://schemas.openxmlformats.org/officeDocument/2006/relationships/image" Target="../media/image191.png"/><Relationship Id="rId110" Type="http://schemas.openxmlformats.org/officeDocument/2006/relationships/customXml" Target="../ink/ink160.xml"/><Relationship Id="rId11" Type="http://schemas.openxmlformats.org/officeDocument/2006/relationships/image" Target="../media/image145.png"/><Relationship Id="rId109" Type="http://schemas.openxmlformats.org/officeDocument/2006/relationships/image" Target="../media/image190.png"/><Relationship Id="rId108" Type="http://schemas.openxmlformats.org/officeDocument/2006/relationships/customXml" Target="../ink/ink159.xml"/><Relationship Id="rId107" Type="http://schemas.openxmlformats.org/officeDocument/2006/relationships/image" Target="../media/image189.png"/><Relationship Id="rId106" Type="http://schemas.openxmlformats.org/officeDocument/2006/relationships/customXml" Target="../ink/ink158.xml"/><Relationship Id="rId105" Type="http://schemas.openxmlformats.org/officeDocument/2006/relationships/image" Target="../media/image188.png"/><Relationship Id="rId104" Type="http://schemas.openxmlformats.org/officeDocument/2006/relationships/customXml" Target="../ink/ink157.xml"/><Relationship Id="rId103" Type="http://schemas.openxmlformats.org/officeDocument/2006/relationships/customXml" Target="../ink/ink156.xml"/><Relationship Id="rId102" Type="http://schemas.openxmlformats.org/officeDocument/2006/relationships/image" Target="../media/image187.png"/><Relationship Id="rId101" Type="http://schemas.openxmlformats.org/officeDocument/2006/relationships/customXml" Target="../ink/ink155.xml"/><Relationship Id="rId100" Type="http://schemas.openxmlformats.org/officeDocument/2006/relationships/image" Target="../media/image186.png"/><Relationship Id="rId10" Type="http://schemas.openxmlformats.org/officeDocument/2006/relationships/customXml" Target="../ink/ink107.xml"/><Relationship Id="rId1" Type="http://schemas.openxmlformats.org/officeDocument/2006/relationships/image" Target="../media/image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7.xml.rels><?xml version="1.0" encoding="UTF-8" standalone="yes"?>
<Relationships xmlns="http://schemas.openxmlformats.org/package/2006/relationships"><Relationship Id="rId9" Type="http://schemas.openxmlformats.org/officeDocument/2006/relationships/customXml" Target="../ink/ink173.xml"/><Relationship Id="rId8" Type="http://schemas.openxmlformats.org/officeDocument/2006/relationships/image" Target="../media/image40.png"/><Relationship Id="rId7" Type="http://schemas.openxmlformats.org/officeDocument/2006/relationships/customXml" Target="../ink/ink172.xml"/><Relationship Id="rId6" Type="http://schemas.openxmlformats.org/officeDocument/2006/relationships/image" Target="../media/image196.png"/><Relationship Id="rId51" Type="http://schemas.openxmlformats.org/officeDocument/2006/relationships/notesSlide" Target="../notesSlides/notesSlide49.xml"/><Relationship Id="rId50" Type="http://schemas.openxmlformats.org/officeDocument/2006/relationships/slideLayout" Target="../slideLayouts/slideLayout1.xml"/><Relationship Id="rId5" Type="http://schemas.openxmlformats.org/officeDocument/2006/relationships/customXml" Target="../ink/ink171.xml"/><Relationship Id="rId49" Type="http://schemas.openxmlformats.org/officeDocument/2006/relationships/image" Target="../media/image216.png"/><Relationship Id="rId48" Type="http://schemas.openxmlformats.org/officeDocument/2006/relationships/customXml" Target="../ink/ink193.xml"/><Relationship Id="rId47" Type="http://schemas.openxmlformats.org/officeDocument/2006/relationships/image" Target="../media/image215.png"/><Relationship Id="rId46" Type="http://schemas.openxmlformats.org/officeDocument/2006/relationships/customXml" Target="../ink/ink192.xml"/><Relationship Id="rId45" Type="http://schemas.openxmlformats.org/officeDocument/2006/relationships/image" Target="../media/image214.png"/><Relationship Id="rId44" Type="http://schemas.openxmlformats.org/officeDocument/2006/relationships/customXml" Target="../ink/ink191.xml"/><Relationship Id="rId43" Type="http://schemas.openxmlformats.org/officeDocument/2006/relationships/image" Target="../media/image213.png"/><Relationship Id="rId42" Type="http://schemas.openxmlformats.org/officeDocument/2006/relationships/customXml" Target="../ink/ink190.xml"/><Relationship Id="rId41" Type="http://schemas.openxmlformats.org/officeDocument/2006/relationships/image" Target="../media/image212.png"/><Relationship Id="rId40" Type="http://schemas.openxmlformats.org/officeDocument/2006/relationships/customXml" Target="../ink/ink189.xml"/><Relationship Id="rId4" Type="http://schemas.openxmlformats.org/officeDocument/2006/relationships/image" Target="../media/image195.png"/><Relationship Id="rId39" Type="http://schemas.openxmlformats.org/officeDocument/2006/relationships/image" Target="../media/image211.png"/><Relationship Id="rId38" Type="http://schemas.openxmlformats.org/officeDocument/2006/relationships/customXml" Target="../ink/ink188.xml"/><Relationship Id="rId37" Type="http://schemas.openxmlformats.org/officeDocument/2006/relationships/image" Target="../media/image210.png"/><Relationship Id="rId36" Type="http://schemas.openxmlformats.org/officeDocument/2006/relationships/customXml" Target="../ink/ink187.xml"/><Relationship Id="rId35" Type="http://schemas.openxmlformats.org/officeDocument/2006/relationships/image" Target="../media/image209.png"/><Relationship Id="rId34" Type="http://schemas.openxmlformats.org/officeDocument/2006/relationships/customXml" Target="../ink/ink186.xml"/><Relationship Id="rId33" Type="http://schemas.openxmlformats.org/officeDocument/2006/relationships/customXml" Target="../ink/ink185.xml"/><Relationship Id="rId32" Type="http://schemas.openxmlformats.org/officeDocument/2006/relationships/image" Target="../media/image208.png"/><Relationship Id="rId31" Type="http://schemas.openxmlformats.org/officeDocument/2006/relationships/customXml" Target="../ink/ink184.xml"/><Relationship Id="rId30" Type="http://schemas.openxmlformats.org/officeDocument/2006/relationships/image" Target="../media/image207.png"/><Relationship Id="rId3" Type="http://schemas.openxmlformats.org/officeDocument/2006/relationships/customXml" Target="../ink/ink170.xml"/><Relationship Id="rId29" Type="http://schemas.openxmlformats.org/officeDocument/2006/relationships/customXml" Target="../ink/ink183.xml"/><Relationship Id="rId28" Type="http://schemas.openxmlformats.org/officeDocument/2006/relationships/image" Target="../media/image206.png"/><Relationship Id="rId27" Type="http://schemas.openxmlformats.org/officeDocument/2006/relationships/customXml" Target="../ink/ink182.xml"/><Relationship Id="rId26" Type="http://schemas.openxmlformats.org/officeDocument/2006/relationships/image" Target="../media/image205.png"/><Relationship Id="rId25" Type="http://schemas.openxmlformats.org/officeDocument/2006/relationships/customXml" Target="../ink/ink181.xml"/><Relationship Id="rId24" Type="http://schemas.openxmlformats.org/officeDocument/2006/relationships/image" Target="../media/image204.png"/><Relationship Id="rId23" Type="http://schemas.openxmlformats.org/officeDocument/2006/relationships/customXml" Target="../ink/ink180.xml"/><Relationship Id="rId22" Type="http://schemas.openxmlformats.org/officeDocument/2006/relationships/image" Target="../media/image203.png"/><Relationship Id="rId21" Type="http://schemas.openxmlformats.org/officeDocument/2006/relationships/customXml" Target="../ink/ink179.xml"/><Relationship Id="rId20" Type="http://schemas.openxmlformats.org/officeDocument/2006/relationships/image" Target="../media/image202.png"/><Relationship Id="rId2" Type="http://schemas.openxmlformats.org/officeDocument/2006/relationships/image" Target="../media/image32.png"/><Relationship Id="rId19" Type="http://schemas.openxmlformats.org/officeDocument/2006/relationships/customXml" Target="../ink/ink178.xml"/><Relationship Id="rId18" Type="http://schemas.openxmlformats.org/officeDocument/2006/relationships/image" Target="../media/image201.png"/><Relationship Id="rId17" Type="http://schemas.openxmlformats.org/officeDocument/2006/relationships/customXml" Target="../ink/ink177.xml"/><Relationship Id="rId16" Type="http://schemas.openxmlformats.org/officeDocument/2006/relationships/image" Target="../media/image200.png"/><Relationship Id="rId15" Type="http://schemas.openxmlformats.org/officeDocument/2006/relationships/customXml" Target="../ink/ink176.xml"/><Relationship Id="rId14" Type="http://schemas.openxmlformats.org/officeDocument/2006/relationships/image" Target="../media/image199.png"/><Relationship Id="rId13" Type="http://schemas.openxmlformats.org/officeDocument/2006/relationships/customXml" Target="../ink/ink175.xml"/><Relationship Id="rId12" Type="http://schemas.openxmlformats.org/officeDocument/2006/relationships/image" Target="../media/image198.png"/><Relationship Id="rId11" Type="http://schemas.openxmlformats.org/officeDocument/2006/relationships/customXml" Target="../ink/ink174.xml"/><Relationship Id="rId10" Type="http://schemas.openxmlformats.org/officeDocument/2006/relationships/image" Target="../media/image197.png"/><Relationship Id="rId1" Type="http://schemas.openxmlformats.org/officeDocument/2006/relationships/image" Target="../media/image3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3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8.png"/><Relationship Id="rId2" Type="http://schemas.openxmlformats.org/officeDocument/2006/relationships/image" Target="../media/image217.png"/><Relationship Id="rId1" Type="http://schemas.openxmlformats.org/officeDocument/2006/relationships/image" Target="../media/image3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4"/>
          <p:cNvSpPr/>
          <p:nvPr/>
        </p:nvSpPr>
        <p:spPr>
          <a:xfrm>
            <a:off x="7521575" y="3286125"/>
            <a:ext cx="4918075" cy="28606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8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Computer Networking: A Top Down Approach </a:t>
            </a:r>
            <a:br>
              <a:rPr lang="en-US" altLang="zh-CN" sz="2400" b="1" dirty="0">
                <a:solidFill>
                  <a:srgbClr val="008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</a:br>
            <a:endParaRPr lang="en-US" altLang="zh-CN" sz="1800" b="1" dirty="0">
              <a:solidFill>
                <a:srgbClr val="008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2291" name="Text Box 6"/>
          <p:cNvSpPr txBox="1"/>
          <p:nvPr/>
        </p:nvSpPr>
        <p:spPr>
          <a:xfrm>
            <a:off x="604838" y="2579688"/>
            <a:ext cx="7189787" cy="19034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A note on the use of these Powerpoint slides: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We</a:t>
            </a:r>
            <a:r>
              <a:rPr lang="ja-JP" altLang="en-US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’</a:t>
            </a:r>
            <a:r>
              <a:rPr lang="en-US" altLang="ja-JP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lang="en-US" altLang="ja-JP" sz="1200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lot</a:t>
            </a:r>
            <a:r>
              <a:rPr lang="en-US" altLang="ja-JP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of work on our part. In return for use, we only ask the following:</a:t>
            </a:r>
            <a:endParaRPr lang="en-US" altLang="ja-JP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2292" name="Text Box 7"/>
          <p:cNvSpPr txBox="1"/>
          <p:nvPr/>
        </p:nvSpPr>
        <p:spPr>
          <a:xfrm>
            <a:off x="604838" y="3735388"/>
            <a:ext cx="7051675" cy="287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173355" lvl="0" indent="-173355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173355" lvl="0" indent="-173355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If you use these slides (e.g., in a class) that you mention their source (after all, we</a:t>
            </a:r>
            <a:r>
              <a:rPr lang="ja-JP" altLang="en-US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’</a:t>
            </a:r>
            <a:r>
              <a:rPr lang="en-US" altLang="ja-JP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 like people to use our book!)</a:t>
            </a:r>
            <a:endParaRPr lang="en-US" altLang="ja-JP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173355" lvl="0" indent="-173355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If you post any slides on a www site, that you note that they are adapted from (or perhaps identical to) our slides, and note our copyright of this material.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173355" lvl="0" indent="-173355">
              <a:lnSpc>
                <a:spcPct val="150000"/>
              </a:lnSpc>
              <a:spcBef>
                <a:spcPct val="0"/>
              </a:spcBef>
              <a:buClr>
                <a:schemeClr val="accent2"/>
              </a:buClr>
              <a:buSzTx/>
              <a:buFont typeface="Wingdings" panose="05000000000000000000" pitchFamily="2" charset="2"/>
              <a:buChar char="q"/>
            </a:pP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173355" lvl="0" indent="-173355">
              <a:lnSpc>
                <a:spcPct val="150000"/>
              </a:lnSpc>
              <a:spcBef>
                <a:spcPct val="0"/>
              </a:spcBef>
              <a:buClr>
                <a:schemeClr val="accent2"/>
              </a:buClr>
              <a:buSz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Thanks and enjoy!  JFK/KWR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173355" lvl="0" indent="-173355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173355" lvl="0" indent="-173355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    All material copyright 1996-2016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173355" lvl="0" indent="-173355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    J.F Kurose and K.W. Ross, All Rights Reserved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pic>
        <p:nvPicPr>
          <p:cNvPr id="12293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5963" y="6146800"/>
            <a:ext cx="187325" cy="187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4" name="Picture 1" descr="kurose7e_cover_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7663" y="109538"/>
            <a:ext cx="3087687" cy="3819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5" name="Rectangle 4"/>
          <p:cNvSpPr/>
          <p:nvPr/>
        </p:nvSpPr>
        <p:spPr>
          <a:xfrm>
            <a:off x="8867775" y="4289425"/>
            <a:ext cx="3260725" cy="28606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7</a:t>
            </a:r>
            <a:r>
              <a:rPr lang="en-US" altLang="zh-CN" sz="1800" baseline="30000" dirty="0">
                <a:solidFill>
                  <a:srgbClr val="008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th</a:t>
            </a:r>
            <a:r>
              <a:rPr lang="en-US" altLang="zh-CN" sz="1800" dirty="0">
                <a:solidFill>
                  <a:srgbClr val="008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edition </a:t>
            </a:r>
            <a:br>
              <a:rPr lang="en-US" altLang="zh-CN" sz="1800" dirty="0">
                <a:solidFill>
                  <a:srgbClr val="008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</a:br>
            <a:r>
              <a:rPr lang="en-US" altLang="zh-CN" sz="1800" dirty="0">
                <a:solidFill>
                  <a:srgbClr val="008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Jim Kurose, Keith Ross</a:t>
            </a:r>
            <a:br>
              <a:rPr lang="en-US" altLang="zh-CN" sz="1800" dirty="0">
                <a:solidFill>
                  <a:srgbClr val="008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</a:br>
            <a:r>
              <a:rPr lang="en-US" altLang="zh-CN" sz="1400" dirty="0">
                <a:solidFill>
                  <a:srgbClr val="008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Pearson/Addison Wesley</a:t>
            </a:r>
            <a:br>
              <a:rPr lang="en-US" altLang="zh-CN" sz="1400" dirty="0">
                <a:solidFill>
                  <a:srgbClr val="008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</a:br>
            <a:r>
              <a:rPr lang="en-US" altLang="zh-CN" sz="1400" dirty="0">
                <a:solidFill>
                  <a:srgbClr val="008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April 2016</a:t>
            </a:r>
            <a:endParaRPr lang="en-US" altLang="zh-CN" sz="1400" dirty="0">
              <a:solidFill>
                <a:srgbClr val="008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2296" name="Rectangle 3"/>
          <p:cNvSpPr/>
          <p:nvPr/>
        </p:nvSpPr>
        <p:spPr>
          <a:xfrm>
            <a:off x="444500" y="715963"/>
            <a:ext cx="6688138" cy="17240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Chapter 4  Network Layer: The Data Plane</a:t>
            </a:r>
            <a:endParaRPr lang="en-US" altLang="zh-CN" sz="3200" b="1" dirty="0">
              <a:solidFill>
                <a:srgbClr val="000099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pic>
        <p:nvPicPr>
          <p:cNvPr id="12297" name="Picture 9" descr="underline_base"/>
          <p:cNvPicPr/>
          <p:nvPr/>
        </p:nvPicPr>
        <p:blipFill>
          <a:blip r:embed="rId3"/>
          <a:stretch>
            <a:fillRect/>
          </a:stretch>
        </p:blipFill>
        <p:spPr>
          <a:xfrm>
            <a:off x="1249363" y="2397125"/>
            <a:ext cx="3890962" cy="238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8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458787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2299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34817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sz="3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 layer</a:t>
            </a:r>
            <a:endParaRPr lang="en-US" altLang="zh-CN" sz="36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4339" name="文本占位符 34818"/>
          <p:cNvSpPr>
            <a:spLocks noGrp="1"/>
          </p:cNvSpPr>
          <p:nvPr>
            <p:ph idx="1"/>
          </p:nvPr>
        </p:nvSpPr>
        <p:spPr>
          <a:xfrm>
            <a:off x="273050" y="1506538"/>
            <a:ext cx="6121400" cy="4986337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transport segment from sending to receiving host 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on sending side encapsulates segments into datagrams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on rcving side, delivers segments to transport layer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 layer protocols in </a:t>
            </a:r>
            <a:r>
              <a:rPr lang="en-US" altLang="zh-CN" sz="24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every</a:t>
            </a: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host, router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router examines header fields in all IP datagrams passing through it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10000"/>
              </a:lnSpc>
              <a:spcBef>
                <a:spcPct val="0"/>
              </a:spcBef>
            </a:pP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4340" name="页脚占位符 1"/>
          <p:cNvSpPr txBox="1">
            <a:spLocks noGrp="1"/>
          </p:cNvSpPr>
          <p:nvPr>
            <p:ph type="ftr" sz="quarter" idx="3"/>
          </p:nvPr>
        </p:nvSpPr>
        <p:spPr>
          <a:ln>
            <a:noFill/>
          </a:ln>
        </p:spPr>
        <p:txBody>
          <a:bodyPr/>
          <a:p>
            <a:pPr mar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</a:t>
            </a:r>
            <a:endParaRPr lang="en-US" altLang="zh-CN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4341" name="灯片编号占位符 2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4342" name="任意多边形 35499"/>
          <p:cNvSpPr/>
          <p:nvPr/>
        </p:nvSpPr>
        <p:spPr>
          <a:xfrm>
            <a:off x="8261350" y="3430588"/>
            <a:ext cx="1314450" cy="674687"/>
          </a:xfrm>
          <a:custGeom>
            <a:avLst/>
            <a:gdLst>
              <a:gd name="txL" fmla="*/ 0 w 828"/>
              <a:gd name="txT" fmla="*/ 0 h 425"/>
              <a:gd name="txR" fmla="*/ 828 w 828"/>
              <a:gd name="txB" fmla="*/ 425 h 425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828" h="425">
                <a:moveTo>
                  <a:pt x="382" y="30"/>
                </a:moveTo>
                <a:cubicBezTo>
                  <a:pt x="350" y="29"/>
                  <a:pt x="413" y="30"/>
                  <a:pt x="370" y="30"/>
                </a:cubicBezTo>
                <a:cubicBezTo>
                  <a:pt x="327" y="30"/>
                  <a:pt x="187" y="16"/>
                  <a:pt x="126" y="32"/>
                </a:cubicBezTo>
                <a:cubicBezTo>
                  <a:pt x="65" y="48"/>
                  <a:pt x="12" y="86"/>
                  <a:pt x="6" y="126"/>
                </a:cubicBezTo>
                <a:cubicBezTo>
                  <a:pt x="0" y="166"/>
                  <a:pt x="44" y="231"/>
                  <a:pt x="92" y="274"/>
                </a:cubicBezTo>
                <a:cubicBezTo>
                  <a:pt x="140" y="317"/>
                  <a:pt x="217" y="360"/>
                  <a:pt x="292" y="384"/>
                </a:cubicBezTo>
                <a:cubicBezTo>
                  <a:pt x="367" y="408"/>
                  <a:pt x="472" y="425"/>
                  <a:pt x="540" y="416"/>
                </a:cubicBezTo>
                <a:cubicBezTo>
                  <a:pt x="608" y="407"/>
                  <a:pt x="659" y="371"/>
                  <a:pt x="698" y="330"/>
                </a:cubicBezTo>
                <a:cubicBezTo>
                  <a:pt x="737" y="289"/>
                  <a:pt x="760" y="221"/>
                  <a:pt x="776" y="170"/>
                </a:cubicBezTo>
                <a:cubicBezTo>
                  <a:pt x="792" y="119"/>
                  <a:pt x="828" y="44"/>
                  <a:pt x="792" y="22"/>
                </a:cubicBezTo>
                <a:cubicBezTo>
                  <a:pt x="756" y="0"/>
                  <a:pt x="630" y="37"/>
                  <a:pt x="560" y="38"/>
                </a:cubicBezTo>
                <a:cubicBezTo>
                  <a:pt x="490" y="39"/>
                  <a:pt x="414" y="31"/>
                  <a:pt x="382" y="30"/>
                </a:cubicBezTo>
                <a:close/>
              </a:path>
            </a:pathLst>
          </a:custGeom>
          <a:solidFill>
            <a:srgbClr val="DDDDDD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4343" name="任意多边形 35500"/>
          <p:cNvSpPr/>
          <p:nvPr/>
        </p:nvSpPr>
        <p:spPr>
          <a:xfrm>
            <a:off x="8280400" y="1905000"/>
            <a:ext cx="1730375" cy="1044575"/>
          </a:xfrm>
          <a:custGeom>
            <a:avLst/>
            <a:gdLst>
              <a:gd name="txL" fmla="*/ 0 w 765"/>
              <a:gd name="txT" fmla="*/ 0 h 459"/>
              <a:gd name="txR" fmla="*/ 765 w 765"/>
              <a:gd name="txB" fmla="*/ 459 h 459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765" h="459">
                <a:moveTo>
                  <a:pt x="424" y="10"/>
                </a:moveTo>
                <a:cubicBezTo>
                  <a:pt x="362" y="16"/>
                  <a:pt x="343" y="55"/>
                  <a:pt x="288" y="70"/>
                </a:cubicBezTo>
                <a:cubicBezTo>
                  <a:pt x="233" y="85"/>
                  <a:pt x="142" y="56"/>
                  <a:pt x="96" y="100"/>
                </a:cubicBezTo>
                <a:cubicBezTo>
                  <a:pt x="50" y="144"/>
                  <a:pt x="0" y="279"/>
                  <a:pt x="14" y="336"/>
                </a:cubicBezTo>
                <a:cubicBezTo>
                  <a:pt x="28" y="393"/>
                  <a:pt x="125" y="429"/>
                  <a:pt x="180" y="444"/>
                </a:cubicBezTo>
                <a:cubicBezTo>
                  <a:pt x="235" y="459"/>
                  <a:pt x="279" y="426"/>
                  <a:pt x="346" y="426"/>
                </a:cubicBezTo>
                <a:cubicBezTo>
                  <a:pt x="413" y="426"/>
                  <a:pt x="525" y="443"/>
                  <a:pt x="584" y="444"/>
                </a:cubicBezTo>
                <a:cubicBezTo>
                  <a:pt x="643" y="445"/>
                  <a:pt x="670" y="446"/>
                  <a:pt x="698" y="434"/>
                </a:cubicBezTo>
                <a:cubicBezTo>
                  <a:pt x="726" y="422"/>
                  <a:pt x="743" y="418"/>
                  <a:pt x="752" y="372"/>
                </a:cubicBezTo>
                <a:cubicBezTo>
                  <a:pt x="761" y="326"/>
                  <a:pt x="765" y="214"/>
                  <a:pt x="750" y="158"/>
                </a:cubicBezTo>
                <a:cubicBezTo>
                  <a:pt x="735" y="102"/>
                  <a:pt x="716" y="58"/>
                  <a:pt x="662" y="34"/>
                </a:cubicBezTo>
                <a:cubicBezTo>
                  <a:pt x="608" y="10"/>
                  <a:pt x="505" y="0"/>
                  <a:pt x="424" y="10"/>
                </a:cubicBezTo>
                <a:close/>
              </a:path>
            </a:pathLst>
          </a:custGeom>
          <a:gradFill rotWithShape="1">
            <a:gsLst>
              <a:gs pos="0">
                <a:srgbClr val="DDDDDD">
                  <a:alpha val="100000"/>
                </a:srgbClr>
              </a:gs>
              <a:gs pos="100000">
                <a:schemeClr val="bg1">
                  <a:alpha val="10000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4344" name="任意多边形 35501"/>
          <p:cNvSpPr/>
          <p:nvPr/>
        </p:nvSpPr>
        <p:spPr>
          <a:xfrm>
            <a:off x="6540500" y="1612900"/>
            <a:ext cx="1644650" cy="1071563"/>
          </a:xfrm>
          <a:custGeom>
            <a:avLst/>
            <a:gdLst>
              <a:gd name="txL" fmla="*/ 0 w 1036"/>
              <a:gd name="txT" fmla="*/ 0 h 675"/>
              <a:gd name="txR" fmla="*/ 1036 w 1036"/>
              <a:gd name="txB" fmla="*/ 675 h 675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DDDDDD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14345" name="组合 35502"/>
          <p:cNvGrpSpPr/>
          <p:nvPr/>
        </p:nvGrpSpPr>
        <p:grpSpPr>
          <a:xfrm>
            <a:off x="6627813" y="2947988"/>
            <a:ext cx="1458912" cy="933450"/>
            <a:chOff x="2889" y="1631"/>
            <a:chExt cx="980" cy="743"/>
          </a:xfrm>
        </p:grpSpPr>
        <p:sp>
          <p:nvSpPr>
            <p:cNvPr id="14946" name="矩形 35503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DDDDDD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4947" name="等腰三角形 35504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solidFill>
                  <a:srgbClr val="00CCFF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grpSp>
        <p:nvGrpSpPr>
          <p:cNvPr id="14346" name="组合 35505"/>
          <p:cNvGrpSpPr/>
          <p:nvPr/>
        </p:nvGrpSpPr>
        <p:grpSpPr>
          <a:xfrm>
            <a:off x="7329488" y="1804988"/>
            <a:ext cx="336550" cy="531812"/>
            <a:chOff x="3796" y="1043"/>
            <a:chExt cx="865" cy="1237"/>
          </a:xfrm>
        </p:grpSpPr>
        <p:sp>
          <p:nvSpPr>
            <p:cNvPr id="14916" name="直接连接符 35506"/>
            <p:cNvSpPr/>
            <p:nvPr/>
          </p:nvSpPr>
          <p:spPr>
            <a:xfrm flipH="1">
              <a:off x="3992" y="1481"/>
              <a:ext cx="235" cy="724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917" name="直接连接符 35507"/>
            <p:cNvSpPr/>
            <p:nvPr/>
          </p:nvSpPr>
          <p:spPr>
            <a:xfrm>
              <a:off x="4227" y="1481"/>
              <a:ext cx="236" cy="720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918" name="直接连接符 35508"/>
            <p:cNvSpPr/>
            <p:nvPr/>
          </p:nvSpPr>
          <p:spPr>
            <a:xfrm>
              <a:off x="3992" y="2201"/>
              <a:ext cx="235" cy="79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919" name="直接连接符 35509"/>
            <p:cNvSpPr/>
            <p:nvPr/>
          </p:nvSpPr>
          <p:spPr>
            <a:xfrm flipH="1">
              <a:off x="4227" y="2201"/>
              <a:ext cx="236" cy="79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920" name="直接连接符 35510"/>
            <p:cNvSpPr/>
            <p:nvPr/>
          </p:nvSpPr>
          <p:spPr>
            <a:xfrm>
              <a:off x="4227" y="1497"/>
              <a:ext cx="0" cy="783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921" name="直接连接符 35511"/>
            <p:cNvSpPr/>
            <p:nvPr/>
          </p:nvSpPr>
          <p:spPr>
            <a:xfrm flipV="1">
              <a:off x="3992" y="2127"/>
              <a:ext cx="235" cy="78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922" name="直接连接符 35512"/>
            <p:cNvSpPr/>
            <p:nvPr/>
          </p:nvSpPr>
          <p:spPr>
            <a:xfrm flipH="1" flipV="1">
              <a:off x="4227" y="2127"/>
              <a:ext cx="236" cy="74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923" name="直接连接符 35513"/>
            <p:cNvSpPr/>
            <p:nvPr/>
          </p:nvSpPr>
          <p:spPr>
            <a:xfrm>
              <a:off x="4092" y="1890"/>
              <a:ext cx="135" cy="60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924" name="直接连接符 35514"/>
            <p:cNvSpPr/>
            <p:nvPr/>
          </p:nvSpPr>
          <p:spPr>
            <a:xfrm flipV="1">
              <a:off x="4227" y="1890"/>
              <a:ext cx="143" cy="60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925" name="直接连接符 35515"/>
            <p:cNvSpPr/>
            <p:nvPr/>
          </p:nvSpPr>
          <p:spPr>
            <a:xfrm>
              <a:off x="4047" y="1996"/>
              <a:ext cx="175" cy="81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926" name="直接连接符 35516"/>
            <p:cNvSpPr/>
            <p:nvPr/>
          </p:nvSpPr>
          <p:spPr>
            <a:xfrm flipV="1">
              <a:off x="4227" y="2012"/>
              <a:ext cx="176" cy="71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927" name="直接连接符 35517"/>
            <p:cNvSpPr/>
            <p:nvPr/>
          </p:nvSpPr>
          <p:spPr>
            <a:xfrm flipV="1">
              <a:off x="4227" y="1782"/>
              <a:ext cx="90" cy="29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928" name="直接连接符 35518"/>
            <p:cNvSpPr/>
            <p:nvPr/>
          </p:nvSpPr>
          <p:spPr>
            <a:xfrm flipV="1">
              <a:off x="4227" y="1632"/>
              <a:ext cx="57" cy="22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929" name="直接连接符 35519"/>
            <p:cNvSpPr/>
            <p:nvPr/>
          </p:nvSpPr>
          <p:spPr>
            <a:xfrm>
              <a:off x="4126" y="1772"/>
              <a:ext cx="109" cy="39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930" name="直接连接符 35520"/>
            <p:cNvSpPr/>
            <p:nvPr/>
          </p:nvSpPr>
          <p:spPr>
            <a:xfrm>
              <a:off x="4175" y="1625"/>
              <a:ext cx="63" cy="39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4931" name="组合 35521"/>
            <p:cNvGrpSpPr/>
            <p:nvPr/>
          </p:nvGrpSpPr>
          <p:grpSpPr>
            <a:xfrm>
              <a:off x="4269" y="1415"/>
              <a:ext cx="392" cy="137"/>
              <a:chOff x="4227" y="1360"/>
              <a:chExt cx="863" cy="270"/>
            </a:xfrm>
          </p:grpSpPr>
          <p:sp>
            <p:nvSpPr>
              <p:cNvPr id="14942" name="直接连接符 35522"/>
              <p:cNvSpPr/>
              <p:nvPr/>
            </p:nvSpPr>
            <p:spPr>
              <a:xfrm>
                <a:off x="4227" y="1604"/>
                <a:ext cx="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943" name="直接连接符 35523"/>
              <p:cNvSpPr/>
              <p:nvPr/>
            </p:nvSpPr>
            <p:spPr>
              <a:xfrm rot="6361956" flipH="1" flipV="1">
                <a:off x="4464" y="1203"/>
                <a:ext cx="189" cy="500"/>
              </a:xfrm>
              <a:prstGeom prst="line">
                <a:avLst/>
              </a:prstGeom>
              <a:ln w="317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944" name="直接连接符 35524"/>
              <p:cNvSpPr/>
              <p:nvPr/>
            </p:nvSpPr>
            <p:spPr>
              <a:xfrm rot="6361956">
                <a:off x="4602" y="1393"/>
                <a:ext cx="189" cy="203"/>
              </a:xfrm>
              <a:prstGeom prst="line">
                <a:avLst/>
              </a:prstGeom>
              <a:ln w="317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945" name="直接连接符 35525"/>
              <p:cNvSpPr/>
              <p:nvPr/>
            </p:nvSpPr>
            <p:spPr>
              <a:xfrm rot="6361956" flipH="1" flipV="1">
                <a:off x="4745" y="1284"/>
                <a:ext cx="189" cy="500"/>
              </a:xfrm>
              <a:prstGeom prst="line">
                <a:avLst/>
              </a:prstGeom>
              <a:ln w="317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4932" name="组合 35526"/>
            <p:cNvGrpSpPr/>
            <p:nvPr/>
          </p:nvGrpSpPr>
          <p:grpSpPr>
            <a:xfrm rot="5700496">
              <a:off x="4051" y="1170"/>
              <a:ext cx="392" cy="137"/>
              <a:chOff x="4227" y="1360"/>
              <a:chExt cx="863" cy="270"/>
            </a:xfrm>
          </p:grpSpPr>
          <p:sp>
            <p:nvSpPr>
              <p:cNvPr id="14938" name="直接连接符 35527"/>
              <p:cNvSpPr/>
              <p:nvPr/>
            </p:nvSpPr>
            <p:spPr>
              <a:xfrm>
                <a:off x="4227" y="1604"/>
                <a:ext cx="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939" name="直接连接符 35528"/>
              <p:cNvSpPr/>
              <p:nvPr/>
            </p:nvSpPr>
            <p:spPr>
              <a:xfrm rot="6361956" flipH="1" flipV="1">
                <a:off x="4464" y="1203"/>
                <a:ext cx="189" cy="500"/>
              </a:xfrm>
              <a:prstGeom prst="line">
                <a:avLst/>
              </a:prstGeom>
              <a:ln w="317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940" name="直接连接符 35529"/>
              <p:cNvSpPr/>
              <p:nvPr/>
            </p:nvSpPr>
            <p:spPr>
              <a:xfrm rot="6361956">
                <a:off x="4602" y="1393"/>
                <a:ext cx="189" cy="203"/>
              </a:xfrm>
              <a:prstGeom prst="line">
                <a:avLst/>
              </a:prstGeom>
              <a:ln w="317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941" name="直接连接符 35530"/>
              <p:cNvSpPr/>
              <p:nvPr/>
            </p:nvSpPr>
            <p:spPr>
              <a:xfrm rot="6361956" flipH="1" flipV="1">
                <a:off x="4745" y="1284"/>
                <a:ext cx="189" cy="500"/>
              </a:xfrm>
              <a:prstGeom prst="line">
                <a:avLst/>
              </a:prstGeom>
              <a:ln w="317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4933" name="组合 35531"/>
            <p:cNvGrpSpPr/>
            <p:nvPr/>
          </p:nvGrpSpPr>
          <p:grpSpPr>
            <a:xfrm rot="10800000">
              <a:off x="3796" y="1402"/>
              <a:ext cx="392" cy="137"/>
              <a:chOff x="4227" y="1360"/>
              <a:chExt cx="863" cy="270"/>
            </a:xfrm>
          </p:grpSpPr>
          <p:sp>
            <p:nvSpPr>
              <p:cNvPr id="14934" name="直接连接符 35532"/>
              <p:cNvSpPr/>
              <p:nvPr/>
            </p:nvSpPr>
            <p:spPr>
              <a:xfrm>
                <a:off x="4227" y="1604"/>
                <a:ext cx="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935" name="直接连接符 35533"/>
              <p:cNvSpPr/>
              <p:nvPr/>
            </p:nvSpPr>
            <p:spPr>
              <a:xfrm rot="6361956" flipH="1" flipV="1">
                <a:off x="4464" y="1203"/>
                <a:ext cx="189" cy="500"/>
              </a:xfrm>
              <a:prstGeom prst="line">
                <a:avLst/>
              </a:prstGeom>
              <a:ln w="317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936" name="直接连接符 35534"/>
              <p:cNvSpPr/>
              <p:nvPr/>
            </p:nvSpPr>
            <p:spPr>
              <a:xfrm rot="6361956">
                <a:off x="4602" y="1393"/>
                <a:ext cx="189" cy="203"/>
              </a:xfrm>
              <a:prstGeom prst="line">
                <a:avLst/>
              </a:prstGeom>
              <a:ln w="317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937" name="直接连接符 35535"/>
              <p:cNvSpPr/>
              <p:nvPr/>
            </p:nvSpPr>
            <p:spPr>
              <a:xfrm rot="6361956" flipH="1" flipV="1">
                <a:off x="4745" y="1284"/>
                <a:ext cx="189" cy="500"/>
              </a:xfrm>
              <a:prstGeom prst="line">
                <a:avLst/>
              </a:prstGeom>
              <a:ln w="317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14347" name="椭圆 35536"/>
          <p:cNvSpPr/>
          <p:nvPr/>
        </p:nvSpPr>
        <p:spPr>
          <a:xfrm>
            <a:off x="8386763" y="3625850"/>
            <a:ext cx="358775" cy="95250"/>
          </a:xfrm>
          <a:prstGeom prst="ellipse">
            <a:avLst/>
          </a:prstGeom>
          <a:solidFill>
            <a:srgbClr val="DDDDDD"/>
          </a:solidFill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4348" name="直接连接符 35537"/>
          <p:cNvSpPr/>
          <p:nvPr/>
        </p:nvSpPr>
        <p:spPr>
          <a:xfrm>
            <a:off x="8386763" y="3617913"/>
            <a:ext cx="0" cy="58737"/>
          </a:xfrm>
          <a:prstGeom prst="line">
            <a:avLst/>
          </a:prstGeom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49" name="直接连接符 35538"/>
          <p:cNvSpPr/>
          <p:nvPr/>
        </p:nvSpPr>
        <p:spPr>
          <a:xfrm>
            <a:off x="8745538" y="3617913"/>
            <a:ext cx="0" cy="58737"/>
          </a:xfrm>
          <a:prstGeom prst="line">
            <a:avLst/>
          </a:prstGeom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50" name="矩形 35539"/>
          <p:cNvSpPr/>
          <p:nvPr/>
        </p:nvSpPr>
        <p:spPr>
          <a:xfrm>
            <a:off x="8386763" y="3617913"/>
            <a:ext cx="355600" cy="58737"/>
          </a:xfrm>
          <a:prstGeom prst="rect">
            <a:avLst/>
          </a:prstGeom>
          <a:solidFill>
            <a:srgbClr val="DDDDDD"/>
          </a:solidFill>
          <a:ln w="127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4351" name="椭圆 35540"/>
          <p:cNvSpPr/>
          <p:nvPr/>
        </p:nvSpPr>
        <p:spPr>
          <a:xfrm>
            <a:off x="8383588" y="3549650"/>
            <a:ext cx="358775" cy="111125"/>
          </a:xfrm>
          <a:prstGeom prst="ellipse">
            <a:avLst/>
          </a:prstGeom>
          <a:solidFill>
            <a:srgbClr val="DDDDDD"/>
          </a:solidFill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4352" name="组合 35541"/>
          <p:cNvGrpSpPr/>
          <p:nvPr/>
        </p:nvGrpSpPr>
        <p:grpSpPr>
          <a:xfrm>
            <a:off x="8469313" y="3573463"/>
            <a:ext cx="179387" cy="65087"/>
            <a:chOff x="2848" y="848"/>
            <a:chExt cx="140" cy="98"/>
          </a:xfrm>
        </p:grpSpPr>
        <p:sp>
          <p:nvSpPr>
            <p:cNvPr id="14913" name="直接连接符 35542"/>
            <p:cNvSpPr/>
            <p:nvPr/>
          </p:nvSpPr>
          <p:spPr>
            <a:xfrm flipV="1">
              <a:off x="2848" y="848"/>
              <a:ext cx="50" cy="2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914" name="直接连接符 35543"/>
            <p:cNvSpPr/>
            <p:nvPr/>
          </p:nvSpPr>
          <p:spPr>
            <a:xfrm>
              <a:off x="2944" y="946"/>
              <a:ext cx="44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915" name="直接连接符 35544"/>
            <p:cNvSpPr/>
            <p:nvPr/>
          </p:nvSpPr>
          <p:spPr>
            <a:xfrm>
              <a:off x="2894" y="850"/>
              <a:ext cx="52" cy="96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4353" name="组合 35545"/>
          <p:cNvGrpSpPr/>
          <p:nvPr/>
        </p:nvGrpSpPr>
        <p:grpSpPr>
          <a:xfrm flipV="1">
            <a:off x="8469313" y="3573463"/>
            <a:ext cx="179387" cy="65087"/>
            <a:chOff x="2848" y="848"/>
            <a:chExt cx="140" cy="98"/>
          </a:xfrm>
        </p:grpSpPr>
        <p:sp>
          <p:nvSpPr>
            <p:cNvPr id="14910" name="直接连接符 35546"/>
            <p:cNvSpPr/>
            <p:nvPr/>
          </p:nvSpPr>
          <p:spPr>
            <a:xfrm flipV="1">
              <a:off x="2848" y="848"/>
              <a:ext cx="50" cy="2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911" name="直接连接符 35547"/>
            <p:cNvSpPr/>
            <p:nvPr/>
          </p:nvSpPr>
          <p:spPr>
            <a:xfrm>
              <a:off x="2944" y="946"/>
              <a:ext cx="44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912" name="直接连接符 35548"/>
            <p:cNvSpPr/>
            <p:nvPr/>
          </p:nvSpPr>
          <p:spPr>
            <a:xfrm>
              <a:off x="2894" y="850"/>
              <a:ext cx="52" cy="96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4354" name="椭圆 35549"/>
          <p:cNvSpPr/>
          <p:nvPr/>
        </p:nvSpPr>
        <p:spPr>
          <a:xfrm>
            <a:off x="8742363" y="3905250"/>
            <a:ext cx="358775" cy="95250"/>
          </a:xfrm>
          <a:prstGeom prst="ellipse">
            <a:avLst/>
          </a:prstGeom>
          <a:solidFill>
            <a:srgbClr val="DDDDDD"/>
          </a:solidFill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4355" name="直接连接符 35550"/>
          <p:cNvSpPr/>
          <p:nvPr/>
        </p:nvSpPr>
        <p:spPr>
          <a:xfrm>
            <a:off x="8742363" y="3897313"/>
            <a:ext cx="0" cy="58737"/>
          </a:xfrm>
          <a:prstGeom prst="line">
            <a:avLst/>
          </a:prstGeom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56" name="直接连接符 35551"/>
          <p:cNvSpPr/>
          <p:nvPr/>
        </p:nvSpPr>
        <p:spPr>
          <a:xfrm>
            <a:off x="9101138" y="3897313"/>
            <a:ext cx="0" cy="58737"/>
          </a:xfrm>
          <a:prstGeom prst="line">
            <a:avLst/>
          </a:prstGeom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57" name="矩形 35552"/>
          <p:cNvSpPr/>
          <p:nvPr/>
        </p:nvSpPr>
        <p:spPr>
          <a:xfrm>
            <a:off x="8742363" y="3897313"/>
            <a:ext cx="355600" cy="58737"/>
          </a:xfrm>
          <a:prstGeom prst="rect">
            <a:avLst/>
          </a:prstGeom>
          <a:solidFill>
            <a:srgbClr val="DDDDDD"/>
          </a:solidFill>
          <a:ln w="127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4358" name="椭圆 35553"/>
          <p:cNvSpPr/>
          <p:nvPr/>
        </p:nvSpPr>
        <p:spPr>
          <a:xfrm>
            <a:off x="8739188" y="3829050"/>
            <a:ext cx="358775" cy="111125"/>
          </a:xfrm>
          <a:prstGeom prst="ellipse">
            <a:avLst/>
          </a:prstGeom>
          <a:solidFill>
            <a:srgbClr val="DDDDDD"/>
          </a:solidFill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4359" name="组合 35554"/>
          <p:cNvGrpSpPr/>
          <p:nvPr/>
        </p:nvGrpSpPr>
        <p:grpSpPr>
          <a:xfrm>
            <a:off x="8824913" y="3852863"/>
            <a:ext cx="179387" cy="65087"/>
            <a:chOff x="2848" y="848"/>
            <a:chExt cx="140" cy="98"/>
          </a:xfrm>
        </p:grpSpPr>
        <p:sp>
          <p:nvSpPr>
            <p:cNvPr id="14907" name="直接连接符 35555"/>
            <p:cNvSpPr/>
            <p:nvPr/>
          </p:nvSpPr>
          <p:spPr>
            <a:xfrm flipV="1">
              <a:off x="2848" y="848"/>
              <a:ext cx="50" cy="2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908" name="直接连接符 35556"/>
            <p:cNvSpPr/>
            <p:nvPr/>
          </p:nvSpPr>
          <p:spPr>
            <a:xfrm>
              <a:off x="2944" y="946"/>
              <a:ext cx="44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909" name="直接连接符 35557"/>
            <p:cNvSpPr/>
            <p:nvPr/>
          </p:nvSpPr>
          <p:spPr>
            <a:xfrm>
              <a:off x="2894" y="850"/>
              <a:ext cx="52" cy="96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4360" name="组合 35558"/>
          <p:cNvGrpSpPr/>
          <p:nvPr/>
        </p:nvGrpSpPr>
        <p:grpSpPr>
          <a:xfrm flipV="1">
            <a:off x="8824913" y="3852863"/>
            <a:ext cx="179387" cy="65087"/>
            <a:chOff x="2848" y="848"/>
            <a:chExt cx="140" cy="98"/>
          </a:xfrm>
        </p:grpSpPr>
        <p:sp>
          <p:nvSpPr>
            <p:cNvPr id="14904" name="直接连接符 35559"/>
            <p:cNvSpPr/>
            <p:nvPr/>
          </p:nvSpPr>
          <p:spPr>
            <a:xfrm flipV="1">
              <a:off x="2848" y="848"/>
              <a:ext cx="50" cy="2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905" name="直接连接符 35560"/>
            <p:cNvSpPr/>
            <p:nvPr/>
          </p:nvSpPr>
          <p:spPr>
            <a:xfrm>
              <a:off x="2944" y="946"/>
              <a:ext cx="44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906" name="直接连接符 35561"/>
            <p:cNvSpPr/>
            <p:nvPr/>
          </p:nvSpPr>
          <p:spPr>
            <a:xfrm>
              <a:off x="2894" y="850"/>
              <a:ext cx="52" cy="96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4361" name="椭圆 35562"/>
          <p:cNvSpPr/>
          <p:nvPr/>
        </p:nvSpPr>
        <p:spPr>
          <a:xfrm>
            <a:off x="9021763" y="3638550"/>
            <a:ext cx="358775" cy="95250"/>
          </a:xfrm>
          <a:prstGeom prst="ellipse">
            <a:avLst/>
          </a:prstGeom>
          <a:solidFill>
            <a:srgbClr val="DDDDDD"/>
          </a:solidFill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4362" name="直接连接符 35563"/>
          <p:cNvSpPr/>
          <p:nvPr/>
        </p:nvSpPr>
        <p:spPr>
          <a:xfrm>
            <a:off x="9021763" y="3630613"/>
            <a:ext cx="0" cy="58737"/>
          </a:xfrm>
          <a:prstGeom prst="line">
            <a:avLst/>
          </a:prstGeom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63" name="直接连接符 35564"/>
          <p:cNvSpPr/>
          <p:nvPr/>
        </p:nvSpPr>
        <p:spPr>
          <a:xfrm>
            <a:off x="9380538" y="3630613"/>
            <a:ext cx="0" cy="58737"/>
          </a:xfrm>
          <a:prstGeom prst="line">
            <a:avLst/>
          </a:prstGeom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64" name="矩形 35565"/>
          <p:cNvSpPr/>
          <p:nvPr/>
        </p:nvSpPr>
        <p:spPr>
          <a:xfrm>
            <a:off x="9021763" y="3630613"/>
            <a:ext cx="355600" cy="58737"/>
          </a:xfrm>
          <a:prstGeom prst="rect">
            <a:avLst/>
          </a:prstGeom>
          <a:solidFill>
            <a:srgbClr val="DDDDDD"/>
          </a:solidFill>
          <a:ln w="127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4365" name="椭圆 35566"/>
          <p:cNvSpPr/>
          <p:nvPr/>
        </p:nvSpPr>
        <p:spPr>
          <a:xfrm>
            <a:off x="9018588" y="3562350"/>
            <a:ext cx="358775" cy="111125"/>
          </a:xfrm>
          <a:prstGeom prst="ellipse">
            <a:avLst/>
          </a:prstGeom>
          <a:solidFill>
            <a:srgbClr val="DDDDDD"/>
          </a:solidFill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4366" name="组合 35567"/>
          <p:cNvGrpSpPr/>
          <p:nvPr/>
        </p:nvGrpSpPr>
        <p:grpSpPr>
          <a:xfrm>
            <a:off x="9104313" y="3586163"/>
            <a:ext cx="179387" cy="65087"/>
            <a:chOff x="2848" y="848"/>
            <a:chExt cx="140" cy="98"/>
          </a:xfrm>
        </p:grpSpPr>
        <p:sp>
          <p:nvSpPr>
            <p:cNvPr id="14901" name="直接连接符 35568"/>
            <p:cNvSpPr/>
            <p:nvPr/>
          </p:nvSpPr>
          <p:spPr>
            <a:xfrm flipV="1">
              <a:off x="2848" y="848"/>
              <a:ext cx="50" cy="2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902" name="直接连接符 35569"/>
            <p:cNvSpPr/>
            <p:nvPr/>
          </p:nvSpPr>
          <p:spPr>
            <a:xfrm>
              <a:off x="2944" y="946"/>
              <a:ext cx="44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903" name="直接连接符 35570"/>
            <p:cNvSpPr/>
            <p:nvPr/>
          </p:nvSpPr>
          <p:spPr>
            <a:xfrm>
              <a:off x="2894" y="850"/>
              <a:ext cx="52" cy="96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4367" name="组合 35571"/>
          <p:cNvGrpSpPr/>
          <p:nvPr/>
        </p:nvGrpSpPr>
        <p:grpSpPr>
          <a:xfrm flipV="1">
            <a:off x="9104313" y="3586163"/>
            <a:ext cx="179387" cy="65087"/>
            <a:chOff x="2848" y="848"/>
            <a:chExt cx="140" cy="98"/>
          </a:xfrm>
        </p:grpSpPr>
        <p:sp>
          <p:nvSpPr>
            <p:cNvPr id="14898" name="直接连接符 35572"/>
            <p:cNvSpPr/>
            <p:nvPr/>
          </p:nvSpPr>
          <p:spPr>
            <a:xfrm flipV="1">
              <a:off x="2848" y="848"/>
              <a:ext cx="50" cy="2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899" name="直接连接符 35573"/>
            <p:cNvSpPr/>
            <p:nvPr/>
          </p:nvSpPr>
          <p:spPr>
            <a:xfrm>
              <a:off x="2944" y="946"/>
              <a:ext cx="44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900" name="直接连接符 35574"/>
            <p:cNvSpPr/>
            <p:nvPr/>
          </p:nvSpPr>
          <p:spPr>
            <a:xfrm>
              <a:off x="2894" y="850"/>
              <a:ext cx="52" cy="96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4368" name="椭圆 35575"/>
          <p:cNvSpPr/>
          <p:nvPr/>
        </p:nvSpPr>
        <p:spPr>
          <a:xfrm>
            <a:off x="8486775" y="2476500"/>
            <a:ext cx="347663" cy="88900"/>
          </a:xfrm>
          <a:prstGeom prst="ellipse">
            <a:avLst/>
          </a:prstGeom>
          <a:solidFill>
            <a:srgbClr val="DDDDDD"/>
          </a:solidFill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4369" name="直接连接符 35576"/>
          <p:cNvSpPr/>
          <p:nvPr/>
        </p:nvSpPr>
        <p:spPr>
          <a:xfrm>
            <a:off x="8486775" y="2468563"/>
            <a:ext cx="0" cy="55562"/>
          </a:xfrm>
          <a:prstGeom prst="line">
            <a:avLst/>
          </a:prstGeom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70" name="直接连接符 35577"/>
          <p:cNvSpPr/>
          <p:nvPr/>
        </p:nvSpPr>
        <p:spPr>
          <a:xfrm>
            <a:off x="8834438" y="2468563"/>
            <a:ext cx="0" cy="55562"/>
          </a:xfrm>
          <a:prstGeom prst="line">
            <a:avLst/>
          </a:prstGeom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71" name="矩形 35578"/>
          <p:cNvSpPr/>
          <p:nvPr/>
        </p:nvSpPr>
        <p:spPr>
          <a:xfrm>
            <a:off x="8486775" y="2468563"/>
            <a:ext cx="344488" cy="53975"/>
          </a:xfrm>
          <a:prstGeom prst="rect">
            <a:avLst/>
          </a:prstGeom>
          <a:solidFill>
            <a:srgbClr val="DDDDDD"/>
          </a:solidFill>
          <a:ln w="127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4372" name="椭圆 35579"/>
          <p:cNvSpPr/>
          <p:nvPr/>
        </p:nvSpPr>
        <p:spPr>
          <a:xfrm>
            <a:off x="8483600" y="2405063"/>
            <a:ext cx="347663" cy="103187"/>
          </a:xfrm>
          <a:prstGeom prst="ellipse">
            <a:avLst/>
          </a:prstGeom>
          <a:solidFill>
            <a:srgbClr val="DDDDDD"/>
          </a:solidFill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4373" name="组合 35580"/>
          <p:cNvGrpSpPr/>
          <p:nvPr/>
        </p:nvGrpSpPr>
        <p:grpSpPr>
          <a:xfrm>
            <a:off x="8567738" y="2427288"/>
            <a:ext cx="171450" cy="61912"/>
            <a:chOff x="2848" y="848"/>
            <a:chExt cx="140" cy="98"/>
          </a:xfrm>
        </p:grpSpPr>
        <p:sp>
          <p:nvSpPr>
            <p:cNvPr id="14895" name="直接连接符 35581"/>
            <p:cNvSpPr/>
            <p:nvPr/>
          </p:nvSpPr>
          <p:spPr>
            <a:xfrm flipV="1">
              <a:off x="2848" y="848"/>
              <a:ext cx="50" cy="2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896" name="直接连接符 35582"/>
            <p:cNvSpPr/>
            <p:nvPr/>
          </p:nvSpPr>
          <p:spPr>
            <a:xfrm>
              <a:off x="2944" y="946"/>
              <a:ext cx="44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897" name="直接连接符 35583"/>
            <p:cNvSpPr/>
            <p:nvPr/>
          </p:nvSpPr>
          <p:spPr>
            <a:xfrm>
              <a:off x="2894" y="850"/>
              <a:ext cx="52" cy="96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4374" name="组合 35584"/>
          <p:cNvGrpSpPr/>
          <p:nvPr/>
        </p:nvGrpSpPr>
        <p:grpSpPr>
          <a:xfrm flipV="1">
            <a:off x="8567738" y="2427288"/>
            <a:ext cx="171450" cy="60325"/>
            <a:chOff x="2848" y="848"/>
            <a:chExt cx="140" cy="98"/>
          </a:xfrm>
        </p:grpSpPr>
        <p:sp>
          <p:nvSpPr>
            <p:cNvPr id="14892" name="直接连接符 35585"/>
            <p:cNvSpPr/>
            <p:nvPr/>
          </p:nvSpPr>
          <p:spPr>
            <a:xfrm flipV="1">
              <a:off x="2848" y="848"/>
              <a:ext cx="50" cy="2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893" name="直接连接符 35586"/>
            <p:cNvSpPr/>
            <p:nvPr/>
          </p:nvSpPr>
          <p:spPr>
            <a:xfrm>
              <a:off x="2944" y="946"/>
              <a:ext cx="44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894" name="直接连接符 35587"/>
            <p:cNvSpPr/>
            <p:nvPr/>
          </p:nvSpPr>
          <p:spPr>
            <a:xfrm>
              <a:off x="2894" y="850"/>
              <a:ext cx="52" cy="96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4375" name="椭圆 35588"/>
          <p:cNvSpPr/>
          <p:nvPr/>
        </p:nvSpPr>
        <p:spPr>
          <a:xfrm>
            <a:off x="8485188" y="2736850"/>
            <a:ext cx="358775" cy="95250"/>
          </a:xfrm>
          <a:prstGeom prst="ellipse">
            <a:avLst/>
          </a:prstGeom>
          <a:solidFill>
            <a:srgbClr val="DDDDDD"/>
          </a:solidFill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4376" name="直接连接符 35589"/>
          <p:cNvSpPr/>
          <p:nvPr/>
        </p:nvSpPr>
        <p:spPr>
          <a:xfrm>
            <a:off x="8485188" y="2728913"/>
            <a:ext cx="0" cy="58737"/>
          </a:xfrm>
          <a:prstGeom prst="line">
            <a:avLst/>
          </a:prstGeom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77" name="直接连接符 35590"/>
          <p:cNvSpPr/>
          <p:nvPr/>
        </p:nvSpPr>
        <p:spPr>
          <a:xfrm>
            <a:off x="8843963" y="2728913"/>
            <a:ext cx="0" cy="58737"/>
          </a:xfrm>
          <a:prstGeom prst="line">
            <a:avLst/>
          </a:prstGeom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78" name="矩形 35591"/>
          <p:cNvSpPr/>
          <p:nvPr/>
        </p:nvSpPr>
        <p:spPr>
          <a:xfrm>
            <a:off x="8485188" y="2728913"/>
            <a:ext cx="355600" cy="58737"/>
          </a:xfrm>
          <a:prstGeom prst="rect">
            <a:avLst/>
          </a:prstGeom>
          <a:solidFill>
            <a:srgbClr val="DDDDDD"/>
          </a:solidFill>
          <a:ln w="127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4379" name="椭圆 35592"/>
          <p:cNvSpPr/>
          <p:nvPr/>
        </p:nvSpPr>
        <p:spPr>
          <a:xfrm>
            <a:off x="8482013" y="2660650"/>
            <a:ext cx="358775" cy="111125"/>
          </a:xfrm>
          <a:prstGeom prst="ellipse">
            <a:avLst/>
          </a:prstGeom>
          <a:solidFill>
            <a:srgbClr val="DDDDDD"/>
          </a:solidFill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4380" name="组合 35593"/>
          <p:cNvGrpSpPr/>
          <p:nvPr/>
        </p:nvGrpSpPr>
        <p:grpSpPr>
          <a:xfrm>
            <a:off x="8567738" y="2684463"/>
            <a:ext cx="179387" cy="65087"/>
            <a:chOff x="2848" y="848"/>
            <a:chExt cx="140" cy="98"/>
          </a:xfrm>
        </p:grpSpPr>
        <p:sp>
          <p:nvSpPr>
            <p:cNvPr id="14889" name="直接连接符 35594"/>
            <p:cNvSpPr/>
            <p:nvPr/>
          </p:nvSpPr>
          <p:spPr>
            <a:xfrm flipV="1">
              <a:off x="2848" y="848"/>
              <a:ext cx="50" cy="2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890" name="直接连接符 35595"/>
            <p:cNvSpPr/>
            <p:nvPr/>
          </p:nvSpPr>
          <p:spPr>
            <a:xfrm>
              <a:off x="2944" y="946"/>
              <a:ext cx="44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891" name="直接连接符 35596"/>
            <p:cNvSpPr/>
            <p:nvPr/>
          </p:nvSpPr>
          <p:spPr>
            <a:xfrm>
              <a:off x="2894" y="850"/>
              <a:ext cx="52" cy="96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4381" name="组合 35597"/>
          <p:cNvGrpSpPr/>
          <p:nvPr/>
        </p:nvGrpSpPr>
        <p:grpSpPr>
          <a:xfrm flipV="1">
            <a:off x="8567738" y="2684463"/>
            <a:ext cx="179387" cy="65087"/>
            <a:chOff x="2848" y="848"/>
            <a:chExt cx="140" cy="98"/>
          </a:xfrm>
        </p:grpSpPr>
        <p:sp>
          <p:nvSpPr>
            <p:cNvPr id="14886" name="直接连接符 35598"/>
            <p:cNvSpPr/>
            <p:nvPr/>
          </p:nvSpPr>
          <p:spPr>
            <a:xfrm flipV="1">
              <a:off x="2848" y="848"/>
              <a:ext cx="50" cy="2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887" name="直接连接符 35599"/>
            <p:cNvSpPr/>
            <p:nvPr/>
          </p:nvSpPr>
          <p:spPr>
            <a:xfrm>
              <a:off x="2944" y="946"/>
              <a:ext cx="44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888" name="直接连接符 35600"/>
            <p:cNvSpPr/>
            <p:nvPr/>
          </p:nvSpPr>
          <p:spPr>
            <a:xfrm>
              <a:off x="2894" y="850"/>
              <a:ext cx="52" cy="96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4382" name="椭圆 35601"/>
          <p:cNvSpPr/>
          <p:nvPr/>
        </p:nvSpPr>
        <p:spPr>
          <a:xfrm>
            <a:off x="8961438" y="2378075"/>
            <a:ext cx="330200" cy="85725"/>
          </a:xfrm>
          <a:prstGeom prst="ellipse">
            <a:avLst/>
          </a:prstGeom>
          <a:solidFill>
            <a:srgbClr val="DDDDDD"/>
          </a:solidFill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4383" name="直接连接符 35602"/>
          <p:cNvSpPr/>
          <p:nvPr/>
        </p:nvSpPr>
        <p:spPr>
          <a:xfrm>
            <a:off x="8961438" y="2371725"/>
            <a:ext cx="0" cy="52388"/>
          </a:xfrm>
          <a:prstGeom prst="line">
            <a:avLst/>
          </a:prstGeom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84" name="直接连接符 35603"/>
          <p:cNvSpPr/>
          <p:nvPr/>
        </p:nvSpPr>
        <p:spPr>
          <a:xfrm>
            <a:off x="9291638" y="2371725"/>
            <a:ext cx="0" cy="52388"/>
          </a:xfrm>
          <a:prstGeom prst="line">
            <a:avLst/>
          </a:prstGeom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85" name="矩形 35604"/>
          <p:cNvSpPr/>
          <p:nvPr/>
        </p:nvSpPr>
        <p:spPr>
          <a:xfrm>
            <a:off x="8961438" y="2371725"/>
            <a:ext cx="327025" cy="52388"/>
          </a:xfrm>
          <a:prstGeom prst="rect">
            <a:avLst/>
          </a:prstGeom>
          <a:solidFill>
            <a:srgbClr val="DDDDDD"/>
          </a:solidFill>
          <a:ln w="127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 dirty="0">
              <a:solidFill>
                <a:schemeClr val="bg2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4386" name="椭圆 35605"/>
          <p:cNvSpPr/>
          <p:nvPr/>
        </p:nvSpPr>
        <p:spPr>
          <a:xfrm>
            <a:off x="8958263" y="2309813"/>
            <a:ext cx="330200" cy="100012"/>
          </a:xfrm>
          <a:prstGeom prst="ellipse">
            <a:avLst/>
          </a:prstGeom>
          <a:solidFill>
            <a:srgbClr val="DDDDDD"/>
          </a:solidFill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4387" name="组合 35606"/>
          <p:cNvGrpSpPr/>
          <p:nvPr/>
        </p:nvGrpSpPr>
        <p:grpSpPr>
          <a:xfrm>
            <a:off x="9037638" y="2332038"/>
            <a:ext cx="163512" cy="57150"/>
            <a:chOff x="2848" y="848"/>
            <a:chExt cx="140" cy="98"/>
          </a:xfrm>
        </p:grpSpPr>
        <p:sp>
          <p:nvSpPr>
            <p:cNvPr id="14883" name="直接连接符 35607"/>
            <p:cNvSpPr/>
            <p:nvPr/>
          </p:nvSpPr>
          <p:spPr>
            <a:xfrm flipV="1">
              <a:off x="2848" y="848"/>
              <a:ext cx="50" cy="2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884" name="直接连接符 35608"/>
            <p:cNvSpPr/>
            <p:nvPr/>
          </p:nvSpPr>
          <p:spPr>
            <a:xfrm>
              <a:off x="2944" y="946"/>
              <a:ext cx="44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885" name="直接连接符 35609"/>
            <p:cNvSpPr/>
            <p:nvPr/>
          </p:nvSpPr>
          <p:spPr>
            <a:xfrm>
              <a:off x="2894" y="850"/>
              <a:ext cx="52" cy="96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4388" name="组合 35610"/>
          <p:cNvGrpSpPr/>
          <p:nvPr/>
        </p:nvGrpSpPr>
        <p:grpSpPr>
          <a:xfrm flipV="1">
            <a:off x="9037638" y="2330450"/>
            <a:ext cx="163512" cy="58738"/>
            <a:chOff x="2848" y="848"/>
            <a:chExt cx="140" cy="98"/>
          </a:xfrm>
        </p:grpSpPr>
        <p:sp>
          <p:nvSpPr>
            <p:cNvPr id="14880" name="直接连接符 35611"/>
            <p:cNvSpPr/>
            <p:nvPr/>
          </p:nvSpPr>
          <p:spPr>
            <a:xfrm flipV="1">
              <a:off x="2848" y="848"/>
              <a:ext cx="50" cy="2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881" name="直接连接符 35612"/>
            <p:cNvSpPr/>
            <p:nvPr/>
          </p:nvSpPr>
          <p:spPr>
            <a:xfrm>
              <a:off x="2944" y="946"/>
              <a:ext cx="44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882" name="直接连接符 35613"/>
            <p:cNvSpPr/>
            <p:nvPr/>
          </p:nvSpPr>
          <p:spPr>
            <a:xfrm>
              <a:off x="2894" y="850"/>
              <a:ext cx="52" cy="96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4389" name="椭圆 35614"/>
          <p:cNvSpPr/>
          <p:nvPr/>
        </p:nvSpPr>
        <p:spPr>
          <a:xfrm>
            <a:off x="9047163" y="2736850"/>
            <a:ext cx="358775" cy="95250"/>
          </a:xfrm>
          <a:prstGeom prst="ellipse">
            <a:avLst/>
          </a:prstGeom>
          <a:solidFill>
            <a:srgbClr val="DDDDDD"/>
          </a:solidFill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4390" name="直接连接符 35615"/>
          <p:cNvSpPr/>
          <p:nvPr/>
        </p:nvSpPr>
        <p:spPr>
          <a:xfrm>
            <a:off x="9047163" y="2728913"/>
            <a:ext cx="0" cy="58737"/>
          </a:xfrm>
          <a:prstGeom prst="line">
            <a:avLst/>
          </a:prstGeom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91" name="直接连接符 35616"/>
          <p:cNvSpPr/>
          <p:nvPr/>
        </p:nvSpPr>
        <p:spPr>
          <a:xfrm>
            <a:off x="9405938" y="2728913"/>
            <a:ext cx="0" cy="58737"/>
          </a:xfrm>
          <a:prstGeom prst="line">
            <a:avLst/>
          </a:prstGeom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92" name="矩形 35617"/>
          <p:cNvSpPr/>
          <p:nvPr/>
        </p:nvSpPr>
        <p:spPr>
          <a:xfrm>
            <a:off x="9047163" y="2728913"/>
            <a:ext cx="355600" cy="58737"/>
          </a:xfrm>
          <a:prstGeom prst="rect">
            <a:avLst/>
          </a:prstGeom>
          <a:solidFill>
            <a:srgbClr val="DDDDDD"/>
          </a:solidFill>
          <a:ln w="127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4393" name="椭圆 35618"/>
          <p:cNvSpPr/>
          <p:nvPr/>
        </p:nvSpPr>
        <p:spPr>
          <a:xfrm>
            <a:off x="9043988" y="2660650"/>
            <a:ext cx="358775" cy="111125"/>
          </a:xfrm>
          <a:prstGeom prst="ellipse">
            <a:avLst/>
          </a:prstGeom>
          <a:solidFill>
            <a:srgbClr val="DDDDDD"/>
          </a:solidFill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4394" name="组合 35619"/>
          <p:cNvGrpSpPr/>
          <p:nvPr/>
        </p:nvGrpSpPr>
        <p:grpSpPr>
          <a:xfrm>
            <a:off x="9129713" y="2684463"/>
            <a:ext cx="179387" cy="65087"/>
            <a:chOff x="2848" y="848"/>
            <a:chExt cx="140" cy="98"/>
          </a:xfrm>
        </p:grpSpPr>
        <p:sp>
          <p:nvSpPr>
            <p:cNvPr id="14877" name="直接连接符 35620"/>
            <p:cNvSpPr/>
            <p:nvPr/>
          </p:nvSpPr>
          <p:spPr>
            <a:xfrm flipV="1">
              <a:off x="2848" y="848"/>
              <a:ext cx="50" cy="2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878" name="直接连接符 35621"/>
            <p:cNvSpPr/>
            <p:nvPr/>
          </p:nvSpPr>
          <p:spPr>
            <a:xfrm>
              <a:off x="2944" y="946"/>
              <a:ext cx="44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879" name="直接连接符 35622"/>
            <p:cNvSpPr/>
            <p:nvPr/>
          </p:nvSpPr>
          <p:spPr>
            <a:xfrm>
              <a:off x="2894" y="850"/>
              <a:ext cx="52" cy="96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4395" name="组合 35623"/>
          <p:cNvGrpSpPr/>
          <p:nvPr/>
        </p:nvGrpSpPr>
        <p:grpSpPr>
          <a:xfrm flipV="1">
            <a:off x="9129713" y="2684463"/>
            <a:ext cx="179387" cy="65087"/>
            <a:chOff x="2848" y="848"/>
            <a:chExt cx="140" cy="98"/>
          </a:xfrm>
        </p:grpSpPr>
        <p:sp>
          <p:nvSpPr>
            <p:cNvPr id="14874" name="直接连接符 35624"/>
            <p:cNvSpPr/>
            <p:nvPr/>
          </p:nvSpPr>
          <p:spPr>
            <a:xfrm flipV="1">
              <a:off x="2848" y="848"/>
              <a:ext cx="50" cy="2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875" name="直接连接符 35625"/>
            <p:cNvSpPr/>
            <p:nvPr/>
          </p:nvSpPr>
          <p:spPr>
            <a:xfrm>
              <a:off x="2944" y="946"/>
              <a:ext cx="44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876" name="直接连接符 35626"/>
            <p:cNvSpPr/>
            <p:nvPr/>
          </p:nvSpPr>
          <p:spPr>
            <a:xfrm>
              <a:off x="2894" y="850"/>
              <a:ext cx="52" cy="96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4396" name="椭圆 35627"/>
          <p:cNvSpPr/>
          <p:nvPr/>
        </p:nvSpPr>
        <p:spPr>
          <a:xfrm>
            <a:off x="7637463" y="2471738"/>
            <a:ext cx="346075" cy="87312"/>
          </a:xfrm>
          <a:prstGeom prst="ellipse">
            <a:avLst/>
          </a:prstGeom>
          <a:solidFill>
            <a:srgbClr val="DDDDDD"/>
          </a:solidFill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4397" name="直接连接符 35628"/>
          <p:cNvSpPr/>
          <p:nvPr/>
        </p:nvSpPr>
        <p:spPr>
          <a:xfrm>
            <a:off x="7637463" y="2463800"/>
            <a:ext cx="0" cy="53975"/>
          </a:xfrm>
          <a:prstGeom prst="line">
            <a:avLst/>
          </a:prstGeom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98" name="直接连接符 35629"/>
          <p:cNvSpPr/>
          <p:nvPr/>
        </p:nvSpPr>
        <p:spPr>
          <a:xfrm>
            <a:off x="7983538" y="2463800"/>
            <a:ext cx="0" cy="53975"/>
          </a:xfrm>
          <a:prstGeom prst="line">
            <a:avLst/>
          </a:prstGeom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99" name="矩形 35630"/>
          <p:cNvSpPr/>
          <p:nvPr/>
        </p:nvSpPr>
        <p:spPr>
          <a:xfrm>
            <a:off x="7637463" y="2463800"/>
            <a:ext cx="342900" cy="53975"/>
          </a:xfrm>
          <a:prstGeom prst="rect">
            <a:avLst/>
          </a:prstGeom>
          <a:solidFill>
            <a:srgbClr val="DDDDDD"/>
          </a:solidFill>
          <a:ln w="127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4400" name="椭圆 35631"/>
          <p:cNvSpPr/>
          <p:nvPr/>
        </p:nvSpPr>
        <p:spPr>
          <a:xfrm>
            <a:off x="7634288" y="2400300"/>
            <a:ext cx="346075" cy="103188"/>
          </a:xfrm>
          <a:prstGeom prst="ellipse">
            <a:avLst/>
          </a:prstGeom>
          <a:solidFill>
            <a:srgbClr val="DDDDDD"/>
          </a:solidFill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4401" name="组合 35632"/>
          <p:cNvGrpSpPr/>
          <p:nvPr/>
        </p:nvGrpSpPr>
        <p:grpSpPr>
          <a:xfrm>
            <a:off x="7718425" y="2422525"/>
            <a:ext cx="171450" cy="60325"/>
            <a:chOff x="2848" y="848"/>
            <a:chExt cx="140" cy="98"/>
          </a:xfrm>
        </p:grpSpPr>
        <p:sp>
          <p:nvSpPr>
            <p:cNvPr id="14871" name="直接连接符 35633"/>
            <p:cNvSpPr/>
            <p:nvPr/>
          </p:nvSpPr>
          <p:spPr>
            <a:xfrm flipV="1">
              <a:off x="2848" y="848"/>
              <a:ext cx="50" cy="2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872" name="直接连接符 35634"/>
            <p:cNvSpPr/>
            <p:nvPr/>
          </p:nvSpPr>
          <p:spPr>
            <a:xfrm>
              <a:off x="2944" y="946"/>
              <a:ext cx="44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873" name="直接连接符 35635"/>
            <p:cNvSpPr/>
            <p:nvPr/>
          </p:nvSpPr>
          <p:spPr>
            <a:xfrm>
              <a:off x="2894" y="850"/>
              <a:ext cx="52" cy="96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4402" name="组合 35636"/>
          <p:cNvGrpSpPr/>
          <p:nvPr/>
        </p:nvGrpSpPr>
        <p:grpSpPr>
          <a:xfrm flipV="1">
            <a:off x="7718425" y="2422525"/>
            <a:ext cx="171450" cy="58738"/>
            <a:chOff x="2848" y="848"/>
            <a:chExt cx="140" cy="98"/>
          </a:xfrm>
        </p:grpSpPr>
        <p:sp>
          <p:nvSpPr>
            <p:cNvPr id="14868" name="直接连接符 35637"/>
            <p:cNvSpPr/>
            <p:nvPr/>
          </p:nvSpPr>
          <p:spPr>
            <a:xfrm flipV="1">
              <a:off x="2848" y="848"/>
              <a:ext cx="50" cy="2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869" name="直接连接符 35638"/>
            <p:cNvSpPr/>
            <p:nvPr/>
          </p:nvSpPr>
          <p:spPr>
            <a:xfrm>
              <a:off x="2944" y="946"/>
              <a:ext cx="44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870" name="直接连接符 35639"/>
            <p:cNvSpPr/>
            <p:nvPr/>
          </p:nvSpPr>
          <p:spPr>
            <a:xfrm>
              <a:off x="2894" y="850"/>
              <a:ext cx="52" cy="96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4403" name="椭圆 35640"/>
          <p:cNvSpPr/>
          <p:nvPr/>
        </p:nvSpPr>
        <p:spPr>
          <a:xfrm>
            <a:off x="7331075" y="3621088"/>
            <a:ext cx="346075" cy="87312"/>
          </a:xfrm>
          <a:prstGeom prst="ellipse">
            <a:avLst/>
          </a:prstGeom>
          <a:solidFill>
            <a:srgbClr val="DDDDDD"/>
          </a:solidFill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4404" name="直接连接符 35641"/>
          <p:cNvSpPr/>
          <p:nvPr/>
        </p:nvSpPr>
        <p:spPr>
          <a:xfrm>
            <a:off x="7331075" y="3613150"/>
            <a:ext cx="0" cy="53975"/>
          </a:xfrm>
          <a:prstGeom prst="line">
            <a:avLst/>
          </a:prstGeom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05" name="直接连接符 35642"/>
          <p:cNvSpPr/>
          <p:nvPr/>
        </p:nvSpPr>
        <p:spPr>
          <a:xfrm>
            <a:off x="7677150" y="3613150"/>
            <a:ext cx="0" cy="53975"/>
          </a:xfrm>
          <a:prstGeom prst="line">
            <a:avLst/>
          </a:prstGeom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06" name="矩形 35643"/>
          <p:cNvSpPr/>
          <p:nvPr/>
        </p:nvSpPr>
        <p:spPr>
          <a:xfrm>
            <a:off x="7331075" y="3613150"/>
            <a:ext cx="342900" cy="53975"/>
          </a:xfrm>
          <a:prstGeom prst="rect">
            <a:avLst/>
          </a:prstGeom>
          <a:solidFill>
            <a:srgbClr val="DDDDDD"/>
          </a:solidFill>
          <a:ln w="127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4407" name="椭圆 35644"/>
          <p:cNvSpPr/>
          <p:nvPr/>
        </p:nvSpPr>
        <p:spPr>
          <a:xfrm>
            <a:off x="7327900" y="3549650"/>
            <a:ext cx="346075" cy="103188"/>
          </a:xfrm>
          <a:prstGeom prst="ellipse">
            <a:avLst/>
          </a:prstGeom>
          <a:solidFill>
            <a:srgbClr val="DDDDDD"/>
          </a:solidFill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4408" name="组合 35645"/>
          <p:cNvGrpSpPr/>
          <p:nvPr/>
        </p:nvGrpSpPr>
        <p:grpSpPr>
          <a:xfrm>
            <a:off x="7412038" y="3571875"/>
            <a:ext cx="171450" cy="60325"/>
            <a:chOff x="2848" y="848"/>
            <a:chExt cx="140" cy="98"/>
          </a:xfrm>
        </p:grpSpPr>
        <p:sp>
          <p:nvSpPr>
            <p:cNvPr id="14865" name="直接连接符 35646"/>
            <p:cNvSpPr/>
            <p:nvPr/>
          </p:nvSpPr>
          <p:spPr>
            <a:xfrm flipV="1">
              <a:off x="2848" y="848"/>
              <a:ext cx="50" cy="2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866" name="直接连接符 35647"/>
            <p:cNvSpPr/>
            <p:nvPr/>
          </p:nvSpPr>
          <p:spPr>
            <a:xfrm>
              <a:off x="2944" y="946"/>
              <a:ext cx="44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867" name="直接连接符 35648"/>
            <p:cNvSpPr/>
            <p:nvPr/>
          </p:nvSpPr>
          <p:spPr>
            <a:xfrm>
              <a:off x="2894" y="850"/>
              <a:ext cx="52" cy="96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4409" name="组合 35649"/>
          <p:cNvGrpSpPr/>
          <p:nvPr/>
        </p:nvGrpSpPr>
        <p:grpSpPr>
          <a:xfrm flipV="1">
            <a:off x="7412038" y="3571875"/>
            <a:ext cx="171450" cy="58738"/>
            <a:chOff x="2848" y="848"/>
            <a:chExt cx="140" cy="98"/>
          </a:xfrm>
        </p:grpSpPr>
        <p:sp>
          <p:nvSpPr>
            <p:cNvPr id="14862" name="直接连接符 35650"/>
            <p:cNvSpPr/>
            <p:nvPr/>
          </p:nvSpPr>
          <p:spPr>
            <a:xfrm flipV="1">
              <a:off x="2848" y="848"/>
              <a:ext cx="50" cy="2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863" name="直接连接符 35651"/>
            <p:cNvSpPr/>
            <p:nvPr/>
          </p:nvSpPr>
          <p:spPr>
            <a:xfrm>
              <a:off x="2944" y="946"/>
              <a:ext cx="44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864" name="直接连接符 35652"/>
            <p:cNvSpPr/>
            <p:nvPr/>
          </p:nvSpPr>
          <p:spPr>
            <a:xfrm>
              <a:off x="2894" y="850"/>
              <a:ext cx="52" cy="96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4410" name="直接连接符 35653"/>
          <p:cNvSpPr/>
          <p:nvPr/>
        </p:nvSpPr>
        <p:spPr>
          <a:xfrm flipV="1">
            <a:off x="8529638" y="3978275"/>
            <a:ext cx="227012" cy="436563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11" name="直接连接符 35654"/>
          <p:cNvSpPr/>
          <p:nvPr/>
        </p:nvSpPr>
        <p:spPr>
          <a:xfrm>
            <a:off x="8653463" y="3716338"/>
            <a:ext cx="163512" cy="120650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12" name="直接连接符 35655"/>
          <p:cNvSpPr/>
          <p:nvPr/>
        </p:nvSpPr>
        <p:spPr>
          <a:xfrm>
            <a:off x="8750300" y="3636963"/>
            <a:ext cx="279400" cy="0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13" name="直接连接符 35656"/>
          <p:cNvSpPr/>
          <p:nvPr/>
        </p:nvSpPr>
        <p:spPr>
          <a:xfrm flipV="1">
            <a:off x="8986838" y="3722688"/>
            <a:ext cx="134937" cy="104775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14" name="直接连接符 35657"/>
          <p:cNvSpPr/>
          <p:nvPr/>
        </p:nvSpPr>
        <p:spPr>
          <a:xfrm>
            <a:off x="7685088" y="3643313"/>
            <a:ext cx="679450" cy="0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15" name="直接连接符 35658"/>
          <p:cNvSpPr/>
          <p:nvPr/>
        </p:nvSpPr>
        <p:spPr>
          <a:xfrm>
            <a:off x="7980363" y="2490788"/>
            <a:ext cx="509587" cy="3175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16" name="直接连接符 35659"/>
          <p:cNvSpPr/>
          <p:nvPr/>
        </p:nvSpPr>
        <p:spPr>
          <a:xfrm>
            <a:off x="7546975" y="2319338"/>
            <a:ext cx="152400" cy="82550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17" name="任意多边形 35660"/>
          <p:cNvSpPr/>
          <p:nvPr/>
        </p:nvSpPr>
        <p:spPr>
          <a:xfrm>
            <a:off x="6867525" y="4325938"/>
            <a:ext cx="2979738" cy="1455737"/>
          </a:xfrm>
          <a:custGeom>
            <a:avLst/>
            <a:gdLst>
              <a:gd name="txL" fmla="*/ 0 w 1877"/>
              <a:gd name="txT" fmla="*/ 0 h 917"/>
              <a:gd name="txR" fmla="*/ 1877 w 1877"/>
              <a:gd name="txB" fmla="*/ 917 h 917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DDDDDD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4418" name="直接连接符 35661"/>
          <p:cNvSpPr/>
          <p:nvPr/>
        </p:nvSpPr>
        <p:spPr>
          <a:xfrm rot="-5400000">
            <a:off x="9102725" y="5062538"/>
            <a:ext cx="523875" cy="139700"/>
          </a:xfrm>
          <a:prstGeom prst="line">
            <a:avLst/>
          </a:prstGeom>
          <a:ln w="12700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19" name="直接连接符 35662"/>
          <p:cNvSpPr/>
          <p:nvPr/>
        </p:nvSpPr>
        <p:spPr>
          <a:xfrm rot="5400000" flipV="1">
            <a:off x="9248775" y="5343525"/>
            <a:ext cx="3175" cy="85725"/>
          </a:xfrm>
          <a:prstGeom prst="line">
            <a:avLst/>
          </a:prstGeom>
          <a:ln w="12700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20" name="直接连接符 35663"/>
          <p:cNvSpPr/>
          <p:nvPr/>
        </p:nvSpPr>
        <p:spPr>
          <a:xfrm rot="-5400000">
            <a:off x="9434513" y="5019675"/>
            <a:ext cx="0" cy="114300"/>
          </a:xfrm>
          <a:prstGeom prst="line">
            <a:avLst/>
          </a:prstGeom>
          <a:ln w="12700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4421" name="组合 35664"/>
          <p:cNvGrpSpPr/>
          <p:nvPr/>
        </p:nvGrpSpPr>
        <p:grpSpPr>
          <a:xfrm>
            <a:off x="9013825" y="4729163"/>
            <a:ext cx="501650" cy="234950"/>
            <a:chOff x="4701" y="2996"/>
            <a:chExt cx="316" cy="148"/>
          </a:xfrm>
        </p:grpSpPr>
        <p:sp>
          <p:nvSpPr>
            <p:cNvPr id="14849" name="椭圆 35665"/>
            <p:cNvSpPr/>
            <p:nvPr/>
          </p:nvSpPr>
          <p:spPr>
            <a:xfrm>
              <a:off x="4704" y="3062"/>
              <a:ext cx="313" cy="82"/>
            </a:xfrm>
            <a:prstGeom prst="ellipse">
              <a:avLst/>
            </a:prstGeom>
            <a:solidFill>
              <a:srgbClr val="DDDDDD"/>
            </a:solidFill>
            <a:ln w="127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4850" name="直接连接符 35666"/>
            <p:cNvSpPr/>
            <p:nvPr/>
          </p:nvSpPr>
          <p:spPr>
            <a:xfrm>
              <a:off x="4704" y="3055"/>
              <a:ext cx="0" cy="51"/>
            </a:xfrm>
            <a:prstGeom prst="line">
              <a:avLst/>
            </a:prstGeom>
            <a:ln w="127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851" name="直接连接符 35667"/>
            <p:cNvSpPr/>
            <p:nvPr/>
          </p:nvSpPr>
          <p:spPr>
            <a:xfrm>
              <a:off x="5017" y="3055"/>
              <a:ext cx="0" cy="51"/>
            </a:xfrm>
            <a:prstGeom prst="line">
              <a:avLst/>
            </a:prstGeom>
            <a:ln w="127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852" name="矩形 35668"/>
            <p:cNvSpPr/>
            <p:nvPr/>
          </p:nvSpPr>
          <p:spPr>
            <a:xfrm>
              <a:off x="4704" y="3055"/>
              <a:ext cx="310" cy="50"/>
            </a:xfrm>
            <a:prstGeom prst="rect">
              <a:avLst/>
            </a:prstGeom>
            <a:solidFill>
              <a:srgbClr val="DDDDDD"/>
            </a:soli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4853" name="椭圆 35669"/>
            <p:cNvSpPr/>
            <p:nvPr/>
          </p:nvSpPr>
          <p:spPr>
            <a:xfrm>
              <a:off x="4701" y="2996"/>
              <a:ext cx="313" cy="96"/>
            </a:xfrm>
            <a:prstGeom prst="ellipse">
              <a:avLst/>
            </a:prstGeom>
            <a:solidFill>
              <a:srgbClr val="DDDDDD"/>
            </a:solidFill>
            <a:ln w="127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4854" name="组合 35670"/>
            <p:cNvGrpSpPr/>
            <p:nvPr/>
          </p:nvGrpSpPr>
          <p:grpSpPr>
            <a:xfrm>
              <a:off x="4776" y="3017"/>
              <a:ext cx="156" cy="56"/>
              <a:chOff x="2848" y="848"/>
              <a:chExt cx="140" cy="98"/>
            </a:xfrm>
          </p:grpSpPr>
          <p:sp>
            <p:nvSpPr>
              <p:cNvPr id="14859" name="直接连接符 35671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860" name="直接连接符 35672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861" name="直接连接符 35673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4855" name="组合 35674"/>
            <p:cNvGrpSpPr/>
            <p:nvPr/>
          </p:nvGrpSpPr>
          <p:grpSpPr>
            <a:xfrm flipV="1">
              <a:off x="4776" y="3016"/>
              <a:ext cx="156" cy="56"/>
              <a:chOff x="2848" y="848"/>
              <a:chExt cx="140" cy="98"/>
            </a:xfrm>
          </p:grpSpPr>
          <p:sp>
            <p:nvSpPr>
              <p:cNvPr id="14856" name="直接连接符 35675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857" name="直接连接符 35676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858" name="直接连接符 35677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4422" name="组合 35678"/>
          <p:cNvGrpSpPr/>
          <p:nvPr/>
        </p:nvGrpSpPr>
        <p:grpSpPr>
          <a:xfrm>
            <a:off x="8197850" y="4452938"/>
            <a:ext cx="501650" cy="234950"/>
            <a:chOff x="3600" y="219"/>
            <a:chExt cx="360" cy="175"/>
          </a:xfrm>
        </p:grpSpPr>
        <p:sp>
          <p:nvSpPr>
            <p:cNvPr id="14836" name="椭圆 35679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rgbClr val="DDDDDD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4837" name="直接连接符 35680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838" name="直接连接符 35681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839" name="矩形 35682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rgbClr val="DDDDDD"/>
            </a:soli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4840" name="椭圆 35683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rgbClr val="DDDDDD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4841" name="组合 35684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4846" name="直接连接符 35685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847" name="直接连接符 35686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848" name="直接连接符 35687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4842" name="组合 35688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4843" name="直接连接符 35689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844" name="直接连接符 35690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845" name="直接连接符 35691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4423" name="组合 35692"/>
          <p:cNvGrpSpPr/>
          <p:nvPr/>
        </p:nvGrpSpPr>
        <p:grpSpPr>
          <a:xfrm>
            <a:off x="7532688" y="4757738"/>
            <a:ext cx="501650" cy="234950"/>
            <a:chOff x="3600" y="219"/>
            <a:chExt cx="360" cy="175"/>
          </a:xfrm>
        </p:grpSpPr>
        <p:sp>
          <p:nvSpPr>
            <p:cNvPr id="14823" name="椭圆 35693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rgbClr val="DDDDDD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4824" name="直接连接符 35694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825" name="直接连接符 35695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826" name="矩形 35696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rgbClr val="DDDDDD"/>
            </a:soli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4827" name="椭圆 35697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rgbClr val="DDDDDD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4828" name="组合 35698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4833" name="直接连接符 35699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834" name="直接连接符 35700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835" name="直接连接符 35701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4829" name="组合 35702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4830" name="直接连接符 35703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831" name="直接连接符 35704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832" name="直接连接符 35705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14424" name="直接连接符 35706"/>
          <p:cNvSpPr/>
          <p:nvPr/>
        </p:nvSpPr>
        <p:spPr>
          <a:xfrm>
            <a:off x="8647113" y="4664075"/>
            <a:ext cx="358775" cy="120650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25" name="直接连接符 35707"/>
          <p:cNvSpPr/>
          <p:nvPr/>
        </p:nvSpPr>
        <p:spPr>
          <a:xfrm flipV="1">
            <a:off x="7994650" y="4676775"/>
            <a:ext cx="277813" cy="109538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26" name="直接连接符 35708"/>
          <p:cNvSpPr/>
          <p:nvPr/>
        </p:nvSpPr>
        <p:spPr>
          <a:xfrm flipV="1">
            <a:off x="8037513" y="4879975"/>
            <a:ext cx="971550" cy="0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27" name="直接连接符 35709"/>
          <p:cNvSpPr/>
          <p:nvPr/>
        </p:nvSpPr>
        <p:spPr>
          <a:xfrm flipH="1">
            <a:off x="7332663" y="4625975"/>
            <a:ext cx="254000" cy="469900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28" name="直接连接符 35710"/>
          <p:cNvSpPr/>
          <p:nvPr/>
        </p:nvSpPr>
        <p:spPr>
          <a:xfrm>
            <a:off x="7358063" y="4676775"/>
            <a:ext cx="196850" cy="0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29" name="直接连接符 35711"/>
          <p:cNvSpPr/>
          <p:nvPr/>
        </p:nvSpPr>
        <p:spPr>
          <a:xfrm>
            <a:off x="7218363" y="5013325"/>
            <a:ext cx="153987" cy="0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30" name="直接连接符 35712"/>
          <p:cNvSpPr/>
          <p:nvPr/>
        </p:nvSpPr>
        <p:spPr>
          <a:xfrm>
            <a:off x="7470775" y="5092700"/>
            <a:ext cx="490538" cy="0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31" name="直接连接符 35713"/>
          <p:cNvSpPr/>
          <p:nvPr/>
        </p:nvSpPr>
        <p:spPr>
          <a:xfrm flipH="1">
            <a:off x="7710488" y="5000625"/>
            <a:ext cx="53975" cy="85725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32" name="直接连接符 35714"/>
          <p:cNvSpPr/>
          <p:nvPr/>
        </p:nvSpPr>
        <p:spPr>
          <a:xfrm>
            <a:off x="7523163" y="5089525"/>
            <a:ext cx="1587" cy="82550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33" name="直接连接符 35715"/>
          <p:cNvSpPr/>
          <p:nvPr/>
        </p:nvSpPr>
        <p:spPr>
          <a:xfrm flipH="1" flipV="1">
            <a:off x="7920038" y="5097463"/>
            <a:ext cx="0" cy="76200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34" name="直接连接符 35716"/>
          <p:cNvSpPr/>
          <p:nvPr/>
        </p:nvSpPr>
        <p:spPr>
          <a:xfrm>
            <a:off x="8001000" y="4956175"/>
            <a:ext cx="503238" cy="269875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35" name="直接连接符 35717"/>
          <p:cNvSpPr/>
          <p:nvPr/>
        </p:nvSpPr>
        <p:spPr>
          <a:xfrm>
            <a:off x="7450138" y="4891088"/>
            <a:ext cx="80962" cy="0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4436" name="组合 35718"/>
          <p:cNvGrpSpPr/>
          <p:nvPr/>
        </p:nvGrpSpPr>
        <p:grpSpPr>
          <a:xfrm>
            <a:off x="6635750" y="1651000"/>
            <a:ext cx="3021013" cy="3981450"/>
            <a:chOff x="-1203" y="1352"/>
            <a:chExt cx="1903" cy="2508"/>
          </a:xfrm>
        </p:grpSpPr>
        <p:grpSp>
          <p:nvGrpSpPr>
            <p:cNvPr id="14784" name="组合 35719"/>
            <p:cNvGrpSpPr/>
            <p:nvPr/>
          </p:nvGrpSpPr>
          <p:grpSpPr>
            <a:xfrm>
              <a:off x="-1203" y="1647"/>
              <a:ext cx="436" cy="114"/>
              <a:chOff x="3072" y="739"/>
              <a:chExt cx="652" cy="146"/>
            </a:xfrm>
          </p:grpSpPr>
          <p:pic>
            <p:nvPicPr>
              <p:cNvPr id="14820" name="图片 35720" descr="lgv_fqmg[1]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 flipH="1">
                <a:off x="3237" y="739"/>
                <a:ext cx="487" cy="14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821" name="直接连接符 35721"/>
              <p:cNvSpPr/>
              <p:nvPr/>
            </p:nvSpPr>
            <p:spPr>
              <a:xfrm flipH="1">
                <a:off x="3104" y="784"/>
                <a:ext cx="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822" name="直接连接符 35722"/>
              <p:cNvSpPr/>
              <p:nvPr/>
            </p:nvSpPr>
            <p:spPr>
              <a:xfrm flipH="1">
                <a:off x="3072" y="760"/>
                <a:ext cx="1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pic>
          <p:nvPicPr>
            <p:cNvPr id="14785" name="图片 35723" descr="imgyjavg[1]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027" y="1466"/>
              <a:ext cx="232" cy="168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14786" name="组合 35724"/>
            <p:cNvGrpSpPr/>
            <p:nvPr/>
          </p:nvGrpSpPr>
          <p:grpSpPr>
            <a:xfrm>
              <a:off x="-546" y="1352"/>
              <a:ext cx="256" cy="269"/>
              <a:chOff x="2870" y="1518"/>
              <a:chExt cx="292" cy="320"/>
            </a:xfrm>
          </p:grpSpPr>
          <p:graphicFrame>
            <p:nvGraphicFramePr>
              <p:cNvPr id="14818" name="对象 35725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9" name="" r:id="rId3" imgW="829310" imgH="842645" progId="MS_ClipArt_Gallery.2">
                      <p:embed/>
                    </p:oleObj>
                  </mc:Choice>
                  <mc:Fallback>
                    <p:oleObj name="" r:id="rId3" imgW="829310" imgH="842645" progId="MS_ClipArt_Gallery.2">
                      <p:embed/>
                      <p:pic>
                        <p:nvPicPr>
                          <p:cNvPr id="0" name="图片 3078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819" name="对象 35726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0" name="" r:id="rId5" imgW="1268095" imgH="1199515" progId="MS_ClipArt_Gallery.2">
                      <p:embed/>
                    </p:oleObj>
                  </mc:Choice>
                  <mc:Fallback>
                    <p:oleObj name="" r:id="rId5" imgW="1268095" imgH="1199515" progId="MS_ClipArt_Gallery.2">
                      <p:embed/>
                      <p:pic>
                        <p:nvPicPr>
                          <p:cNvPr id="0" name="图片 3079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4787" name="组合 35727"/>
            <p:cNvGrpSpPr/>
            <p:nvPr/>
          </p:nvGrpSpPr>
          <p:grpSpPr>
            <a:xfrm>
              <a:off x="-1002" y="2262"/>
              <a:ext cx="209" cy="224"/>
              <a:chOff x="2870" y="1518"/>
              <a:chExt cx="292" cy="320"/>
            </a:xfrm>
          </p:grpSpPr>
          <p:graphicFrame>
            <p:nvGraphicFramePr>
              <p:cNvPr id="14816" name="对象 35728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6" name="" r:id="rId7" imgW="829310" imgH="842645" progId="MS_ClipArt_Gallery.2">
                      <p:embed/>
                    </p:oleObj>
                  </mc:Choice>
                  <mc:Fallback>
                    <p:oleObj name="" r:id="rId7" imgW="829310" imgH="842645" progId="MS_ClipArt_Gallery.2">
                      <p:embed/>
                      <p:pic>
                        <p:nvPicPr>
                          <p:cNvPr id="0" name="图片 3075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817" name="对象 35729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7" name="" r:id="rId8" imgW="1268095" imgH="1199515" progId="MS_ClipArt_Gallery.2">
                      <p:embed/>
                    </p:oleObj>
                  </mc:Choice>
                  <mc:Fallback>
                    <p:oleObj name="" r:id="rId8" imgW="1268095" imgH="1199515" progId="MS_ClipArt_Gallery.2">
                      <p:embed/>
                      <p:pic>
                        <p:nvPicPr>
                          <p:cNvPr id="0" name="图片 3076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4788" name="对象 35730"/>
            <p:cNvGraphicFramePr>
              <a:graphicFrameLocks noChangeAspect="1"/>
            </p:cNvGraphicFramePr>
            <p:nvPr/>
          </p:nvGraphicFramePr>
          <p:xfrm>
            <a:off x="-732" y="2289"/>
            <a:ext cx="207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9" imgW="1307465" imgH="1083945" progId="MS_ClipArt_Gallery.2">
                    <p:embed/>
                  </p:oleObj>
                </mc:Choice>
                <mc:Fallback>
                  <p:oleObj name="" r:id="rId9" imgW="1307465" imgH="1083945" progId="MS_ClipArt_Gallery.2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-732" y="2289"/>
                          <a:ext cx="207" cy="1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789" name="组合 35731"/>
            <p:cNvGrpSpPr/>
            <p:nvPr/>
          </p:nvGrpSpPr>
          <p:grpSpPr>
            <a:xfrm>
              <a:off x="310" y="3575"/>
              <a:ext cx="125" cy="230"/>
              <a:chOff x="4180" y="783"/>
              <a:chExt cx="150" cy="307"/>
            </a:xfrm>
          </p:grpSpPr>
          <p:sp>
            <p:nvSpPr>
              <p:cNvPr id="14808" name="平行四边形 35732"/>
              <p:cNvSpPr/>
              <p:nvPr/>
            </p:nvSpPr>
            <p:spPr>
              <a:xfrm>
                <a:off x="4180" y="1019"/>
                <a:ext cx="150" cy="71"/>
              </a:xfrm>
              <a:prstGeom prst="parallelogram">
                <a:avLst>
                  <a:gd name="adj" fmla="val 81386"/>
                </a:avLst>
              </a:prstGeom>
              <a:solidFill>
                <a:srgbClr val="33CCCC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809" name="矩形 35733"/>
              <p:cNvSpPr/>
              <p:nvPr/>
            </p:nvSpPr>
            <p:spPr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810" name="矩形 35734"/>
              <p:cNvSpPr/>
              <p:nvPr/>
            </p:nvSpPr>
            <p:spPr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811" name="平行四边形 35735"/>
              <p:cNvSpPr/>
              <p:nvPr/>
            </p:nvSpPr>
            <p:spPr>
              <a:xfrm>
                <a:off x="4180" y="783"/>
                <a:ext cx="150" cy="71"/>
              </a:xfrm>
              <a:prstGeom prst="parallelogram">
                <a:avLst>
                  <a:gd name="adj" fmla="val 81386"/>
                </a:avLst>
              </a:prstGeom>
              <a:solidFill>
                <a:srgbClr val="33CCCC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812" name="直接连接符 35736"/>
              <p:cNvSpPr/>
              <p:nvPr/>
            </p:nvSpPr>
            <p:spPr>
              <a:xfrm>
                <a:off x="4330" y="788"/>
                <a:ext cx="0" cy="23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813" name="直接连接符 35737"/>
              <p:cNvSpPr/>
              <p:nvPr/>
            </p:nvSpPr>
            <p:spPr>
              <a:xfrm flipH="1">
                <a:off x="4276" y="1019"/>
                <a:ext cx="54" cy="6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814" name="矩形 35738"/>
              <p:cNvSpPr/>
              <p:nvPr/>
            </p:nvSpPr>
            <p:spPr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815" name="矩形 35739"/>
              <p:cNvSpPr/>
              <p:nvPr/>
            </p:nvSpPr>
            <p:spPr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aphicFrame>
          <p:nvGraphicFramePr>
            <p:cNvPr id="14790" name="对象 35741"/>
            <p:cNvGraphicFramePr>
              <a:graphicFrameLocks noChangeAspect="1"/>
            </p:cNvGraphicFramePr>
            <p:nvPr/>
          </p:nvGraphicFramePr>
          <p:xfrm>
            <a:off x="-871" y="3184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11" imgW="1307465" imgH="1083945" progId="MS_ClipArt_Gallery.2">
                    <p:embed/>
                  </p:oleObj>
                </mc:Choice>
                <mc:Fallback>
                  <p:oleObj name="" r:id="rId11" imgW="1307465" imgH="1083945" progId="MS_ClipArt_Gallery.2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-871" y="3184"/>
                          <a:ext cx="216" cy="1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791" name="对象 35742"/>
            <p:cNvGraphicFramePr>
              <a:graphicFrameLocks noChangeAspect="1"/>
            </p:cNvGraphicFramePr>
            <p:nvPr/>
          </p:nvGraphicFramePr>
          <p:xfrm>
            <a:off x="-703" y="3544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12" imgW="1307465" imgH="1083945" progId="MS_ClipArt_Gallery.2">
                    <p:embed/>
                  </p:oleObj>
                </mc:Choice>
                <mc:Fallback>
                  <p:oleObj name="" r:id="rId12" imgW="1307465" imgH="1083945" progId="MS_ClipArt_Gallery.2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-703" y="3544"/>
                          <a:ext cx="216" cy="1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792" name="对象 35743"/>
            <p:cNvGraphicFramePr>
              <a:graphicFrameLocks noChangeAspect="1"/>
            </p:cNvGraphicFramePr>
            <p:nvPr/>
          </p:nvGraphicFramePr>
          <p:xfrm>
            <a:off x="-489" y="3546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13" imgW="1307465" imgH="1083945" progId="MS_ClipArt_Gallery.2">
                    <p:embed/>
                  </p:oleObj>
                </mc:Choice>
                <mc:Fallback>
                  <p:oleObj name="" r:id="rId13" imgW="1307465" imgH="1083945" progId="MS_ClipArt_Gallery.2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-489" y="3546"/>
                          <a:ext cx="216" cy="1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793" name="组合 35744"/>
            <p:cNvGrpSpPr/>
            <p:nvPr/>
          </p:nvGrpSpPr>
          <p:grpSpPr>
            <a:xfrm>
              <a:off x="83" y="3625"/>
              <a:ext cx="172" cy="215"/>
              <a:chOff x="2870" y="1518"/>
              <a:chExt cx="292" cy="320"/>
            </a:xfrm>
          </p:grpSpPr>
          <p:graphicFrame>
            <p:nvGraphicFramePr>
              <p:cNvPr id="14806" name="对象 35745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2" name="" r:id="rId14" imgW="829310" imgH="842645" progId="MS_ClipArt_Gallery.2">
                      <p:embed/>
                    </p:oleObj>
                  </mc:Choice>
                  <mc:Fallback>
                    <p:oleObj name="" r:id="rId14" imgW="829310" imgH="842645" progId="MS_ClipArt_Gallery.2">
                      <p:embed/>
                      <p:pic>
                        <p:nvPicPr>
                          <p:cNvPr id="0" name="图片 3081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807" name="对象 35746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3" name="" r:id="rId15" imgW="1268095" imgH="1199515" progId="MS_ClipArt_Gallery.2">
                      <p:embed/>
                    </p:oleObj>
                  </mc:Choice>
                  <mc:Fallback>
                    <p:oleObj name="" r:id="rId15" imgW="1268095" imgH="1199515" progId="MS_ClipArt_Gallery.2">
                      <p:embed/>
                      <p:pic>
                        <p:nvPicPr>
                          <p:cNvPr id="0" name="图片 3082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4794" name="组合 35747"/>
            <p:cNvGrpSpPr/>
            <p:nvPr/>
          </p:nvGrpSpPr>
          <p:grpSpPr>
            <a:xfrm>
              <a:off x="-201" y="3657"/>
              <a:ext cx="220" cy="203"/>
              <a:chOff x="2870" y="1518"/>
              <a:chExt cx="292" cy="320"/>
            </a:xfrm>
          </p:grpSpPr>
          <p:graphicFrame>
            <p:nvGraphicFramePr>
              <p:cNvPr id="14804" name="对象 35748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4" name="" r:id="rId16" imgW="829310" imgH="842645" progId="MS_ClipArt_Gallery.2">
                      <p:embed/>
                    </p:oleObj>
                  </mc:Choice>
                  <mc:Fallback>
                    <p:oleObj name="" r:id="rId16" imgW="829310" imgH="842645" progId="MS_ClipArt_Gallery.2">
                      <p:embed/>
                      <p:pic>
                        <p:nvPicPr>
                          <p:cNvPr id="0" name="图片 3083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805" name="对象 35749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7" name="" r:id="rId17" imgW="1268095" imgH="1199515" progId="MS_ClipArt_Gallery.2">
                      <p:embed/>
                    </p:oleObj>
                  </mc:Choice>
                  <mc:Fallback>
                    <p:oleObj name="" r:id="rId17" imgW="1268095" imgH="1199515" progId="MS_ClipArt_Gallery.2">
                      <p:embed/>
                      <p:pic>
                        <p:nvPicPr>
                          <p:cNvPr id="0" name="图片 3086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4795" name="组合 35750"/>
            <p:cNvGrpSpPr/>
            <p:nvPr/>
          </p:nvGrpSpPr>
          <p:grpSpPr>
            <a:xfrm>
              <a:off x="569" y="3419"/>
              <a:ext cx="131" cy="258"/>
              <a:chOff x="4180" y="783"/>
              <a:chExt cx="150" cy="307"/>
            </a:xfrm>
          </p:grpSpPr>
          <p:sp>
            <p:nvSpPr>
              <p:cNvPr id="14796" name="平行四边形 35751"/>
              <p:cNvSpPr/>
              <p:nvPr/>
            </p:nvSpPr>
            <p:spPr>
              <a:xfrm>
                <a:off x="4180" y="1019"/>
                <a:ext cx="150" cy="71"/>
              </a:xfrm>
              <a:prstGeom prst="parallelogram">
                <a:avLst>
                  <a:gd name="adj" fmla="val 81386"/>
                </a:avLst>
              </a:prstGeom>
              <a:solidFill>
                <a:srgbClr val="33CCCC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797" name="矩形 35752"/>
              <p:cNvSpPr/>
              <p:nvPr/>
            </p:nvSpPr>
            <p:spPr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798" name="矩形 35753"/>
              <p:cNvSpPr/>
              <p:nvPr/>
            </p:nvSpPr>
            <p:spPr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799" name="平行四边形 35754"/>
              <p:cNvSpPr/>
              <p:nvPr/>
            </p:nvSpPr>
            <p:spPr>
              <a:xfrm>
                <a:off x="4180" y="783"/>
                <a:ext cx="150" cy="71"/>
              </a:xfrm>
              <a:prstGeom prst="parallelogram">
                <a:avLst>
                  <a:gd name="adj" fmla="val 81386"/>
                </a:avLst>
              </a:prstGeom>
              <a:solidFill>
                <a:srgbClr val="33CCCC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800" name="直接连接符 35755"/>
              <p:cNvSpPr/>
              <p:nvPr/>
            </p:nvSpPr>
            <p:spPr>
              <a:xfrm>
                <a:off x="4330" y="788"/>
                <a:ext cx="0" cy="23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801" name="直接连接符 35756"/>
              <p:cNvSpPr/>
              <p:nvPr/>
            </p:nvSpPr>
            <p:spPr>
              <a:xfrm flipH="1">
                <a:off x="4276" y="1019"/>
                <a:ext cx="54" cy="6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802" name="矩形 35757"/>
              <p:cNvSpPr/>
              <p:nvPr/>
            </p:nvSpPr>
            <p:spPr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803" name="矩形 35758"/>
              <p:cNvSpPr/>
              <p:nvPr/>
            </p:nvSpPr>
            <p:spPr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</p:grpSp>
      <p:sp>
        <p:nvSpPr>
          <p:cNvPr id="14437" name="直接连接符 35759"/>
          <p:cNvSpPr/>
          <p:nvPr/>
        </p:nvSpPr>
        <p:spPr>
          <a:xfrm flipH="1">
            <a:off x="7539038" y="3413125"/>
            <a:ext cx="3175" cy="144463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38" name="直接连接符 35760"/>
          <p:cNvSpPr/>
          <p:nvPr/>
        </p:nvSpPr>
        <p:spPr>
          <a:xfrm flipV="1">
            <a:off x="8836025" y="2395538"/>
            <a:ext cx="123825" cy="87312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39" name="直接连接符 35761"/>
          <p:cNvSpPr/>
          <p:nvPr/>
        </p:nvSpPr>
        <p:spPr>
          <a:xfrm>
            <a:off x="8662988" y="2568575"/>
            <a:ext cx="0" cy="82550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40" name="直接连接符 35762"/>
          <p:cNvSpPr/>
          <p:nvPr/>
        </p:nvSpPr>
        <p:spPr>
          <a:xfrm flipV="1">
            <a:off x="8834438" y="2465388"/>
            <a:ext cx="263525" cy="288925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41" name="直接连接符 35763"/>
          <p:cNvSpPr/>
          <p:nvPr/>
        </p:nvSpPr>
        <p:spPr>
          <a:xfrm>
            <a:off x="9199563" y="2463800"/>
            <a:ext cx="0" cy="196850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42" name="直接连接符 35764"/>
          <p:cNvSpPr/>
          <p:nvPr/>
        </p:nvSpPr>
        <p:spPr>
          <a:xfrm>
            <a:off x="8853488" y="2770188"/>
            <a:ext cx="188912" cy="0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43" name="直接连接符 35765"/>
          <p:cNvSpPr/>
          <p:nvPr/>
        </p:nvSpPr>
        <p:spPr>
          <a:xfrm flipV="1">
            <a:off x="7148513" y="3636963"/>
            <a:ext cx="168275" cy="3175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44" name="直接连接符 35766"/>
          <p:cNvSpPr/>
          <p:nvPr/>
        </p:nvSpPr>
        <p:spPr>
          <a:xfrm flipV="1">
            <a:off x="9267825" y="2163763"/>
            <a:ext cx="238125" cy="168275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45" name="直接连接符 35767"/>
          <p:cNvSpPr/>
          <p:nvPr/>
        </p:nvSpPr>
        <p:spPr>
          <a:xfrm>
            <a:off x="9407525" y="2760663"/>
            <a:ext cx="177800" cy="0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46" name="直接连接符 35768"/>
          <p:cNvSpPr/>
          <p:nvPr/>
        </p:nvSpPr>
        <p:spPr>
          <a:xfrm flipH="1">
            <a:off x="8553450" y="2836863"/>
            <a:ext cx="98425" cy="704850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47" name="直接连接符 35769"/>
          <p:cNvSpPr/>
          <p:nvPr/>
        </p:nvSpPr>
        <p:spPr>
          <a:xfrm flipH="1">
            <a:off x="9144000" y="2836863"/>
            <a:ext cx="111125" cy="727075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4448" name="组合 35770"/>
          <p:cNvGrpSpPr/>
          <p:nvPr/>
        </p:nvGrpSpPr>
        <p:grpSpPr>
          <a:xfrm>
            <a:off x="8196263" y="4454525"/>
            <a:ext cx="501650" cy="234950"/>
            <a:chOff x="4701" y="2996"/>
            <a:chExt cx="316" cy="148"/>
          </a:xfrm>
        </p:grpSpPr>
        <p:sp>
          <p:nvSpPr>
            <p:cNvPr id="14771" name="椭圆 35771"/>
            <p:cNvSpPr/>
            <p:nvPr/>
          </p:nvSpPr>
          <p:spPr>
            <a:xfrm>
              <a:off x="4704" y="3062"/>
              <a:ext cx="313" cy="82"/>
            </a:xfrm>
            <a:prstGeom prst="ellipse">
              <a:avLst/>
            </a:prstGeom>
            <a:solidFill>
              <a:srgbClr val="DDDDDD"/>
            </a:solidFill>
            <a:ln w="127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4772" name="直接连接符 35772"/>
            <p:cNvSpPr/>
            <p:nvPr/>
          </p:nvSpPr>
          <p:spPr>
            <a:xfrm>
              <a:off x="4704" y="3055"/>
              <a:ext cx="0" cy="51"/>
            </a:xfrm>
            <a:prstGeom prst="line">
              <a:avLst/>
            </a:prstGeom>
            <a:ln w="127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773" name="直接连接符 35773"/>
            <p:cNvSpPr/>
            <p:nvPr/>
          </p:nvSpPr>
          <p:spPr>
            <a:xfrm>
              <a:off x="5017" y="3055"/>
              <a:ext cx="0" cy="51"/>
            </a:xfrm>
            <a:prstGeom prst="line">
              <a:avLst/>
            </a:prstGeom>
            <a:ln w="127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774" name="矩形 35774"/>
            <p:cNvSpPr/>
            <p:nvPr/>
          </p:nvSpPr>
          <p:spPr>
            <a:xfrm>
              <a:off x="4704" y="3055"/>
              <a:ext cx="310" cy="50"/>
            </a:xfrm>
            <a:prstGeom prst="rect">
              <a:avLst/>
            </a:prstGeom>
            <a:solidFill>
              <a:srgbClr val="DDDDDD"/>
            </a:soli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4775" name="椭圆 35775"/>
            <p:cNvSpPr/>
            <p:nvPr/>
          </p:nvSpPr>
          <p:spPr>
            <a:xfrm>
              <a:off x="4701" y="2996"/>
              <a:ext cx="313" cy="96"/>
            </a:xfrm>
            <a:prstGeom prst="ellipse">
              <a:avLst/>
            </a:prstGeom>
            <a:solidFill>
              <a:srgbClr val="DDDDDD"/>
            </a:solidFill>
            <a:ln w="127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4776" name="组合 35776"/>
            <p:cNvGrpSpPr/>
            <p:nvPr/>
          </p:nvGrpSpPr>
          <p:grpSpPr>
            <a:xfrm>
              <a:off x="4776" y="3017"/>
              <a:ext cx="156" cy="56"/>
              <a:chOff x="2848" y="848"/>
              <a:chExt cx="140" cy="98"/>
            </a:xfrm>
          </p:grpSpPr>
          <p:sp>
            <p:nvSpPr>
              <p:cNvPr id="14781" name="直接连接符 35777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782" name="直接连接符 35778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783" name="直接连接符 35779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4777" name="组合 35780"/>
            <p:cNvGrpSpPr/>
            <p:nvPr/>
          </p:nvGrpSpPr>
          <p:grpSpPr>
            <a:xfrm flipV="1">
              <a:off x="4776" y="3016"/>
              <a:ext cx="156" cy="56"/>
              <a:chOff x="2848" y="848"/>
              <a:chExt cx="140" cy="98"/>
            </a:xfrm>
          </p:grpSpPr>
          <p:sp>
            <p:nvSpPr>
              <p:cNvPr id="14778" name="直接连接符 35781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779" name="直接连接符 35782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780" name="直接连接符 35783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4449" name="组合 35784"/>
          <p:cNvGrpSpPr/>
          <p:nvPr/>
        </p:nvGrpSpPr>
        <p:grpSpPr>
          <a:xfrm>
            <a:off x="7531100" y="4756150"/>
            <a:ext cx="501650" cy="234950"/>
            <a:chOff x="4701" y="2996"/>
            <a:chExt cx="316" cy="148"/>
          </a:xfrm>
        </p:grpSpPr>
        <p:sp>
          <p:nvSpPr>
            <p:cNvPr id="14758" name="椭圆 35785"/>
            <p:cNvSpPr/>
            <p:nvPr/>
          </p:nvSpPr>
          <p:spPr>
            <a:xfrm>
              <a:off x="4704" y="3062"/>
              <a:ext cx="313" cy="82"/>
            </a:xfrm>
            <a:prstGeom prst="ellipse">
              <a:avLst/>
            </a:prstGeom>
            <a:solidFill>
              <a:srgbClr val="DDDDDD"/>
            </a:solidFill>
            <a:ln w="127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4759" name="直接连接符 35786"/>
            <p:cNvSpPr/>
            <p:nvPr/>
          </p:nvSpPr>
          <p:spPr>
            <a:xfrm>
              <a:off x="4704" y="3055"/>
              <a:ext cx="0" cy="51"/>
            </a:xfrm>
            <a:prstGeom prst="line">
              <a:avLst/>
            </a:prstGeom>
            <a:ln w="127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760" name="直接连接符 35787"/>
            <p:cNvSpPr/>
            <p:nvPr/>
          </p:nvSpPr>
          <p:spPr>
            <a:xfrm>
              <a:off x="5017" y="3055"/>
              <a:ext cx="0" cy="51"/>
            </a:xfrm>
            <a:prstGeom prst="line">
              <a:avLst/>
            </a:prstGeom>
            <a:ln w="127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761" name="矩形 35788"/>
            <p:cNvSpPr/>
            <p:nvPr/>
          </p:nvSpPr>
          <p:spPr>
            <a:xfrm>
              <a:off x="4704" y="3055"/>
              <a:ext cx="310" cy="50"/>
            </a:xfrm>
            <a:prstGeom prst="rect">
              <a:avLst/>
            </a:prstGeom>
            <a:solidFill>
              <a:srgbClr val="DDDDDD"/>
            </a:soli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4762" name="椭圆 35789"/>
            <p:cNvSpPr/>
            <p:nvPr/>
          </p:nvSpPr>
          <p:spPr>
            <a:xfrm>
              <a:off x="4701" y="2996"/>
              <a:ext cx="313" cy="96"/>
            </a:xfrm>
            <a:prstGeom prst="ellipse">
              <a:avLst/>
            </a:prstGeom>
            <a:solidFill>
              <a:srgbClr val="DDDDDD"/>
            </a:solidFill>
            <a:ln w="127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4763" name="组合 35790"/>
            <p:cNvGrpSpPr/>
            <p:nvPr/>
          </p:nvGrpSpPr>
          <p:grpSpPr>
            <a:xfrm>
              <a:off x="4776" y="3017"/>
              <a:ext cx="156" cy="56"/>
              <a:chOff x="2848" y="848"/>
              <a:chExt cx="140" cy="98"/>
            </a:xfrm>
          </p:grpSpPr>
          <p:sp>
            <p:nvSpPr>
              <p:cNvPr id="14768" name="直接连接符 35791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769" name="直接连接符 35792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770" name="直接连接符 35793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4764" name="组合 35794"/>
            <p:cNvGrpSpPr/>
            <p:nvPr/>
          </p:nvGrpSpPr>
          <p:grpSpPr>
            <a:xfrm flipV="1">
              <a:off x="4776" y="3016"/>
              <a:ext cx="156" cy="56"/>
              <a:chOff x="2848" y="848"/>
              <a:chExt cx="140" cy="98"/>
            </a:xfrm>
          </p:grpSpPr>
          <p:sp>
            <p:nvSpPr>
              <p:cNvPr id="14765" name="直接连接符 35795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766" name="直接连接符 35796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767" name="直接连接符 35797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4450" name="组合 35798"/>
          <p:cNvGrpSpPr/>
          <p:nvPr/>
        </p:nvGrpSpPr>
        <p:grpSpPr>
          <a:xfrm>
            <a:off x="8361363" y="4941888"/>
            <a:ext cx="290512" cy="404812"/>
            <a:chOff x="4290" y="3130"/>
            <a:chExt cx="183" cy="255"/>
          </a:xfrm>
        </p:grpSpPr>
        <p:pic>
          <p:nvPicPr>
            <p:cNvPr id="14740" name="图片 35799" descr="31u_bnrz[1]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4343" y="3211"/>
              <a:ext cx="121" cy="174"/>
            </a:xfrm>
            <a:prstGeom prst="rect">
              <a:avLst/>
            </a:prstGeom>
            <a:solidFill>
              <a:srgbClr val="DDDDDD"/>
            </a:solidFill>
            <a:ln w="9525">
              <a:noFill/>
            </a:ln>
          </p:spPr>
        </p:pic>
        <p:sp>
          <p:nvSpPr>
            <p:cNvPr id="14741" name="任意多边形 35800"/>
            <p:cNvSpPr/>
            <p:nvPr/>
          </p:nvSpPr>
          <p:spPr>
            <a:xfrm>
              <a:off x="4339" y="3143"/>
              <a:ext cx="33" cy="39"/>
            </a:xfrm>
            <a:custGeom>
              <a:avLst/>
              <a:gdLst>
                <a:gd name="txL" fmla="*/ 0 w 199"/>
                <a:gd name="txT" fmla="*/ 0 h 232"/>
                <a:gd name="txR" fmla="*/ 199 w 199"/>
                <a:gd name="txB" fmla="*/ 232 h 232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99" h="232">
                  <a:moveTo>
                    <a:pt x="70" y="29"/>
                  </a:moveTo>
                  <a:lnTo>
                    <a:pt x="55" y="39"/>
                  </a:lnTo>
                  <a:lnTo>
                    <a:pt x="42" y="50"/>
                  </a:lnTo>
                  <a:lnTo>
                    <a:pt x="30" y="63"/>
                  </a:lnTo>
                  <a:lnTo>
                    <a:pt x="20" y="77"/>
                  </a:lnTo>
                  <a:lnTo>
                    <a:pt x="12" y="91"/>
                  </a:lnTo>
                  <a:lnTo>
                    <a:pt x="6" y="108"/>
                  </a:lnTo>
                  <a:lnTo>
                    <a:pt x="2" y="125"/>
                  </a:lnTo>
                  <a:lnTo>
                    <a:pt x="0" y="142"/>
                  </a:lnTo>
                  <a:lnTo>
                    <a:pt x="2" y="166"/>
                  </a:lnTo>
                  <a:lnTo>
                    <a:pt x="12" y="186"/>
                  </a:lnTo>
                  <a:lnTo>
                    <a:pt x="26" y="203"/>
                  </a:lnTo>
                  <a:lnTo>
                    <a:pt x="45" y="216"/>
                  </a:lnTo>
                  <a:lnTo>
                    <a:pt x="66" y="226"/>
                  </a:lnTo>
                  <a:lnTo>
                    <a:pt x="88" y="230"/>
                  </a:lnTo>
                  <a:lnTo>
                    <a:pt x="111" y="232"/>
                  </a:lnTo>
                  <a:lnTo>
                    <a:pt x="134" y="228"/>
                  </a:lnTo>
                  <a:lnTo>
                    <a:pt x="138" y="228"/>
                  </a:lnTo>
                  <a:lnTo>
                    <a:pt x="143" y="226"/>
                  </a:lnTo>
                  <a:lnTo>
                    <a:pt x="147" y="222"/>
                  </a:lnTo>
                  <a:lnTo>
                    <a:pt x="148" y="218"/>
                  </a:lnTo>
                  <a:lnTo>
                    <a:pt x="145" y="212"/>
                  </a:lnTo>
                  <a:lnTo>
                    <a:pt x="141" y="207"/>
                  </a:lnTo>
                  <a:lnTo>
                    <a:pt x="135" y="203"/>
                  </a:lnTo>
                  <a:lnTo>
                    <a:pt x="129" y="201"/>
                  </a:lnTo>
                  <a:lnTo>
                    <a:pt x="117" y="197"/>
                  </a:lnTo>
                  <a:lnTo>
                    <a:pt x="105" y="195"/>
                  </a:lnTo>
                  <a:lnTo>
                    <a:pt x="94" y="193"/>
                  </a:lnTo>
                  <a:lnTo>
                    <a:pt x="83" y="190"/>
                  </a:lnTo>
                  <a:lnTo>
                    <a:pt x="73" y="187"/>
                  </a:lnTo>
                  <a:lnTo>
                    <a:pt x="62" y="182"/>
                  </a:lnTo>
                  <a:lnTo>
                    <a:pt x="53" y="176"/>
                  </a:lnTo>
                  <a:lnTo>
                    <a:pt x="43" y="167"/>
                  </a:lnTo>
                  <a:lnTo>
                    <a:pt x="40" y="128"/>
                  </a:lnTo>
                  <a:lnTo>
                    <a:pt x="49" y="96"/>
                  </a:lnTo>
                  <a:lnTo>
                    <a:pt x="68" y="71"/>
                  </a:lnTo>
                  <a:lnTo>
                    <a:pt x="94" y="50"/>
                  </a:lnTo>
                  <a:lnTo>
                    <a:pt x="122" y="34"/>
                  </a:lnTo>
                  <a:lnTo>
                    <a:pt x="151" y="21"/>
                  </a:lnTo>
                  <a:lnTo>
                    <a:pt x="178" y="12"/>
                  </a:lnTo>
                  <a:lnTo>
                    <a:pt x="199" y="4"/>
                  </a:lnTo>
                  <a:lnTo>
                    <a:pt x="186" y="1"/>
                  </a:lnTo>
                  <a:lnTo>
                    <a:pt x="172" y="0"/>
                  </a:lnTo>
                  <a:lnTo>
                    <a:pt x="156" y="2"/>
                  </a:lnTo>
                  <a:lnTo>
                    <a:pt x="138" y="4"/>
                  </a:lnTo>
                  <a:lnTo>
                    <a:pt x="121" y="10"/>
                  </a:lnTo>
                  <a:lnTo>
                    <a:pt x="103" y="16"/>
                  </a:lnTo>
                  <a:lnTo>
                    <a:pt x="86" y="23"/>
                  </a:lnTo>
                  <a:lnTo>
                    <a:pt x="70" y="29"/>
                  </a:lnTo>
                  <a:close/>
                </a:path>
              </a:pathLst>
            </a:custGeom>
            <a:solidFill>
              <a:srgbClr val="C9E8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742" name="任意多边形 35801"/>
            <p:cNvSpPr/>
            <p:nvPr/>
          </p:nvSpPr>
          <p:spPr>
            <a:xfrm>
              <a:off x="4395" y="3142"/>
              <a:ext cx="22" cy="30"/>
            </a:xfrm>
            <a:custGeom>
              <a:avLst/>
              <a:gdLst>
                <a:gd name="txL" fmla="*/ 0 w 128"/>
                <a:gd name="txT" fmla="*/ 0 h 180"/>
                <a:gd name="txR" fmla="*/ 128 w 128"/>
                <a:gd name="txB" fmla="*/ 180 h 180"/>
              </a:gdLst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</a:cxnLst>
              <a:rect l="txL" t="txT" r="txR" b="txB"/>
              <a:pathLst>
                <a:path w="128" h="180">
                  <a:moveTo>
                    <a:pt x="108" y="59"/>
                  </a:moveTo>
                  <a:lnTo>
                    <a:pt x="113" y="77"/>
                  </a:lnTo>
                  <a:lnTo>
                    <a:pt x="111" y="94"/>
                  </a:lnTo>
                  <a:lnTo>
                    <a:pt x="103" y="108"/>
                  </a:lnTo>
                  <a:lnTo>
                    <a:pt x="91" y="121"/>
                  </a:lnTo>
                  <a:lnTo>
                    <a:pt x="77" y="132"/>
                  </a:lnTo>
                  <a:lnTo>
                    <a:pt x="61" y="144"/>
                  </a:lnTo>
                  <a:lnTo>
                    <a:pt x="45" y="154"/>
                  </a:lnTo>
                  <a:lnTo>
                    <a:pt x="30" y="164"/>
                  </a:lnTo>
                  <a:lnTo>
                    <a:pt x="28" y="168"/>
                  </a:lnTo>
                  <a:lnTo>
                    <a:pt x="27" y="170"/>
                  </a:lnTo>
                  <a:lnTo>
                    <a:pt x="27" y="174"/>
                  </a:lnTo>
                  <a:lnTo>
                    <a:pt x="28" y="177"/>
                  </a:lnTo>
                  <a:lnTo>
                    <a:pt x="32" y="179"/>
                  </a:lnTo>
                  <a:lnTo>
                    <a:pt x="35" y="180"/>
                  </a:lnTo>
                  <a:lnTo>
                    <a:pt x="37" y="180"/>
                  </a:lnTo>
                  <a:lnTo>
                    <a:pt x="41" y="179"/>
                  </a:lnTo>
                  <a:lnTo>
                    <a:pt x="60" y="169"/>
                  </a:lnTo>
                  <a:lnTo>
                    <a:pt x="77" y="158"/>
                  </a:lnTo>
                  <a:lnTo>
                    <a:pt x="94" y="145"/>
                  </a:lnTo>
                  <a:lnTo>
                    <a:pt x="109" y="130"/>
                  </a:lnTo>
                  <a:lnTo>
                    <a:pt x="120" y="114"/>
                  </a:lnTo>
                  <a:lnTo>
                    <a:pt x="127" y="95"/>
                  </a:lnTo>
                  <a:lnTo>
                    <a:pt x="128" y="76"/>
                  </a:lnTo>
                  <a:lnTo>
                    <a:pt x="123" y="55"/>
                  </a:lnTo>
                  <a:lnTo>
                    <a:pt x="113" y="39"/>
                  </a:lnTo>
                  <a:lnTo>
                    <a:pt x="97" y="25"/>
                  </a:lnTo>
                  <a:lnTo>
                    <a:pt x="79" y="15"/>
                  </a:lnTo>
                  <a:lnTo>
                    <a:pt x="57" y="7"/>
                  </a:lnTo>
                  <a:lnTo>
                    <a:pt x="36" y="2"/>
                  </a:lnTo>
                  <a:lnTo>
                    <a:pt x="19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14" y="9"/>
                  </a:lnTo>
                  <a:lnTo>
                    <a:pt x="29" y="14"/>
                  </a:lnTo>
                  <a:lnTo>
                    <a:pt x="46" y="19"/>
                  </a:lnTo>
                  <a:lnTo>
                    <a:pt x="61" y="23"/>
                  </a:lnTo>
                  <a:lnTo>
                    <a:pt x="76" y="29"/>
                  </a:lnTo>
                  <a:lnTo>
                    <a:pt x="89" y="37"/>
                  </a:lnTo>
                  <a:lnTo>
                    <a:pt x="100" y="46"/>
                  </a:lnTo>
                  <a:lnTo>
                    <a:pt x="108" y="59"/>
                  </a:lnTo>
                  <a:close/>
                </a:path>
              </a:pathLst>
            </a:custGeom>
            <a:solidFill>
              <a:srgbClr val="C9E8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743" name="任意多边形 35802"/>
            <p:cNvSpPr/>
            <p:nvPr/>
          </p:nvSpPr>
          <p:spPr>
            <a:xfrm>
              <a:off x="4318" y="3135"/>
              <a:ext cx="54" cy="63"/>
            </a:xfrm>
            <a:custGeom>
              <a:avLst/>
              <a:gdLst>
                <a:gd name="txL" fmla="*/ 0 w 322"/>
                <a:gd name="txT" fmla="*/ 0 h 378"/>
                <a:gd name="txR" fmla="*/ 322 w 322"/>
                <a:gd name="txB" fmla="*/ 378 h 378"/>
              </a:gdLst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</a:cxnLst>
              <a:rect l="txL" t="txT" r="txR" b="txB"/>
              <a:pathLst>
                <a:path w="322" h="378">
                  <a:moveTo>
                    <a:pt x="125" y="49"/>
                  </a:moveTo>
                  <a:lnTo>
                    <a:pt x="100" y="70"/>
                  </a:lnTo>
                  <a:lnTo>
                    <a:pt x="76" y="90"/>
                  </a:lnTo>
                  <a:lnTo>
                    <a:pt x="53" y="115"/>
                  </a:lnTo>
                  <a:lnTo>
                    <a:pt x="34" y="140"/>
                  </a:lnTo>
                  <a:lnTo>
                    <a:pt x="17" y="166"/>
                  </a:lnTo>
                  <a:lnTo>
                    <a:pt x="5" y="195"/>
                  </a:lnTo>
                  <a:lnTo>
                    <a:pt x="0" y="226"/>
                  </a:lnTo>
                  <a:lnTo>
                    <a:pt x="1" y="258"/>
                  </a:lnTo>
                  <a:lnTo>
                    <a:pt x="3" y="266"/>
                  </a:lnTo>
                  <a:lnTo>
                    <a:pt x="5" y="275"/>
                  </a:lnTo>
                  <a:lnTo>
                    <a:pt x="9" y="282"/>
                  </a:lnTo>
                  <a:lnTo>
                    <a:pt x="14" y="290"/>
                  </a:lnTo>
                  <a:lnTo>
                    <a:pt x="19" y="297"/>
                  </a:lnTo>
                  <a:lnTo>
                    <a:pt x="26" y="304"/>
                  </a:lnTo>
                  <a:lnTo>
                    <a:pt x="32" y="310"/>
                  </a:lnTo>
                  <a:lnTo>
                    <a:pt x="41" y="314"/>
                  </a:lnTo>
                  <a:lnTo>
                    <a:pt x="56" y="324"/>
                  </a:lnTo>
                  <a:lnTo>
                    <a:pt x="71" y="332"/>
                  </a:lnTo>
                  <a:lnTo>
                    <a:pt x="86" y="338"/>
                  </a:lnTo>
                  <a:lnTo>
                    <a:pt x="103" y="344"/>
                  </a:lnTo>
                  <a:lnTo>
                    <a:pt x="119" y="350"/>
                  </a:lnTo>
                  <a:lnTo>
                    <a:pt x="136" y="355"/>
                  </a:lnTo>
                  <a:lnTo>
                    <a:pt x="152" y="359"/>
                  </a:lnTo>
                  <a:lnTo>
                    <a:pt x="168" y="363"/>
                  </a:lnTo>
                  <a:lnTo>
                    <a:pt x="186" y="366"/>
                  </a:lnTo>
                  <a:lnTo>
                    <a:pt x="202" y="368"/>
                  </a:lnTo>
                  <a:lnTo>
                    <a:pt x="220" y="371"/>
                  </a:lnTo>
                  <a:lnTo>
                    <a:pt x="238" y="373"/>
                  </a:lnTo>
                  <a:lnTo>
                    <a:pt x="254" y="374"/>
                  </a:lnTo>
                  <a:lnTo>
                    <a:pt x="272" y="375"/>
                  </a:lnTo>
                  <a:lnTo>
                    <a:pt x="289" y="376"/>
                  </a:lnTo>
                  <a:lnTo>
                    <a:pt x="306" y="378"/>
                  </a:lnTo>
                  <a:lnTo>
                    <a:pt x="311" y="378"/>
                  </a:lnTo>
                  <a:lnTo>
                    <a:pt x="316" y="375"/>
                  </a:lnTo>
                  <a:lnTo>
                    <a:pt x="320" y="371"/>
                  </a:lnTo>
                  <a:lnTo>
                    <a:pt x="322" y="366"/>
                  </a:lnTo>
                  <a:lnTo>
                    <a:pt x="322" y="360"/>
                  </a:lnTo>
                  <a:lnTo>
                    <a:pt x="320" y="356"/>
                  </a:lnTo>
                  <a:lnTo>
                    <a:pt x="315" y="352"/>
                  </a:lnTo>
                  <a:lnTo>
                    <a:pt x="309" y="350"/>
                  </a:lnTo>
                  <a:lnTo>
                    <a:pt x="294" y="347"/>
                  </a:lnTo>
                  <a:lnTo>
                    <a:pt x="279" y="344"/>
                  </a:lnTo>
                  <a:lnTo>
                    <a:pt x="263" y="341"/>
                  </a:lnTo>
                  <a:lnTo>
                    <a:pt x="247" y="338"/>
                  </a:lnTo>
                  <a:lnTo>
                    <a:pt x="232" y="336"/>
                  </a:lnTo>
                  <a:lnTo>
                    <a:pt x="216" y="334"/>
                  </a:lnTo>
                  <a:lnTo>
                    <a:pt x="200" y="332"/>
                  </a:lnTo>
                  <a:lnTo>
                    <a:pt x="185" y="328"/>
                  </a:lnTo>
                  <a:lnTo>
                    <a:pt x="170" y="326"/>
                  </a:lnTo>
                  <a:lnTo>
                    <a:pt x="154" y="322"/>
                  </a:lnTo>
                  <a:lnTo>
                    <a:pt x="139" y="318"/>
                  </a:lnTo>
                  <a:lnTo>
                    <a:pt x="124" y="314"/>
                  </a:lnTo>
                  <a:lnTo>
                    <a:pt x="110" y="309"/>
                  </a:lnTo>
                  <a:lnTo>
                    <a:pt x="94" y="303"/>
                  </a:lnTo>
                  <a:lnTo>
                    <a:pt x="80" y="297"/>
                  </a:lnTo>
                  <a:lnTo>
                    <a:pt x="66" y="289"/>
                  </a:lnTo>
                  <a:lnTo>
                    <a:pt x="55" y="281"/>
                  </a:lnTo>
                  <a:lnTo>
                    <a:pt x="45" y="271"/>
                  </a:lnTo>
                  <a:lnTo>
                    <a:pt x="38" y="259"/>
                  </a:lnTo>
                  <a:lnTo>
                    <a:pt x="35" y="245"/>
                  </a:lnTo>
                  <a:lnTo>
                    <a:pt x="34" y="232"/>
                  </a:lnTo>
                  <a:lnTo>
                    <a:pt x="35" y="216"/>
                  </a:lnTo>
                  <a:lnTo>
                    <a:pt x="38" y="200"/>
                  </a:lnTo>
                  <a:lnTo>
                    <a:pt x="43" y="187"/>
                  </a:lnTo>
                  <a:lnTo>
                    <a:pt x="51" y="170"/>
                  </a:lnTo>
                  <a:lnTo>
                    <a:pt x="60" y="152"/>
                  </a:lnTo>
                  <a:lnTo>
                    <a:pt x="71" y="137"/>
                  </a:lnTo>
                  <a:lnTo>
                    <a:pt x="83" y="124"/>
                  </a:lnTo>
                  <a:lnTo>
                    <a:pt x="94" y="110"/>
                  </a:lnTo>
                  <a:lnTo>
                    <a:pt x="107" y="96"/>
                  </a:lnTo>
                  <a:lnTo>
                    <a:pt x="123" y="82"/>
                  </a:lnTo>
                  <a:lnTo>
                    <a:pt x="138" y="69"/>
                  </a:lnTo>
                  <a:lnTo>
                    <a:pt x="153" y="57"/>
                  </a:lnTo>
                  <a:lnTo>
                    <a:pt x="173" y="47"/>
                  </a:lnTo>
                  <a:lnTo>
                    <a:pt x="195" y="38"/>
                  </a:lnTo>
                  <a:lnTo>
                    <a:pt x="218" y="28"/>
                  </a:lnTo>
                  <a:lnTo>
                    <a:pt x="238" y="20"/>
                  </a:lnTo>
                  <a:lnTo>
                    <a:pt x="254" y="13"/>
                  </a:lnTo>
                  <a:lnTo>
                    <a:pt x="264" y="7"/>
                  </a:lnTo>
                  <a:lnTo>
                    <a:pt x="268" y="2"/>
                  </a:lnTo>
                  <a:lnTo>
                    <a:pt x="256" y="0"/>
                  </a:lnTo>
                  <a:lnTo>
                    <a:pt x="240" y="1"/>
                  </a:lnTo>
                  <a:lnTo>
                    <a:pt x="221" y="4"/>
                  </a:lnTo>
                  <a:lnTo>
                    <a:pt x="201" y="10"/>
                  </a:lnTo>
                  <a:lnTo>
                    <a:pt x="180" y="18"/>
                  </a:lnTo>
                  <a:lnTo>
                    <a:pt x="160" y="27"/>
                  </a:lnTo>
                  <a:lnTo>
                    <a:pt x="141" y="38"/>
                  </a:lnTo>
                  <a:lnTo>
                    <a:pt x="125" y="49"/>
                  </a:lnTo>
                  <a:close/>
                </a:path>
              </a:pathLst>
            </a:custGeom>
            <a:solidFill>
              <a:srgbClr val="C9E8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744" name="任意多边形 35803"/>
            <p:cNvSpPr/>
            <p:nvPr/>
          </p:nvSpPr>
          <p:spPr>
            <a:xfrm>
              <a:off x="4394" y="3133"/>
              <a:ext cx="47" cy="42"/>
            </a:xfrm>
            <a:custGeom>
              <a:avLst/>
              <a:gdLst>
                <a:gd name="txL" fmla="*/ 0 w 283"/>
                <a:gd name="txT" fmla="*/ 0 h 252"/>
                <a:gd name="txR" fmla="*/ 283 w 283"/>
                <a:gd name="txB" fmla="*/ 252 h 252"/>
              </a:gdLst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</a:cxnLst>
              <a:rect l="txL" t="txT" r="txR" b="txB"/>
              <a:pathLst>
                <a:path w="283" h="252">
                  <a:moveTo>
                    <a:pt x="235" y="77"/>
                  </a:moveTo>
                  <a:lnTo>
                    <a:pt x="248" y="91"/>
                  </a:lnTo>
                  <a:lnTo>
                    <a:pt x="256" y="107"/>
                  </a:lnTo>
                  <a:lnTo>
                    <a:pt x="259" y="124"/>
                  </a:lnTo>
                  <a:lnTo>
                    <a:pt x="259" y="142"/>
                  </a:lnTo>
                  <a:lnTo>
                    <a:pt x="257" y="157"/>
                  </a:lnTo>
                  <a:lnTo>
                    <a:pt x="252" y="170"/>
                  </a:lnTo>
                  <a:lnTo>
                    <a:pt x="244" y="183"/>
                  </a:lnTo>
                  <a:lnTo>
                    <a:pt x="236" y="193"/>
                  </a:lnTo>
                  <a:lnTo>
                    <a:pt x="225" y="204"/>
                  </a:lnTo>
                  <a:lnTo>
                    <a:pt x="215" y="214"/>
                  </a:lnTo>
                  <a:lnTo>
                    <a:pt x="204" y="224"/>
                  </a:lnTo>
                  <a:lnTo>
                    <a:pt x="194" y="234"/>
                  </a:lnTo>
                  <a:lnTo>
                    <a:pt x="191" y="238"/>
                  </a:lnTo>
                  <a:lnTo>
                    <a:pt x="191" y="241"/>
                  </a:lnTo>
                  <a:lnTo>
                    <a:pt x="191" y="245"/>
                  </a:lnTo>
                  <a:lnTo>
                    <a:pt x="194" y="248"/>
                  </a:lnTo>
                  <a:lnTo>
                    <a:pt x="197" y="250"/>
                  </a:lnTo>
                  <a:lnTo>
                    <a:pt x="202" y="252"/>
                  </a:lnTo>
                  <a:lnTo>
                    <a:pt x="205" y="250"/>
                  </a:lnTo>
                  <a:lnTo>
                    <a:pt x="209" y="248"/>
                  </a:lnTo>
                  <a:lnTo>
                    <a:pt x="232" y="233"/>
                  </a:lnTo>
                  <a:lnTo>
                    <a:pt x="252" y="214"/>
                  </a:lnTo>
                  <a:lnTo>
                    <a:pt x="268" y="192"/>
                  </a:lnTo>
                  <a:lnTo>
                    <a:pt x="278" y="167"/>
                  </a:lnTo>
                  <a:lnTo>
                    <a:pt x="283" y="141"/>
                  </a:lnTo>
                  <a:lnTo>
                    <a:pt x="280" y="115"/>
                  </a:lnTo>
                  <a:lnTo>
                    <a:pt x="271" y="91"/>
                  </a:lnTo>
                  <a:lnTo>
                    <a:pt x="252" y="69"/>
                  </a:lnTo>
                  <a:lnTo>
                    <a:pt x="238" y="57"/>
                  </a:lnTo>
                  <a:lnTo>
                    <a:pt x="222" y="48"/>
                  </a:lnTo>
                  <a:lnTo>
                    <a:pt x="204" y="39"/>
                  </a:lnTo>
                  <a:lnTo>
                    <a:pt x="184" y="31"/>
                  </a:lnTo>
                  <a:lnTo>
                    <a:pt x="164" y="23"/>
                  </a:lnTo>
                  <a:lnTo>
                    <a:pt x="144" y="17"/>
                  </a:lnTo>
                  <a:lnTo>
                    <a:pt x="123" y="13"/>
                  </a:lnTo>
                  <a:lnTo>
                    <a:pt x="103" y="8"/>
                  </a:lnTo>
                  <a:lnTo>
                    <a:pt x="83" y="5"/>
                  </a:lnTo>
                  <a:lnTo>
                    <a:pt x="66" y="2"/>
                  </a:lnTo>
                  <a:lnTo>
                    <a:pt x="48" y="0"/>
                  </a:lnTo>
                  <a:lnTo>
                    <a:pt x="34" y="0"/>
                  </a:lnTo>
                  <a:lnTo>
                    <a:pt x="21" y="0"/>
                  </a:lnTo>
                  <a:lnTo>
                    <a:pt x="11" y="0"/>
                  </a:lnTo>
                  <a:lnTo>
                    <a:pt x="4" y="2"/>
                  </a:lnTo>
                  <a:lnTo>
                    <a:pt x="0" y="5"/>
                  </a:lnTo>
                  <a:lnTo>
                    <a:pt x="12" y="7"/>
                  </a:lnTo>
                  <a:lnTo>
                    <a:pt x="24" y="8"/>
                  </a:lnTo>
                  <a:lnTo>
                    <a:pt x="38" y="10"/>
                  </a:lnTo>
                  <a:lnTo>
                    <a:pt x="52" y="13"/>
                  </a:lnTo>
                  <a:lnTo>
                    <a:pt x="66" y="16"/>
                  </a:lnTo>
                  <a:lnTo>
                    <a:pt x="82" y="18"/>
                  </a:lnTo>
                  <a:lnTo>
                    <a:pt x="98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4"/>
                  </a:lnTo>
                  <a:lnTo>
                    <a:pt x="162" y="39"/>
                  </a:lnTo>
                  <a:lnTo>
                    <a:pt x="177" y="45"/>
                  </a:lnTo>
                  <a:lnTo>
                    <a:pt x="193" y="52"/>
                  </a:lnTo>
                  <a:lnTo>
                    <a:pt x="208" y="60"/>
                  </a:lnTo>
                  <a:lnTo>
                    <a:pt x="222" y="68"/>
                  </a:lnTo>
                  <a:lnTo>
                    <a:pt x="235" y="77"/>
                  </a:lnTo>
                  <a:close/>
                </a:path>
              </a:pathLst>
            </a:custGeom>
            <a:solidFill>
              <a:srgbClr val="C9E8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745" name="任意多边形 35804"/>
            <p:cNvSpPr/>
            <p:nvPr/>
          </p:nvSpPr>
          <p:spPr>
            <a:xfrm>
              <a:off x="4298" y="3153"/>
              <a:ext cx="19" cy="39"/>
            </a:xfrm>
            <a:custGeom>
              <a:avLst/>
              <a:gdLst>
                <a:gd name="txL" fmla="*/ 0 w 114"/>
                <a:gd name="txT" fmla="*/ 0 h 238"/>
                <a:gd name="txR" fmla="*/ 114 w 114"/>
                <a:gd name="txB" fmla="*/ 238 h 238"/>
              </a:gdLst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4" h="238">
                  <a:moveTo>
                    <a:pt x="0" y="130"/>
                  </a:moveTo>
                  <a:lnTo>
                    <a:pt x="0" y="149"/>
                  </a:lnTo>
                  <a:lnTo>
                    <a:pt x="4" y="168"/>
                  </a:lnTo>
                  <a:lnTo>
                    <a:pt x="12" y="185"/>
                  </a:lnTo>
                  <a:lnTo>
                    <a:pt x="24" y="200"/>
                  </a:lnTo>
                  <a:lnTo>
                    <a:pt x="38" y="213"/>
                  </a:lnTo>
                  <a:lnTo>
                    <a:pt x="55" y="224"/>
                  </a:lnTo>
                  <a:lnTo>
                    <a:pt x="73" y="232"/>
                  </a:lnTo>
                  <a:lnTo>
                    <a:pt x="92" y="237"/>
                  </a:lnTo>
                  <a:lnTo>
                    <a:pt x="98" y="238"/>
                  </a:lnTo>
                  <a:lnTo>
                    <a:pt x="104" y="235"/>
                  </a:lnTo>
                  <a:lnTo>
                    <a:pt x="109" y="232"/>
                  </a:lnTo>
                  <a:lnTo>
                    <a:pt x="111" y="227"/>
                  </a:lnTo>
                  <a:lnTo>
                    <a:pt x="111" y="222"/>
                  </a:lnTo>
                  <a:lnTo>
                    <a:pt x="110" y="216"/>
                  </a:lnTo>
                  <a:lnTo>
                    <a:pt x="106" y="211"/>
                  </a:lnTo>
                  <a:lnTo>
                    <a:pt x="100" y="209"/>
                  </a:lnTo>
                  <a:lnTo>
                    <a:pt x="82" y="202"/>
                  </a:lnTo>
                  <a:lnTo>
                    <a:pt x="64" y="193"/>
                  </a:lnTo>
                  <a:lnTo>
                    <a:pt x="50" y="180"/>
                  </a:lnTo>
                  <a:lnTo>
                    <a:pt x="39" y="167"/>
                  </a:lnTo>
                  <a:lnTo>
                    <a:pt x="32" y="149"/>
                  </a:lnTo>
                  <a:lnTo>
                    <a:pt x="29" y="131"/>
                  </a:lnTo>
                  <a:lnTo>
                    <a:pt x="29" y="111"/>
                  </a:lnTo>
                  <a:lnTo>
                    <a:pt x="35" y="91"/>
                  </a:lnTo>
                  <a:lnTo>
                    <a:pt x="42" y="76"/>
                  </a:lnTo>
                  <a:lnTo>
                    <a:pt x="51" y="62"/>
                  </a:lnTo>
                  <a:lnTo>
                    <a:pt x="62" y="49"/>
                  </a:lnTo>
                  <a:lnTo>
                    <a:pt x="73" y="38"/>
                  </a:lnTo>
                  <a:lnTo>
                    <a:pt x="84" y="28"/>
                  </a:lnTo>
                  <a:lnTo>
                    <a:pt x="96" y="18"/>
                  </a:lnTo>
                  <a:lnTo>
                    <a:pt x="106" y="9"/>
                  </a:lnTo>
                  <a:lnTo>
                    <a:pt x="114" y="1"/>
                  </a:lnTo>
                  <a:lnTo>
                    <a:pt x="106" y="0"/>
                  </a:lnTo>
                  <a:lnTo>
                    <a:pt x="93" y="6"/>
                  </a:lnTo>
                  <a:lnTo>
                    <a:pt x="76" y="18"/>
                  </a:lnTo>
                  <a:lnTo>
                    <a:pt x="56" y="36"/>
                  </a:lnTo>
                  <a:lnTo>
                    <a:pt x="37" y="57"/>
                  </a:lnTo>
                  <a:lnTo>
                    <a:pt x="20" y="80"/>
                  </a:lnTo>
                  <a:lnTo>
                    <a:pt x="7" y="106"/>
                  </a:lnTo>
                  <a:lnTo>
                    <a:pt x="0" y="130"/>
                  </a:lnTo>
                  <a:close/>
                </a:path>
              </a:pathLst>
            </a:custGeom>
            <a:solidFill>
              <a:srgbClr val="C9E8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746" name="任意多边形 35805"/>
            <p:cNvSpPr/>
            <p:nvPr/>
          </p:nvSpPr>
          <p:spPr>
            <a:xfrm>
              <a:off x="4432" y="3130"/>
              <a:ext cx="41" cy="52"/>
            </a:xfrm>
            <a:custGeom>
              <a:avLst/>
              <a:gdLst>
                <a:gd name="txL" fmla="*/ 0 w 246"/>
                <a:gd name="txT" fmla="*/ 0 h 310"/>
                <a:gd name="txR" fmla="*/ 246 w 246"/>
                <a:gd name="txB" fmla="*/ 310 h 310"/>
              </a:gdLst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</a:cxnLst>
              <a:rect l="txL" t="txT" r="txR" b="txB"/>
              <a:pathLst>
                <a:path w="246" h="310">
                  <a:moveTo>
                    <a:pt x="199" y="116"/>
                  </a:moveTo>
                  <a:lnTo>
                    <a:pt x="207" y="124"/>
                  </a:lnTo>
                  <a:lnTo>
                    <a:pt x="214" y="133"/>
                  </a:lnTo>
                  <a:lnTo>
                    <a:pt x="219" y="143"/>
                  </a:lnTo>
                  <a:lnTo>
                    <a:pt x="223" y="154"/>
                  </a:lnTo>
                  <a:lnTo>
                    <a:pt x="225" y="164"/>
                  </a:lnTo>
                  <a:lnTo>
                    <a:pt x="225" y="176"/>
                  </a:lnTo>
                  <a:lnTo>
                    <a:pt x="221" y="187"/>
                  </a:lnTo>
                  <a:lnTo>
                    <a:pt x="216" y="197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8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3" y="264"/>
                  </a:lnTo>
                  <a:lnTo>
                    <a:pt x="132" y="274"/>
                  </a:lnTo>
                  <a:lnTo>
                    <a:pt x="129" y="278"/>
                  </a:lnTo>
                  <a:lnTo>
                    <a:pt x="126" y="282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1" y="305"/>
                  </a:lnTo>
                  <a:lnTo>
                    <a:pt x="125" y="309"/>
                  </a:lnTo>
                  <a:lnTo>
                    <a:pt x="130" y="310"/>
                  </a:lnTo>
                  <a:lnTo>
                    <a:pt x="134" y="310"/>
                  </a:lnTo>
                  <a:lnTo>
                    <a:pt x="139" y="309"/>
                  </a:lnTo>
                  <a:lnTo>
                    <a:pt x="143" y="305"/>
                  </a:lnTo>
                  <a:lnTo>
                    <a:pt x="154" y="293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19" y="233"/>
                  </a:lnTo>
                  <a:lnTo>
                    <a:pt x="231" y="219"/>
                  </a:lnTo>
                  <a:lnTo>
                    <a:pt x="239" y="204"/>
                  </a:lnTo>
                  <a:lnTo>
                    <a:pt x="245" y="187"/>
                  </a:lnTo>
                  <a:lnTo>
                    <a:pt x="246" y="170"/>
                  </a:lnTo>
                  <a:lnTo>
                    <a:pt x="242" y="153"/>
                  </a:lnTo>
                  <a:lnTo>
                    <a:pt x="236" y="136"/>
                  </a:lnTo>
                  <a:lnTo>
                    <a:pt x="227" y="120"/>
                  </a:lnTo>
                  <a:lnTo>
                    <a:pt x="215" y="107"/>
                  </a:lnTo>
                  <a:lnTo>
                    <a:pt x="201" y="94"/>
                  </a:lnTo>
                  <a:lnTo>
                    <a:pt x="187" y="82"/>
                  </a:lnTo>
                  <a:lnTo>
                    <a:pt x="177" y="74"/>
                  </a:lnTo>
                  <a:lnTo>
                    <a:pt x="165" y="68"/>
                  </a:lnTo>
                  <a:lnTo>
                    <a:pt x="152" y="60"/>
                  </a:lnTo>
                  <a:lnTo>
                    <a:pt x="139" y="51"/>
                  </a:lnTo>
                  <a:lnTo>
                    <a:pt x="126" y="43"/>
                  </a:lnTo>
                  <a:lnTo>
                    <a:pt x="112" y="35"/>
                  </a:lnTo>
                  <a:lnTo>
                    <a:pt x="98" y="28"/>
                  </a:lnTo>
                  <a:lnTo>
                    <a:pt x="85" y="22"/>
                  </a:lnTo>
                  <a:lnTo>
                    <a:pt x="72" y="16"/>
                  </a:lnTo>
                  <a:lnTo>
                    <a:pt x="59" y="10"/>
                  </a:lnTo>
                  <a:lnTo>
                    <a:pt x="46" y="7"/>
                  </a:lnTo>
                  <a:lnTo>
                    <a:pt x="35" y="3"/>
                  </a:lnTo>
                  <a:lnTo>
                    <a:pt x="24" y="1"/>
                  </a:lnTo>
                  <a:lnTo>
                    <a:pt x="15" y="0"/>
                  </a:lnTo>
                  <a:lnTo>
                    <a:pt x="7" y="1"/>
                  </a:lnTo>
                  <a:lnTo>
                    <a:pt x="0" y="3"/>
                  </a:lnTo>
                  <a:lnTo>
                    <a:pt x="8" y="6"/>
                  </a:lnTo>
                  <a:lnTo>
                    <a:pt x="17" y="9"/>
                  </a:lnTo>
                  <a:lnTo>
                    <a:pt x="28" y="14"/>
                  </a:lnTo>
                  <a:lnTo>
                    <a:pt x="38" y="18"/>
                  </a:lnTo>
                  <a:lnTo>
                    <a:pt x="51" y="24"/>
                  </a:lnTo>
                  <a:lnTo>
                    <a:pt x="64" y="30"/>
                  </a:lnTo>
                  <a:lnTo>
                    <a:pt x="78" y="37"/>
                  </a:lnTo>
                  <a:lnTo>
                    <a:pt x="92" y="43"/>
                  </a:lnTo>
                  <a:lnTo>
                    <a:pt x="106" y="51"/>
                  </a:lnTo>
                  <a:lnTo>
                    <a:pt x="120" y="60"/>
                  </a:lnTo>
                  <a:lnTo>
                    <a:pt x="134" y="69"/>
                  </a:lnTo>
                  <a:lnTo>
                    <a:pt x="148" y="78"/>
                  </a:lnTo>
                  <a:lnTo>
                    <a:pt x="163" y="87"/>
                  </a:lnTo>
                  <a:lnTo>
                    <a:pt x="175" y="96"/>
                  </a:lnTo>
                  <a:lnTo>
                    <a:pt x="187" y="105"/>
                  </a:lnTo>
                  <a:lnTo>
                    <a:pt x="199" y="116"/>
                  </a:lnTo>
                  <a:close/>
                </a:path>
              </a:pathLst>
            </a:custGeom>
            <a:solidFill>
              <a:srgbClr val="C9E8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747" name="任意多边形 35806"/>
            <p:cNvSpPr/>
            <p:nvPr/>
          </p:nvSpPr>
          <p:spPr>
            <a:xfrm>
              <a:off x="4387" y="3191"/>
              <a:ext cx="14" cy="31"/>
            </a:xfrm>
            <a:custGeom>
              <a:avLst/>
              <a:gdLst>
                <a:gd name="txL" fmla="*/ 0 w 83"/>
                <a:gd name="txT" fmla="*/ 0 h 187"/>
                <a:gd name="txR" fmla="*/ 83 w 83"/>
                <a:gd name="txB" fmla="*/ 187 h 187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83" h="187">
                  <a:moveTo>
                    <a:pt x="31" y="14"/>
                  </a:moveTo>
                  <a:lnTo>
                    <a:pt x="29" y="8"/>
                  </a:lnTo>
                  <a:lnTo>
                    <a:pt x="25" y="3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2"/>
                  </a:lnTo>
                  <a:lnTo>
                    <a:pt x="3" y="5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5" y="42"/>
                  </a:lnTo>
                  <a:lnTo>
                    <a:pt x="15" y="71"/>
                  </a:lnTo>
                  <a:lnTo>
                    <a:pt x="27" y="100"/>
                  </a:lnTo>
                  <a:lnTo>
                    <a:pt x="41" y="127"/>
                  </a:lnTo>
                  <a:lnTo>
                    <a:pt x="55" y="151"/>
                  </a:lnTo>
                  <a:lnTo>
                    <a:pt x="68" y="171"/>
                  </a:lnTo>
                  <a:lnTo>
                    <a:pt x="77" y="184"/>
                  </a:lnTo>
                  <a:lnTo>
                    <a:pt x="83" y="187"/>
                  </a:lnTo>
                  <a:lnTo>
                    <a:pt x="80" y="174"/>
                  </a:lnTo>
                  <a:lnTo>
                    <a:pt x="75" y="158"/>
                  </a:lnTo>
                  <a:lnTo>
                    <a:pt x="68" y="138"/>
                  </a:lnTo>
                  <a:lnTo>
                    <a:pt x="59" y="113"/>
                  </a:lnTo>
                  <a:lnTo>
                    <a:pt x="51" y="88"/>
                  </a:lnTo>
                  <a:lnTo>
                    <a:pt x="43" y="63"/>
                  </a:lnTo>
                  <a:lnTo>
                    <a:pt x="36" y="38"/>
                  </a:lnTo>
                  <a:lnTo>
                    <a:pt x="31" y="1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748" name="任意多边形 35807"/>
            <p:cNvSpPr/>
            <p:nvPr/>
          </p:nvSpPr>
          <p:spPr>
            <a:xfrm>
              <a:off x="4381" y="3174"/>
              <a:ext cx="7" cy="16"/>
            </a:xfrm>
            <a:custGeom>
              <a:avLst/>
              <a:gdLst>
                <a:gd name="txL" fmla="*/ 0 w 44"/>
                <a:gd name="txT" fmla="*/ 0 h 94"/>
                <a:gd name="txR" fmla="*/ 44 w 44"/>
                <a:gd name="txB" fmla="*/ 94 h 94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4" h="94">
                  <a:moveTo>
                    <a:pt x="22" y="10"/>
                  </a:moveTo>
                  <a:lnTo>
                    <a:pt x="21" y="6"/>
                  </a:lnTo>
                  <a:lnTo>
                    <a:pt x="18" y="2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6" y="1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24"/>
                  </a:lnTo>
                  <a:lnTo>
                    <a:pt x="4" y="38"/>
                  </a:lnTo>
                  <a:lnTo>
                    <a:pt x="8" y="52"/>
                  </a:lnTo>
                  <a:lnTo>
                    <a:pt x="14" y="65"/>
                  </a:lnTo>
                  <a:lnTo>
                    <a:pt x="21" y="78"/>
                  </a:lnTo>
                  <a:lnTo>
                    <a:pt x="28" y="87"/>
                  </a:lnTo>
                  <a:lnTo>
                    <a:pt x="37" y="93"/>
                  </a:lnTo>
                  <a:lnTo>
                    <a:pt x="42" y="94"/>
                  </a:lnTo>
                  <a:lnTo>
                    <a:pt x="44" y="76"/>
                  </a:lnTo>
                  <a:lnTo>
                    <a:pt x="38" y="54"/>
                  </a:lnTo>
                  <a:lnTo>
                    <a:pt x="31" y="32"/>
                  </a:lnTo>
                  <a:lnTo>
                    <a:pt x="22" y="1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749" name="任意多边形 35808"/>
            <p:cNvSpPr/>
            <p:nvPr/>
          </p:nvSpPr>
          <p:spPr>
            <a:xfrm>
              <a:off x="4375" y="3163"/>
              <a:ext cx="6" cy="9"/>
            </a:xfrm>
            <a:custGeom>
              <a:avLst/>
              <a:gdLst>
                <a:gd name="txL" fmla="*/ 0 w 38"/>
                <a:gd name="txT" fmla="*/ 0 h 54"/>
                <a:gd name="txR" fmla="*/ 38 w 38"/>
                <a:gd name="txB" fmla="*/ 54 h 54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8" h="54">
                  <a:moveTo>
                    <a:pt x="20" y="7"/>
                  </a:moveTo>
                  <a:lnTo>
                    <a:pt x="20" y="8"/>
                  </a:lnTo>
                  <a:lnTo>
                    <a:pt x="19" y="4"/>
                  </a:lnTo>
                  <a:lnTo>
                    <a:pt x="15" y="1"/>
                  </a:lnTo>
                  <a:lnTo>
                    <a:pt x="12" y="0"/>
                  </a:lnTo>
                  <a:lnTo>
                    <a:pt x="7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8"/>
                  </a:lnTo>
                  <a:lnTo>
                    <a:pt x="0" y="11"/>
                  </a:lnTo>
                  <a:lnTo>
                    <a:pt x="1" y="17"/>
                  </a:lnTo>
                  <a:lnTo>
                    <a:pt x="4" y="24"/>
                  </a:lnTo>
                  <a:lnTo>
                    <a:pt x="8" y="32"/>
                  </a:lnTo>
                  <a:lnTo>
                    <a:pt x="14" y="39"/>
                  </a:lnTo>
                  <a:lnTo>
                    <a:pt x="20" y="46"/>
                  </a:lnTo>
                  <a:lnTo>
                    <a:pt x="27" y="50"/>
                  </a:lnTo>
                  <a:lnTo>
                    <a:pt x="33" y="54"/>
                  </a:lnTo>
                  <a:lnTo>
                    <a:pt x="38" y="54"/>
                  </a:lnTo>
                  <a:lnTo>
                    <a:pt x="36" y="42"/>
                  </a:lnTo>
                  <a:lnTo>
                    <a:pt x="32" y="29"/>
                  </a:lnTo>
                  <a:lnTo>
                    <a:pt x="25" y="16"/>
                  </a:lnTo>
                  <a:lnTo>
                    <a:pt x="20" y="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750" name="任意多边形 35809"/>
            <p:cNvSpPr/>
            <p:nvPr/>
          </p:nvSpPr>
          <p:spPr>
            <a:xfrm>
              <a:off x="4370" y="3155"/>
              <a:ext cx="8" cy="6"/>
            </a:xfrm>
            <a:custGeom>
              <a:avLst/>
              <a:gdLst>
                <a:gd name="txL" fmla="*/ 0 w 52"/>
                <a:gd name="txT" fmla="*/ 0 h 36"/>
                <a:gd name="txR" fmla="*/ 52 w 52"/>
                <a:gd name="txB" fmla="*/ 36 h 36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52" h="36">
                  <a:moveTo>
                    <a:pt x="41" y="27"/>
                  </a:moveTo>
                  <a:lnTo>
                    <a:pt x="46" y="24"/>
                  </a:lnTo>
                  <a:lnTo>
                    <a:pt x="51" y="21"/>
                  </a:lnTo>
                  <a:lnTo>
                    <a:pt x="52" y="16"/>
                  </a:lnTo>
                  <a:lnTo>
                    <a:pt x="52" y="12"/>
                  </a:lnTo>
                  <a:lnTo>
                    <a:pt x="50" y="6"/>
                  </a:lnTo>
                  <a:lnTo>
                    <a:pt x="46" y="2"/>
                  </a:lnTo>
                  <a:lnTo>
                    <a:pt x="41" y="0"/>
                  </a:lnTo>
                  <a:lnTo>
                    <a:pt x="36" y="0"/>
                  </a:lnTo>
                  <a:lnTo>
                    <a:pt x="33" y="0"/>
                  </a:lnTo>
                  <a:lnTo>
                    <a:pt x="29" y="1"/>
                  </a:lnTo>
                  <a:lnTo>
                    <a:pt x="21" y="4"/>
                  </a:lnTo>
                  <a:lnTo>
                    <a:pt x="13" y="8"/>
                  </a:lnTo>
                  <a:lnTo>
                    <a:pt x="6" y="15"/>
                  </a:lnTo>
                  <a:lnTo>
                    <a:pt x="3" y="22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4" y="33"/>
                  </a:lnTo>
                  <a:lnTo>
                    <a:pt x="9" y="36"/>
                  </a:lnTo>
                  <a:lnTo>
                    <a:pt x="13" y="36"/>
                  </a:lnTo>
                  <a:lnTo>
                    <a:pt x="18" y="36"/>
                  </a:lnTo>
                  <a:lnTo>
                    <a:pt x="24" y="33"/>
                  </a:lnTo>
                  <a:lnTo>
                    <a:pt x="30" y="32"/>
                  </a:lnTo>
                  <a:lnTo>
                    <a:pt x="36" y="30"/>
                  </a:lnTo>
                  <a:lnTo>
                    <a:pt x="41" y="2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751" name="任意多边形 35810"/>
            <p:cNvSpPr/>
            <p:nvPr/>
          </p:nvSpPr>
          <p:spPr>
            <a:xfrm>
              <a:off x="4330" y="3145"/>
              <a:ext cx="33" cy="39"/>
            </a:xfrm>
            <a:custGeom>
              <a:avLst/>
              <a:gdLst>
                <a:gd name="txL" fmla="*/ 0 w 198"/>
                <a:gd name="txT" fmla="*/ 0 h 236"/>
                <a:gd name="txR" fmla="*/ 198 w 198"/>
                <a:gd name="txB" fmla="*/ 236 h 236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</a:cxnLst>
              <a:rect l="txL" t="txT" r="txR" b="txB"/>
              <a:pathLst>
                <a:path w="198" h="236">
                  <a:moveTo>
                    <a:pt x="73" y="36"/>
                  </a:moveTo>
                  <a:lnTo>
                    <a:pt x="58" y="46"/>
                  </a:lnTo>
                  <a:lnTo>
                    <a:pt x="46" y="58"/>
                  </a:lnTo>
                  <a:lnTo>
                    <a:pt x="33" y="72"/>
                  </a:lnTo>
                  <a:lnTo>
                    <a:pt x="22" y="85"/>
                  </a:lnTo>
                  <a:lnTo>
                    <a:pt x="14" y="100"/>
                  </a:lnTo>
                  <a:lnTo>
                    <a:pt x="7" y="115"/>
                  </a:lnTo>
                  <a:lnTo>
                    <a:pt x="2" y="130"/>
                  </a:lnTo>
                  <a:lnTo>
                    <a:pt x="0" y="146"/>
                  </a:lnTo>
                  <a:lnTo>
                    <a:pt x="2" y="170"/>
                  </a:lnTo>
                  <a:lnTo>
                    <a:pt x="12" y="190"/>
                  </a:lnTo>
                  <a:lnTo>
                    <a:pt x="26" y="207"/>
                  </a:lnTo>
                  <a:lnTo>
                    <a:pt x="43" y="220"/>
                  </a:lnTo>
                  <a:lnTo>
                    <a:pt x="64" y="229"/>
                  </a:lnTo>
                  <a:lnTo>
                    <a:pt x="88" y="235"/>
                  </a:lnTo>
                  <a:lnTo>
                    <a:pt x="110" y="236"/>
                  </a:lnTo>
                  <a:lnTo>
                    <a:pt x="132" y="232"/>
                  </a:lnTo>
                  <a:lnTo>
                    <a:pt x="137" y="232"/>
                  </a:lnTo>
                  <a:lnTo>
                    <a:pt x="142" y="230"/>
                  </a:lnTo>
                  <a:lnTo>
                    <a:pt x="145" y="226"/>
                  </a:lnTo>
                  <a:lnTo>
                    <a:pt x="146" y="221"/>
                  </a:lnTo>
                  <a:lnTo>
                    <a:pt x="145" y="219"/>
                  </a:lnTo>
                  <a:lnTo>
                    <a:pt x="142" y="219"/>
                  </a:lnTo>
                  <a:lnTo>
                    <a:pt x="137" y="217"/>
                  </a:lnTo>
                  <a:lnTo>
                    <a:pt x="131" y="217"/>
                  </a:lnTo>
                  <a:lnTo>
                    <a:pt x="124" y="217"/>
                  </a:lnTo>
                  <a:lnTo>
                    <a:pt x="118" y="217"/>
                  </a:lnTo>
                  <a:lnTo>
                    <a:pt x="112" y="217"/>
                  </a:lnTo>
                  <a:lnTo>
                    <a:pt x="109" y="217"/>
                  </a:lnTo>
                  <a:lnTo>
                    <a:pt x="97" y="216"/>
                  </a:lnTo>
                  <a:lnTo>
                    <a:pt x="87" y="215"/>
                  </a:lnTo>
                  <a:lnTo>
                    <a:pt x="75" y="214"/>
                  </a:lnTo>
                  <a:lnTo>
                    <a:pt x="63" y="211"/>
                  </a:lnTo>
                  <a:lnTo>
                    <a:pt x="51" y="207"/>
                  </a:lnTo>
                  <a:lnTo>
                    <a:pt x="40" y="199"/>
                  </a:lnTo>
                  <a:lnTo>
                    <a:pt x="29" y="189"/>
                  </a:lnTo>
                  <a:lnTo>
                    <a:pt x="17" y="174"/>
                  </a:lnTo>
                  <a:lnTo>
                    <a:pt x="15" y="157"/>
                  </a:lnTo>
                  <a:lnTo>
                    <a:pt x="16" y="141"/>
                  </a:lnTo>
                  <a:lnTo>
                    <a:pt x="21" y="124"/>
                  </a:lnTo>
                  <a:lnTo>
                    <a:pt x="28" y="109"/>
                  </a:lnTo>
                  <a:lnTo>
                    <a:pt x="39" y="96"/>
                  </a:lnTo>
                  <a:lnTo>
                    <a:pt x="50" y="82"/>
                  </a:lnTo>
                  <a:lnTo>
                    <a:pt x="63" y="70"/>
                  </a:lnTo>
                  <a:lnTo>
                    <a:pt x="78" y="59"/>
                  </a:lnTo>
                  <a:lnTo>
                    <a:pt x="94" y="49"/>
                  </a:lnTo>
                  <a:lnTo>
                    <a:pt x="110" y="39"/>
                  </a:lnTo>
                  <a:lnTo>
                    <a:pt x="126" y="31"/>
                  </a:lnTo>
                  <a:lnTo>
                    <a:pt x="142" y="24"/>
                  </a:lnTo>
                  <a:lnTo>
                    <a:pt x="158" y="19"/>
                  </a:lnTo>
                  <a:lnTo>
                    <a:pt x="172" y="13"/>
                  </a:lnTo>
                  <a:lnTo>
                    <a:pt x="186" y="10"/>
                  </a:lnTo>
                  <a:lnTo>
                    <a:pt x="198" y="7"/>
                  </a:lnTo>
                  <a:lnTo>
                    <a:pt x="190" y="3"/>
                  </a:lnTo>
                  <a:lnTo>
                    <a:pt x="177" y="0"/>
                  </a:lnTo>
                  <a:lnTo>
                    <a:pt x="162" y="3"/>
                  </a:lnTo>
                  <a:lnTo>
                    <a:pt x="144" y="6"/>
                  </a:lnTo>
                  <a:lnTo>
                    <a:pt x="124" y="12"/>
                  </a:lnTo>
                  <a:lnTo>
                    <a:pt x="105" y="19"/>
                  </a:lnTo>
                  <a:lnTo>
                    <a:pt x="88" y="28"/>
                  </a:lnTo>
                  <a:lnTo>
                    <a:pt x="73" y="3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752" name="任意多边形 35811"/>
            <p:cNvSpPr/>
            <p:nvPr/>
          </p:nvSpPr>
          <p:spPr>
            <a:xfrm>
              <a:off x="4386" y="3145"/>
              <a:ext cx="22" cy="30"/>
            </a:xfrm>
            <a:custGeom>
              <a:avLst/>
              <a:gdLst>
                <a:gd name="txL" fmla="*/ 0 w 128"/>
                <a:gd name="txT" fmla="*/ 0 h 183"/>
                <a:gd name="txR" fmla="*/ 128 w 128"/>
                <a:gd name="txB" fmla="*/ 183 h 183"/>
              </a:gdLst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</a:cxnLst>
              <a:rect l="txL" t="txT" r="txR" b="txB"/>
              <a:pathLst>
                <a:path w="128" h="183">
                  <a:moveTo>
                    <a:pt x="108" y="61"/>
                  </a:moveTo>
                  <a:lnTo>
                    <a:pt x="111" y="80"/>
                  </a:lnTo>
                  <a:lnTo>
                    <a:pt x="109" y="97"/>
                  </a:lnTo>
                  <a:lnTo>
                    <a:pt x="101" y="110"/>
                  </a:lnTo>
                  <a:lnTo>
                    <a:pt x="89" y="123"/>
                  </a:lnTo>
                  <a:lnTo>
                    <a:pt x="75" y="134"/>
                  </a:lnTo>
                  <a:lnTo>
                    <a:pt x="60" y="145"/>
                  </a:lnTo>
                  <a:lnTo>
                    <a:pt x="43" y="156"/>
                  </a:lnTo>
                  <a:lnTo>
                    <a:pt x="29" y="167"/>
                  </a:lnTo>
                  <a:lnTo>
                    <a:pt x="27" y="170"/>
                  </a:lnTo>
                  <a:lnTo>
                    <a:pt x="26" y="172"/>
                  </a:lnTo>
                  <a:lnTo>
                    <a:pt x="26" y="176"/>
                  </a:lnTo>
                  <a:lnTo>
                    <a:pt x="28" y="179"/>
                  </a:lnTo>
                  <a:lnTo>
                    <a:pt x="30" y="182"/>
                  </a:lnTo>
                  <a:lnTo>
                    <a:pt x="34" y="183"/>
                  </a:lnTo>
                  <a:lnTo>
                    <a:pt x="37" y="183"/>
                  </a:lnTo>
                  <a:lnTo>
                    <a:pt x="41" y="182"/>
                  </a:lnTo>
                  <a:lnTo>
                    <a:pt x="58" y="171"/>
                  </a:lnTo>
                  <a:lnTo>
                    <a:pt x="76" y="160"/>
                  </a:lnTo>
                  <a:lnTo>
                    <a:pt x="92" y="147"/>
                  </a:lnTo>
                  <a:lnTo>
                    <a:pt x="108" y="132"/>
                  </a:lnTo>
                  <a:lnTo>
                    <a:pt x="118" y="116"/>
                  </a:lnTo>
                  <a:lnTo>
                    <a:pt x="125" y="98"/>
                  </a:lnTo>
                  <a:lnTo>
                    <a:pt x="128" y="78"/>
                  </a:lnTo>
                  <a:lnTo>
                    <a:pt x="123" y="58"/>
                  </a:lnTo>
                  <a:lnTo>
                    <a:pt x="112" y="41"/>
                  </a:lnTo>
                  <a:lnTo>
                    <a:pt x="98" y="28"/>
                  </a:lnTo>
                  <a:lnTo>
                    <a:pt x="80" y="16"/>
                  </a:lnTo>
                  <a:lnTo>
                    <a:pt x="61" y="8"/>
                  </a:lnTo>
                  <a:lnTo>
                    <a:pt x="41" y="2"/>
                  </a:lnTo>
                  <a:lnTo>
                    <a:pt x="23" y="0"/>
                  </a:lnTo>
                  <a:lnTo>
                    <a:pt x="9" y="1"/>
                  </a:lnTo>
                  <a:lnTo>
                    <a:pt x="0" y="6"/>
                  </a:lnTo>
                  <a:lnTo>
                    <a:pt x="16" y="10"/>
                  </a:lnTo>
                  <a:lnTo>
                    <a:pt x="33" y="14"/>
                  </a:lnTo>
                  <a:lnTo>
                    <a:pt x="48" y="17"/>
                  </a:lnTo>
                  <a:lnTo>
                    <a:pt x="63" y="22"/>
                  </a:lnTo>
                  <a:lnTo>
                    <a:pt x="77" y="28"/>
                  </a:lnTo>
                  <a:lnTo>
                    <a:pt x="90" y="36"/>
                  </a:lnTo>
                  <a:lnTo>
                    <a:pt x="101" y="46"/>
                  </a:lnTo>
                  <a:lnTo>
                    <a:pt x="108" y="6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753" name="任意多边形 35812"/>
            <p:cNvSpPr/>
            <p:nvPr/>
          </p:nvSpPr>
          <p:spPr>
            <a:xfrm>
              <a:off x="4309" y="3138"/>
              <a:ext cx="53" cy="63"/>
            </a:xfrm>
            <a:custGeom>
              <a:avLst/>
              <a:gdLst>
                <a:gd name="txL" fmla="*/ 0 w 323"/>
                <a:gd name="txT" fmla="*/ 0 h 379"/>
                <a:gd name="txR" fmla="*/ 323 w 323"/>
                <a:gd name="txB" fmla="*/ 379 h 379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</a:cxnLst>
              <a:rect l="txL" t="txT" r="txR" b="txB"/>
              <a:pathLst>
                <a:path w="323" h="379">
                  <a:moveTo>
                    <a:pt x="126" y="50"/>
                  </a:moveTo>
                  <a:lnTo>
                    <a:pt x="101" y="70"/>
                  </a:lnTo>
                  <a:lnTo>
                    <a:pt x="76" y="92"/>
                  </a:lnTo>
                  <a:lnTo>
                    <a:pt x="54" y="115"/>
                  </a:lnTo>
                  <a:lnTo>
                    <a:pt x="34" y="140"/>
                  </a:lnTo>
                  <a:lnTo>
                    <a:pt x="18" y="167"/>
                  </a:lnTo>
                  <a:lnTo>
                    <a:pt x="6" y="196"/>
                  </a:lnTo>
                  <a:lnTo>
                    <a:pt x="0" y="227"/>
                  </a:lnTo>
                  <a:lnTo>
                    <a:pt x="1" y="259"/>
                  </a:lnTo>
                  <a:lnTo>
                    <a:pt x="4" y="267"/>
                  </a:lnTo>
                  <a:lnTo>
                    <a:pt x="7" y="277"/>
                  </a:lnTo>
                  <a:lnTo>
                    <a:pt x="11" y="283"/>
                  </a:lnTo>
                  <a:lnTo>
                    <a:pt x="15" y="291"/>
                  </a:lnTo>
                  <a:lnTo>
                    <a:pt x="21" y="298"/>
                  </a:lnTo>
                  <a:lnTo>
                    <a:pt x="27" y="305"/>
                  </a:lnTo>
                  <a:lnTo>
                    <a:pt x="34" y="311"/>
                  </a:lnTo>
                  <a:lnTo>
                    <a:pt x="41" y="316"/>
                  </a:lnTo>
                  <a:lnTo>
                    <a:pt x="57" y="325"/>
                  </a:lnTo>
                  <a:lnTo>
                    <a:pt x="72" y="333"/>
                  </a:lnTo>
                  <a:lnTo>
                    <a:pt x="87" y="340"/>
                  </a:lnTo>
                  <a:lnTo>
                    <a:pt x="103" y="345"/>
                  </a:lnTo>
                  <a:lnTo>
                    <a:pt x="120" y="351"/>
                  </a:lnTo>
                  <a:lnTo>
                    <a:pt x="136" y="356"/>
                  </a:lnTo>
                  <a:lnTo>
                    <a:pt x="153" y="360"/>
                  </a:lnTo>
                  <a:lnTo>
                    <a:pt x="169" y="364"/>
                  </a:lnTo>
                  <a:lnTo>
                    <a:pt x="187" y="367"/>
                  </a:lnTo>
                  <a:lnTo>
                    <a:pt x="204" y="370"/>
                  </a:lnTo>
                  <a:lnTo>
                    <a:pt x="221" y="372"/>
                  </a:lnTo>
                  <a:lnTo>
                    <a:pt x="238" y="374"/>
                  </a:lnTo>
                  <a:lnTo>
                    <a:pt x="256" y="375"/>
                  </a:lnTo>
                  <a:lnTo>
                    <a:pt x="273" y="376"/>
                  </a:lnTo>
                  <a:lnTo>
                    <a:pt x="290" y="378"/>
                  </a:lnTo>
                  <a:lnTo>
                    <a:pt x="307" y="379"/>
                  </a:lnTo>
                  <a:lnTo>
                    <a:pt x="312" y="379"/>
                  </a:lnTo>
                  <a:lnTo>
                    <a:pt x="317" y="375"/>
                  </a:lnTo>
                  <a:lnTo>
                    <a:pt x="320" y="372"/>
                  </a:lnTo>
                  <a:lnTo>
                    <a:pt x="323" y="366"/>
                  </a:lnTo>
                  <a:lnTo>
                    <a:pt x="323" y="360"/>
                  </a:lnTo>
                  <a:lnTo>
                    <a:pt x="320" y="356"/>
                  </a:lnTo>
                  <a:lnTo>
                    <a:pt x="316" y="352"/>
                  </a:lnTo>
                  <a:lnTo>
                    <a:pt x="311" y="351"/>
                  </a:lnTo>
                  <a:lnTo>
                    <a:pt x="295" y="351"/>
                  </a:lnTo>
                  <a:lnTo>
                    <a:pt x="279" y="351"/>
                  </a:lnTo>
                  <a:lnTo>
                    <a:pt x="263" y="350"/>
                  </a:lnTo>
                  <a:lnTo>
                    <a:pt x="248" y="349"/>
                  </a:lnTo>
                  <a:lnTo>
                    <a:pt x="231" y="348"/>
                  </a:lnTo>
                  <a:lnTo>
                    <a:pt x="215" y="345"/>
                  </a:lnTo>
                  <a:lnTo>
                    <a:pt x="200" y="343"/>
                  </a:lnTo>
                  <a:lnTo>
                    <a:pt x="183" y="341"/>
                  </a:lnTo>
                  <a:lnTo>
                    <a:pt x="168" y="337"/>
                  </a:lnTo>
                  <a:lnTo>
                    <a:pt x="151" y="334"/>
                  </a:lnTo>
                  <a:lnTo>
                    <a:pt x="136" y="329"/>
                  </a:lnTo>
                  <a:lnTo>
                    <a:pt x="121" y="325"/>
                  </a:lnTo>
                  <a:lnTo>
                    <a:pt x="106" y="320"/>
                  </a:lnTo>
                  <a:lnTo>
                    <a:pt x="92" y="313"/>
                  </a:lnTo>
                  <a:lnTo>
                    <a:pt x="76" y="306"/>
                  </a:lnTo>
                  <a:lnTo>
                    <a:pt x="62" y="300"/>
                  </a:lnTo>
                  <a:lnTo>
                    <a:pt x="51" y="291"/>
                  </a:lnTo>
                  <a:lnTo>
                    <a:pt x="41" y="280"/>
                  </a:lnTo>
                  <a:lnTo>
                    <a:pt x="35" y="269"/>
                  </a:lnTo>
                  <a:lnTo>
                    <a:pt x="31" y="255"/>
                  </a:lnTo>
                  <a:lnTo>
                    <a:pt x="31" y="239"/>
                  </a:lnTo>
                  <a:lnTo>
                    <a:pt x="33" y="218"/>
                  </a:lnTo>
                  <a:lnTo>
                    <a:pt x="38" y="197"/>
                  </a:lnTo>
                  <a:lnTo>
                    <a:pt x="42" y="182"/>
                  </a:lnTo>
                  <a:lnTo>
                    <a:pt x="51" y="165"/>
                  </a:lnTo>
                  <a:lnTo>
                    <a:pt x="60" y="150"/>
                  </a:lnTo>
                  <a:lnTo>
                    <a:pt x="68" y="136"/>
                  </a:lnTo>
                  <a:lnTo>
                    <a:pt x="79" y="124"/>
                  </a:lnTo>
                  <a:lnTo>
                    <a:pt x="89" y="111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9" y="76"/>
                  </a:lnTo>
                  <a:lnTo>
                    <a:pt x="144" y="64"/>
                  </a:lnTo>
                  <a:lnTo>
                    <a:pt x="162" y="53"/>
                  </a:lnTo>
                  <a:lnTo>
                    <a:pt x="181" y="41"/>
                  </a:lnTo>
                  <a:lnTo>
                    <a:pt x="201" y="31"/>
                  </a:lnTo>
                  <a:lnTo>
                    <a:pt x="219" y="22"/>
                  </a:lnTo>
                  <a:lnTo>
                    <a:pt x="237" y="14"/>
                  </a:lnTo>
                  <a:lnTo>
                    <a:pt x="253" y="7"/>
                  </a:lnTo>
                  <a:lnTo>
                    <a:pt x="268" y="1"/>
                  </a:lnTo>
                  <a:lnTo>
                    <a:pt x="255" y="0"/>
                  </a:lnTo>
                  <a:lnTo>
                    <a:pt x="238" y="1"/>
                  </a:lnTo>
                  <a:lnTo>
                    <a:pt x="221" y="5"/>
                  </a:lnTo>
                  <a:lnTo>
                    <a:pt x="201" y="11"/>
                  </a:lnTo>
                  <a:lnTo>
                    <a:pt x="181" y="19"/>
                  </a:lnTo>
                  <a:lnTo>
                    <a:pt x="161" y="28"/>
                  </a:lnTo>
                  <a:lnTo>
                    <a:pt x="142" y="39"/>
                  </a:lnTo>
                  <a:lnTo>
                    <a:pt x="126" y="5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754" name="任意多边形 35813"/>
            <p:cNvSpPr/>
            <p:nvPr/>
          </p:nvSpPr>
          <p:spPr>
            <a:xfrm>
              <a:off x="4384" y="3136"/>
              <a:ext cx="47" cy="42"/>
            </a:xfrm>
            <a:custGeom>
              <a:avLst/>
              <a:gdLst>
                <a:gd name="txL" fmla="*/ 0 w 282"/>
                <a:gd name="txT" fmla="*/ 0 h 253"/>
                <a:gd name="txR" fmla="*/ 282 w 282"/>
                <a:gd name="txB" fmla="*/ 253 h 253"/>
              </a:gdLst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</a:cxnLst>
              <a:rect l="txL" t="txT" r="txR" b="txB"/>
              <a:pathLst>
                <a:path w="282" h="253">
                  <a:moveTo>
                    <a:pt x="235" y="78"/>
                  </a:moveTo>
                  <a:lnTo>
                    <a:pt x="248" y="92"/>
                  </a:lnTo>
                  <a:lnTo>
                    <a:pt x="255" y="108"/>
                  </a:lnTo>
                  <a:lnTo>
                    <a:pt x="259" y="125"/>
                  </a:lnTo>
                  <a:lnTo>
                    <a:pt x="259" y="144"/>
                  </a:lnTo>
                  <a:lnTo>
                    <a:pt x="257" y="159"/>
                  </a:lnTo>
                  <a:lnTo>
                    <a:pt x="252" y="171"/>
                  </a:lnTo>
                  <a:lnTo>
                    <a:pt x="244" y="184"/>
                  </a:lnTo>
                  <a:lnTo>
                    <a:pt x="236" y="194"/>
                  </a:lnTo>
                  <a:lnTo>
                    <a:pt x="225" y="206"/>
                  </a:lnTo>
                  <a:lnTo>
                    <a:pt x="215" y="215"/>
                  </a:lnTo>
                  <a:lnTo>
                    <a:pt x="204" y="225"/>
                  </a:lnTo>
                  <a:lnTo>
                    <a:pt x="194" y="236"/>
                  </a:lnTo>
                  <a:lnTo>
                    <a:pt x="191" y="239"/>
                  </a:lnTo>
                  <a:lnTo>
                    <a:pt x="190" y="242"/>
                  </a:lnTo>
                  <a:lnTo>
                    <a:pt x="191" y="246"/>
                  </a:lnTo>
                  <a:lnTo>
                    <a:pt x="194" y="249"/>
                  </a:lnTo>
                  <a:lnTo>
                    <a:pt x="197" y="252"/>
                  </a:lnTo>
                  <a:lnTo>
                    <a:pt x="201" y="253"/>
                  </a:lnTo>
                  <a:lnTo>
                    <a:pt x="205" y="252"/>
                  </a:lnTo>
                  <a:lnTo>
                    <a:pt x="209" y="249"/>
                  </a:lnTo>
                  <a:lnTo>
                    <a:pt x="232" y="234"/>
                  </a:lnTo>
                  <a:lnTo>
                    <a:pt x="251" y="215"/>
                  </a:lnTo>
                  <a:lnTo>
                    <a:pt x="267" y="192"/>
                  </a:lnTo>
                  <a:lnTo>
                    <a:pt x="278" y="168"/>
                  </a:lnTo>
                  <a:lnTo>
                    <a:pt x="282" y="141"/>
                  </a:lnTo>
                  <a:lnTo>
                    <a:pt x="279" y="116"/>
                  </a:lnTo>
                  <a:lnTo>
                    <a:pt x="270" y="92"/>
                  </a:lnTo>
                  <a:lnTo>
                    <a:pt x="251" y="70"/>
                  </a:lnTo>
                  <a:lnTo>
                    <a:pt x="237" y="59"/>
                  </a:lnTo>
                  <a:lnTo>
                    <a:pt x="221" y="48"/>
                  </a:lnTo>
                  <a:lnTo>
                    <a:pt x="202" y="39"/>
                  </a:lnTo>
                  <a:lnTo>
                    <a:pt x="183" y="31"/>
                  </a:lnTo>
                  <a:lnTo>
                    <a:pt x="163" y="24"/>
                  </a:lnTo>
                  <a:lnTo>
                    <a:pt x="142" y="18"/>
                  </a:lnTo>
                  <a:lnTo>
                    <a:pt x="122" y="13"/>
                  </a:lnTo>
                  <a:lnTo>
                    <a:pt x="101" y="8"/>
                  </a:lnTo>
                  <a:lnTo>
                    <a:pt x="82" y="5"/>
                  </a:lnTo>
                  <a:lnTo>
                    <a:pt x="63" y="2"/>
                  </a:lnTo>
                  <a:lnTo>
                    <a:pt x="47" y="0"/>
                  </a:lnTo>
                  <a:lnTo>
                    <a:pt x="32" y="0"/>
                  </a:lnTo>
                  <a:lnTo>
                    <a:pt x="19" y="0"/>
                  </a:lnTo>
                  <a:lnTo>
                    <a:pt x="10" y="1"/>
                  </a:lnTo>
                  <a:lnTo>
                    <a:pt x="4" y="4"/>
                  </a:lnTo>
                  <a:lnTo>
                    <a:pt x="0" y="6"/>
                  </a:lnTo>
                  <a:lnTo>
                    <a:pt x="12" y="8"/>
                  </a:lnTo>
                  <a:lnTo>
                    <a:pt x="25" y="9"/>
                  </a:lnTo>
                  <a:lnTo>
                    <a:pt x="38" y="12"/>
                  </a:lnTo>
                  <a:lnTo>
                    <a:pt x="52" y="14"/>
                  </a:lnTo>
                  <a:lnTo>
                    <a:pt x="67" y="16"/>
                  </a:lnTo>
                  <a:lnTo>
                    <a:pt x="82" y="18"/>
                  </a:lnTo>
                  <a:lnTo>
                    <a:pt x="97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5"/>
                  </a:lnTo>
                  <a:lnTo>
                    <a:pt x="162" y="40"/>
                  </a:lnTo>
                  <a:lnTo>
                    <a:pt x="177" y="46"/>
                  </a:lnTo>
                  <a:lnTo>
                    <a:pt x="192" y="53"/>
                  </a:lnTo>
                  <a:lnTo>
                    <a:pt x="208" y="60"/>
                  </a:lnTo>
                  <a:lnTo>
                    <a:pt x="222" y="69"/>
                  </a:lnTo>
                  <a:lnTo>
                    <a:pt x="235" y="7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755" name="任意多边形 35814"/>
            <p:cNvSpPr/>
            <p:nvPr/>
          </p:nvSpPr>
          <p:spPr>
            <a:xfrm>
              <a:off x="4290" y="3159"/>
              <a:ext cx="19" cy="39"/>
            </a:xfrm>
            <a:custGeom>
              <a:avLst/>
              <a:gdLst>
                <a:gd name="txL" fmla="*/ 0 w 115"/>
                <a:gd name="txT" fmla="*/ 0 h 236"/>
                <a:gd name="txR" fmla="*/ 115 w 115"/>
                <a:gd name="txB" fmla="*/ 236 h 236"/>
              </a:gdLst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5" h="236">
                  <a:moveTo>
                    <a:pt x="0" y="128"/>
                  </a:moveTo>
                  <a:lnTo>
                    <a:pt x="0" y="148"/>
                  </a:lnTo>
                  <a:lnTo>
                    <a:pt x="5" y="166"/>
                  </a:lnTo>
                  <a:lnTo>
                    <a:pt x="13" y="184"/>
                  </a:lnTo>
                  <a:lnTo>
                    <a:pt x="24" y="198"/>
                  </a:lnTo>
                  <a:lnTo>
                    <a:pt x="39" y="211"/>
                  </a:lnTo>
                  <a:lnTo>
                    <a:pt x="55" y="223"/>
                  </a:lnTo>
                  <a:lnTo>
                    <a:pt x="74" y="231"/>
                  </a:lnTo>
                  <a:lnTo>
                    <a:pt x="92" y="235"/>
                  </a:lnTo>
                  <a:lnTo>
                    <a:pt x="98" y="236"/>
                  </a:lnTo>
                  <a:lnTo>
                    <a:pt x="104" y="234"/>
                  </a:lnTo>
                  <a:lnTo>
                    <a:pt x="109" y="231"/>
                  </a:lnTo>
                  <a:lnTo>
                    <a:pt x="111" y="226"/>
                  </a:lnTo>
                  <a:lnTo>
                    <a:pt x="111" y="220"/>
                  </a:lnTo>
                  <a:lnTo>
                    <a:pt x="110" y="215"/>
                  </a:lnTo>
                  <a:lnTo>
                    <a:pt x="107" y="210"/>
                  </a:lnTo>
                  <a:lnTo>
                    <a:pt x="101" y="208"/>
                  </a:lnTo>
                  <a:lnTo>
                    <a:pt x="82" y="201"/>
                  </a:lnTo>
                  <a:lnTo>
                    <a:pt x="64" y="192"/>
                  </a:lnTo>
                  <a:lnTo>
                    <a:pt x="50" y="179"/>
                  </a:lnTo>
                  <a:lnTo>
                    <a:pt x="40" y="165"/>
                  </a:lnTo>
                  <a:lnTo>
                    <a:pt x="33" y="148"/>
                  </a:lnTo>
                  <a:lnTo>
                    <a:pt x="29" y="130"/>
                  </a:lnTo>
                  <a:lnTo>
                    <a:pt x="29" y="110"/>
                  </a:lnTo>
                  <a:lnTo>
                    <a:pt x="35" y="89"/>
                  </a:lnTo>
                  <a:lnTo>
                    <a:pt x="43" y="74"/>
                  </a:lnTo>
                  <a:lnTo>
                    <a:pt x="56" y="60"/>
                  </a:lnTo>
                  <a:lnTo>
                    <a:pt x="70" y="46"/>
                  </a:lnTo>
                  <a:lnTo>
                    <a:pt x="85" y="33"/>
                  </a:lnTo>
                  <a:lnTo>
                    <a:pt x="98" y="23"/>
                  </a:lnTo>
                  <a:lnTo>
                    <a:pt x="109" y="12"/>
                  </a:lnTo>
                  <a:lnTo>
                    <a:pt x="115" y="6"/>
                  </a:lnTo>
                  <a:lnTo>
                    <a:pt x="115" y="0"/>
                  </a:lnTo>
                  <a:lnTo>
                    <a:pt x="102" y="4"/>
                  </a:lnTo>
                  <a:lnTo>
                    <a:pt x="85" y="12"/>
                  </a:lnTo>
                  <a:lnTo>
                    <a:pt x="68" y="26"/>
                  </a:lnTo>
                  <a:lnTo>
                    <a:pt x="49" y="42"/>
                  </a:lnTo>
                  <a:lnTo>
                    <a:pt x="32" y="61"/>
                  </a:lnTo>
                  <a:lnTo>
                    <a:pt x="17" y="82"/>
                  </a:lnTo>
                  <a:lnTo>
                    <a:pt x="6" y="105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756" name="任意多边形 35815"/>
            <p:cNvSpPr/>
            <p:nvPr/>
          </p:nvSpPr>
          <p:spPr>
            <a:xfrm>
              <a:off x="4423" y="3133"/>
              <a:ext cx="41" cy="52"/>
            </a:xfrm>
            <a:custGeom>
              <a:avLst/>
              <a:gdLst>
                <a:gd name="txL" fmla="*/ 0 w 245"/>
                <a:gd name="txT" fmla="*/ 0 h 310"/>
                <a:gd name="txR" fmla="*/ 245 w 245"/>
                <a:gd name="txB" fmla="*/ 310 h 310"/>
              </a:gdLst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</a:cxnLst>
              <a:rect l="txL" t="txT" r="txR" b="txB"/>
              <a:pathLst>
                <a:path w="245" h="310">
                  <a:moveTo>
                    <a:pt x="200" y="116"/>
                  </a:moveTo>
                  <a:lnTo>
                    <a:pt x="208" y="124"/>
                  </a:lnTo>
                  <a:lnTo>
                    <a:pt x="214" y="133"/>
                  </a:lnTo>
                  <a:lnTo>
                    <a:pt x="220" y="144"/>
                  </a:lnTo>
                  <a:lnTo>
                    <a:pt x="223" y="154"/>
                  </a:lnTo>
                  <a:lnTo>
                    <a:pt x="226" y="164"/>
                  </a:lnTo>
                  <a:lnTo>
                    <a:pt x="224" y="176"/>
                  </a:lnTo>
                  <a:lnTo>
                    <a:pt x="222" y="187"/>
                  </a:lnTo>
                  <a:lnTo>
                    <a:pt x="216" y="198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9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2" y="264"/>
                  </a:lnTo>
                  <a:lnTo>
                    <a:pt x="132" y="275"/>
                  </a:lnTo>
                  <a:lnTo>
                    <a:pt x="128" y="278"/>
                  </a:lnTo>
                  <a:lnTo>
                    <a:pt x="126" y="283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2" y="306"/>
                  </a:lnTo>
                  <a:lnTo>
                    <a:pt x="126" y="309"/>
                  </a:lnTo>
                  <a:lnTo>
                    <a:pt x="131" y="310"/>
                  </a:lnTo>
                  <a:lnTo>
                    <a:pt x="135" y="310"/>
                  </a:lnTo>
                  <a:lnTo>
                    <a:pt x="139" y="309"/>
                  </a:lnTo>
                  <a:lnTo>
                    <a:pt x="142" y="306"/>
                  </a:lnTo>
                  <a:lnTo>
                    <a:pt x="154" y="292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20" y="233"/>
                  </a:lnTo>
                  <a:lnTo>
                    <a:pt x="230" y="219"/>
                  </a:lnTo>
                  <a:lnTo>
                    <a:pt x="238" y="204"/>
                  </a:lnTo>
                  <a:lnTo>
                    <a:pt x="244" y="186"/>
                  </a:lnTo>
                  <a:lnTo>
                    <a:pt x="245" y="169"/>
                  </a:lnTo>
                  <a:lnTo>
                    <a:pt x="243" y="152"/>
                  </a:lnTo>
                  <a:lnTo>
                    <a:pt x="237" y="134"/>
                  </a:lnTo>
                  <a:lnTo>
                    <a:pt x="228" y="119"/>
                  </a:lnTo>
                  <a:lnTo>
                    <a:pt x="217" y="105"/>
                  </a:lnTo>
                  <a:lnTo>
                    <a:pt x="203" y="93"/>
                  </a:lnTo>
                  <a:lnTo>
                    <a:pt x="188" y="83"/>
                  </a:lnTo>
                  <a:lnTo>
                    <a:pt x="176" y="76"/>
                  </a:lnTo>
                  <a:lnTo>
                    <a:pt x="163" y="69"/>
                  </a:lnTo>
                  <a:lnTo>
                    <a:pt x="151" y="61"/>
                  </a:lnTo>
                  <a:lnTo>
                    <a:pt x="136" y="54"/>
                  </a:lnTo>
                  <a:lnTo>
                    <a:pt x="122" y="46"/>
                  </a:lnTo>
                  <a:lnTo>
                    <a:pt x="107" y="39"/>
                  </a:lnTo>
                  <a:lnTo>
                    <a:pt x="93" y="31"/>
                  </a:lnTo>
                  <a:lnTo>
                    <a:pt x="79" y="24"/>
                  </a:lnTo>
                  <a:lnTo>
                    <a:pt x="66" y="18"/>
                  </a:lnTo>
                  <a:lnTo>
                    <a:pt x="53" y="13"/>
                  </a:lnTo>
                  <a:lnTo>
                    <a:pt x="40" y="8"/>
                  </a:lnTo>
                  <a:lnTo>
                    <a:pt x="30" y="5"/>
                  </a:lnTo>
                  <a:lnTo>
                    <a:pt x="20" y="1"/>
                  </a:lnTo>
                  <a:lnTo>
                    <a:pt x="12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1" y="8"/>
                  </a:lnTo>
                  <a:lnTo>
                    <a:pt x="23" y="14"/>
                  </a:lnTo>
                  <a:lnTo>
                    <a:pt x="36" y="20"/>
                  </a:lnTo>
                  <a:lnTo>
                    <a:pt x="47" y="25"/>
                  </a:lnTo>
                  <a:lnTo>
                    <a:pt x="60" y="31"/>
                  </a:lnTo>
                  <a:lnTo>
                    <a:pt x="73" y="37"/>
                  </a:lnTo>
                  <a:lnTo>
                    <a:pt x="86" y="44"/>
                  </a:lnTo>
                  <a:lnTo>
                    <a:pt x="99" y="51"/>
                  </a:lnTo>
                  <a:lnTo>
                    <a:pt x="113" y="57"/>
                  </a:lnTo>
                  <a:lnTo>
                    <a:pt x="126" y="64"/>
                  </a:lnTo>
                  <a:lnTo>
                    <a:pt x="139" y="71"/>
                  </a:lnTo>
                  <a:lnTo>
                    <a:pt x="152" y="79"/>
                  </a:lnTo>
                  <a:lnTo>
                    <a:pt x="165" y="88"/>
                  </a:lnTo>
                  <a:lnTo>
                    <a:pt x="176" y="96"/>
                  </a:lnTo>
                  <a:lnTo>
                    <a:pt x="188" y="106"/>
                  </a:lnTo>
                  <a:lnTo>
                    <a:pt x="200" y="11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757" name="任意多边形 35816"/>
            <p:cNvSpPr/>
            <p:nvPr/>
          </p:nvSpPr>
          <p:spPr>
            <a:xfrm>
              <a:off x="4338" y="3209"/>
              <a:ext cx="125" cy="175"/>
            </a:xfrm>
            <a:custGeom>
              <a:avLst/>
              <a:gdLst>
                <a:gd name="txL" fmla="*/ 0 w 125"/>
                <a:gd name="txT" fmla="*/ 0 h 175"/>
                <a:gd name="txR" fmla="*/ 125 w 125"/>
                <a:gd name="txB" fmla="*/ 175 h 175"/>
              </a:gdLst>
              <a:ahLst/>
              <a:cxnLst>
                <a:cxn ang="0">
                  <a:pos x="0" y="175"/>
                </a:cxn>
                <a:cxn ang="0">
                  <a:pos x="0" y="144"/>
                </a:cxn>
                <a:cxn ang="0">
                  <a:pos x="11" y="144"/>
                </a:cxn>
                <a:cxn ang="0">
                  <a:pos x="11" y="118"/>
                </a:cxn>
                <a:cxn ang="0">
                  <a:pos x="23" y="114"/>
                </a:cxn>
                <a:cxn ang="0">
                  <a:pos x="20" y="88"/>
                </a:cxn>
                <a:cxn ang="0">
                  <a:pos x="30" y="84"/>
                </a:cxn>
                <a:cxn ang="0">
                  <a:pos x="30" y="58"/>
                </a:cxn>
                <a:cxn ang="0">
                  <a:pos x="39" y="54"/>
                </a:cxn>
                <a:cxn ang="0">
                  <a:pos x="39" y="28"/>
                </a:cxn>
                <a:cxn ang="0">
                  <a:pos x="48" y="28"/>
                </a:cxn>
                <a:cxn ang="0">
                  <a:pos x="56" y="0"/>
                </a:cxn>
                <a:cxn ang="0">
                  <a:pos x="80" y="0"/>
                </a:cxn>
                <a:cxn ang="0">
                  <a:pos x="81" y="25"/>
                </a:cxn>
                <a:cxn ang="0">
                  <a:pos x="92" y="24"/>
                </a:cxn>
                <a:cxn ang="0">
                  <a:pos x="93" y="49"/>
                </a:cxn>
                <a:cxn ang="0">
                  <a:pos x="102" y="54"/>
                </a:cxn>
                <a:cxn ang="0">
                  <a:pos x="99" y="81"/>
                </a:cxn>
                <a:cxn ang="0">
                  <a:pos x="114" y="82"/>
                </a:cxn>
                <a:cxn ang="0">
                  <a:pos x="107" y="81"/>
                </a:cxn>
                <a:cxn ang="0">
                  <a:pos x="108" y="114"/>
                </a:cxn>
                <a:cxn ang="0">
                  <a:pos x="117" y="117"/>
                </a:cxn>
                <a:cxn ang="0">
                  <a:pos x="122" y="142"/>
                </a:cxn>
                <a:cxn ang="0">
                  <a:pos x="125" y="175"/>
                </a:cxn>
                <a:cxn ang="0">
                  <a:pos x="0" y="175"/>
                </a:cxn>
              </a:cxnLst>
              <a:rect l="txL" t="txT" r="txR" b="txB"/>
              <a:pathLst>
                <a:path w="125" h="175">
                  <a:moveTo>
                    <a:pt x="0" y="175"/>
                  </a:moveTo>
                  <a:lnTo>
                    <a:pt x="0" y="144"/>
                  </a:lnTo>
                  <a:lnTo>
                    <a:pt x="11" y="144"/>
                  </a:lnTo>
                  <a:lnTo>
                    <a:pt x="11" y="118"/>
                  </a:lnTo>
                  <a:lnTo>
                    <a:pt x="23" y="114"/>
                  </a:lnTo>
                  <a:lnTo>
                    <a:pt x="20" y="88"/>
                  </a:lnTo>
                  <a:lnTo>
                    <a:pt x="30" y="84"/>
                  </a:lnTo>
                  <a:lnTo>
                    <a:pt x="30" y="58"/>
                  </a:lnTo>
                  <a:lnTo>
                    <a:pt x="39" y="54"/>
                  </a:lnTo>
                  <a:lnTo>
                    <a:pt x="39" y="28"/>
                  </a:lnTo>
                  <a:lnTo>
                    <a:pt x="48" y="28"/>
                  </a:lnTo>
                  <a:lnTo>
                    <a:pt x="56" y="0"/>
                  </a:lnTo>
                  <a:lnTo>
                    <a:pt x="80" y="0"/>
                  </a:lnTo>
                  <a:lnTo>
                    <a:pt x="81" y="25"/>
                  </a:lnTo>
                  <a:lnTo>
                    <a:pt x="92" y="24"/>
                  </a:lnTo>
                  <a:lnTo>
                    <a:pt x="93" y="49"/>
                  </a:lnTo>
                  <a:lnTo>
                    <a:pt x="102" y="54"/>
                  </a:lnTo>
                  <a:lnTo>
                    <a:pt x="99" y="81"/>
                  </a:lnTo>
                  <a:lnTo>
                    <a:pt x="114" y="82"/>
                  </a:lnTo>
                  <a:lnTo>
                    <a:pt x="107" y="81"/>
                  </a:lnTo>
                  <a:lnTo>
                    <a:pt x="108" y="114"/>
                  </a:lnTo>
                  <a:lnTo>
                    <a:pt x="117" y="117"/>
                  </a:lnTo>
                  <a:lnTo>
                    <a:pt x="122" y="142"/>
                  </a:lnTo>
                  <a:lnTo>
                    <a:pt x="125" y="175"/>
                  </a:lnTo>
                  <a:lnTo>
                    <a:pt x="0" y="175"/>
                  </a:lnTo>
                  <a:close/>
                </a:path>
              </a:pathLst>
            </a:custGeom>
            <a:solidFill>
              <a:srgbClr val="DDDDDD">
                <a:alpha val="100000"/>
              </a:srgbClr>
            </a:solidFill>
            <a:ln w="9525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4451" name="组合 35817"/>
          <p:cNvGrpSpPr/>
          <p:nvPr/>
        </p:nvGrpSpPr>
        <p:grpSpPr>
          <a:xfrm>
            <a:off x="6918325" y="3403600"/>
            <a:ext cx="290513" cy="404813"/>
            <a:chOff x="4290" y="3130"/>
            <a:chExt cx="183" cy="255"/>
          </a:xfrm>
        </p:grpSpPr>
        <p:pic>
          <p:nvPicPr>
            <p:cNvPr id="14722" name="图片 35818" descr="31u_bnrz[1]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4343" y="3211"/>
              <a:ext cx="121" cy="174"/>
            </a:xfrm>
            <a:prstGeom prst="rect">
              <a:avLst/>
            </a:prstGeom>
            <a:solidFill>
              <a:srgbClr val="DDDDDD"/>
            </a:solidFill>
            <a:ln w="9525">
              <a:noFill/>
            </a:ln>
          </p:spPr>
        </p:pic>
        <p:sp>
          <p:nvSpPr>
            <p:cNvPr id="14723" name="任意多边形 35819"/>
            <p:cNvSpPr/>
            <p:nvPr/>
          </p:nvSpPr>
          <p:spPr>
            <a:xfrm>
              <a:off x="4339" y="3143"/>
              <a:ext cx="33" cy="39"/>
            </a:xfrm>
            <a:custGeom>
              <a:avLst/>
              <a:gdLst>
                <a:gd name="txL" fmla="*/ 0 w 199"/>
                <a:gd name="txT" fmla="*/ 0 h 232"/>
                <a:gd name="txR" fmla="*/ 199 w 199"/>
                <a:gd name="txB" fmla="*/ 232 h 232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99" h="232">
                  <a:moveTo>
                    <a:pt x="70" y="29"/>
                  </a:moveTo>
                  <a:lnTo>
                    <a:pt x="55" y="39"/>
                  </a:lnTo>
                  <a:lnTo>
                    <a:pt x="42" y="50"/>
                  </a:lnTo>
                  <a:lnTo>
                    <a:pt x="30" y="63"/>
                  </a:lnTo>
                  <a:lnTo>
                    <a:pt x="20" y="77"/>
                  </a:lnTo>
                  <a:lnTo>
                    <a:pt x="12" y="91"/>
                  </a:lnTo>
                  <a:lnTo>
                    <a:pt x="6" y="108"/>
                  </a:lnTo>
                  <a:lnTo>
                    <a:pt x="2" y="125"/>
                  </a:lnTo>
                  <a:lnTo>
                    <a:pt x="0" y="142"/>
                  </a:lnTo>
                  <a:lnTo>
                    <a:pt x="2" y="166"/>
                  </a:lnTo>
                  <a:lnTo>
                    <a:pt x="12" y="186"/>
                  </a:lnTo>
                  <a:lnTo>
                    <a:pt x="26" y="203"/>
                  </a:lnTo>
                  <a:lnTo>
                    <a:pt x="45" y="216"/>
                  </a:lnTo>
                  <a:lnTo>
                    <a:pt x="66" y="226"/>
                  </a:lnTo>
                  <a:lnTo>
                    <a:pt x="88" y="230"/>
                  </a:lnTo>
                  <a:lnTo>
                    <a:pt x="111" y="232"/>
                  </a:lnTo>
                  <a:lnTo>
                    <a:pt x="134" y="228"/>
                  </a:lnTo>
                  <a:lnTo>
                    <a:pt x="138" y="228"/>
                  </a:lnTo>
                  <a:lnTo>
                    <a:pt x="143" y="226"/>
                  </a:lnTo>
                  <a:lnTo>
                    <a:pt x="147" y="222"/>
                  </a:lnTo>
                  <a:lnTo>
                    <a:pt x="148" y="218"/>
                  </a:lnTo>
                  <a:lnTo>
                    <a:pt x="145" y="212"/>
                  </a:lnTo>
                  <a:lnTo>
                    <a:pt x="141" y="207"/>
                  </a:lnTo>
                  <a:lnTo>
                    <a:pt x="135" y="203"/>
                  </a:lnTo>
                  <a:lnTo>
                    <a:pt x="129" y="201"/>
                  </a:lnTo>
                  <a:lnTo>
                    <a:pt x="117" y="197"/>
                  </a:lnTo>
                  <a:lnTo>
                    <a:pt x="105" y="195"/>
                  </a:lnTo>
                  <a:lnTo>
                    <a:pt x="94" y="193"/>
                  </a:lnTo>
                  <a:lnTo>
                    <a:pt x="83" y="190"/>
                  </a:lnTo>
                  <a:lnTo>
                    <a:pt x="73" y="187"/>
                  </a:lnTo>
                  <a:lnTo>
                    <a:pt x="62" y="182"/>
                  </a:lnTo>
                  <a:lnTo>
                    <a:pt x="53" y="176"/>
                  </a:lnTo>
                  <a:lnTo>
                    <a:pt x="43" y="167"/>
                  </a:lnTo>
                  <a:lnTo>
                    <a:pt x="40" y="128"/>
                  </a:lnTo>
                  <a:lnTo>
                    <a:pt x="49" y="96"/>
                  </a:lnTo>
                  <a:lnTo>
                    <a:pt x="68" y="71"/>
                  </a:lnTo>
                  <a:lnTo>
                    <a:pt x="94" y="50"/>
                  </a:lnTo>
                  <a:lnTo>
                    <a:pt x="122" y="34"/>
                  </a:lnTo>
                  <a:lnTo>
                    <a:pt x="151" y="21"/>
                  </a:lnTo>
                  <a:lnTo>
                    <a:pt x="178" y="12"/>
                  </a:lnTo>
                  <a:lnTo>
                    <a:pt x="199" y="4"/>
                  </a:lnTo>
                  <a:lnTo>
                    <a:pt x="186" y="1"/>
                  </a:lnTo>
                  <a:lnTo>
                    <a:pt x="172" y="0"/>
                  </a:lnTo>
                  <a:lnTo>
                    <a:pt x="156" y="2"/>
                  </a:lnTo>
                  <a:lnTo>
                    <a:pt x="138" y="4"/>
                  </a:lnTo>
                  <a:lnTo>
                    <a:pt x="121" y="10"/>
                  </a:lnTo>
                  <a:lnTo>
                    <a:pt x="103" y="16"/>
                  </a:lnTo>
                  <a:lnTo>
                    <a:pt x="86" y="23"/>
                  </a:lnTo>
                  <a:lnTo>
                    <a:pt x="70" y="29"/>
                  </a:lnTo>
                  <a:close/>
                </a:path>
              </a:pathLst>
            </a:custGeom>
            <a:solidFill>
              <a:srgbClr val="C9E8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724" name="任意多边形 35820"/>
            <p:cNvSpPr/>
            <p:nvPr/>
          </p:nvSpPr>
          <p:spPr>
            <a:xfrm>
              <a:off x="4395" y="3142"/>
              <a:ext cx="22" cy="30"/>
            </a:xfrm>
            <a:custGeom>
              <a:avLst/>
              <a:gdLst>
                <a:gd name="txL" fmla="*/ 0 w 128"/>
                <a:gd name="txT" fmla="*/ 0 h 180"/>
                <a:gd name="txR" fmla="*/ 128 w 128"/>
                <a:gd name="txB" fmla="*/ 180 h 180"/>
              </a:gdLst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</a:cxnLst>
              <a:rect l="txL" t="txT" r="txR" b="txB"/>
              <a:pathLst>
                <a:path w="128" h="180">
                  <a:moveTo>
                    <a:pt x="108" y="59"/>
                  </a:moveTo>
                  <a:lnTo>
                    <a:pt x="113" y="77"/>
                  </a:lnTo>
                  <a:lnTo>
                    <a:pt x="111" y="94"/>
                  </a:lnTo>
                  <a:lnTo>
                    <a:pt x="103" y="108"/>
                  </a:lnTo>
                  <a:lnTo>
                    <a:pt x="91" y="121"/>
                  </a:lnTo>
                  <a:lnTo>
                    <a:pt x="77" y="132"/>
                  </a:lnTo>
                  <a:lnTo>
                    <a:pt x="61" y="144"/>
                  </a:lnTo>
                  <a:lnTo>
                    <a:pt x="45" y="154"/>
                  </a:lnTo>
                  <a:lnTo>
                    <a:pt x="30" y="164"/>
                  </a:lnTo>
                  <a:lnTo>
                    <a:pt x="28" y="168"/>
                  </a:lnTo>
                  <a:lnTo>
                    <a:pt x="27" y="170"/>
                  </a:lnTo>
                  <a:lnTo>
                    <a:pt x="27" y="174"/>
                  </a:lnTo>
                  <a:lnTo>
                    <a:pt x="28" y="177"/>
                  </a:lnTo>
                  <a:lnTo>
                    <a:pt x="32" y="179"/>
                  </a:lnTo>
                  <a:lnTo>
                    <a:pt x="35" y="180"/>
                  </a:lnTo>
                  <a:lnTo>
                    <a:pt x="37" y="180"/>
                  </a:lnTo>
                  <a:lnTo>
                    <a:pt x="41" y="179"/>
                  </a:lnTo>
                  <a:lnTo>
                    <a:pt x="60" y="169"/>
                  </a:lnTo>
                  <a:lnTo>
                    <a:pt x="77" y="158"/>
                  </a:lnTo>
                  <a:lnTo>
                    <a:pt x="94" y="145"/>
                  </a:lnTo>
                  <a:lnTo>
                    <a:pt x="109" y="130"/>
                  </a:lnTo>
                  <a:lnTo>
                    <a:pt x="120" y="114"/>
                  </a:lnTo>
                  <a:lnTo>
                    <a:pt x="127" y="95"/>
                  </a:lnTo>
                  <a:lnTo>
                    <a:pt x="128" y="76"/>
                  </a:lnTo>
                  <a:lnTo>
                    <a:pt x="123" y="55"/>
                  </a:lnTo>
                  <a:lnTo>
                    <a:pt x="113" y="39"/>
                  </a:lnTo>
                  <a:lnTo>
                    <a:pt x="97" y="25"/>
                  </a:lnTo>
                  <a:lnTo>
                    <a:pt x="79" y="15"/>
                  </a:lnTo>
                  <a:lnTo>
                    <a:pt x="57" y="7"/>
                  </a:lnTo>
                  <a:lnTo>
                    <a:pt x="36" y="2"/>
                  </a:lnTo>
                  <a:lnTo>
                    <a:pt x="19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14" y="9"/>
                  </a:lnTo>
                  <a:lnTo>
                    <a:pt x="29" y="14"/>
                  </a:lnTo>
                  <a:lnTo>
                    <a:pt x="46" y="19"/>
                  </a:lnTo>
                  <a:lnTo>
                    <a:pt x="61" y="23"/>
                  </a:lnTo>
                  <a:lnTo>
                    <a:pt x="76" y="29"/>
                  </a:lnTo>
                  <a:lnTo>
                    <a:pt x="89" y="37"/>
                  </a:lnTo>
                  <a:lnTo>
                    <a:pt x="100" y="46"/>
                  </a:lnTo>
                  <a:lnTo>
                    <a:pt x="108" y="59"/>
                  </a:lnTo>
                  <a:close/>
                </a:path>
              </a:pathLst>
            </a:custGeom>
            <a:solidFill>
              <a:srgbClr val="C9E8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725" name="任意多边形 35821"/>
            <p:cNvSpPr/>
            <p:nvPr/>
          </p:nvSpPr>
          <p:spPr>
            <a:xfrm>
              <a:off x="4318" y="3135"/>
              <a:ext cx="54" cy="63"/>
            </a:xfrm>
            <a:custGeom>
              <a:avLst/>
              <a:gdLst>
                <a:gd name="txL" fmla="*/ 0 w 322"/>
                <a:gd name="txT" fmla="*/ 0 h 378"/>
                <a:gd name="txR" fmla="*/ 322 w 322"/>
                <a:gd name="txB" fmla="*/ 378 h 378"/>
              </a:gdLst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</a:cxnLst>
              <a:rect l="txL" t="txT" r="txR" b="txB"/>
              <a:pathLst>
                <a:path w="322" h="378">
                  <a:moveTo>
                    <a:pt x="125" y="49"/>
                  </a:moveTo>
                  <a:lnTo>
                    <a:pt x="100" y="70"/>
                  </a:lnTo>
                  <a:lnTo>
                    <a:pt x="76" y="90"/>
                  </a:lnTo>
                  <a:lnTo>
                    <a:pt x="53" y="115"/>
                  </a:lnTo>
                  <a:lnTo>
                    <a:pt x="34" y="140"/>
                  </a:lnTo>
                  <a:lnTo>
                    <a:pt x="17" y="166"/>
                  </a:lnTo>
                  <a:lnTo>
                    <a:pt x="5" y="195"/>
                  </a:lnTo>
                  <a:lnTo>
                    <a:pt x="0" y="226"/>
                  </a:lnTo>
                  <a:lnTo>
                    <a:pt x="1" y="258"/>
                  </a:lnTo>
                  <a:lnTo>
                    <a:pt x="3" y="266"/>
                  </a:lnTo>
                  <a:lnTo>
                    <a:pt x="5" y="275"/>
                  </a:lnTo>
                  <a:lnTo>
                    <a:pt x="9" y="282"/>
                  </a:lnTo>
                  <a:lnTo>
                    <a:pt x="14" y="290"/>
                  </a:lnTo>
                  <a:lnTo>
                    <a:pt x="19" y="297"/>
                  </a:lnTo>
                  <a:lnTo>
                    <a:pt x="26" y="304"/>
                  </a:lnTo>
                  <a:lnTo>
                    <a:pt x="32" y="310"/>
                  </a:lnTo>
                  <a:lnTo>
                    <a:pt x="41" y="314"/>
                  </a:lnTo>
                  <a:lnTo>
                    <a:pt x="56" y="324"/>
                  </a:lnTo>
                  <a:lnTo>
                    <a:pt x="71" y="332"/>
                  </a:lnTo>
                  <a:lnTo>
                    <a:pt x="86" y="338"/>
                  </a:lnTo>
                  <a:lnTo>
                    <a:pt x="103" y="344"/>
                  </a:lnTo>
                  <a:lnTo>
                    <a:pt x="119" y="350"/>
                  </a:lnTo>
                  <a:lnTo>
                    <a:pt x="136" y="355"/>
                  </a:lnTo>
                  <a:lnTo>
                    <a:pt x="152" y="359"/>
                  </a:lnTo>
                  <a:lnTo>
                    <a:pt x="168" y="363"/>
                  </a:lnTo>
                  <a:lnTo>
                    <a:pt x="186" y="366"/>
                  </a:lnTo>
                  <a:lnTo>
                    <a:pt x="202" y="368"/>
                  </a:lnTo>
                  <a:lnTo>
                    <a:pt x="220" y="371"/>
                  </a:lnTo>
                  <a:lnTo>
                    <a:pt x="238" y="373"/>
                  </a:lnTo>
                  <a:lnTo>
                    <a:pt x="254" y="374"/>
                  </a:lnTo>
                  <a:lnTo>
                    <a:pt x="272" y="375"/>
                  </a:lnTo>
                  <a:lnTo>
                    <a:pt x="289" y="376"/>
                  </a:lnTo>
                  <a:lnTo>
                    <a:pt x="306" y="378"/>
                  </a:lnTo>
                  <a:lnTo>
                    <a:pt x="311" y="378"/>
                  </a:lnTo>
                  <a:lnTo>
                    <a:pt x="316" y="375"/>
                  </a:lnTo>
                  <a:lnTo>
                    <a:pt x="320" y="371"/>
                  </a:lnTo>
                  <a:lnTo>
                    <a:pt x="322" y="366"/>
                  </a:lnTo>
                  <a:lnTo>
                    <a:pt x="322" y="360"/>
                  </a:lnTo>
                  <a:lnTo>
                    <a:pt x="320" y="356"/>
                  </a:lnTo>
                  <a:lnTo>
                    <a:pt x="315" y="352"/>
                  </a:lnTo>
                  <a:lnTo>
                    <a:pt x="309" y="350"/>
                  </a:lnTo>
                  <a:lnTo>
                    <a:pt x="294" y="347"/>
                  </a:lnTo>
                  <a:lnTo>
                    <a:pt x="279" y="344"/>
                  </a:lnTo>
                  <a:lnTo>
                    <a:pt x="263" y="341"/>
                  </a:lnTo>
                  <a:lnTo>
                    <a:pt x="247" y="338"/>
                  </a:lnTo>
                  <a:lnTo>
                    <a:pt x="232" y="336"/>
                  </a:lnTo>
                  <a:lnTo>
                    <a:pt x="216" y="334"/>
                  </a:lnTo>
                  <a:lnTo>
                    <a:pt x="200" y="332"/>
                  </a:lnTo>
                  <a:lnTo>
                    <a:pt x="185" y="328"/>
                  </a:lnTo>
                  <a:lnTo>
                    <a:pt x="170" y="326"/>
                  </a:lnTo>
                  <a:lnTo>
                    <a:pt x="154" y="322"/>
                  </a:lnTo>
                  <a:lnTo>
                    <a:pt x="139" y="318"/>
                  </a:lnTo>
                  <a:lnTo>
                    <a:pt x="124" y="314"/>
                  </a:lnTo>
                  <a:lnTo>
                    <a:pt x="110" y="309"/>
                  </a:lnTo>
                  <a:lnTo>
                    <a:pt x="94" y="303"/>
                  </a:lnTo>
                  <a:lnTo>
                    <a:pt x="80" y="297"/>
                  </a:lnTo>
                  <a:lnTo>
                    <a:pt x="66" y="289"/>
                  </a:lnTo>
                  <a:lnTo>
                    <a:pt x="55" y="281"/>
                  </a:lnTo>
                  <a:lnTo>
                    <a:pt x="45" y="271"/>
                  </a:lnTo>
                  <a:lnTo>
                    <a:pt x="38" y="259"/>
                  </a:lnTo>
                  <a:lnTo>
                    <a:pt x="35" y="245"/>
                  </a:lnTo>
                  <a:lnTo>
                    <a:pt x="34" y="232"/>
                  </a:lnTo>
                  <a:lnTo>
                    <a:pt x="35" y="216"/>
                  </a:lnTo>
                  <a:lnTo>
                    <a:pt x="38" y="200"/>
                  </a:lnTo>
                  <a:lnTo>
                    <a:pt x="43" y="187"/>
                  </a:lnTo>
                  <a:lnTo>
                    <a:pt x="51" y="170"/>
                  </a:lnTo>
                  <a:lnTo>
                    <a:pt x="60" y="152"/>
                  </a:lnTo>
                  <a:lnTo>
                    <a:pt x="71" y="137"/>
                  </a:lnTo>
                  <a:lnTo>
                    <a:pt x="83" y="124"/>
                  </a:lnTo>
                  <a:lnTo>
                    <a:pt x="94" y="110"/>
                  </a:lnTo>
                  <a:lnTo>
                    <a:pt x="107" y="96"/>
                  </a:lnTo>
                  <a:lnTo>
                    <a:pt x="123" y="82"/>
                  </a:lnTo>
                  <a:lnTo>
                    <a:pt x="138" y="69"/>
                  </a:lnTo>
                  <a:lnTo>
                    <a:pt x="153" y="57"/>
                  </a:lnTo>
                  <a:lnTo>
                    <a:pt x="173" y="47"/>
                  </a:lnTo>
                  <a:lnTo>
                    <a:pt x="195" y="38"/>
                  </a:lnTo>
                  <a:lnTo>
                    <a:pt x="218" y="28"/>
                  </a:lnTo>
                  <a:lnTo>
                    <a:pt x="238" y="20"/>
                  </a:lnTo>
                  <a:lnTo>
                    <a:pt x="254" y="13"/>
                  </a:lnTo>
                  <a:lnTo>
                    <a:pt x="264" y="7"/>
                  </a:lnTo>
                  <a:lnTo>
                    <a:pt x="268" y="2"/>
                  </a:lnTo>
                  <a:lnTo>
                    <a:pt x="256" y="0"/>
                  </a:lnTo>
                  <a:lnTo>
                    <a:pt x="240" y="1"/>
                  </a:lnTo>
                  <a:lnTo>
                    <a:pt x="221" y="4"/>
                  </a:lnTo>
                  <a:lnTo>
                    <a:pt x="201" y="10"/>
                  </a:lnTo>
                  <a:lnTo>
                    <a:pt x="180" y="18"/>
                  </a:lnTo>
                  <a:lnTo>
                    <a:pt x="160" y="27"/>
                  </a:lnTo>
                  <a:lnTo>
                    <a:pt x="141" y="38"/>
                  </a:lnTo>
                  <a:lnTo>
                    <a:pt x="125" y="49"/>
                  </a:lnTo>
                  <a:close/>
                </a:path>
              </a:pathLst>
            </a:custGeom>
            <a:solidFill>
              <a:srgbClr val="C9E8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726" name="任意多边形 35822"/>
            <p:cNvSpPr/>
            <p:nvPr/>
          </p:nvSpPr>
          <p:spPr>
            <a:xfrm>
              <a:off x="4394" y="3133"/>
              <a:ext cx="47" cy="42"/>
            </a:xfrm>
            <a:custGeom>
              <a:avLst/>
              <a:gdLst>
                <a:gd name="txL" fmla="*/ 0 w 283"/>
                <a:gd name="txT" fmla="*/ 0 h 252"/>
                <a:gd name="txR" fmla="*/ 283 w 283"/>
                <a:gd name="txB" fmla="*/ 252 h 252"/>
              </a:gdLst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</a:cxnLst>
              <a:rect l="txL" t="txT" r="txR" b="txB"/>
              <a:pathLst>
                <a:path w="283" h="252">
                  <a:moveTo>
                    <a:pt x="235" y="77"/>
                  </a:moveTo>
                  <a:lnTo>
                    <a:pt x="248" y="91"/>
                  </a:lnTo>
                  <a:lnTo>
                    <a:pt x="256" y="107"/>
                  </a:lnTo>
                  <a:lnTo>
                    <a:pt x="259" y="124"/>
                  </a:lnTo>
                  <a:lnTo>
                    <a:pt x="259" y="142"/>
                  </a:lnTo>
                  <a:lnTo>
                    <a:pt x="257" y="157"/>
                  </a:lnTo>
                  <a:lnTo>
                    <a:pt x="252" y="170"/>
                  </a:lnTo>
                  <a:lnTo>
                    <a:pt x="244" y="183"/>
                  </a:lnTo>
                  <a:lnTo>
                    <a:pt x="236" y="193"/>
                  </a:lnTo>
                  <a:lnTo>
                    <a:pt x="225" y="204"/>
                  </a:lnTo>
                  <a:lnTo>
                    <a:pt x="215" y="214"/>
                  </a:lnTo>
                  <a:lnTo>
                    <a:pt x="204" y="224"/>
                  </a:lnTo>
                  <a:lnTo>
                    <a:pt x="194" y="234"/>
                  </a:lnTo>
                  <a:lnTo>
                    <a:pt x="191" y="238"/>
                  </a:lnTo>
                  <a:lnTo>
                    <a:pt x="191" y="241"/>
                  </a:lnTo>
                  <a:lnTo>
                    <a:pt x="191" y="245"/>
                  </a:lnTo>
                  <a:lnTo>
                    <a:pt x="194" y="248"/>
                  </a:lnTo>
                  <a:lnTo>
                    <a:pt x="197" y="250"/>
                  </a:lnTo>
                  <a:lnTo>
                    <a:pt x="202" y="252"/>
                  </a:lnTo>
                  <a:lnTo>
                    <a:pt x="205" y="250"/>
                  </a:lnTo>
                  <a:lnTo>
                    <a:pt x="209" y="248"/>
                  </a:lnTo>
                  <a:lnTo>
                    <a:pt x="232" y="233"/>
                  </a:lnTo>
                  <a:lnTo>
                    <a:pt x="252" y="214"/>
                  </a:lnTo>
                  <a:lnTo>
                    <a:pt x="268" y="192"/>
                  </a:lnTo>
                  <a:lnTo>
                    <a:pt x="278" y="167"/>
                  </a:lnTo>
                  <a:lnTo>
                    <a:pt x="283" y="141"/>
                  </a:lnTo>
                  <a:lnTo>
                    <a:pt x="280" y="115"/>
                  </a:lnTo>
                  <a:lnTo>
                    <a:pt x="271" y="91"/>
                  </a:lnTo>
                  <a:lnTo>
                    <a:pt x="252" y="69"/>
                  </a:lnTo>
                  <a:lnTo>
                    <a:pt x="238" y="57"/>
                  </a:lnTo>
                  <a:lnTo>
                    <a:pt x="222" y="48"/>
                  </a:lnTo>
                  <a:lnTo>
                    <a:pt x="204" y="39"/>
                  </a:lnTo>
                  <a:lnTo>
                    <a:pt x="184" y="31"/>
                  </a:lnTo>
                  <a:lnTo>
                    <a:pt x="164" y="23"/>
                  </a:lnTo>
                  <a:lnTo>
                    <a:pt x="144" y="17"/>
                  </a:lnTo>
                  <a:lnTo>
                    <a:pt x="123" y="13"/>
                  </a:lnTo>
                  <a:lnTo>
                    <a:pt x="103" y="8"/>
                  </a:lnTo>
                  <a:lnTo>
                    <a:pt x="83" y="5"/>
                  </a:lnTo>
                  <a:lnTo>
                    <a:pt x="66" y="2"/>
                  </a:lnTo>
                  <a:lnTo>
                    <a:pt x="48" y="0"/>
                  </a:lnTo>
                  <a:lnTo>
                    <a:pt x="34" y="0"/>
                  </a:lnTo>
                  <a:lnTo>
                    <a:pt x="21" y="0"/>
                  </a:lnTo>
                  <a:lnTo>
                    <a:pt x="11" y="0"/>
                  </a:lnTo>
                  <a:lnTo>
                    <a:pt x="4" y="2"/>
                  </a:lnTo>
                  <a:lnTo>
                    <a:pt x="0" y="5"/>
                  </a:lnTo>
                  <a:lnTo>
                    <a:pt x="12" y="7"/>
                  </a:lnTo>
                  <a:lnTo>
                    <a:pt x="24" y="8"/>
                  </a:lnTo>
                  <a:lnTo>
                    <a:pt x="38" y="10"/>
                  </a:lnTo>
                  <a:lnTo>
                    <a:pt x="52" y="13"/>
                  </a:lnTo>
                  <a:lnTo>
                    <a:pt x="66" y="16"/>
                  </a:lnTo>
                  <a:lnTo>
                    <a:pt x="82" y="18"/>
                  </a:lnTo>
                  <a:lnTo>
                    <a:pt x="98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4"/>
                  </a:lnTo>
                  <a:lnTo>
                    <a:pt x="162" y="39"/>
                  </a:lnTo>
                  <a:lnTo>
                    <a:pt x="177" y="45"/>
                  </a:lnTo>
                  <a:lnTo>
                    <a:pt x="193" y="52"/>
                  </a:lnTo>
                  <a:lnTo>
                    <a:pt x="208" y="60"/>
                  </a:lnTo>
                  <a:lnTo>
                    <a:pt x="222" y="68"/>
                  </a:lnTo>
                  <a:lnTo>
                    <a:pt x="235" y="77"/>
                  </a:lnTo>
                  <a:close/>
                </a:path>
              </a:pathLst>
            </a:custGeom>
            <a:solidFill>
              <a:srgbClr val="C9E8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727" name="任意多边形 35823"/>
            <p:cNvSpPr/>
            <p:nvPr/>
          </p:nvSpPr>
          <p:spPr>
            <a:xfrm>
              <a:off x="4298" y="3153"/>
              <a:ext cx="19" cy="39"/>
            </a:xfrm>
            <a:custGeom>
              <a:avLst/>
              <a:gdLst>
                <a:gd name="txL" fmla="*/ 0 w 114"/>
                <a:gd name="txT" fmla="*/ 0 h 238"/>
                <a:gd name="txR" fmla="*/ 114 w 114"/>
                <a:gd name="txB" fmla="*/ 238 h 238"/>
              </a:gdLst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4" h="238">
                  <a:moveTo>
                    <a:pt x="0" y="130"/>
                  </a:moveTo>
                  <a:lnTo>
                    <a:pt x="0" y="149"/>
                  </a:lnTo>
                  <a:lnTo>
                    <a:pt x="4" y="168"/>
                  </a:lnTo>
                  <a:lnTo>
                    <a:pt x="12" y="185"/>
                  </a:lnTo>
                  <a:lnTo>
                    <a:pt x="24" y="200"/>
                  </a:lnTo>
                  <a:lnTo>
                    <a:pt x="38" y="213"/>
                  </a:lnTo>
                  <a:lnTo>
                    <a:pt x="55" y="224"/>
                  </a:lnTo>
                  <a:lnTo>
                    <a:pt x="73" y="232"/>
                  </a:lnTo>
                  <a:lnTo>
                    <a:pt x="92" y="237"/>
                  </a:lnTo>
                  <a:lnTo>
                    <a:pt x="98" y="238"/>
                  </a:lnTo>
                  <a:lnTo>
                    <a:pt x="104" y="235"/>
                  </a:lnTo>
                  <a:lnTo>
                    <a:pt x="109" y="232"/>
                  </a:lnTo>
                  <a:lnTo>
                    <a:pt x="111" y="227"/>
                  </a:lnTo>
                  <a:lnTo>
                    <a:pt x="111" y="222"/>
                  </a:lnTo>
                  <a:lnTo>
                    <a:pt x="110" y="216"/>
                  </a:lnTo>
                  <a:lnTo>
                    <a:pt x="106" y="211"/>
                  </a:lnTo>
                  <a:lnTo>
                    <a:pt x="100" y="209"/>
                  </a:lnTo>
                  <a:lnTo>
                    <a:pt x="82" y="202"/>
                  </a:lnTo>
                  <a:lnTo>
                    <a:pt x="64" y="193"/>
                  </a:lnTo>
                  <a:lnTo>
                    <a:pt x="50" y="180"/>
                  </a:lnTo>
                  <a:lnTo>
                    <a:pt x="39" y="167"/>
                  </a:lnTo>
                  <a:lnTo>
                    <a:pt x="32" y="149"/>
                  </a:lnTo>
                  <a:lnTo>
                    <a:pt x="29" y="131"/>
                  </a:lnTo>
                  <a:lnTo>
                    <a:pt x="29" y="111"/>
                  </a:lnTo>
                  <a:lnTo>
                    <a:pt x="35" y="91"/>
                  </a:lnTo>
                  <a:lnTo>
                    <a:pt x="42" y="76"/>
                  </a:lnTo>
                  <a:lnTo>
                    <a:pt x="51" y="62"/>
                  </a:lnTo>
                  <a:lnTo>
                    <a:pt x="62" y="49"/>
                  </a:lnTo>
                  <a:lnTo>
                    <a:pt x="73" y="38"/>
                  </a:lnTo>
                  <a:lnTo>
                    <a:pt x="84" y="28"/>
                  </a:lnTo>
                  <a:lnTo>
                    <a:pt x="96" y="18"/>
                  </a:lnTo>
                  <a:lnTo>
                    <a:pt x="106" y="9"/>
                  </a:lnTo>
                  <a:lnTo>
                    <a:pt x="114" y="1"/>
                  </a:lnTo>
                  <a:lnTo>
                    <a:pt x="106" y="0"/>
                  </a:lnTo>
                  <a:lnTo>
                    <a:pt x="93" y="6"/>
                  </a:lnTo>
                  <a:lnTo>
                    <a:pt x="76" y="18"/>
                  </a:lnTo>
                  <a:lnTo>
                    <a:pt x="56" y="36"/>
                  </a:lnTo>
                  <a:lnTo>
                    <a:pt x="37" y="57"/>
                  </a:lnTo>
                  <a:lnTo>
                    <a:pt x="20" y="80"/>
                  </a:lnTo>
                  <a:lnTo>
                    <a:pt x="7" y="106"/>
                  </a:lnTo>
                  <a:lnTo>
                    <a:pt x="0" y="130"/>
                  </a:lnTo>
                  <a:close/>
                </a:path>
              </a:pathLst>
            </a:custGeom>
            <a:solidFill>
              <a:srgbClr val="C9E8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728" name="任意多边形 35824"/>
            <p:cNvSpPr/>
            <p:nvPr/>
          </p:nvSpPr>
          <p:spPr>
            <a:xfrm>
              <a:off x="4432" y="3130"/>
              <a:ext cx="41" cy="52"/>
            </a:xfrm>
            <a:custGeom>
              <a:avLst/>
              <a:gdLst>
                <a:gd name="txL" fmla="*/ 0 w 246"/>
                <a:gd name="txT" fmla="*/ 0 h 310"/>
                <a:gd name="txR" fmla="*/ 246 w 246"/>
                <a:gd name="txB" fmla="*/ 310 h 310"/>
              </a:gdLst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</a:cxnLst>
              <a:rect l="txL" t="txT" r="txR" b="txB"/>
              <a:pathLst>
                <a:path w="246" h="310">
                  <a:moveTo>
                    <a:pt x="199" y="116"/>
                  </a:moveTo>
                  <a:lnTo>
                    <a:pt x="207" y="124"/>
                  </a:lnTo>
                  <a:lnTo>
                    <a:pt x="214" y="133"/>
                  </a:lnTo>
                  <a:lnTo>
                    <a:pt x="219" y="143"/>
                  </a:lnTo>
                  <a:lnTo>
                    <a:pt x="223" y="154"/>
                  </a:lnTo>
                  <a:lnTo>
                    <a:pt x="225" y="164"/>
                  </a:lnTo>
                  <a:lnTo>
                    <a:pt x="225" y="176"/>
                  </a:lnTo>
                  <a:lnTo>
                    <a:pt x="221" y="187"/>
                  </a:lnTo>
                  <a:lnTo>
                    <a:pt x="216" y="197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8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3" y="264"/>
                  </a:lnTo>
                  <a:lnTo>
                    <a:pt x="132" y="274"/>
                  </a:lnTo>
                  <a:lnTo>
                    <a:pt x="129" y="278"/>
                  </a:lnTo>
                  <a:lnTo>
                    <a:pt x="126" y="282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1" y="305"/>
                  </a:lnTo>
                  <a:lnTo>
                    <a:pt x="125" y="309"/>
                  </a:lnTo>
                  <a:lnTo>
                    <a:pt x="130" y="310"/>
                  </a:lnTo>
                  <a:lnTo>
                    <a:pt x="134" y="310"/>
                  </a:lnTo>
                  <a:lnTo>
                    <a:pt x="139" y="309"/>
                  </a:lnTo>
                  <a:lnTo>
                    <a:pt x="143" y="305"/>
                  </a:lnTo>
                  <a:lnTo>
                    <a:pt x="154" y="293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19" y="233"/>
                  </a:lnTo>
                  <a:lnTo>
                    <a:pt x="231" y="219"/>
                  </a:lnTo>
                  <a:lnTo>
                    <a:pt x="239" y="204"/>
                  </a:lnTo>
                  <a:lnTo>
                    <a:pt x="245" y="187"/>
                  </a:lnTo>
                  <a:lnTo>
                    <a:pt x="246" y="170"/>
                  </a:lnTo>
                  <a:lnTo>
                    <a:pt x="242" y="153"/>
                  </a:lnTo>
                  <a:lnTo>
                    <a:pt x="236" y="136"/>
                  </a:lnTo>
                  <a:lnTo>
                    <a:pt x="227" y="120"/>
                  </a:lnTo>
                  <a:lnTo>
                    <a:pt x="215" y="107"/>
                  </a:lnTo>
                  <a:lnTo>
                    <a:pt x="201" y="94"/>
                  </a:lnTo>
                  <a:lnTo>
                    <a:pt x="187" y="82"/>
                  </a:lnTo>
                  <a:lnTo>
                    <a:pt x="177" y="74"/>
                  </a:lnTo>
                  <a:lnTo>
                    <a:pt x="165" y="68"/>
                  </a:lnTo>
                  <a:lnTo>
                    <a:pt x="152" y="60"/>
                  </a:lnTo>
                  <a:lnTo>
                    <a:pt x="139" y="51"/>
                  </a:lnTo>
                  <a:lnTo>
                    <a:pt x="126" y="43"/>
                  </a:lnTo>
                  <a:lnTo>
                    <a:pt x="112" y="35"/>
                  </a:lnTo>
                  <a:lnTo>
                    <a:pt x="98" y="28"/>
                  </a:lnTo>
                  <a:lnTo>
                    <a:pt x="85" y="22"/>
                  </a:lnTo>
                  <a:lnTo>
                    <a:pt x="72" y="16"/>
                  </a:lnTo>
                  <a:lnTo>
                    <a:pt x="59" y="10"/>
                  </a:lnTo>
                  <a:lnTo>
                    <a:pt x="46" y="7"/>
                  </a:lnTo>
                  <a:lnTo>
                    <a:pt x="35" y="3"/>
                  </a:lnTo>
                  <a:lnTo>
                    <a:pt x="24" y="1"/>
                  </a:lnTo>
                  <a:lnTo>
                    <a:pt x="15" y="0"/>
                  </a:lnTo>
                  <a:lnTo>
                    <a:pt x="7" y="1"/>
                  </a:lnTo>
                  <a:lnTo>
                    <a:pt x="0" y="3"/>
                  </a:lnTo>
                  <a:lnTo>
                    <a:pt x="8" y="6"/>
                  </a:lnTo>
                  <a:lnTo>
                    <a:pt x="17" y="9"/>
                  </a:lnTo>
                  <a:lnTo>
                    <a:pt x="28" y="14"/>
                  </a:lnTo>
                  <a:lnTo>
                    <a:pt x="38" y="18"/>
                  </a:lnTo>
                  <a:lnTo>
                    <a:pt x="51" y="24"/>
                  </a:lnTo>
                  <a:lnTo>
                    <a:pt x="64" y="30"/>
                  </a:lnTo>
                  <a:lnTo>
                    <a:pt x="78" y="37"/>
                  </a:lnTo>
                  <a:lnTo>
                    <a:pt x="92" y="43"/>
                  </a:lnTo>
                  <a:lnTo>
                    <a:pt x="106" y="51"/>
                  </a:lnTo>
                  <a:lnTo>
                    <a:pt x="120" y="60"/>
                  </a:lnTo>
                  <a:lnTo>
                    <a:pt x="134" y="69"/>
                  </a:lnTo>
                  <a:lnTo>
                    <a:pt x="148" y="78"/>
                  </a:lnTo>
                  <a:lnTo>
                    <a:pt x="163" y="87"/>
                  </a:lnTo>
                  <a:lnTo>
                    <a:pt x="175" y="96"/>
                  </a:lnTo>
                  <a:lnTo>
                    <a:pt x="187" y="105"/>
                  </a:lnTo>
                  <a:lnTo>
                    <a:pt x="199" y="116"/>
                  </a:lnTo>
                  <a:close/>
                </a:path>
              </a:pathLst>
            </a:custGeom>
            <a:solidFill>
              <a:srgbClr val="C9E8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729" name="任意多边形 35825"/>
            <p:cNvSpPr/>
            <p:nvPr/>
          </p:nvSpPr>
          <p:spPr>
            <a:xfrm>
              <a:off x="4387" y="3191"/>
              <a:ext cx="14" cy="31"/>
            </a:xfrm>
            <a:custGeom>
              <a:avLst/>
              <a:gdLst>
                <a:gd name="txL" fmla="*/ 0 w 83"/>
                <a:gd name="txT" fmla="*/ 0 h 187"/>
                <a:gd name="txR" fmla="*/ 83 w 83"/>
                <a:gd name="txB" fmla="*/ 187 h 187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83" h="187">
                  <a:moveTo>
                    <a:pt x="31" y="14"/>
                  </a:moveTo>
                  <a:lnTo>
                    <a:pt x="29" y="8"/>
                  </a:lnTo>
                  <a:lnTo>
                    <a:pt x="25" y="3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2"/>
                  </a:lnTo>
                  <a:lnTo>
                    <a:pt x="3" y="5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5" y="42"/>
                  </a:lnTo>
                  <a:lnTo>
                    <a:pt x="15" y="71"/>
                  </a:lnTo>
                  <a:lnTo>
                    <a:pt x="27" y="100"/>
                  </a:lnTo>
                  <a:lnTo>
                    <a:pt x="41" y="127"/>
                  </a:lnTo>
                  <a:lnTo>
                    <a:pt x="55" y="151"/>
                  </a:lnTo>
                  <a:lnTo>
                    <a:pt x="68" y="171"/>
                  </a:lnTo>
                  <a:lnTo>
                    <a:pt x="77" y="184"/>
                  </a:lnTo>
                  <a:lnTo>
                    <a:pt x="83" y="187"/>
                  </a:lnTo>
                  <a:lnTo>
                    <a:pt x="80" y="174"/>
                  </a:lnTo>
                  <a:lnTo>
                    <a:pt x="75" y="158"/>
                  </a:lnTo>
                  <a:lnTo>
                    <a:pt x="68" y="138"/>
                  </a:lnTo>
                  <a:lnTo>
                    <a:pt x="59" y="113"/>
                  </a:lnTo>
                  <a:lnTo>
                    <a:pt x="51" y="88"/>
                  </a:lnTo>
                  <a:lnTo>
                    <a:pt x="43" y="63"/>
                  </a:lnTo>
                  <a:lnTo>
                    <a:pt x="36" y="38"/>
                  </a:lnTo>
                  <a:lnTo>
                    <a:pt x="31" y="1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730" name="任意多边形 35826"/>
            <p:cNvSpPr/>
            <p:nvPr/>
          </p:nvSpPr>
          <p:spPr>
            <a:xfrm>
              <a:off x="4381" y="3174"/>
              <a:ext cx="7" cy="16"/>
            </a:xfrm>
            <a:custGeom>
              <a:avLst/>
              <a:gdLst>
                <a:gd name="txL" fmla="*/ 0 w 44"/>
                <a:gd name="txT" fmla="*/ 0 h 94"/>
                <a:gd name="txR" fmla="*/ 44 w 44"/>
                <a:gd name="txB" fmla="*/ 94 h 94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4" h="94">
                  <a:moveTo>
                    <a:pt x="22" y="10"/>
                  </a:moveTo>
                  <a:lnTo>
                    <a:pt x="21" y="6"/>
                  </a:lnTo>
                  <a:lnTo>
                    <a:pt x="18" y="2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6" y="1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24"/>
                  </a:lnTo>
                  <a:lnTo>
                    <a:pt x="4" y="38"/>
                  </a:lnTo>
                  <a:lnTo>
                    <a:pt x="8" y="52"/>
                  </a:lnTo>
                  <a:lnTo>
                    <a:pt x="14" y="65"/>
                  </a:lnTo>
                  <a:lnTo>
                    <a:pt x="21" y="78"/>
                  </a:lnTo>
                  <a:lnTo>
                    <a:pt x="28" y="87"/>
                  </a:lnTo>
                  <a:lnTo>
                    <a:pt x="37" y="93"/>
                  </a:lnTo>
                  <a:lnTo>
                    <a:pt x="42" y="94"/>
                  </a:lnTo>
                  <a:lnTo>
                    <a:pt x="44" y="76"/>
                  </a:lnTo>
                  <a:lnTo>
                    <a:pt x="38" y="54"/>
                  </a:lnTo>
                  <a:lnTo>
                    <a:pt x="31" y="32"/>
                  </a:lnTo>
                  <a:lnTo>
                    <a:pt x="22" y="1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731" name="任意多边形 35827"/>
            <p:cNvSpPr/>
            <p:nvPr/>
          </p:nvSpPr>
          <p:spPr>
            <a:xfrm>
              <a:off x="4375" y="3163"/>
              <a:ext cx="6" cy="9"/>
            </a:xfrm>
            <a:custGeom>
              <a:avLst/>
              <a:gdLst>
                <a:gd name="txL" fmla="*/ 0 w 38"/>
                <a:gd name="txT" fmla="*/ 0 h 54"/>
                <a:gd name="txR" fmla="*/ 38 w 38"/>
                <a:gd name="txB" fmla="*/ 54 h 54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8" h="54">
                  <a:moveTo>
                    <a:pt x="20" y="7"/>
                  </a:moveTo>
                  <a:lnTo>
                    <a:pt x="20" y="8"/>
                  </a:lnTo>
                  <a:lnTo>
                    <a:pt x="19" y="4"/>
                  </a:lnTo>
                  <a:lnTo>
                    <a:pt x="15" y="1"/>
                  </a:lnTo>
                  <a:lnTo>
                    <a:pt x="12" y="0"/>
                  </a:lnTo>
                  <a:lnTo>
                    <a:pt x="7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8"/>
                  </a:lnTo>
                  <a:lnTo>
                    <a:pt x="0" y="11"/>
                  </a:lnTo>
                  <a:lnTo>
                    <a:pt x="1" y="17"/>
                  </a:lnTo>
                  <a:lnTo>
                    <a:pt x="4" y="24"/>
                  </a:lnTo>
                  <a:lnTo>
                    <a:pt x="8" y="32"/>
                  </a:lnTo>
                  <a:lnTo>
                    <a:pt x="14" y="39"/>
                  </a:lnTo>
                  <a:lnTo>
                    <a:pt x="20" y="46"/>
                  </a:lnTo>
                  <a:lnTo>
                    <a:pt x="27" y="50"/>
                  </a:lnTo>
                  <a:lnTo>
                    <a:pt x="33" y="54"/>
                  </a:lnTo>
                  <a:lnTo>
                    <a:pt x="38" y="54"/>
                  </a:lnTo>
                  <a:lnTo>
                    <a:pt x="36" y="42"/>
                  </a:lnTo>
                  <a:lnTo>
                    <a:pt x="32" y="29"/>
                  </a:lnTo>
                  <a:lnTo>
                    <a:pt x="25" y="16"/>
                  </a:lnTo>
                  <a:lnTo>
                    <a:pt x="20" y="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732" name="任意多边形 35828"/>
            <p:cNvSpPr/>
            <p:nvPr/>
          </p:nvSpPr>
          <p:spPr>
            <a:xfrm>
              <a:off x="4370" y="3155"/>
              <a:ext cx="8" cy="6"/>
            </a:xfrm>
            <a:custGeom>
              <a:avLst/>
              <a:gdLst>
                <a:gd name="txL" fmla="*/ 0 w 52"/>
                <a:gd name="txT" fmla="*/ 0 h 36"/>
                <a:gd name="txR" fmla="*/ 52 w 52"/>
                <a:gd name="txB" fmla="*/ 36 h 36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52" h="36">
                  <a:moveTo>
                    <a:pt x="41" y="27"/>
                  </a:moveTo>
                  <a:lnTo>
                    <a:pt x="46" y="24"/>
                  </a:lnTo>
                  <a:lnTo>
                    <a:pt x="51" y="21"/>
                  </a:lnTo>
                  <a:lnTo>
                    <a:pt x="52" y="16"/>
                  </a:lnTo>
                  <a:lnTo>
                    <a:pt x="52" y="12"/>
                  </a:lnTo>
                  <a:lnTo>
                    <a:pt x="50" y="6"/>
                  </a:lnTo>
                  <a:lnTo>
                    <a:pt x="46" y="2"/>
                  </a:lnTo>
                  <a:lnTo>
                    <a:pt x="41" y="0"/>
                  </a:lnTo>
                  <a:lnTo>
                    <a:pt x="36" y="0"/>
                  </a:lnTo>
                  <a:lnTo>
                    <a:pt x="33" y="0"/>
                  </a:lnTo>
                  <a:lnTo>
                    <a:pt x="29" y="1"/>
                  </a:lnTo>
                  <a:lnTo>
                    <a:pt x="21" y="4"/>
                  </a:lnTo>
                  <a:lnTo>
                    <a:pt x="13" y="8"/>
                  </a:lnTo>
                  <a:lnTo>
                    <a:pt x="6" y="15"/>
                  </a:lnTo>
                  <a:lnTo>
                    <a:pt x="3" y="22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4" y="33"/>
                  </a:lnTo>
                  <a:lnTo>
                    <a:pt x="9" y="36"/>
                  </a:lnTo>
                  <a:lnTo>
                    <a:pt x="13" y="36"/>
                  </a:lnTo>
                  <a:lnTo>
                    <a:pt x="18" y="36"/>
                  </a:lnTo>
                  <a:lnTo>
                    <a:pt x="24" y="33"/>
                  </a:lnTo>
                  <a:lnTo>
                    <a:pt x="30" y="32"/>
                  </a:lnTo>
                  <a:lnTo>
                    <a:pt x="36" y="30"/>
                  </a:lnTo>
                  <a:lnTo>
                    <a:pt x="41" y="2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733" name="任意多边形 35829"/>
            <p:cNvSpPr/>
            <p:nvPr/>
          </p:nvSpPr>
          <p:spPr>
            <a:xfrm>
              <a:off x="4330" y="3145"/>
              <a:ext cx="33" cy="39"/>
            </a:xfrm>
            <a:custGeom>
              <a:avLst/>
              <a:gdLst>
                <a:gd name="txL" fmla="*/ 0 w 198"/>
                <a:gd name="txT" fmla="*/ 0 h 236"/>
                <a:gd name="txR" fmla="*/ 198 w 198"/>
                <a:gd name="txB" fmla="*/ 236 h 236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</a:cxnLst>
              <a:rect l="txL" t="txT" r="txR" b="txB"/>
              <a:pathLst>
                <a:path w="198" h="236">
                  <a:moveTo>
                    <a:pt x="73" y="36"/>
                  </a:moveTo>
                  <a:lnTo>
                    <a:pt x="58" y="46"/>
                  </a:lnTo>
                  <a:lnTo>
                    <a:pt x="46" y="58"/>
                  </a:lnTo>
                  <a:lnTo>
                    <a:pt x="33" y="72"/>
                  </a:lnTo>
                  <a:lnTo>
                    <a:pt x="22" y="85"/>
                  </a:lnTo>
                  <a:lnTo>
                    <a:pt x="14" y="100"/>
                  </a:lnTo>
                  <a:lnTo>
                    <a:pt x="7" y="115"/>
                  </a:lnTo>
                  <a:lnTo>
                    <a:pt x="2" y="130"/>
                  </a:lnTo>
                  <a:lnTo>
                    <a:pt x="0" y="146"/>
                  </a:lnTo>
                  <a:lnTo>
                    <a:pt x="2" y="170"/>
                  </a:lnTo>
                  <a:lnTo>
                    <a:pt x="12" y="190"/>
                  </a:lnTo>
                  <a:lnTo>
                    <a:pt x="26" y="207"/>
                  </a:lnTo>
                  <a:lnTo>
                    <a:pt x="43" y="220"/>
                  </a:lnTo>
                  <a:lnTo>
                    <a:pt x="64" y="229"/>
                  </a:lnTo>
                  <a:lnTo>
                    <a:pt x="88" y="235"/>
                  </a:lnTo>
                  <a:lnTo>
                    <a:pt x="110" y="236"/>
                  </a:lnTo>
                  <a:lnTo>
                    <a:pt x="132" y="232"/>
                  </a:lnTo>
                  <a:lnTo>
                    <a:pt x="137" y="232"/>
                  </a:lnTo>
                  <a:lnTo>
                    <a:pt x="142" y="230"/>
                  </a:lnTo>
                  <a:lnTo>
                    <a:pt x="145" y="226"/>
                  </a:lnTo>
                  <a:lnTo>
                    <a:pt x="146" y="221"/>
                  </a:lnTo>
                  <a:lnTo>
                    <a:pt x="145" y="219"/>
                  </a:lnTo>
                  <a:lnTo>
                    <a:pt x="142" y="219"/>
                  </a:lnTo>
                  <a:lnTo>
                    <a:pt x="137" y="217"/>
                  </a:lnTo>
                  <a:lnTo>
                    <a:pt x="131" y="217"/>
                  </a:lnTo>
                  <a:lnTo>
                    <a:pt x="124" y="217"/>
                  </a:lnTo>
                  <a:lnTo>
                    <a:pt x="118" y="217"/>
                  </a:lnTo>
                  <a:lnTo>
                    <a:pt x="112" y="217"/>
                  </a:lnTo>
                  <a:lnTo>
                    <a:pt x="109" y="217"/>
                  </a:lnTo>
                  <a:lnTo>
                    <a:pt x="97" y="216"/>
                  </a:lnTo>
                  <a:lnTo>
                    <a:pt x="87" y="215"/>
                  </a:lnTo>
                  <a:lnTo>
                    <a:pt x="75" y="214"/>
                  </a:lnTo>
                  <a:lnTo>
                    <a:pt x="63" y="211"/>
                  </a:lnTo>
                  <a:lnTo>
                    <a:pt x="51" y="207"/>
                  </a:lnTo>
                  <a:lnTo>
                    <a:pt x="40" y="199"/>
                  </a:lnTo>
                  <a:lnTo>
                    <a:pt x="29" y="189"/>
                  </a:lnTo>
                  <a:lnTo>
                    <a:pt x="17" y="174"/>
                  </a:lnTo>
                  <a:lnTo>
                    <a:pt x="15" y="157"/>
                  </a:lnTo>
                  <a:lnTo>
                    <a:pt x="16" y="141"/>
                  </a:lnTo>
                  <a:lnTo>
                    <a:pt x="21" y="124"/>
                  </a:lnTo>
                  <a:lnTo>
                    <a:pt x="28" y="109"/>
                  </a:lnTo>
                  <a:lnTo>
                    <a:pt x="39" y="96"/>
                  </a:lnTo>
                  <a:lnTo>
                    <a:pt x="50" y="82"/>
                  </a:lnTo>
                  <a:lnTo>
                    <a:pt x="63" y="70"/>
                  </a:lnTo>
                  <a:lnTo>
                    <a:pt x="78" y="59"/>
                  </a:lnTo>
                  <a:lnTo>
                    <a:pt x="94" y="49"/>
                  </a:lnTo>
                  <a:lnTo>
                    <a:pt x="110" y="39"/>
                  </a:lnTo>
                  <a:lnTo>
                    <a:pt x="126" y="31"/>
                  </a:lnTo>
                  <a:lnTo>
                    <a:pt x="142" y="24"/>
                  </a:lnTo>
                  <a:lnTo>
                    <a:pt x="158" y="19"/>
                  </a:lnTo>
                  <a:lnTo>
                    <a:pt x="172" y="13"/>
                  </a:lnTo>
                  <a:lnTo>
                    <a:pt x="186" y="10"/>
                  </a:lnTo>
                  <a:lnTo>
                    <a:pt x="198" y="7"/>
                  </a:lnTo>
                  <a:lnTo>
                    <a:pt x="190" y="3"/>
                  </a:lnTo>
                  <a:lnTo>
                    <a:pt x="177" y="0"/>
                  </a:lnTo>
                  <a:lnTo>
                    <a:pt x="162" y="3"/>
                  </a:lnTo>
                  <a:lnTo>
                    <a:pt x="144" y="6"/>
                  </a:lnTo>
                  <a:lnTo>
                    <a:pt x="124" y="12"/>
                  </a:lnTo>
                  <a:lnTo>
                    <a:pt x="105" y="19"/>
                  </a:lnTo>
                  <a:lnTo>
                    <a:pt x="88" y="28"/>
                  </a:lnTo>
                  <a:lnTo>
                    <a:pt x="73" y="3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734" name="任意多边形 35830"/>
            <p:cNvSpPr/>
            <p:nvPr/>
          </p:nvSpPr>
          <p:spPr>
            <a:xfrm>
              <a:off x="4386" y="3145"/>
              <a:ext cx="22" cy="30"/>
            </a:xfrm>
            <a:custGeom>
              <a:avLst/>
              <a:gdLst>
                <a:gd name="txL" fmla="*/ 0 w 128"/>
                <a:gd name="txT" fmla="*/ 0 h 183"/>
                <a:gd name="txR" fmla="*/ 128 w 128"/>
                <a:gd name="txB" fmla="*/ 183 h 183"/>
              </a:gdLst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</a:cxnLst>
              <a:rect l="txL" t="txT" r="txR" b="txB"/>
              <a:pathLst>
                <a:path w="128" h="183">
                  <a:moveTo>
                    <a:pt x="108" y="61"/>
                  </a:moveTo>
                  <a:lnTo>
                    <a:pt x="111" y="80"/>
                  </a:lnTo>
                  <a:lnTo>
                    <a:pt x="109" y="97"/>
                  </a:lnTo>
                  <a:lnTo>
                    <a:pt x="101" y="110"/>
                  </a:lnTo>
                  <a:lnTo>
                    <a:pt x="89" y="123"/>
                  </a:lnTo>
                  <a:lnTo>
                    <a:pt x="75" y="134"/>
                  </a:lnTo>
                  <a:lnTo>
                    <a:pt x="60" y="145"/>
                  </a:lnTo>
                  <a:lnTo>
                    <a:pt x="43" y="156"/>
                  </a:lnTo>
                  <a:lnTo>
                    <a:pt x="29" y="167"/>
                  </a:lnTo>
                  <a:lnTo>
                    <a:pt x="27" y="170"/>
                  </a:lnTo>
                  <a:lnTo>
                    <a:pt x="26" y="172"/>
                  </a:lnTo>
                  <a:lnTo>
                    <a:pt x="26" y="176"/>
                  </a:lnTo>
                  <a:lnTo>
                    <a:pt x="28" y="179"/>
                  </a:lnTo>
                  <a:lnTo>
                    <a:pt x="30" y="182"/>
                  </a:lnTo>
                  <a:lnTo>
                    <a:pt x="34" y="183"/>
                  </a:lnTo>
                  <a:lnTo>
                    <a:pt x="37" y="183"/>
                  </a:lnTo>
                  <a:lnTo>
                    <a:pt x="41" y="182"/>
                  </a:lnTo>
                  <a:lnTo>
                    <a:pt x="58" y="171"/>
                  </a:lnTo>
                  <a:lnTo>
                    <a:pt x="76" y="160"/>
                  </a:lnTo>
                  <a:lnTo>
                    <a:pt x="92" y="147"/>
                  </a:lnTo>
                  <a:lnTo>
                    <a:pt x="108" y="132"/>
                  </a:lnTo>
                  <a:lnTo>
                    <a:pt x="118" y="116"/>
                  </a:lnTo>
                  <a:lnTo>
                    <a:pt x="125" y="98"/>
                  </a:lnTo>
                  <a:lnTo>
                    <a:pt x="128" y="78"/>
                  </a:lnTo>
                  <a:lnTo>
                    <a:pt x="123" y="58"/>
                  </a:lnTo>
                  <a:lnTo>
                    <a:pt x="112" y="41"/>
                  </a:lnTo>
                  <a:lnTo>
                    <a:pt x="98" y="28"/>
                  </a:lnTo>
                  <a:lnTo>
                    <a:pt x="80" y="16"/>
                  </a:lnTo>
                  <a:lnTo>
                    <a:pt x="61" y="8"/>
                  </a:lnTo>
                  <a:lnTo>
                    <a:pt x="41" y="2"/>
                  </a:lnTo>
                  <a:lnTo>
                    <a:pt x="23" y="0"/>
                  </a:lnTo>
                  <a:lnTo>
                    <a:pt x="9" y="1"/>
                  </a:lnTo>
                  <a:lnTo>
                    <a:pt x="0" y="6"/>
                  </a:lnTo>
                  <a:lnTo>
                    <a:pt x="16" y="10"/>
                  </a:lnTo>
                  <a:lnTo>
                    <a:pt x="33" y="14"/>
                  </a:lnTo>
                  <a:lnTo>
                    <a:pt x="48" y="17"/>
                  </a:lnTo>
                  <a:lnTo>
                    <a:pt x="63" y="22"/>
                  </a:lnTo>
                  <a:lnTo>
                    <a:pt x="77" y="28"/>
                  </a:lnTo>
                  <a:lnTo>
                    <a:pt x="90" y="36"/>
                  </a:lnTo>
                  <a:lnTo>
                    <a:pt x="101" y="46"/>
                  </a:lnTo>
                  <a:lnTo>
                    <a:pt x="108" y="6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735" name="任意多边形 35831"/>
            <p:cNvSpPr/>
            <p:nvPr/>
          </p:nvSpPr>
          <p:spPr>
            <a:xfrm>
              <a:off x="4309" y="3138"/>
              <a:ext cx="53" cy="63"/>
            </a:xfrm>
            <a:custGeom>
              <a:avLst/>
              <a:gdLst>
                <a:gd name="txL" fmla="*/ 0 w 323"/>
                <a:gd name="txT" fmla="*/ 0 h 379"/>
                <a:gd name="txR" fmla="*/ 323 w 323"/>
                <a:gd name="txB" fmla="*/ 379 h 379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</a:cxnLst>
              <a:rect l="txL" t="txT" r="txR" b="txB"/>
              <a:pathLst>
                <a:path w="323" h="379">
                  <a:moveTo>
                    <a:pt x="126" y="50"/>
                  </a:moveTo>
                  <a:lnTo>
                    <a:pt x="101" y="70"/>
                  </a:lnTo>
                  <a:lnTo>
                    <a:pt x="76" y="92"/>
                  </a:lnTo>
                  <a:lnTo>
                    <a:pt x="54" y="115"/>
                  </a:lnTo>
                  <a:lnTo>
                    <a:pt x="34" y="140"/>
                  </a:lnTo>
                  <a:lnTo>
                    <a:pt x="18" y="167"/>
                  </a:lnTo>
                  <a:lnTo>
                    <a:pt x="6" y="196"/>
                  </a:lnTo>
                  <a:lnTo>
                    <a:pt x="0" y="227"/>
                  </a:lnTo>
                  <a:lnTo>
                    <a:pt x="1" y="259"/>
                  </a:lnTo>
                  <a:lnTo>
                    <a:pt x="4" y="267"/>
                  </a:lnTo>
                  <a:lnTo>
                    <a:pt x="7" y="277"/>
                  </a:lnTo>
                  <a:lnTo>
                    <a:pt x="11" y="283"/>
                  </a:lnTo>
                  <a:lnTo>
                    <a:pt x="15" y="291"/>
                  </a:lnTo>
                  <a:lnTo>
                    <a:pt x="21" y="298"/>
                  </a:lnTo>
                  <a:lnTo>
                    <a:pt x="27" y="305"/>
                  </a:lnTo>
                  <a:lnTo>
                    <a:pt x="34" y="311"/>
                  </a:lnTo>
                  <a:lnTo>
                    <a:pt x="41" y="316"/>
                  </a:lnTo>
                  <a:lnTo>
                    <a:pt x="57" y="325"/>
                  </a:lnTo>
                  <a:lnTo>
                    <a:pt x="72" y="333"/>
                  </a:lnTo>
                  <a:lnTo>
                    <a:pt x="87" y="340"/>
                  </a:lnTo>
                  <a:lnTo>
                    <a:pt x="103" y="345"/>
                  </a:lnTo>
                  <a:lnTo>
                    <a:pt x="120" y="351"/>
                  </a:lnTo>
                  <a:lnTo>
                    <a:pt x="136" y="356"/>
                  </a:lnTo>
                  <a:lnTo>
                    <a:pt x="153" y="360"/>
                  </a:lnTo>
                  <a:lnTo>
                    <a:pt x="169" y="364"/>
                  </a:lnTo>
                  <a:lnTo>
                    <a:pt x="187" y="367"/>
                  </a:lnTo>
                  <a:lnTo>
                    <a:pt x="204" y="370"/>
                  </a:lnTo>
                  <a:lnTo>
                    <a:pt x="221" y="372"/>
                  </a:lnTo>
                  <a:lnTo>
                    <a:pt x="238" y="374"/>
                  </a:lnTo>
                  <a:lnTo>
                    <a:pt x="256" y="375"/>
                  </a:lnTo>
                  <a:lnTo>
                    <a:pt x="273" y="376"/>
                  </a:lnTo>
                  <a:lnTo>
                    <a:pt x="290" y="378"/>
                  </a:lnTo>
                  <a:lnTo>
                    <a:pt x="307" y="379"/>
                  </a:lnTo>
                  <a:lnTo>
                    <a:pt x="312" y="379"/>
                  </a:lnTo>
                  <a:lnTo>
                    <a:pt x="317" y="375"/>
                  </a:lnTo>
                  <a:lnTo>
                    <a:pt x="320" y="372"/>
                  </a:lnTo>
                  <a:lnTo>
                    <a:pt x="323" y="366"/>
                  </a:lnTo>
                  <a:lnTo>
                    <a:pt x="323" y="360"/>
                  </a:lnTo>
                  <a:lnTo>
                    <a:pt x="320" y="356"/>
                  </a:lnTo>
                  <a:lnTo>
                    <a:pt x="316" y="352"/>
                  </a:lnTo>
                  <a:lnTo>
                    <a:pt x="311" y="351"/>
                  </a:lnTo>
                  <a:lnTo>
                    <a:pt x="295" y="351"/>
                  </a:lnTo>
                  <a:lnTo>
                    <a:pt x="279" y="351"/>
                  </a:lnTo>
                  <a:lnTo>
                    <a:pt x="263" y="350"/>
                  </a:lnTo>
                  <a:lnTo>
                    <a:pt x="248" y="349"/>
                  </a:lnTo>
                  <a:lnTo>
                    <a:pt x="231" y="348"/>
                  </a:lnTo>
                  <a:lnTo>
                    <a:pt x="215" y="345"/>
                  </a:lnTo>
                  <a:lnTo>
                    <a:pt x="200" y="343"/>
                  </a:lnTo>
                  <a:lnTo>
                    <a:pt x="183" y="341"/>
                  </a:lnTo>
                  <a:lnTo>
                    <a:pt x="168" y="337"/>
                  </a:lnTo>
                  <a:lnTo>
                    <a:pt x="151" y="334"/>
                  </a:lnTo>
                  <a:lnTo>
                    <a:pt x="136" y="329"/>
                  </a:lnTo>
                  <a:lnTo>
                    <a:pt x="121" y="325"/>
                  </a:lnTo>
                  <a:lnTo>
                    <a:pt x="106" y="320"/>
                  </a:lnTo>
                  <a:lnTo>
                    <a:pt x="92" y="313"/>
                  </a:lnTo>
                  <a:lnTo>
                    <a:pt x="76" y="306"/>
                  </a:lnTo>
                  <a:lnTo>
                    <a:pt x="62" y="300"/>
                  </a:lnTo>
                  <a:lnTo>
                    <a:pt x="51" y="291"/>
                  </a:lnTo>
                  <a:lnTo>
                    <a:pt x="41" y="280"/>
                  </a:lnTo>
                  <a:lnTo>
                    <a:pt x="35" y="269"/>
                  </a:lnTo>
                  <a:lnTo>
                    <a:pt x="31" y="255"/>
                  </a:lnTo>
                  <a:lnTo>
                    <a:pt x="31" y="239"/>
                  </a:lnTo>
                  <a:lnTo>
                    <a:pt x="33" y="218"/>
                  </a:lnTo>
                  <a:lnTo>
                    <a:pt x="38" y="197"/>
                  </a:lnTo>
                  <a:lnTo>
                    <a:pt x="42" y="182"/>
                  </a:lnTo>
                  <a:lnTo>
                    <a:pt x="51" y="165"/>
                  </a:lnTo>
                  <a:lnTo>
                    <a:pt x="60" y="150"/>
                  </a:lnTo>
                  <a:lnTo>
                    <a:pt x="68" y="136"/>
                  </a:lnTo>
                  <a:lnTo>
                    <a:pt x="79" y="124"/>
                  </a:lnTo>
                  <a:lnTo>
                    <a:pt x="89" y="111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9" y="76"/>
                  </a:lnTo>
                  <a:lnTo>
                    <a:pt x="144" y="64"/>
                  </a:lnTo>
                  <a:lnTo>
                    <a:pt x="162" y="53"/>
                  </a:lnTo>
                  <a:lnTo>
                    <a:pt x="181" y="41"/>
                  </a:lnTo>
                  <a:lnTo>
                    <a:pt x="201" y="31"/>
                  </a:lnTo>
                  <a:lnTo>
                    <a:pt x="219" y="22"/>
                  </a:lnTo>
                  <a:lnTo>
                    <a:pt x="237" y="14"/>
                  </a:lnTo>
                  <a:lnTo>
                    <a:pt x="253" y="7"/>
                  </a:lnTo>
                  <a:lnTo>
                    <a:pt x="268" y="1"/>
                  </a:lnTo>
                  <a:lnTo>
                    <a:pt x="255" y="0"/>
                  </a:lnTo>
                  <a:lnTo>
                    <a:pt x="238" y="1"/>
                  </a:lnTo>
                  <a:lnTo>
                    <a:pt x="221" y="5"/>
                  </a:lnTo>
                  <a:lnTo>
                    <a:pt x="201" y="11"/>
                  </a:lnTo>
                  <a:lnTo>
                    <a:pt x="181" y="19"/>
                  </a:lnTo>
                  <a:lnTo>
                    <a:pt x="161" y="28"/>
                  </a:lnTo>
                  <a:lnTo>
                    <a:pt x="142" y="39"/>
                  </a:lnTo>
                  <a:lnTo>
                    <a:pt x="126" y="5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736" name="任意多边形 35832"/>
            <p:cNvSpPr/>
            <p:nvPr/>
          </p:nvSpPr>
          <p:spPr>
            <a:xfrm>
              <a:off x="4384" y="3136"/>
              <a:ext cx="47" cy="42"/>
            </a:xfrm>
            <a:custGeom>
              <a:avLst/>
              <a:gdLst>
                <a:gd name="txL" fmla="*/ 0 w 282"/>
                <a:gd name="txT" fmla="*/ 0 h 253"/>
                <a:gd name="txR" fmla="*/ 282 w 282"/>
                <a:gd name="txB" fmla="*/ 253 h 253"/>
              </a:gdLst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</a:cxnLst>
              <a:rect l="txL" t="txT" r="txR" b="txB"/>
              <a:pathLst>
                <a:path w="282" h="253">
                  <a:moveTo>
                    <a:pt x="235" y="78"/>
                  </a:moveTo>
                  <a:lnTo>
                    <a:pt x="248" y="92"/>
                  </a:lnTo>
                  <a:lnTo>
                    <a:pt x="255" y="108"/>
                  </a:lnTo>
                  <a:lnTo>
                    <a:pt x="259" y="125"/>
                  </a:lnTo>
                  <a:lnTo>
                    <a:pt x="259" y="144"/>
                  </a:lnTo>
                  <a:lnTo>
                    <a:pt x="257" y="159"/>
                  </a:lnTo>
                  <a:lnTo>
                    <a:pt x="252" y="171"/>
                  </a:lnTo>
                  <a:lnTo>
                    <a:pt x="244" y="184"/>
                  </a:lnTo>
                  <a:lnTo>
                    <a:pt x="236" y="194"/>
                  </a:lnTo>
                  <a:lnTo>
                    <a:pt x="225" y="206"/>
                  </a:lnTo>
                  <a:lnTo>
                    <a:pt x="215" y="215"/>
                  </a:lnTo>
                  <a:lnTo>
                    <a:pt x="204" y="225"/>
                  </a:lnTo>
                  <a:lnTo>
                    <a:pt x="194" y="236"/>
                  </a:lnTo>
                  <a:lnTo>
                    <a:pt x="191" y="239"/>
                  </a:lnTo>
                  <a:lnTo>
                    <a:pt x="190" y="242"/>
                  </a:lnTo>
                  <a:lnTo>
                    <a:pt x="191" y="246"/>
                  </a:lnTo>
                  <a:lnTo>
                    <a:pt x="194" y="249"/>
                  </a:lnTo>
                  <a:lnTo>
                    <a:pt x="197" y="252"/>
                  </a:lnTo>
                  <a:lnTo>
                    <a:pt x="201" y="253"/>
                  </a:lnTo>
                  <a:lnTo>
                    <a:pt x="205" y="252"/>
                  </a:lnTo>
                  <a:lnTo>
                    <a:pt x="209" y="249"/>
                  </a:lnTo>
                  <a:lnTo>
                    <a:pt x="232" y="234"/>
                  </a:lnTo>
                  <a:lnTo>
                    <a:pt x="251" y="215"/>
                  </a:lnTo>
                  <a:lnTo>
                    <a:pt x="267" y="192"/>
                  </a:lnTo>
                  <a:lnTo>
                    <a:pt x="278" y="168"/>
                  </a:lnTo>
                  <a:lnTo>
                    <a:pt x="282" y="141"/>
                  </a:lnTo>
                  <a:lnTo>
                    <a:pt x="279" y="116"/>
                  </a:lnTo>
                  <a:lnTo>
                    <a:pt x="270" y="92"/>
                  </a:lnTo>
                  <a:lnTo>
                    <a:pt x="251" y="70"/>
                  </a:lnTo>
                  <a:lnTo>
                    <a:pt x="237" y="59"/>
                  </a:lnTo>
                  <a:lnTo>
                    <a:pt x="221" y="48"/>
                  </a:lnTo>
                  <a:lnTo>
                    <a:pt x="202" y="39"/>
                  </a:lnTo>
                  <a:lnTo>
                    <a:pt x="183" y="31"/>
                  </a:lnTo>
                  <a:lnTo>
                    <a:pt x="163" y="24"/>
                  </a:lnTo>
                  <a:lnTo>
                    <a:pt x="142" y="18"/>
                  </a:lnTo>
                  <a:lnTo>
                    <a:pt x="122" y="13"/>
                  </a:lnTo>
                  <a:lnTo>
                    <a:pt x="101" y="8"/>
                  </a:lnTo>
                  <a:lnTo>
                    <a:pt x="82" y="5"/>
                  </a:lnTo>
                  <a:lnTo>
                    <a:pt x="63" y="2"/>
                  </a:lnTo>
                  <a:lnTo>
                    <a:pt x="47" y="0"/>
                  </a:lnTo>
                  <a:lnTo>
                    <a:pt x="32" y="0"/>
                  </a:lnTo>
                  <a:lnTo>
                    <a:pt x="19" y="0"/>
                  </a:lnTo>
                  <a:lnTo>
                    <a:pt x="10" y="1"/>
                  </a:lnTo>
                  <a:lnTo>
                    <a:pt x="4" y="4"/>
                  </a:lnTo>
                  <a:lnTo>
                    <a:pt x="0" y="6"/>
                  </a:lnTo>
                  <a:lnTo>
                    <a:pt x="12" y="8"/>
                  </a:lnTo>
                  <a:lnTo>
                    <a:pt x="25" y="9"/>
                  </a:lnTo>
                  <a:lnTo>
                    <a:pt x="38" y="12"/>
                  </a:lnTo>
                  <a:lnTo>
                    <a:pt x="52" y="14"/>
                  </a:lnTo>
                  <a:lnTo>
                    <a:pt x="67" y="16"/>
                  </a:lnTo>
                  <a:lnTo>
                    <a:pt x="82" y="18"/>
                  </a:lnTo>
                  <a:lnTo>
                    <a:pt x="97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5"/>
                  </a:lnTo>
                  <a:lnTo>
                    <a:pt x="162" y="40"/>
                  </a:lnTo>
                  <a:lnTo>
                    <a:pt x="177" y="46"/>
                  </a:lnTo>
                  <a:lnTo>
                    <a:pt x="192" y="53"/>
                  </a:lnTo>
                  <a:lnTo>
                    <a:pt x="208" y="60"/>
                  </a:lnTo>
                  <a:lnTo>
                    <a:pt x="222" y="69"/>
                  </a:lnTo>
                  <a:lnTo>
                    <a:pt x="235" y="7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737" name="任意多边形 35833"/>
            <p:cNvSpPr/>
            <p:nvPr/>
          </p:nvSpPr>
          <p:spPr>
            <a:xfrm>
              <a:off x="4290" y="3159"/>
              <a:ext cx="19" cy="39"/>
            </a:xfrm>
            <a:custGeom>
              <a:avLst/>
              <a:gdLst>
                <a:gd name="txL" fmla="*/ 0 w 115"/>
                <a:gd name="txT" fmla="*/ 0 h 236"/>
                <a:gd name="txR" fmla="*/ 115 w 115"/>
                <a:gd name="txB" fmla="*/ 236 h 236"/>
              </a:gdLst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5" h="236">
                  <a:moveTo>
                    <a:pt x="0" y="128"/>
                  </a:moveTo>
                  <a:lnTo>
                    <a:pt x="0" y="148"/>
                  </a:lnTo>
                  <a:lnTo>
                    <a:pt x="5" y="166"/>
                  </a:lnTo>
                  <a:lnTo>
                    <a:pt x="13" y="184"/>
                  </a:lnTo>
                  <a:lnTo>
                    <a:pt x="24" y="198"/>
                  </a:lnTo>
                  <a:lnTo>
                    <a:pt x="39" y="211"/>
                  </a:lnTo>
                  <a:lnTo>
                    <a:pt x="55" y="223"/>
                  </a:lnTo>
                  <a:lnTo>
                    <a:pt x="74" y="231"/>
                  </a:lnTo>
                  <a:lnTo>
                    <a:pt x="92" y="235"/>
                  </a:lnTo>
                  <a:lnTo>
                    <a:pt x="98" y="236"/>
                  </a:lnTo>
                  <a:lnTo>
                    <a:pt x="104" y="234"/>
                  </a:lnTo>
                  <a:lnTo>
                    <a:pt x="109" y="231"/>
                  </a:lnTo>
                  <a:lnTo>
                    <a:pt x="111" y="226"/>
                  </a:lnTo>
                  <a:lnTo>
                    <a:pt x="111" y="220"/>
                  </a:lnTo>
                  <a:lnTo>
                    <a:pt x="110" y="215"/>
                  </a:lnTo>
                  <a:lnTo>
                    <a:pt x="107" y="210"/>
                  </a:lnTo>
                  <a:lnTo>
                    <a:pt x="101" y="208"/>
                  </a:lnTo>
                  <a:lnTo>
                    <a:pt x="82" y="201"/>
                  </a:lnTo>
                  <a:lnTo>
                    <a:pt x="64" y="192"/>
                  </a:lnTo>
                  <a:lnTo>
                    <a:pt x="50" y="179"/>
                  </a:lnTo>
                  <a:lnTo>
                    <a:pt x="40" y="165"/>
                  </a:lnTo>
                  <a:lnTo>
                    <a:pt x="33" y="148"/>
                  </a:lnTo>
                  <a:lnTo>
                    <a:pt x="29" y="130"/>
                  </a:lnTo>
                  <a:lnTo>
                    <a:pt x="29" y="110"/>
                  </a:lnTo>
                  <a:lnTo>
                    <a:pt x="35" y="89"/>
                  </a:lnTo>
                  <a:lnTo>
                    <a:pt x="43" y="74"/>
                  </a:lnTo>
                  <a:lnTo>
                    <a:pt x="56" y="60"/>
                  </a:lnTo>
                  <a:lnTo>
                    <a:pt x="70" y="46"/>
                  </a:lnTo>
                  <a:lnTo>
                    <a:pt x="85" y="33"/>
                  </a:lnTo>
                  <a:lnTo>
                    <a:pt x="98" y="23"/>
                  </a:lnTo>
                  <a:lnTo>
                    <a:pt x="109" y="12"/>
                  </a:lnTo>
                  <a:lnTo>
                    <a:pt x="115" y="6"/>
                  </a:lnTo>
                  <a:lnTo>
                    <a:pt x="115" y="0"/>
                  </a:lnTo>
                  <a:lnTo>
                    <a:pt x="102" y="4"/>
                  </a:lnTo>
                  <a:lnTo>
                    <a:pt x="85" y="12"/>
                  </a:lnTo>
                  <a:lnTo>
                    <a:pt x="68" y="26"/>
                  </a:lnTo>
                  <a:lnTo>
                    <a:pt x="49" y="42"/>
                  </a:lnTo>
                  <a:lnTo>
                    <a:pt x="32" y="61"/>
                  </a:lnTo>
                  <a:lnTo>
                    <a:pt x="17" y="82"/>
                  </a:lnTo>
                  <a:lnTo>
                    <a:pt x="6" y="105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738" name="任意多边形 35834"/>
            <p:cNvSpPr/>
            <p:nvPr/>
          </p:nvSpPr>
          <p:spPr>
            <a:xfrm>
              <a:off x="4423" y="3133"/>
              <a:ext cx="41" cy="52"/>
            </a:xfrm>
            <a:custGeom>
              <a:avLst/>
              <a:gdLst>
                <a:gd name="txL" fmla="*/ 0 w 245"/>
                <a:gd name="txT" fmla="*/ 0 h 310"/>
                <a:gd name="txR" fmla="*/ 245 w 245"/>
                <a:gd name="txB" fmla="*/ 310 h 310"/>
              </a:gdLst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</a:cxnLst>
              <a:rect l="txL" t="txT" r="txR" b="txB"/>
              <a:pathLst>
                <a:path w="245" h="310">
                  <a:moveTo>
                    <a:pt x="200" y="116"/>
                  </a:moveTo>
                  <a:lnTo>
                    <a:pt x="208" y="124"/>
                  </a:lnTo>
                  <a:lnTo>
                    <a:pt x="214" y="133"/>
                  </a:lnTo>
                  <a:lnTo>
                    <a:pt x="220" y="144"/>
                  </a:lnTo>
                  <a:lnTo>
                    <a:pt x="223" y="154"/>
                  </a:lnTo>
                  <a:lnTo>
                    <a:pt x="226" y="164"/>
                  </a:lnTo>
                  <a:lnTo>
                    <a:pt x="224" y="176"/>
                  </a:lnTo>
                  <a:lnTo>
                    <a:pt x="222" y="187"/>
                  </a:lnTo>
                  <a:lnTo>
                    <a:pt x="216" y="198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9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2" y="264"/>
                  </a:lnTo>
                  <a:lnTo>
                    <a:pt x="132" y="275"/>
                  </a:lnTo>
                  <a:lnTo>
                    <a:pt x="128" y="278"/>
                  </a:lnTo>
                  <a:lnTo>
                    <a:pt x="126" y="283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2" y="306"/>
                  </a:lnTo>
                  <a:lnTo>
                    <a:pt x="126" y="309"/>
                  </a:lnTo>
                  <a:lnTo>
                    <a:pt x="131" y="310"/>
                  </a:lnTo>
                  <a:lnTo>
                    <a:pt x="135" y="310"/>
                  </a:lnTo>
                  <a:lnTo>
                    <a:pt x="139" y="309"/>
                  </a:lnTo>
                  <a:lnTo>
                    <a:pt x="142" y="306"/>
                  </a:lnTo>
                  <a:lnTo>
                    <a:pt x="154" y="292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20" y="233"/>
                  </a:lnTo>
                  <a:lnTo>
                    <a:pt x="230" y="219"/>
                  </a:lnTo>
                  <a:lnTo>
                    <a:pt x="238" y="204"/>
                  </a:lnTo>
                  <a:lnTo>
                    <a:pt x="244" y="186"/>
                  </a:lnTo>
                  <a:lnTo>
                    <a:pt x="245" y="169"/>
                  </a:lnTo>
                  <a:lnTo>
                    <a:pt x="243" y="152"/>
                  </a:lnTo>
                  <a:lnTo>
                    <a:pt x="237" y="134"/>
                  </a:lnTo>
                  <a:lnTo>
                    <a:pt x="228" y="119"/>
                  </a:lnTo>
                  <a:lnTo>
                    <a:pt x="217" y="105"/>
                  </a:lnTo>
                  <a:lnTo>
                    <a:pt x="203" y="93"/>
                  </a:lnTo>
                  <a:lnTo>
                    <a:pt x="188" y="83"/>
                  </a:lnTo>
                  <a:lnTo>
                    <a:pt x="176" y="76"/>
                  </a:lnTo>
                  <a:lnTo>
                    <a:pt x="163" y="69"/>
                  </a:lnTo>
                  <a:lnTo>
                    <a:pt x="151" y="61"/>
                  </a:lnTo>
                  <a:lnTo>
                    <a:pt x="136" y="54"/>
                  </a:lnTo>
                  <a:lnTo>
                    <a:pt x="122" y="46"/>
                  </a:lnTo>
                  <a:lnTo>
                    <a:pt x="107" y="39"/>
                  </a:lnTo>
                  <a:lnTo>
                    <a:pt x="93" y="31"/>
                  </a:lnTo>
                  <a:lnTo>
                    <a:pt x="79" y="24"/>
                  </a:lnTo>
                  <a:lnTo>
                    <a:pt x="66" y="18"/>
                  </a:lnTo>
                  <a:lnTo>
                    <a:pt x="53" y="13"/>
                  </a:lnTo>
                  <a:lnTo>
                    <a:pt x="40" y="8"/>
                  </a:lnTo>
                  <a:lnTo>
                    <a:pt x="30" y="5"/>
                  </a:lnTo>
                  <a:lnTo>
                    <a:pt x="20" y="1"/>
                  </a:lnTo>
                  <a:lnTo>
                    <a:pt x="12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1" y="8"/>
                  </a:lnTo>
                  <a:lnTo>
                    <a:pt x="23" y="14"/>
                  </a:lnTo>
                  <a:lnTo>
                    <a:pt x="36" y="20"/>
                  </a:lnTo>
                  <a:lnTo>
                    <a:pt x="47" y="25"/>
                  </a:lnTo>
                  <a:lnTo>
                    <a:pt x="60" y="31"/>
                  </a:lnTo>
                  <a:lnTo>
                    <a:pt x="73" y="37"/>
                  </a:lnTo>
                  <a:lnTo>
                    <a:pt x="86" y="44"/>
                  </a:lnTo>
                  <a:lnTo>
                    <a:pt x="99" y="51"/>
                  </a:lnTo>
                  <a:lnTo>
                    <a:pt x="113" y="57"/>
                  </a:lnTo>
                  <a:lnTo>
                    <a:pt x="126" y="64"/>
                  </a:lnTo>
                  <a:lnTo>
                    <a:pt x="139" y="71"/>
                  </a:lnTo>
                  <a:lnTo>
                    <a:pt x="152" y="79"/>
                  </a:lnTo>
                  <a:lnTo>
                    <a:pt x="165" y="88"/>
                  </a:lnTo>
                  <a:lnTo>
                    <a:pt x="176" y="96"/>
                  </a:lnTo>
                  <a:lnTo>
                    <a:pt x="188" y="106"/>
                  </a:lnTo>
                  <a:lnTo>
                    <a:pt x="200" y="11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739" name="任意多边形 35835"/>
            <p:cNvSpPr/>
            <p:nvPr/>
          </p:nvSpPr>
          <p:spPr>
            <a:xfrm>
              <a:off x="4338" y="3209"/>
              <a:ext cx="125" cy="175"/>
            </a:xfrm>
            <a:custGeom>
              <a:avLst/>
              <a:gdLst>
                <a:gd name="txL" fmla="*/ 0 w 125"/>
                <a:gd name="txT" fmla="*/ 0 h 175"/>
                <a:gd name="txR" fmla="*/ 125 w 125"/>
                <a:gd name="txB" fmla="*/ 175 h 175"/>
              </a:gdLst>
              <a:ahLst/>
              <a:cxnLst>
                <a:cxn ang="0">
                  <a:pos x="0" y="175"/>
                </a:cxn>
                <a:cxn ang="0">
                  <a:pos x="0" y="144"/>
                </a:cxn>
                <a:cxn ang="0">
                  <a:pos x="11" y="144"/>
                </a:cxn>
                <a:cxn ang="0">
                  <a:pos x="11" y="118"/>
                </a:cxn>
                <a:cxn ang="0">
                  <a:pos x="23" y="114"/>
                </a:cxn>
                <a:cxn ang="0">
                  <a:pos x="20" y="88"/>
                </a:cxn>
                <a:cxn ang="0">
                  <a:pos x="30" y="84"/>
                </a:cxn>
                <a:cxn ang="0">
                  <a:pos x="30" y="58"/>
                </a:cxn>
                <a:cxn ang="0">
                  <a:pos x="39" y="54"/>
                </a:cxn>
                <a:cxn ang="0">
                  <a:pos x="39" y="28"/>
                </a:cxn>
                <a:cxn ang="0">
                  <a:pos x="48" y="28"/>
                </a:cxn>
                <a:cxn ang="0">
                  <a:pos x="56" y="0"/>
                </a:cxn>
                <a:cxn ang="0">
                  <a:pos x="80" y="0"/>
                </a:cxn>
                <a:cxn ang="0">
                  <a:pos x="81" y="25"/>
                </a:cxn>
                <a:cxn ang="0">
                  <a:pos x="92" y="24"/>
                </a:cxn>
                <a:cxn ang="0">
                  <a:pos x="93" y="49"/>
                </a:cxn>
                <a:cxn ang="0">
                  <a:pos x="102" y="54"/>
                </a:cxn>
                <a:cxn ang="0">
                  <a:pos x="99" y="81"/>
                </a:cxn>
                <a:cxn ang="0">
                  <a:pos x="114" y="82"/>
                </a:cxn>
                <a:cxn ang="0">
                  <a:pos x="107" y="81"/>
                </a:cxn>
                <a:cxn ang="0">
                  <a:pos x="108" y="114"/>
                </a:cxn>
                <a:cxn ang="0">
                  <a:pos x="117" y="117"/>
                </a:cxn>
                <a:cxn ang="0">
                  <a:pos x="122" y="142"/>
                </a:cxn>
                <a:cxn ang="0">
                  <a:pos x="125" y="175"/>
                </a:cxn>
                <a:cxn ang="0">
                  <a:pos x="0" y="175"/>
                </a:cxn>
              </a:cxnLst>
              <a:rect l="txL" t="txT" r="txR" b="txB"/>
              <a:pathLst>
                <a:path w="125" h="175">
                  <a:moveTo>
                    <a:pt x="0" y="175"/>
                  </a:moveTo>
                  <a:lnTo>
                    <a:pt x="0" y="144"/>
                  </a:lnTo>
                  <a:lnTo>
                    <a:pt x="11" y="144"/>
                  </a:lnTo>
                  <a:lnTo>
                    <a:pt x="11" y="118"/>
                  </a:lnTo>
                  <a:lnTo>
                    <a:pt x="23" y="114"/>
                  </a:lnTo>
                  <a:lnTo>
                    <a:pt x="20" y="88"/>
                  </a:lnTo>
                  <a:lnTo>
                    <a:pt x="30" y="84"/>
                  </a:lnTo>
                  <a:lnTo>
                    <a:pt x="30" y="58"/>
                  </a:lnTo>
                  <a:lnTo>
                    <a:pt x="39" y="54"/>
                  </a:lnTo>
                  <a:lnTo>
                    <a:pt x="39" y="28"/>
                  </a:lnTo>
                  <a:lnTo>
                    <a:pt x="48" y="28"/>
                  </a:lnTo>
                  <a:lnTo>
                    <a:pt x="56" y="0"/>
                  </a:lnTo>
                  <a:lnTo>
                    <a:pt x="80" y="0"/>
                  </a:lnTo>
                  <a:lnTo>
                    <a:pt x="81" y="25"/>
                  </a:lnTo>
                  <a:lnTo>
                    <a:pt x="92" y="24"/>
                  </a:lnTo>
                  <a:lnTo>
                    <a:pt x="93" y="49"/>
                  </a:lnTo>
                  <a:lnTo>
                    <a:pt x="102" y="54"/>
                  </a:lnTo>
                  <a:lnTo>
                    <a:pt x="99" y="81"/>
                  </a:lnTo>
                  <a:lnTo>
                    <a:pt x="114" y="82"/>
                  </a:lnTo>
                  <a:lnTo>
                    <a:pt x="107" y="81"/>
                  </a:lnTo>
                  <a:lnTo>
                    <a:pt x="108" y="114"/>
                  </a:lnTo>
                  <a:lnTo>
                    <a:pt x="117" y="117"/>
                  </a:lnTo>
                  <a:lnTo>
                    <a:pt x="122" y="142"/>
                  </a:lnTo>
                  <a:lnTo>
                    <a:pt x="125" y="175"/>
                  </a:lnTo>
                  <a:lnTo>
                    <a:pt x="0" y="175"/>
                  </a:lnTo>
                  <a:close/>
                </a:path>
              </a:pathLst>
            </a:custGeom>
            <a:solidFill>
              <a:srgbClr val="DDDDDD">
                <a:alpha val="100000"/>
              </a:srgbClr>
            </a:solidFill>
            <a:ln w="9525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631830" name="组合 631829"/>
          <p:cNvGrpSpPr/>
          <p:nvPr/>
        </p:nvGrpSpPr>
        <p:grpSpPr>
          <a:xfrm>
            <a:off x="6924675" y="1141413"/>
            <a:ext cx="1047750" cy="996950"/>
            <a:chOff x="3402" y="719"/>
            <a:chExt cx="660" cy="628"/>
          </a:xfrm>
        </p:grpSpPr>
        <p:sp>
          <p:nvSpPr>
            <p:cNvPr id="14712" name="任意多边形 631813"/>
            <p:cNvSpPr/>
            <p:nvPr/>
          </p:nvSpPr>
          <p:spPr>
            <a:xfrm>
              <a:off x="3402" y="753"/>
              <a:ext cx="192" cy="594"/>
            </a:xfrm>
            <a:custGeom>
              <a:avLst/>
              <a:gdLst>
                <a:gd name="txL" fmla="*/ 0 w 192"/>
                <a:gd name="txT" fmla="*/ 0 h 594"/>
                <a:gd name="txR" fmla="*/ 192 w 192"/>
                <a:gd name="txB" fmla="*/ 594 h 594"/>
              </a:gdLst>
              <a:ahLst/>
              <a:cxnLst>
                <a:cxn ang="0">
                  <a:pos x="0" y="594"/>
                </a:cxn>
                <a:cxn ang="0">
                  <a:pos x="192" y="0"/>
                </a:cxn>
                <a:cxn ang="0">
                  <a:pos x="192" y="515"/>
                </a:cxn>
                <a:cxn ang="0">
                  <a:pos x="0" y="594"/>
                </a:cxn>
              </a:cxnLst>
              <a:rect l="txL" t="txT" r="txR" b="txB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alpha val="100000"/>
                  </a:schemeClr>
                </a:gs>
                <a:gs pos="100000">
                  <a:srgbClr val="FF0000">
                    <a:alpha val="100000"/>
                  </a:srgbClr>
                </a:gs>
              </a:gsLst>
              <a:lin ang="0" scaled="1"/>
              <a:tileRect/>
            </a:gradFill>
            <a:ln w="952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4713" name="组合 35125"/>
            <p:cNvGrpSpPr/>
            <p:nvPr/>
          </p:nvGrpSpPr>
          <p:grpSpPr>
            <a:xfrm>
              <a:off x="3549" y="719"/>
              <a:ext cx="513" cy="552"/>
              <a:chOff x="2956" y="969"/>
              <a:chExt cx="513" cy="552"/>
            </a:xfrm>
          </p:grpSpPr>
          <p:sp>
            <p:nvSpPr>
              <p:cNvPr id="14714" name="矩形 35126"/>
              <p:cNvSpPr/>
              <p:nvPr/>
            </p:nvSpPr>
            <p:spPr>
              <a:xfrm>
                <a:off x="3018" y="969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715" name="矩形 35127"/>
              <p:cNvSpPr/>
              <p:nvPr/>
            </p:nvSpPr>
            <p:spPr>
              <a:xfrm>
                <a:off x="2997" y="984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716" name="矩形 35128"/>
              <p:cNvSpPr/>
              <p:nvPr/>
            </p:nvSpPr>
            <p:spPr>
              <a:xfrm>
                <a:off x="3000" y="1185"/>
                <a:ext cx="432" cy="108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717" name="文本框 35129"/>
              <p:cNvSpPr txBox="1"/>
              <p:nvPr/>
            </p:nvSpPr>
            <p:spPr>
              <a:xfrm>
                <a:off x="2956" y="978"/>
                <a:ext cx="513" cy="5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application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transport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network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718" name="直接连接符 35130"/>
              <p:cNvSpPr/>
              <p:nvPr/>
            </p:nvSpPr>
            <p:spPr>
              <a:xfrm>
                <a:off x="2997" y="1194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719" name="直接连接符 35131"/>
              <p:cNvSpPr/>
              <p:nvPr/>
            </p:nvSpPr>
            <p:spPr>
              <a:xfrm>
                <a:off x="3003" y="1290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720" name="直接连接符 35132"/>
              <p:cNvSpPr/>
              <p:nvPr/>
            </p:nvSpPr>
            <p:spPr>
              <a:xfrm>
                <a:off x="3003" y="1374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721" name="直接连接符 35133"/>
              <p:cNvSpPr/>
              <p:nvPr/>
            </p:nvSpPr>
            <p:spPr>
              <a:xfrm>
                <a:off x="3003" y="1092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631831" name="组合 631830"/>
          <p:cNvGrpSpPr/>
          <p:nvPr/>
        </p:nvGrpSpPr>
        <p:grpSpPr>
          <a:xfrm>
            <a:off x="9620250" y="4148138"/>
            <a:ext cx="1047750" cy="996950"/>
            <a:chOff x="3402" y="719"/>
            <a:chExt cx="660" cy="628"/>
          </a:xfrm>
        </p:grpSpPr>
        <p:sp>
          <p:nvSpPr>
            <p:cNvPr id="14702" name="任意多边形 631831"/>
            <p:cNvSpPr/>
            <p:nvPr/>
          </p:nvSpPr>
          <p:spPr>
            <a:xfrm>
              <a:off x="3402" y="753"/>
              <a:ext cx="192" cy="594"/>
            </a:xfrm>
            <a:custGeom>
              <a:avLst/>
              <a:gdLst>
                <a:gd name="txL" fmla="*/ 0 w 192"/>
                <a:gd name="txT" fmla="*/ 0 h 594"/>
                <a:gd name="txR" fmla="*/ 192 w 192"/>
                <a:gd name="txB" fmla="*/ 594 h 594"/>
              </a:gdLst>
              <a:ahLst/>
              <a:cxnLst>
                <a:cxn ang="0">
                  <a:pos x="0" y="594"/>
                </a:cxn>
                <a:cxn ang="0">
                  <a:pos x="192" y="0"/>
                </a:cxn>
                <a:cxn ang="0">
                  <a:pos x="192" y="515"/>
                </a:cxn>
                <a:cxn ang="0">
                  <a:pos x="0" y="594"/>
                </a:cxn>
              </a:cxnLst>
              <a:rect l="txL" t="txT" r="txR" b="txB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alpha val="100000"/>
                  </a:schemeClr>
                </a:gs>
                <a:gs pos="100000">
                  <a:srgbClr val="FF0000">
                    <a:alpha val="100000"/>
                  </a:srgbClr>
                </a:gs>
              </a:gsLst>
              <a:lin ang="0" scaled="1"/>
              <a:tileRect/>
            </a:gradFill>
            <a:ln w="952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4703" name="组合 631832"/>
            <p:cNvGrpSpPr/>
            <p:nvPr/>
          </p:nvGrpSpPr>
          <p:grpSpPr>
            <a:xfrm>
              <a:off x="3549" y="719"/>
              <a:ext cx="513" cy="552"/>
              <a:chOff x="2956" y="969"/>
              <a:chExt cx="513" cy="552"/>
            </a:xfrm>
          </p:grpSpPr>
          <p:sp>
            <p:nvSpPr>
              <p:cNvPr id="14704" name="矩形 631833"/>
              <p:cNvSpPr/>
              <p:nvPr/>
            </p:nvSpPr>
            <p:spPr>
              <a:xfrm>
                <a:off x="3018" y="969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705" name="矩形 631834"/>
              <p:cNvSpPr/>
              <p:nvPr/>
            </p:nvSpPr>
            <p:spPr>
              <a:xfrm>
                <a:off x="2997" y="984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706" name="矩形 631835"/>
              <p:cNvSpPr/>
              <p:nvPr/>
            </p:nvSpPr>
            <p:spPr>
              <a:xfrm>
                <a:off x="3000" y="1185"/>
                <a:ext cx="432" cy="108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707" name="文本框 631836"/>
              <p:cNvSpPr txBox="1"/>
              <p:nvPr/>
            </p:nvSpPr>
            <p:spPr>
              <a:xfrm>
                <a:off x="2956" y="978"/>
                <a:ext cx="513" cy="5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application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transport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network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708" name="直接连接符 631837"/>
              <p:cNvSpPr/>
              <p:nvPr/>
            </p:nvSpPr>
            <p:spPr>
              <a:xfrm>
                <a:off x="2997" y="1194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709" name="直接连接符 631838"/>
              <p:cNvSpPr/>
              <p:nvPr/>
            </p:nvSpPr>
            <p:spPr>
              <a:xfrm>
                <a:off x="3003" y="1290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710" name="直接连接符 631839"/>
              <p:cNvSpPr/>
              <p:nvPr/>
            </p:nvSpPr>
            <p:spPr>
              <a:xfrm>
                <a:off x="3003" y="1374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711" name="直接连接符 631840"/>
              <p:cNvSpPr/>
              <p:nvPr/>
            </p:nvSpPr>
            <p:spPr>
              <a:xfrm>
                <a:off x="3003" y="1092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632062" name="组合 632061"/>
          <p:cNvGrpSpPr/>
          <p:nvPr/>
        </p:nvGrpSpPr>
        <p:grpSpPr>
          <a:xfrm>
            <a:off x="7356475" y="1822450"/>
            <a:ext cx="2546350" cy="3435350"/>
            <a:chOff x="3674" y="1148"/>
            <a:chExt cx="1604" cy="2164"/>
          </a:xfrm>
        </p:grpSpPr>
        <p:grpSp>
          <p:nvGrpSpPr>
            <p:cNvPr id="14460" name="组合 35248"/>
            <p:cNvGrpSpPr/>
            <p:nvPr/>
          </p:nvGrpSpPr>
          <p:grpSpPr>
            <a:xfrm>
              <a:off x="3701" y="1305"/>
              <a:ext cx="513" cy="446"/>
              <a:chOff x="3937" y="633"/>
              <a:chExt cx="513" cy="446"/>
            </a:xfrm>
          </p:grpSpPr>
          <p:sp>
            <p:nvSpPr>
              <p:cNvPr id="14681" name="直接连接符 35249"/>
              <p:cNvSpPr/>
              <p:nvPr/>
            </p:nvSpPr>
            <p:spPr>
              <a:xfrm>
                <a:off x="4061" y="1035"/>
                <a:ext cx="312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682" name="直接连接符 35250"/>
              <p:cNvSpPr/>
              <p:nvPr/>
            </p:nvSpPr>
            <p:spPr>
              <a:xfrm flipV="1">
                <a:off x="4212" y="929"/>
                <a:ext cx="1" cy="10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683" name="椭圆 35251"/>
              <p:cNvSpPr/>
              <p:nvPr/>
            </p:nvSpPr>
            <p:spPr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684" name="直接连接符 35252"/>
              <p:cNvSpPr/>
              <p:nvPr/>
            </p:nvSpPr>
            <p:spPr>
              <a:xfrm>
                <a:off x="4048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685" name="直接连接符 35253"/>
              <p:cNvSpPr/>
              <p:nvPr/>
            </p:nvSpPr>
            <p:spPr>
              <a:xfrm>
                <a:off x="4361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686" name="矩形 35254"/>
              <p:cNvSpPr/>
              <p:nvPr/>
            </p:nvSpPr>
            <p:spPr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687" name="椭圆 35255"/>
              <p:cNvSpPr/>
              <p:nvPr/>
            </p:nvSpPr>
            <p:spPr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4688" name="组合 35256"/>
              <p:cNvGrpSpPr/>
              <p:nvPr/>
            </p:nvGrpSpPr>
            <p:grpSpPr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4699" name="直接连接符 35257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700" name="直接连接符 35258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701" name="直接连接符 35259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689" name="组合 35260"/>
              <p:cNvGrpSpPr/>
              <p:nvPr/>
            </p:nvGrpSpPr>
            <p:grpSpPr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4696" name="直接连接符 35261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697" name="直接连接符 35262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698" name="直接连接符 35263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4690" name="矩形 35264"/>
              <p:cNvSpPr/>
              <p:nvPr/>
            </p:nvSpPr>
            <p:spPr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691" name="矩形 35265"/>
              <p:cNvSpPr/>
              <p:nvPr/>
            </p:nvSpPr>
            <p:spPr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692" name="直接连接符 35266"/>
              <p:cNvSpPr/>
              <p:nvPr/>
            </p:nvSpPr>
            <p:spPr>
              <a:xfrm>
                <a:off x="3966" y="945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693" name="直接连接符 35267"/>
              <p:cNvSpPr/>
              <p:nvPr/>
            </p:nvSpPr>
            <p:spPr>
              <a:xfrm>
                <a:off x="3972" y="849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694" name="矩形 35268"/>
              <p:cNvSpPr/>
              <p:nvPr/>
            </p:nvSpPr>
            <p:spPr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695" name="文本框 35269"/>
              <p:cNvSpPr txBox="1"/>
              <p:nvPr/>
            </p:nvSpPr>
            <p:spPr>
              <a:xfrm>
                <a:off x="3937" y="633"/>
                <a:ext cx="513" cy="4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network</a:t>
                </a:r>
                <a:endParaRPr lang="en-US" altLang="zh-CN" sz="1000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14461" name="组合 631841"/>
            <p:cNvGrpSpPr/>
            <p:nvPr/>
          </p:nvGrpSpPr>
          <p:grpSpPr>
            <a:xfrm>
              <a:off x="4207" y="1532"/>
              <a:ext cx="513" cy="446"/>
              <a:chOff x="3937" y="633"/>
              <a:chExt cx="513" cy="446"/>
            </a:xfrm>
          </p:grpSpPr>
          <p:sp>
            <p:nvSpPr>
              <p:cNvPr id="14660" name="直接连接符 631842"/>
              <p:cNvSpPr/>
              <p:nvPr/>
            </p:nvSpPr>
            <p:spPr>
              <a:xfrm>
                <a:off x="4061" y="1035"/>
                <a:ext cx="312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661" name="直接连接符 631843"/>
              <p:cNvSpPr/>
              <p:nvPr/>
            </p:nvSpPr>
            <p:spPr>
              <a:xfrm flipV="1">
                <a:off x="4212" y="929"/>
                <a:ext cx="1" cy="10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662" name="椭圆 631844"/>
              <p:cNvSpPr/>
              <p:nvPr/>
            </p:nvSpPr>
            <p:spPr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663" name="直接连接符 631845"/>
              <p:cNvSpPr/>
              <p:nvPr/>
            </p:nvSpPr>
            <p:spPr>
              <a:xfrm>
                <a:off x="4048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664" name="直接连接符 631846"/>
              <p:cNvSpPr/>
              <p:nvPr/>
            </p:nvSpPr>
            <p:spPr>
              <a:xfrm>
                <a:off x="4361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665" name="矩形 631847"/>
              <p:cNvSpPr/>
              <p:nvPr/>
            </p:nvSpPr>
            <p:spPr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666" name="椭圆 631848"/>
              <p:cNvSpPr/>
              <p:nvPr/>
            </p:nvSpPr>
            <p:spPr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4667" name="组合 631849"/>
              <p:cNvGrpSpPr/>
              <p:nvPr/>
            </p:nvGrpSpPr>
            <p:grpSpPr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4678" name="直接连接符 631850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679" name="直接连接符 631851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680" name="直接连接符 631852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668" name="组合 631853"/>
              <p:cNvGrpSpPr/>
              <p:nvPr/>
            </p:nvGrpSpPr>
            <p:grpSpPr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4675" name="直接连接符 631854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676" name="直接连接符 631855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677" name="直接连接符 631856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4669" name="矩形 631857"/>
              <p:cNvSpPr/>
              <p:nvPr/>
            </p:nvSpPr>
            <p:spPr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670" name="矩形 631858"/>
              <p:cNvSpPr/>
              <p:nvPr/>
            </p:nvSpPr>
            <p:spPr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671" name="直接连接符 631859"/>
              <p:cNvSpPr/>
              <p:nvPr/>
            </p:nvSpPr>
            <p:spPr>
              <a:xfrm>
                <a:off x="3966" y="945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672" name="直接连接符 631860"/>
              <p:cNvSpPr/>
              <p:nvPr/>
            </p:nvSpPr>
            <p:spPr>
              <a:xfrm>
                <a:off x="3972" y="849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673" name="矩形 631861"/>
              <p:cNvSpPr/>
              <p:nvPr/>
            </p:nvSpPr>
            <p:spPr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674" name="文本框 631862"/>
              <p:cNvSpPr txBox="1"/>
              <p:nvPr/>
            </p:nvSpPr>
            <p:spPr>
              <a:xfrm>
                <a:off x="3937" y="633"/>
                <a:ext cx="513" cy="4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network</a:t>
                </a:r>
                <a:endParaRPr lang="en-US" altLang="zh-CN" sz="1000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14462" name="组合 631863"/>
            <p:cNvGrpSpPr/>
            <p:nvPr/>
          </p:nvGrpSpPr>
          <p:grpSpPr>
            <a:xfrm>
              <a:off x="4661" y="1148"/>
              <a:ext cx="513" cy="446"/>
              <a:chOff x="3937" y="633"/>
              <a:chExt cx="513" cy="446"/>
            </a:xfrm>
          </p:grpSpPr>
          <p:sp>
            <p:nvSpPr>
              <p:cNvPr id="14639" name="直接连接符 631864"/>
              <p:cNvSpPr/>
              <p:nvPr/>
            </p:nvSpPr>
            <p:spPr>
              <a:xfrm>
                <a:off x="4061" y="1035"/>
                <a:ext cx="312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640" name="直接连接符 631865"/>
              <p:cNvSpPr/>
              <p:nvPr/>
            </p:nvSpPr>
            <p:spPr>
              <a:xfrm flipV="1">
                <a:off x="4212" y="929"/>
                <a:ext cx="1" cy="10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641" name="椭圆 631866"/>
              <p:cNvSpPr/>
              <p:nvPr/>
            </p:nvSpPr>
            <p:spPr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642" name="直接连接符 631867"/>
              <p:cNvSpPr/>
              <p:nvPr/>
            </p:nvSpPr>
            <p:spPr>
              <a:xfrm>
                <a:off x="4048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643" name="直接连接符 631868"/>
              <p:cNvSpPr/>
              <p:nvPr/>
            </p:nvSpPr>
            <p:spPr>
              <a:xfrm>
                <a:off x="4361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644" name="矩形 631869"/>
              <p:cNvSpPr/>
              <p:nvPr/>
            </p:nvSpPr>
            <p:spPr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645" name="椭圆 631870"/>
              <p:cNvSpPr/>
              <p:nvPr/>
            </p:nvSpPr>
            <p:spPr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4646" name="组合 631871"/>
              <p:cNvGrpSpPr/>
              <p:nvPr/>
            </p:nvGrpSpPr>
            <p:grpSpPr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4657" name="直接连接符 631872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658" name="直接连接符 631873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659" name="直接连接符 631874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647" name="组合 631875"/>
              <p:cNvGrpSpPr/>
              <p:nvPr/>
            </p:nvGrpSpPr>
            <p:grpSpPr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4654" name="直接连接符 631876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655" name="直接连接符 631877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656" name="直接连接符 631878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4648" name="矩形 631879"/>
              <p:cNvSpPr/>
              <p:nvPr/>
            </p:nvSpPr>
            <p:spPr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649" name="矩形 631880"/>
              <p:cNvSpPr/>
              <p:nvPr/>
            </p:nvSpPr>
            <p:spPr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650" name="直接连接符 631881"/>
              <p:cNvSpPr/>
              <p:nvPr/>
            </p:nvSpPr>
            <p:spPr>
              <a:xfrm>
                <a:off x="3966" y="945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651" name="直接连接符 631882"/>
              <p:cNvSpPr/>
              <p:nvPr/>
            </p:nvSpPr>
            <p:spPr>
              <a:xfrm>
                <a:off x="3972" y="849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652" name="矩形 631883"/>
              <p:cNvSpPr/>
              <p:nvPr/>
            </p:nvSpPr>
            <p:spPr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653" name="文本框 631884"/>
              <p:cNvSpPr txBox="1"/>
              <p:nvPr/>
            </p:nvSpPr>
            <p:spPr>
              <a:xfrm>
                <a:off x="3937" y="633"/>
                <a:ext cx="513" cy="4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network</a:t>
                </a:r>
                <a:endParaRPr lang="en-US" altLang="zh-CN" sz="1000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14463" name="组合 631885"/>
            <p:cNvGrpSpPr/>
            <p:nvPr/>
          </p:nvGrpSpPr>
          <p:grpSpPr>
            <a:xfrm>
              <a:off x="4702" y="1523"/>
              <a:ext cx="513" cy="446"/>
              <a:chOff x="3937" y="633"/>
              <a:chExt cx="513" cy="446"/>
            </a:xfrm>
          </p:grpSpPr>
          <p:sp>
            <p:nvSpPr>
              <p:cNvPr id="14618" name="直接连接符 631886"/>
              <p:cNvSpPr/>
              <p:nvPr/>
            </p:nvSpPr>
            <p:spPr>
              <a:xfrm>
                <a:off x="4061" y="1035"/>
                <a:ext cx="312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619" name="直接连接符 631887"/>
              <p:cNvSpPr/>
              <p:nvPr/>
            </p:nvSpPr>
            <p:spPr>
              <a:xfrm flipV="1">
                <a:off x="4212" y="929"/>
                <a:ext cx="1" cy="10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620" name="椭圆 631888"/>
              <p:cNvSpPr/>
              <p:nvPr/>
            </p:nvSpPr>
            <p:spPr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621" name="直接连接符 631889"/>
              <p:cNvSpPr/>
              <p:nvPr/>
            </p:nvSpPr>
            <p:spPr>
              <a:xfrm>
                <a:off x="4048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622" name="直接连接符 631890"/>
              <p:cNvSpPr/>
              <p:nvPr/>
            </p:nvSpPr>
            <p:spPr>
              <a:xfrm>
                <a:off x="4361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623" name="矩形 631891"/>
              <p:cNvSpPr/>
              <p:nvPr/>
            </p:nvSpPr>
            <p:spPr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624" name="椭圆 631892"/>
              <p:cNvSpPr/>
              <p:nvPr/>
            </p:nvSpPr>
            <p:spPr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4625" name="组合 631893"/>
              <p:cNvGrpSpPr/>
              <p:nvPr/>
            </p:nvGrpSpPr>
            <p:grpSpPr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4636" name="直接连接符 631894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637" name="直接连接符 631895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638" name="直接连接符 631896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626" name="组合 631897"/>
              <p:cNvGrpSpPr/>
              <p:nvPr/>
            </p:nvGrpSpPr>
            <p:grpSpPr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4633" name="直接连接符 631898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634" name="直接连接符 631899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635" name="直接连接符 631900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4627" name="矩形 631901"/>
              <p:cNvSpPr/>
              <p:nvPr/>
            </p:nvSpPr>
            <p:spPr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628" name="矩形 631902"/>
              <p:cNvSpPr/>
              <p:nvPr/>
            </p:nvSpPr>
            <p:spPr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629" name="直接连接符 631903"/>
              <p:cNvSpPr/>
              <p:nvPr/>
            </p:nvSpPr>
            <p:spPr>
              <a:xfrm>
                <a:off x="3966" y="945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630" name="直接连接符 631904"/>
              <p:cNvSpPr/>
              <p:nvPr/>
            </p:nvSpPr>
            <p:spPr>
              <a:xfrm>
                <a:off x="3972" y="849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631" name="矩形 631905"/>
              <p:cNvSpPr/>
              <p:nvPr/>
            </p:nvSpPr>
            <p:spPr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632" name="文本框 631906"/>
              <p:cNvSpPr txBox="1"/>
              <p:nvPr/>
            </p:nvSpPr>
            <p:spPr>
              <a:xfrm>
                <a:off x="3937" y="633"/>
                <a:ext cx="513" cy="4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network</a:t>
                </a:r>
                <a:endParaRPr lang="en-US" altLang="zh-CN" sz="1000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14464" name="组合 631907"/>
            <p:cNvGrpSpPr/>
            <p:nvPr/>
          </p:nvGrpSpPr>
          <p:grpSpPr>
            <a:xfrm>
              <a:off x="4197" y="1157"/>
              <a:ext cx="513" cy="446"/>
              <a:chOff x="3937" y="633"/>
              <a:chExt cx="513" cy="446"/>
            </a:xfrm>
          </p:grpSpPr>
          <p:sp>
            <p:nvSpPr>
              <p:cNvPr id="14597" name="直接连接符 631908"/>
              <p:cNvSpPr/>
              <p:nvPr/>
            </p:nvSpPr>
            <p:spPr>
              <a:xfrm>
                <a:off x="4061" y="1035"/>
                <a:ext cx="312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598" name="直接连接符 631909"/>
              <p:cNvSpPr/>
              <p:nvPr/>
            </p:nvSpPr>
            <p:spPr>
              <a:xfrm flipV="1">
                <a:off x="4212" y="929"/>
                <a:ext cx="1" cy="10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599" name="椭圆 631910"/>
              <p:cNvSpPr/>
              <p:nvPr/>
            </p:nvSpPr>
            <p:spPr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600" name="直接连接符 631911"/>
              <p:cNvSpPr/>
              <p:nvPr/>
            </p:nvSpPr>
            <p:spPr>
              <a:xfrm>
                <a:off x="4048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601" name="直接连接符 631912"/>
              <p:cNvSpPr/>
              <p:nvPr/>
            </p:nvSpPr>
            <p:spPr>
              <a:xfrm>
                <a:off x="4361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602" name="矩形 631913"/>
              <p:cNvSpPr/>
              <p:nvPr/>
            </p:nvSpPr>
            <p:spPr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603" name="椭圆 631914"/>
              <p:cNvSpPr/>
              <p:nvPr/>
            </p:nvSpPr>
            <p:spPr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4604" name="组合 631915"/>
              <p:cNvGrpSpPr/>
              <p:nvPr/>
            </p:nvGrpSpPr>
            <p:grpSpPr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4615" name="直接连接符 631916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616" name="直接连接符 631917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617" name="直接连接符 631918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605" name="组合 631919"/>
              <p:cNvGrpSpPr/>
              <p:nvPr/>
            </p:nvGrpSpPr>
            <p:grpSpPr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4612" name="直接连接符 631920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613" name="直接连接符 631921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614" name="直接连接符 631922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4606" name="矩形 631923"/>
              <p:cNvSpPr/>
              <p:nvPr/>
            </p:nvSpPr>
            <p:spPr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607" name="矩形 631924"/>
              <p:cNvSpPr/>
              <p:nvPr/>
            </p:nvSpPr>
            <p:spPr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608" name="直接连接符 631925"/>
              <p:cNvSpPr/>
              <p:nvPr/>
            </p:nvSpPr>
            <p:spPr>
              <a:xfrm>
                <a:off x="3966" y="945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609" name="直接连接符 631926"/>
              <p:cNvSpPr/>
              <p:nvPr/>
            </p:nvSpPr>
            <p:spPr>
              <a:xfrm>
                <a:off x="3972" y="849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610" name="矩形 631927"/>
              <p:cNvSpPr/>
              <p:nvPr/>
            </p:nvSpPr>
            <p:spPr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611" name="文本框 631928"/>
              <p:cNvSpPr txBox="1"/>
              <p:nvPr/>
            </p:nvSpPr>
            <p:spPr>
              <a:xfrm>
                <a:off x="3937" y="633"/>
                <a:ext cx="513" cy="4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network</a:t>
                </a:r>
                <a:endParaRPr lang="en-US" altLang="zh-CN" sz="1000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14465" name="组合 631929"/>
            <p:cNvGrpSpPr/>
            <p:nvPr/>
          </p:nvGrpSpPr>
          <p:grpSpPr>
            <a:xfrm>
              <a:off x="4389" y="2239"/>
              <a:ext cx="513" cy="446"/>
              <a:chOff x="3937" y="633"/>
              <a:chExt cx="513" cy="446"/>
            </a:xfrm>
          </p:grpSpPr>
          <p:sp>
            <p:nvSpPr>
              <p:cNvPr id="14576" name="直接连接符 631930"/>
              <p:cNvSpPr/>
              <p:nvPr/>
            </p:nvSpPr>
            <p:spPr>
              <a:xfrm>
                <a:off x="4061" y="1035"/>
                <a:ext cx="312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577" name="直接连接符 631931"/>
              <p:cNvSpPr/>
              <p:nvPr/>
            </p:nvSpPr>
            <p:spPr>
              <a:xfrm flipV="1">
                <a:off x="4212" y="929"/>
                <a:ext cx="1" cy="10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578" name="椭圆 631932"/>
              <p:cNvSpPr/>
              <p:nvPr/>
            </p:nvSpPr>
            <p:spPr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579" name="直接连接符 631933"/>
              <p:cNvSpPr/>
              <p:nvPr/>
            </p:nvSpPr>
            <p:spPr>
              <a:xfrm>
                <a:off x="4048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580" name="直接连接符 631934"/>
              <p:cNvSpPr/>
              <p:nvPr/>
            </p:nvSpPr>
            <p:spPr>
              <a:xfrm>
                <a:off x="4361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581" name="矩形 631935"/>
              <p:cNvSpPr/>
              <p:nvPr/>
            </p:nvSpPr>
            <p:spPr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582" name="椭圆 631936"/>
              <p:cNvSpPr/>
              <p:nvPr/>
            </p:nvSpPr>
            <p:spPr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4583" name="组合 631937"/>
              <p:cNvGrpSpPr/>
              <p:nvPr/>
            </p:nvGrpSpPr>
            <p:grpSpPr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4594" name="直接连接符 631938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95" name="直接连接符 631939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96" name="直接连接符 631940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584" name="组合 631941"/>
              <p:cNvGrpSpPr/>
              <p:nvPr/>
            </p:nvGrpSpPr>
            <p:grpSpPr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4591" name="直接连接符 631942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92" name="直接连接符 631943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93" name="直接连接符 631944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4585" name="矩形 631945"/>
              <p:cNvSpPr/>
              <p:nvPr/>
            </p:nvSpPr>
            <p:spPr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586" name="矩形 631946"/>
              <p:cNvSpPr/>
              <p:nvPr/>
            </p:nvSpPr>
            <p:spPr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587" name="直接连接符 631947"/>
              <p:cNvSpPr/>
              <p:nvPr/>
            </p:nvSpPr>
            <p:spPr>
              <a:xfrm>
                <a:off x="3966" y="945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588" name="直接连接符 631948"/>
              <p:cNvSpPr/>
              <p:nvPr/>
            </p:nvSpPr>
            <p:spPr>
              <a:xfrm>
                <a:off x="3972" y="849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589" name="矩形 631949"/>
              <p:cNvSpPr/>
              <p:nvPr/>
            </p:nvSpPr>
            <p:spPr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590" name="文本框 631950"/>
              <p:cNvSpPr txBox="1"/>
              <p:nvPr/>
            </p:nvSpPr>
            <p:spPr>
              <a:xfrm>
                <a:off x="3937" y="633"/>
                <a:ext cx="513" cy="4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network</a:t>
                </a:r>
                <a:endParaRPr lang="en-US" altLang="zh-CN" sz="1000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14466" name="组合 631951"/>
            <p:cNvGrpSpPr/>
            <p:nvPr/>
          </p:nvGrpSpPr>
          <p:grpSpPr>
            <a:xfrm>
              <a:off x="4765" y="1995"/>
              <a:ext cx="513" cy="446"/>
              <a:chOff x="3937" y="633"/>
              <a:chExt cx="513" cy="446"/>
            </a:xfrm>
          </p:grpSpPr>
          <p:sp>
            <p:nvSpPr>
              <p:cNvPr id="14555" name="直接连接符 631952"/>
              <p:cNvSpPr/>
              <p:nvPr/>
            </p:nvSpPr>
            <p:spPr>
              <a:xfrm>
                <a:off x="4061" y="1035"/>
                <a:ext cx="312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556" name="直接连接符 631953"/>
              <p:cNvSpPr/>
              <p:nvPr/>
            </p:nvSpPr>
            <p:spPr>
              <a:xfrm flipV="1">
                <a:off x="4212" y="929"/>
                <a:ext cx="1" cy="10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557" name="椭圆 631954"/>
              <p:cNvSpPr/>
              <p:nvPr/>
            </p:nvSpPr>
            <p:spPr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558" name="直接连接符 631955"/>
              <p:cNvSpPr/>
              <p:nvPr/>
            </p:nvSpPr>
            <p:spPr>
              <a:xfrm>
                <a:off x="4048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559" name="直接连接符 631956"/>
              <p:cNvSpPr/>
              <p:nvPr/>
            </p:nvSpPr>
            <p:spPr>
              <a:xfrm>
                <a:off x="4361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560" name="矩形 631957"/>
              <p:cNvSpPr/>
              <p:nvPr/>
            </p:nvSpPr>
            <p:spPr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561" name="椭圆 631958"/>
              <p:cNvSpPr/>
              <p:nvPr/>
            </p:nvSpPr>
            <p:spPr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4562" name="组合 631959"/>
              <p:cNvGrpSpPr/>
              <p:nvPr/>
            </p:nvGrpSpPr>
            <p:grpSpPr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4573" name="直接连接符 631960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74" name="直接连接符 631961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75" name="直接连接符 631962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563" name="组合 631963"/>
              <p:cNvGrpSpPr/>
              <p:nvPr/>
            </p:nvGrpSpPr>
            <p:grpSpPr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4570" name="直接连接符 631964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71" name="直接连接符 631965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72" name="直接连接符 631966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4564" name="矩形 631967"/>
              <p:cNvSpPr/>
              <p:nvPr/>
            </p:nvSpPr>
            <p:spPr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565" name="矩形 631968"/>
              <p:cNvSpPr/>
              <p:nvPr/>
            </p:nvSpPr>
            <p:spPr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566" name="直接连接符 631969"/>
              <p:cNvSpPr/>
              <p:nvPr/>
            </p:nvSpPr>
            <p:spPr>
              <a:xfrm>
                <a:off x="3966" y="945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567" name="直接连接符 631970"/>
              <p:cNvSpPr/>
              <p:nvPr/>
            </p:nvSpPr>
            <p:spPr>
              <a:xfrm>
                <a:off x="3972" y="849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568" name="矩形 631971"/>
              <p:cNvSpPr/>
              <p:nvPr/>
            </p:nvSpPr>
            <p:spPr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569" name="文本框 631972"/>
              <p:cNvSpPr txBox="1"/>
              <p:nvPr/>
            </p:nvSpPr>
            <p:spPr>
              <a:xfrm>
                <a:off x="3937" y="633"/>
                <a:ext cx="513" cy="4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network</a:t>
                </a:r>
                <a:endParaRPr lang="en-US" altLang="zh-CN" sz="1000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14467" name="组合 631973"/>
            <p:cNvGrpSpPr/>
            <p:nvPr/>
          </p:nvGrpSpPr>
          <p:grpSpPr>
            <a:xfrm>
              <a:off x="4128" y="2003"/>
              <a:ext cx="513" cy="446"/>
              <a:chOff x="3937" y="633"/>
              <a:chExt cx="513" cy="446"/>
            </a:xfrm>
          </p:grpSpPr>
          <p:sp>
            <p:nvSpPr>
              <p:cNvPr id="14534" name="直接连接符 631974"/>
              <p:cNvSpPr/>
              <p:nvPr/>
            </p:nvSpPr>
            <p:spPr>
              <a:xfrm>
                <a:off x="4061" y="1035"/>
                <a:ext cx="312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535" name="直接连接符 631975"/>
              <p:cNvSpPr/>
              <p:nvPr/>
            </p:nvSpPr>
            <p:spPr>
              <a:xfrm flipV="1">
                <a:off x="4212" y="929"/>
                <a:ext cx="1" cy="10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536" name="椭圆 631976"/>
              <p:cNvSpPr/>
              <p:nvPr/>
            </p:nvSpPr>
            <p:spPr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537" name="直接连接符 631977"/>
              <p:cNvSpPr/>
              <p:nvPr/>
            </p:nvSpPr>
            <p:spPr>
              <a:xfrm>
                <a:off x="4048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538" name="直接连接符 631978"/>
              <p:cNvSpPr/>
              <p:nvPr/>
            </p:nvSpPr>
            <p:spPr>
              <a:xfrm>
                <a:off x="4361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539" name="矩形 631979"/>
              <p:cNvSpPr/>
              <p:nvPr/>
            </p:nvSpPr>
            <p:spPr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540" name="椭圆 631980"/>
              <p:cNvSpPr/>
              <p:nvPr/>
            </p:nvSpPr>
            <p:spPr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4541" name="组合 631981"/>
              <p:cNvGrpSpPr/>
              <p:nvPr/>
            </p:nvGrpSpPr>
            <p:grpSpPr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4552" name="直接连接符 631982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53" name="直接连接符 631983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54" name="直接连接符 631984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542" name="组合 631985"/>
              <p:cNvGrpSpPr/>
              <p:nvPr/>
            </p:nvGrpSpPr>
            <p:grpSpPr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4549" name="直接连接符 631986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50" name="直接连接符 631987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51" name="直接连接符 631988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4543" name="矩形 631989"/>
              <p:cNvSpPr/>
              <p:nvPr/>
            </p:nvSpPr>
            <p:spPr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544" name="矩形 631990"/>
              <p:cNvSpPr/>
              <p:nvPr/>
            </p:nvSpPr>
            <p:spPr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545" name="直接连接符 631991"/>
              <p:cNvSpPr/>
              <p:nvPr/>
            </p:nvSpPr>
            <p:spPr>
              <a:xfrm>
                <a:off x="3966" y="945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546" name="直接连接符 631992"/>
              <p:cNvSpPr/>
              <p:nvPr/>
            </p:nvSpPr>
            <p:spPr>
              <a:xfrm>
                <a:off x="3972" y="849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547" name="矩形 631993"/>
              <p:cNvSpPr/>
              <p:nvPr/>
            </p:nvSpPr>
            <p:spPr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548" name="文本框 631994"/>
              <p:cNvSpPr txBox="1"/>
              <p:nvPr/>
            </p:nvSpPr>
            <p:spPr>
              <a:xfrm>
                <a:off x="3937" y="633"/>
                <a:ext cx="513" cy="4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network</a:t>
                </a:r>
                <a:endParaRPr lang="en-US" altLang="zh-CN" sz="1000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14468" name="组合 631995"/>
            <p:cNvGrpSpPr/>
            <p:nvPr/>
          </p:nvGrpSpPr>
          <p:grpSpPr>
            <a:xfrm>
              <a:off x="4608" y="2771"/>
              <a:ext cx="513" cy="446"/>
              <a:chOff x="3937" y="633"/>
              <a:chExt cx="513" cy="446"/>
            </a:xfrm>
          </p:grpSpPr>
          <p:sp>
            <p:nvSpPr>
              <p:cNvPr id="14513" name="直接连接符 631996"/>
              <p:cNvSpPr/>
              <p:nvPr/>
            </p:nvSpPr>
            <p:spPr>
              <a:xfrm>
                <a:off x="4061" y="1035"/>
                <a:ext cx="312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514" name="直接连接符 631997"/>
              <p:cNvSpPr/>
              <p:nvPr/>
            </p:nvSpPr>
            <p:spPr>
              <a:xfrm flipV="1">
                <a:off x="4212" y="929"/>
                <a:ext cx="1" cy="10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515" name="椭圆 631998"/>
              <p:cNvSpPr/>
              <p:nvPr/>
            </p:nvSpPr>
            <p:spPr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516" name="直接连接符 631999"/>
              <p:cNvSpPr/>
              <p:nvPr/>
            </p:nvSpPr>
            <p:spPr>
              <a:xfrm>
                <a:off x="4048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517" name="直接连接符 632000"/>
              <p:cNvSpPr/>
              <p:nvPr/>
            </p:nvSpPr>
            <p:spPr>
              <a:xfrm>
                <a:off x="4361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518" name="矩形 632001"/>
              <p:cNvSpPr/>
              <p:nvPr/>
            </p:nvSpPr>
            <p:spPr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519" name="椭圆 632002"/>
              <p:cNvSpPr/>
              <p:nvPr/>
            </p:nvSpPr>
            <p:spPr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4520" name="组合 632003"/>
              <p:cNvGrpSpPr/>
              <p:nvPr/>
            </p:nvGrpSpPr>
            <p:grpSpPr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4531" name="直接连接符 632004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32" name="直接连接符 632005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33" name="直接连接符 632006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521" name="组合 632007"/>
              <p:cNvGrpSpPr/>
              <p:nvPr/>
            </p:nvGrpSpPr>
            <p:grpSpPr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4528" name="直接连接符 632008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29" name="直接连接符 632009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30" name="直接连接符 632010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4522" name="矩形 632011"/>
              <p:cNvSpPr/>
              <p:nvPr/>
            </p:nvSpPr>
            <p:spPr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523" name="矩形 632012"/>
              <p:cNvSpPr/>
              <p:nvPr/>
            </p:nvSpPr>
            <p:spPr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524" name="直接连接符 632013"/>
              <p:cNvSpPr/>
              <p:nvPr/>
            </p:nvSpPr>
            <p:spPr>
              <a:xfrm>
                <a:off x="3966" y="945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525" name="直接连接符 632014"/>
              <p:cNvSpPr/>
              <p:nvPr/>
            </p:nvSpPr>
            <p:spPr>
              <a:xfrm>
                <a:off x="3972" y="849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526" name="矩形 632015"/>
              <p:cNvSpPr/>
              <p:nvPr/>
            </p:nvSpPr>
            <p:spPr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527" name="文本框 632016"/>
              <p:cNvSpPr txBox="1"/>
              <p:nvPr/>
            </p:nvSpPr>
            <p:spPr>
              <a:xfrm>
                <a:off x="3937" y="633"/>
                <a:ext cx="513" cy="4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network</a:t>
                </a:r>
                <a:endParaRPr lang="en-US" altLang="zh-CN" sz="1000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14469" name="组合 632017"/>
            <p:cNvGrpSpPr/>
            <p:nvPr/>
          </p:nvGrpSpPr>
          <p:grpSpPr>
            <a:xfrm>
              <a:off x="4119" y="2640"/>
              <a:ext cx="513" cy="446"/>
              <a:chOff x="3937" y="633"/>
              <a:chExt cx="513" cy="446"/>
            </a:xfrm>
          </p:grpSpPr>
          <p:sp>
            <p:nvSpPr>
              <p:cNvPr id="14492" name="直接连接符 632018"/>
              <p:cNvSpPr/>
              <p:nvPr/>
            </p:nvSpPr>
            <p:spPr>
              <a:xfrm>
                <a:off x="4061" y="1035"/>
                <a:ext cx="312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493" name="直接连接符 632019"/>
              <p:cNvSpPr/>
              <p:nvPr/>
            </p:nvSpPr>
            <p:spPr>
              <a:xfrm flipV="1">
                <a:off x="4212" y="929"/>
                <a:ext cx="1" cy="10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494" name="椭圆 632020"/>
              <p:cNvSpPr/>
              <p:nvPr/>
            </p:nvSpPr>
            <p:spPr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495" name="直接连接符 632021"/>
              <p:cNvSpPr/>
              <p:nvPr/>
            </p:nvSpPr>
            <p:spPr>
              <a:xfrm>
                <a:off x="4048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496" name="直接连接符 632022"/>
              <p:cNvSpPr/>
              <p:nvPr/>
            </p:nvSpPr>
            <p:spPr>
              <a:xfrm>
                <a:off x="4361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497" name="矩形 632023"/>
              <p:cNvSpPr/>
              <p:nvPr/>
            </p:nvSpPr>
            <p:spPr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498" name="椭圆 632024"/>
              <p:cNvSpPr/>
              <p:nvPr/>
            </p:nvSpPr>
            <p:spPr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4499" name="组合 632025"/>
              <p:cNvGrpSpPr/>
              <p:nvPr/>
            </p:nvGrpSpPr>
            <p:grpSpPr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4510" name="直接连接符 632026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11" name="直接连接符 632027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12" name="直接连接符 632028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500" name="组合 632029"/>
              <p:cNvGrpSpPr/>
              <p:nvPr/>
            </p:nvGrpSpPr>
            <p:grpSpPr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4507" name="直接连接符 632030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08" name="直接连接符 632031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09" name="直接连接符 632032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4501" name="矩形 632033"/>
              <p:cNvSpPr/>
              <p:nvPr/>
            </p:nvSpPr>
            <p:spPr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502" name="矩形 632034"/>
              <p:cNvSpPr/>
              <p:nvPr/>
            </p:nvSpPr>
            <p:spPr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503" name="直接连接符 632035"/>
              <p:cNvSpPr/>
              <p:nvPr/>
            </p:nvSpPr>
            <p:spPr>
              <a:xfrm>
                <a:off x="3966" y="945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504" name="直接连接符 632036"/>
              <p:cNvSpPr/>
              <p:nvPr/>
            </p:nvSpPr>
            <p:spPr>
              <a:xfrm>
                <a:off x="3972" y="849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505" name="矩形 632037"/>
              <p:cNvSpPr/>
              <p:nvPr/>
            </p:nvSpPr>
            <p:spPr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506" name="文本框 632038"/>
              <p:cNvSpPr txBox="1"/>
              <p:nvPr/>
            </p:nvSpPr>
            <p:spPr>
              <a:xfrm>
                <a:off x="3937" y="633"/>
                <a:ext cx="513" cy="4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network</a:t>
                </a:r>
                <a:endParaRPr lang="en-US" altLang="zh-CN" sz="1000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14470" name="组合 632039"/>
            <p:cNvGrpSpPr/>
            <p:nvPr/>
          </p:nvGrpSpPr>
          <p:grpSpPr>
            <a:xfrm>
              <a:off x="3674" y="2866"/>
              <a:ext cx="513" cy="446"/>
              <a:chOff x="3937" y="633"/>
              <a:chExt cx="513" cy="446"/>
            </a:xfrm>
          </p:grpSpPr>
          <p:sp>
            <p:nvSpPr>
              <p:cNvPr id="14471" name="直接连接符 632040"/>
              <p:cNvSpPr/>
              <p:nvPr/>
            </p:nvSpPr>
            <p:spPr>
              <a:xfrm>
                <a:off x="4061" y="1035"/>
                <a:ext cx="312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472" name="直接连接符 632041"/>
              <p:cNvSpPr/>
              <p:nvPr/>
            </p:nvSpPr>
            <p:spPr>
              <a:xfrm flipV="1">
                <a:off x="4212" y="929"/>
                <a:ext cx="1" cy="10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473" name="椭圆 632042"/>
              <p:cNvSpPr/>
              <p:nvPr/>
            </p:nvSpPr>
            <p:spPr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474" name="直接连接符 632043"/>
              <p:cNvSpPr/>
              <p:nvPr/>
            </p:nvSpPr>
            <p:spPr>
              <a:xfrm>
                <a:off x="4048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475" name="直接连接符 632044"/>
              <p:cNvSpPr/>
              <p:nvPr/>
            </p:nvSpPr>
            <p:spPr>
              <a:xfrm>
                <a:off x="4361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476" name="矩形 632045"/>
              <p:cNvSpPr/>
              <p:nvPr/>
            </p:nvSpPr>
            <p:spPr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477" name="椭圆 632046"/>
              <p:cNvSpPr/>
              <p:nvPr/>
            </p:nvSpPr>
            <p:spPr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4478" name="组合 632047"/>
              <p:cNvGrpSpPr/>
              <p:nvPr/>
            </p:nvGrpSpPr>
            <p:grpSpPr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4489" name="直接连接符 632048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90" name="直接连接符 632049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91" name="直接连接符 632050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79" name="组合 632051"/>
              <p:cNvGrpSpPr/>
              <p:nvPr/>
            </p:nvGrpSpPr>
            <p:grpSpPr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4486" name="直接连接符 632052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87" name="直接连接符 632053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88" name="直接连接符 632054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4480" name="矩形 632055"/>
              <p:cNvSpPr/>
              <p:nvPr/>
            </p:nvSpPr>
            <p:spPr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481" name="矩形 632056"/>
              <p:cNvSpPr/>
              <p:nvPr/>
            </p:nvSpPr>
            <p:spPr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482" name="直接连接符 632057"/>
              <p:cNvSpPr/>
              <p:nvPr/>
            </p:nvSpPr>
            <p:spPr>
              <a:xfrm>
                <a:off x="3966" y="945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483" name="直接连接符 632058"/>
              <p:cNvSpPr/>
              <p:nvPr/>
            </p:nvSpPr>
            <p:spPr>
              <a:xfrm>
                <a:off x="3972" y="849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484" name="矩形 632059"/>
              <p:cNvSpPr/>
              <p:nvPr/>
            </p:nvSpPr>
            <p:spPr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485" name="文本框 632060"/>
              <p:cNvSpPr txBox="1"/>
              <p:nvPr/>
            </p:nvSpPr>
            <p:spPr>
              <a:xfrm>
                <a:off x="3937" y="633"/>
                <a:ext cx="513" cy="4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network</a:t>
                </a:r>
                <a:endParaRPr lang="en-US" altLang="zh-CN" sz="1000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</p:grpSp>
      <p:sp>
        <p:nvSpPr>
          <p:cNvPr id="632064" name="矩形 632063"/>
          <p:cNvSpPr/>
          <p:nvPr/>
        </p:nvSpPr>
        <p:spPr>
          <a:xfrm>
            <a:off x="7245350" y="858838"/>
            <a:ext cx="388938" cy="13811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632065" name="矩形 632064"/>
          <p:cNvSpPr/>
          <p:nvPr/>
        </p:nvSpPr>
        <p:spPr>
          <a:xfrm>
            <a:off x="7215188" y="1539875"/>
            <a:ext cx="596900" cy="13811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632066" name="矩形 632065"/>
          <p:cNvSpPr/>
          <p:nvPr/>
        </p:nvSpPr>
        <p:spPr>
          <a:xfrm>
            <a:off x="10001250" y="4487863"/>
            <a:ext cx="388938" cy="13811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10628313" y="180975"/>
            <a:ext cx="1411288" cy="47783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补充内容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14459" name="内容占位符 35740"/>
          <p:cNvGraphicFramePr>
            <a:graphicFrameLocks noGrp="1"/>
          </p:cNvGraphicFramePr>
          <p:nvPr>
            <p:ph idx="1"/>
          </p:nvPr>
        </p:nvGraphicFramePr>
        <p:xfrm>
          <a:off x="-1547812" y="5372100"/>
          <a:ext cx="34290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9" imgW="1307465" imgH="1083945" progId="MS_ClipArt_Gallery.2">
                  <p:embed/>
                </p:oleObj>
              </mc:Choice>
              <mc:Fallback>
                <p:oleObj name="" r:id="rId19" imgW="1307465" imgH="1083945" progId="MS_ClipArt_Gallery.2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>
                      <a:xfrm>
                        <a:off x="-1547812" y="5372100"/>
                        <a:ext cx="342900" cy="2857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1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31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63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44 0.01227 L 0.00382 0.0949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6320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" y="4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48148E-6 L 2.5E-6 0.07269 L 0.02726 0.18982 L 0.02726 0.1132 L 0.07118 0.11112 L 0.07257 0.18982 L 0.11667 0.14144 L 0.11667 0.07871 L 0.16059 0.07686 L 0.10903 0.23426 L 0.11511 0.15949 L 0.1559 0.15949 L 0.15747 0.23635 L 0.1059 0.34537 L 0.10295 0.27061 L 0.14236 0.26875 L 0.14688 0.39584 L 0.1559 0.3213 L 0.19236 0.31922 L 0.19688 0.39792 L 0.1059 0.49908 L 0.1059 0.41621 L 0.14236 0.41621 L 0.14236 0.49699 L 0.18785 0.53542 L 0.18785 0.44653 L 0.2257 0.44653 L 0.22865 0.52732 L 0.31198 0.50301 L 0.31198 0.43843 " pathEditMode="relative" ptsTypes="AAAAAAAAAAAAAAAAAAAAAAAAAAAAAA">
                                      <p:cBhvr>
                                        <p:cTn id="31" dur="5000" fill="hold"/>
                                        <p:tgtEl>
                                          <p:spTgt spid="6320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0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0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000"/>
                            </p:stCondLst>
                            <p:childTnLst>
                              <p:par>
                                <p:cTn id="4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0 L -0.00156 -0.07106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6320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" y="-3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9346" name="标题 569345"/>
          <p:cNvSpPr>
            <a:spLocks noGrp="1"/>
          </p:cNvSpPr>
          <p:nvPr>
            <p:ph type="title"/>
          </p:nvPr>
        </p:nvSpPr>
        <p:spPr>
          <a:xfrm>
            <a:off x="831850" y="673100"/>
            <a:ext cx="11207750" cy="614363"/>
          </a:xfrm>
        </p:spPr>
        <p:txBody>
          <a:bodyPr vert="horz" wrap="square" lIns="91440" tIns="45720" rIns="91440" bIns="45720" numCol="1" anchor="ctr" anchorCtr="0" compatLnSpc="1">
            <a:normAutofit fontScale="9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 connection and connection-less service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5363" name="文本占位符 569346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datagram network provides network-layer connectionless service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VC network provides network-layer connection service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analogous to the transport-layer services, but: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service: </a:t>
            </a: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host-to-host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no choice: </a:t>
            </a: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 provides one or the other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implementation: </a:t>
            </a: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in network core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364" name="页脚占位符 1"/>
          <p:cNvSpPr txBox="1">
            <a:spLocks noGrp="1"/>
          </p:cNvSpPr>
          <p:nvPr>
            <p:ph type="ftr" sz="quarter" idx="3"/>
          </p:nvPr>
        </p:nvSpPr>
        <p:spPr>
          <a:ln>
            <a:noFill/>
          </a:ln>
        </p:spPr>
        <p:txBody>
          <a:bodyPr/>
          <a:p>
            <a:pPr mar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</a:t>
            </a:r>
            <a:endParaRPr lang="en-US" altLang="zh-CN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5365" name="灯片编号占位符 2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10628313" y="180975"/>
            <a:ext cx="1411288" cy="47783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补充内容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09569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Virtual circuits</a:t>
            </a:r>
            <a:endParaRPr lang="en-US" altLang="zh-CN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09571" name="文本占位符 109570"/>
          <p:cNvSpPr>
            <a:spLocks noGrp="1"/>
          </p:cNvSpPr>
          <p:nvPr>
            <p:ph idx="1"/>
          </p:nvPr>
        </p:nvSpPr>
        <p:spPr>
          <a:xfrm>
            <a:off x="711200" y="3381375"/>
            <a:ext cx="10785475" cy="2854325"/>
          </a:xfrm>
        </p:spPr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call setup, teardown for each call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before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 data can flow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each packet carries VC identifier (not destination host address)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every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 router on source-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dest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 path maintains “state” for each passing connection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link, router resources (bandwidth, buffers) may be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allocated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to VC (dedicated resources = predictable service)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marL="688975" marR="0" lvl="1" indent="-2317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</p:txBody>
      </p:sp>
      <p:sp>
        <p:nvSpPr>
          <p:cNvPr id="16388" name="页脚占位符 1"/>
          <p:cNvSpPr txBox="1">
            <a:spLocks noGrp="1"/>
          </p:cNvSpPr>
          <p:nvPr>
            <p:ph type="ftr" sz="quarter" idx="3"/>
          </p:nvPr>
        </p:nvSpPr>
        <p:spPr>
          <a:ln>
            <a:noFill/>
          </a:ln>
        </p:spPr>
        <p:txBody>
          <a:bodyPr/>
          <a:p>
            <a:pPr mar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</a:t>
            </a:r>
            <a:endParaRPr lang="en-US" altLang="zh-CN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6389" name="灯片编号占位符 2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09572" name="文本占位符 109571"/>
          <p:cNvSpPr>
            <a:spLocks noGrp="1"/>
          </p:cNvSpPr>
          <p:nvPr>
            <p:ph sz="half" idx="1"/>
          </p:nvPr>
        </p:nvSpPr>
        <p:spPr>
          <a:xfrm>
            <a:off x="2233613" y="1504950"/>
            <a:ext cx="7677150" cy="1828800"/>
          </a:xfrm>
        </p:spPr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“source-to-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dest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 path behaves much like telephone circuit”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marL="688975" marR="0" lvl="1" indent="-2317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performance-wise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marL="688975" marR="0" lvl="1" indent="-2317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network actions along source-to-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dest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 path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6391" name="矩形 109573"/>
          <p:cNvSpPr/>
          <p:nvPr/>
        </p:nvSpPr>
        <p:spPr>
          <a:xfrm>
            <a:off x="2190750" y="1457325"/>
            <a:ext cx="7677150" cy="1685925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10628313" y="180975"/>
            <a:ext cx="1411288" cy="47783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补充内容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44544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VC implementation</a:t>
            </a:r>
            <a:endParaRPr lang="en-US" altLang="zh-CN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45443" name="文本占位符 445442"/>
          <p:cNvSpPr>
            <a:spLocks noGrp="1"/>
          </p:cNvSpPr>
          <p:nvPr>
            <p:ph idx="1"/>
          </p:nvPr>
        </p:nvSpPr>
        <p:spPr>
          <a:xfrm>
            <a:off x="650875" y="1385888"/>
            <a:ext cx="11058525" cy="4791075"/>
          </a:xfrm>
        </p:spPr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533400" marR="0" lvl="0" indent="-5334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a VC consists of: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Tx/>
              <a:buFont typeface="ZapfDingbats" pitchFamily="82" charset="2"/>
              <a:buAutoNum type="arabicPeriod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path from source to destination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Tx/>
              <a:buFont typeface="ZapfDingbats" pitchFamily="82" charset="2"/>
              <a:buAutoNum type="arabicPeriod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VC numbers, one number for each link along path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Tx/>
              <a:buFont typeface="ZapfDingbats" pitchFamily="82" charset="2"/>
              <a:buAutoNum type="arabicPeriod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entries in forwarding tables in routers along path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marL="533400" marR="0" lvl="0" indent="-5334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packet belonging to VC carries VC number (rather than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dest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 address)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marL="533400" marR="0" lvl="0" indent="-5334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VC number can be changed on each link.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New VC number comes from forwarding table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</p:txBody>
      </p:sp>
      <p:sp>
        <p:nvSpPr>
          <p:cNvPr id="17412" name="页脚占位符 1"/>
          <p:cNvSpPr txBox="1">
            <a:spLocks noGrp="1"/>
          </p:cNvSpPr>
          <p:nvPr>
            <p:ph type="ftr" sz="quarter" idx="3"/>
          </p:nvPr>
        </p:nvSpPr>
        <p:spPr>
          <a:ln>
            <a:noFill/>
          </a:ln>
        </p:spPr>
        <p:txBody>
          <a:bodyPr/>
          <a:p>
            <a:pPr mar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</a:t>
            </a:r>
            <a:endParaRPr lang="en-US" altLang="zh-CN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7413" name="灯片编号占位符 2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10628313" y="180975"/>
            <a:ext cx="1411288" cy="47783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补充内容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标题 446467"/>
          <p:cNvSpPr>
            <a:spLocks noGrp="1"/>
          </p:cNvSpPr>
          <p:nvPr>
            <p:ph type="title"/>
          </p:nvPr>
        </p:nvSpPr>
        <p:spPr>
          <a:xfrm>
            <a:off x="331788" y="211138"/>
            <a:ext cx="10542587" cy="1338262"/>
          </a:xfrm>
          <a:ln/>
        </p:spPr>
        <p:txBody>
          <a:bodyPr vert="horz" wrap="square" lIns="91440" tIns="45720" rIns="91440" bIns="45720" anchor="ctr" anchorCtr="0"/>
          <a:p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VC Forwarding table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8435" name="页脚占位符 1"/>
          <p:cNvSpPr txBox="1">
            <a:spLocks noGrp="1"/>
          </p:cNvSpPr>
          <p:nvPr>
            <p:ph type="ftr" sz="quarter" idx="3"/>
          </p:nvPr>
        </p:nvSpPr>
        <p:spPr>
          <a:ln>
            <a:noFill/>
          </a:ln>
        </p:spPr>
        <p:txBody>
          <a:bodyPr/>
          <a:p>
            <a:pPr mar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</a:t>
            </a:r>
            <a:endParaRPr lang="en-US" altLang="zh-CN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8436" name="灯片编号占位符 2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grpSp>
        <p:nvGrpSpPr>
          <p:cNvPr id="18437" name="组合 446603"/>
          <p:cNvGrpSpPr/>
          <p:nvPr/>
        </p:nvGrpSpPr>
        <p:grpSpPr>
          <a:xfrm>
            <a:off x="5994400" y="623888"/>
            <a:ext cx="4457700" cy="2425700"/>
            <a:chOff x="235" y="1147"/>
            <a:chExt cx="2808" cy="1528"/>
          </a:xfrm>
        </p:grpSpPr>
        <p:sp>
          <p:nvSpPr>
            <p:cNvPr id="18449" name="任意多边形 446470"/>
            <p:cNvSpPr/>
            <p:nvPr/>
          </p:nvSpPr>
          <p:spPr>
            <a:xfrm>
              <a:off x="879" y="1529"/>
              <a:ext cx="1794" cy="933"/>
            </a:xfrm>
            <a:custGeom>
              <a:avLst/>
              <a:gdLst>
                <a:gd name="txL" fmla="*/ 0 w 1794"/>
                <a:gd name="txT" fmla="*/ 0 h 933"/>
                <a:gd name="txR" fmla="*/ 1794 w 1794"/>
                <a:gd name="txB" fmla="*/ 933 h 933"/>
              </a:gdLst>
              <a:ahLst/>
              <a:cxnLst>
                <a:cxn ang="0">
                  <a:pos x="6" y="483"/>
                </a:cxn>
                <a:cxn ang="0">
                  <a:pos x="108" y="125"/>
                </a:cxn>
                <a:cxn ang="0">
                  <a:pos x="559" y="100"/>
                </a:cxn>
                <a:cxn ang="0">
                  <a:pos x="1128" y="29"/>
                </a:cxn>
                <a:cxn ang="0">
                  <a:pos x="1716" y="275"/>
                </a:cxn>
                <a:cxn ang="0">
                  <a:pos x="1596" y="827"/>
                </a:cxn>
                <a:cxn ang="0">
                  <a:pos x="1380" y="911"/>
                </a:cxn>
                <a:cxn ang="0">
                  <a:pos x="840" y="929"/>
                </a:cxn>
                <a:cxn ang="0">
                  <a:pos x="414" y="911"/>
                </a:cxn>
                <a:cxn ang="0">
                  <a:pos x="143" y="832"/>
                </a:cxn>
                <a:cxn ang="0">
                  <a:pos x="6" y="483"/>
                </a:cxn>
              </a:cxnLst>
              <a:rect l="txL" t="txT" r="txR" b="txB"/>
              <a:pathLst>
                <a:path w="1794" h="933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66CC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8450" name="组合 446472"/>
            <p:cNvGrpSpPr/>
            <p:nvPr/>
          </p:nvGrpSpPr>
          <p:grpSpPr>
            <a:xfrm>
              <a:off x="1141" y="1750"/>
              <a:ext cx="316" cy="147"/>
              <a:chOff x="3600" y="219"/>
              <a:chExt cx="360" cy="175"/>
            </a:xfrm>
          </p:grpSpPr>
          <p:sp>
            <p:nvSpPr>
              <p:cNvPr id="18516" name="椭圆 446473"/>
              <p:cNvSpPr/>
              <p:nvPr/>
            </p:nvSpPr>
            <p:spPr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8517" name="直接连接符 446474"/>
              <p:cNvSpPr/>
              <p:nvPr/>
            </p:nvSpPr>
            <p:spPr>
              <a:xfrm>
                <a:off x="3603" y="289"/>
                <a:ext cx="0" cy="6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518" name="直接连接符 446475"/>
              <p:cNvSpPr/>
              <p:nvPr/>
            </p:nvSpPr>
            <p:spPr>
              <a:xfrm>
                <a:off x="3960" y="289"/>
                <a:ext cx="0" cy="6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519" name="矩形 446476"/>
              <p:cNvSpPr/>
              <p:nvPr/>
            </p:nvSpPr>
            <p:spPr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8520" name="椭圆 446477"/>
              <p:cNvSpPr/>
              <p:nvPr/>
            </p:nvSpPr>
            <p:spPr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8521" name="组合 446478"/>
              <p:cNvGrpSpPr/>
              <p:nvPr/>
            </p:nvGrpSpPr>
            <p:grpSpPr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8526" name="直接连接符 446479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8527" name="直接连接符 446480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8528" name="直接连接符 446481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8522" name="组合 446482"/>
              <p:cNvGrpSpPr/>
              <p:nvPr/>
            </p:nvGrpSpPr>
            <p:grpSpPr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8523" name="直接连接符 446483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8524" name="直接连接符 446484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8525" name="直接连接符 446485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18451" name="组合 446486"/>
            <p:cNvGrpSpPr/>
            <p:nvPr/>
          </p:nvGrpSpPr>
          <p:grpSpPr>
            <a:xfrm>
              <a:off x="1128" y="2135"/>
              <a:ext cx="316" cy="147"/>
              <a:chOff x="3600" y="219"/>
              <a:chExt cx="360" cy="175"/>
            </a:xfrm>
          </p:grpSpPr>
          <p:sp>
            <p:nvSpPr>
              <p:cNvPr id="18503" name="椭圆 446487"/>
              <p:cNvSpPr/>
              <p:nvPr/>
            </p:nvSpPr>
            <p:spPr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8504" name="直接连接符 446488"/>
              <p:cNvSpPr/>
              <p:nvPr/>
            </p:nvSpPr>
            <p:spPr>
              <a:xfrm>
                <a:off x="3603" y="289"/>
                <a:ext cx="0" cy="6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505" name="直接连接符 446489"/>
              <p:cNvSpPr/>
              <p:nvPr/>
            </p:nvSpPr>
            <p:spPr>
              <a:xfrm>
                <a:off x="3960" y="289"/>
                <a:ext cx="0" cy="6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506" name="矩形 446490"/>
              <p:cNvSpPr/>
              <p:nvPr/>
            </p:nvSpPr>
            <p:spPr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8507" name="椭圆 446491"/>
              <p:cNvSpPr/>
              <p:nvPr/>
            </p:nvSpPr>
            <p:spPr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8508" name="组合 446492"/>
              <p:cNvGrpSpPr/>
              <p:nvPr/>
            </p:nvGrpSpPr>
            <p:grpSpPr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8513" name="直接连接符 446493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8514" name="直接连接符 446494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8515" name="直接连接符 446495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8509" name="组合 446496"/>
              <p:cNvGrpSpPr/>
              <p:nvPr/>
            </p:nvGrpSpPr>
            <p:grpSpPr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8510" name="直接连接符 446497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8511" name="直接连接符 446498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8512" name="直接连接符 446499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18452" name="组合 446500"/>
            <p:cNvGrpSpPr/>
            <p:nvPr/>
          </p:nvGrpSpPr>
          <p:grpSpPr>
            <a:xfrm>
              <a:off x="1966" y="1761"/>
              <a:ext cx="316" cy="147"/>
              <a:chOff x="3600" y="219"/>
              <a:chExt cx="360" cy="175"/>
            </a:xfrm>
          </p:grpSpPr>
          <p:sp>
            <p:nvSpPr>
              <p:cNvPr id="18490" name="椭圆 446501"/>
              <p:cNvSpPr/>
              <p:nvPr/>
            </p:nvSpPr>
            <p:spPr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8491" name="直接连接符 446502"/>
              <p:cNvSpPr/>
              <p:nvPr/>
            </p:nvSpPr>
            <p:spPr>
              <a:xfrm>
                <a:off x="3603" y="289"/>
                <a:ext cx="0" cy="6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492" name="直接连接符 446503"/>
              <p:cNvSpPr/>
              <p:nvPr/>
            </p:nvSpPr>
            <p:spPr>
              <a:xfrm>
                <a:off x="3960" y="289"/>
                <a:ext cx="0" cy="6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493" name="矩形 446504"/>
              <p:cNvSpPr/>
              <p:nvPr/>
            </p:nvSpPr>
            <p:spPr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8494" name="椭圆 446505"/>
              <p:cNvSpPr/>
              <p:nvPr/>
            </p:nvSpPr>
            <p:spPr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8495" name="组合 446506"/>
              <p:cNvGrpSpPr/>
              <p:nvPr/>
            </p:nvGrpSpPr>
            <p:grpSpPr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8500" name="直接连接符 446507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8501" name="直接连接符 446508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8502" name="直接连接符 446509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8496" name="组合 446510"/>
              <p:cNvGrpSpPr/>
              <p:nvPr/>
            </p:nvGrpSpPr>
            <p:grpSpPr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8497" name="直接连接符 446511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8498" name="直接连接符 446512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8499" name="直接连接符 446513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18453" name="组合 446528"/>
            <p:cNvGrpSpPr/>
            <p:nvPr/>
          </p:nvGrpSpPr>
          <p:grpSpPr>
            <a:xfrm>
              <a:off x="1920" y="2115"/>
              <a:ext cx="316" cy="147"/>
              <a:chOff x="3600" y="219"/>
              <a:chExt cx="360" cy="175"/>
            </a:xfrm>
          </p:grpSpPr>
          <p:sp>
            <p:nvSpPr>
              <p:cNvPr id="18477" name="椭圆 446529"/>
              <p:cNvSpPr/>
              <p:nvPr/>
            </p:nvSpPr>
            <p:spPr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8478" name="直接连接符 446530"/>
              <p:cNvSpPr/>
              <p:nvPr/>
            </p:nvSpPr>
            <p:spPr>
              <a:xfrm>
                <a:off x="3603" y="289"/>
                <a:ext cx="0" cy="6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479" name="直接连接符 446531"/>
              <p:cNvSpPr/>
              <p:nvPr/>
            </p:nvSpPr>
            <p:spPr>
              <a:xfrm>
                <a:off x="3960" y="289"/>
                <a:ext cx="0" cy="6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480" name="矩形 446532"/>
              <p:cNvSpPr/>
              <p:nvPr/>
            </p:nvSpPr>
            <p:spPr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8481" name="椭圆 446533"/>
              <p:cNvSpPr/>
              <p:nvPr/>
            </p:nvSpPr>
            <p:spPr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8482" name="组合 446534"/>
              <p:cNvGrpSpPr/>
              <p:nvPr/>
            </p:nvGrpSpPr>
            <p:grpSpPr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8487" name="直接连接符 446535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8488" name="直接连接符 446536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8489" name="直接连接符 446537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8483" name="组合 446538"/>
              <p:cNvGrpSpPr/>
              <p:nvPr/>
            </p:nvGrpSpPr>
            <p:grpSpPr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8484" name="直接连接符 446539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8485" name="直接连接符 446540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8486" name="直接连接符 446541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18454" name="直接连接符 446578"/>
            <p:cNvSpPr/>
            <p:nvPr/>
          </p:nvSpPr>
          <p:spPr>
            <a:xfrm>
              <a:off x="1282" y="1906"/>
              <a:ext cx="0" cy="2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5" name="直接连接符 446580"/>
            <p:cNvSpPr/>
            <p:nvPr/>
          </p:nvSpPr>
          <p:spPr>
            <a:xfrm>
              <a:off x="1468" y="1825"/>
              <a:ext cx="50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6" name="直接连接符 446581"/>
            <p:cNvSpPr/>
            <p:nvPr/>
          </p:nvSpPr>
          <p:spPr>
            <a:xfrm>
              <a:off x="1428" y="2223"/>
              <a:ext cx="51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7" name="直接连接符 446582"/>
            <p:cNvSpPr/>
            <p:nvPr/>
          </p:nvSpPr>
          <p:spPr>
            <a:xfrm>
              <a:off x="2109" y="1898"/>
              <a:ext cx="0" cy="2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8" name="直接连接符 446583"/>
            <p:cNvSpPr/>
            <p:nvPr/>
          </p:nvSpPr>
          <p:spPr>
            <a:xfrm>
              <a:off x="779" y="1833"/>
              <a:ext cx="34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9" name="直接连接符 446584"/>
            <p:cNvSpPr/>
            <p:nvPr/>
          </p:nvSpPr>
          <p:spPr>
            <a:xfrm>
              <a:off x="2272" y="1833"/>
              <a:ext cx="47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60" name="直接连接符 446585"/>
            <p:cNvSpPr/>
            <p:nvPr/>
          </p:nvSpPr>
          <p:spPr>
            <a:xfrm>
              <a:off x="2239" y="2223"/>
              <a:ext cx="236" cy="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61" name="直接连接符 446586"/>
            <p:cNvSpPr/>
            <p:nvPr/>
          </p:nvSpPr>
          <p:spPr>
            <a:xfrm>
              <a:off x="998" y="2231"/>
              <a:ext cx="13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18462" name="对象 446587"/>
            <p:cNvGraphicFramePr>
              <a:graphicFrameLocks noChangeAspect="1"/>
            </p:cNvGraphicFramePr>
            <p:nvPr/>
          </p:nvGraphicFramePr>
          <p:xfrm>
            <a:off x="487" y="1694"/>
            <a:ext cx="333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" r:id="rId1" imgW="1307465" imgH="1083945" progId="MS_ClipArt_Gallery.2">
                    <p:embed/>
                  </p:oleObj>
                </mc:Choice>
                <mc:Fallback>
                  <p:oleObj name="" r:id="rId1" imgW="1307465" imgH="1083945" progId="MS_ClipArt_Gallery.2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87" y="1694"/>
                          <a:ext cx="333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3" name="对象 446588"/>
            <p:cNvGraphicFramePr>
              <a:graphicFrameLocks noChangeAspect="1"/>
            </p:cNvGraphicFramePr>
            <p:nvPr/>
          </p:nvGraphicFramePr>
          <p:xfrm>
            <a:off x="2710" y="1694"/>
            <a:ext cx="333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" r:id="rId3" imgW="1307465" imgH="1083945" progId="MS_ClipArt_Gallery.2">
                    <p:embed/>
                  </p:oleObj>
                </mc:Choice>
                <mc:Fallback>
                  <p:oleObj name="" r:id="rId3" imgW="1307465" imgH="1083945" progId="MS_ClipArt_Gallery.2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710" y="1694"/>
                          <a:ext cx="333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64" name="直接连接符 446589"/>
            <p:cNvSpPr/>
            <p:nvPr/>
          </p:nvSpPr>
          <p:spPr>
            <a:xfrm>
              <a:off x="836" y="1777"/>
              <a:ext cx="259" cy="0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65" name="直接连接符 446590"/>
            <p:cNvSpPr/>
            <p:nvPr/>
          </p:nvSpPr>
          <p:spPr>
            <a:xfrm>
              <a:off x="2288" y="1784"/>
              <a:ext cx="421" cy="0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66" name="直接连接符 446591"/>
            <p:cNvSpPr/>
            <p:nvPr/>
          </p:nvSpPr>
          <p:spPr>
            <a:xfrm>
              <a:off x="1508" y="1776"/>
              <a:ext cx="429" cy="0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67" name="文本框 446592"/>
            <p:cNvSpPr txBox="1"/>
            <p:nvPr/>
          </p:nvSpPr>
          <p:spPr>
            <a:xfrm>
              <a:off x="890" y="1609"/>
              <a:ext cx="235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solidFill>
                    <a:srgbClr val="FF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12</a:t>
              </a:r>
              <a:endParaRPr lang="en-US" altLang="zh-CN" sz="1400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8468" name="文本框 446593"/>
            <p:cNvSpPr txBox="1"/>
            <p:nvPr/>
          </p:nvSpPr>
          <p:spPr>
            <a:xfrm>
              <a:off x="1621" y="1561"/>
              <a:ext cx="254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solidFill>
                    <a:srgbClr val="FF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22</a:t>
              </a:r>
              <a:endParaRPr lang="en-US" altLang="zh-CN" sz="1400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8469" name="文本框 446594"/>
            <p:cNvSpPr txBox="1"/>
            <p:nvPr/>
          </p:nvSpPr>
          <p:spPr>
            <a:xfrm>
              <a:off x="2351" y="1585"/>
              <a:ext cx="254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solidFill>
                    <a:srgbClr val="FF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32</a:t>
              </a:r>
              <a:endParaRPr lang="en-US" altLang="zh-CN" sz="1400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8470" name="文本框 446595"/>
            <p:cNvSpPr txBox="1"/>
            <p:nvPr/>
          </p:nvSpPr>
          <p:spPr>
            <a:xfrm>
              <a:off x="996" y="1805"/>
              <a:ext cx="175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1</a:t>
              </a:r>
              <a:endPara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8471" name="文本框 446596"/>
            <p:cNvSpPr txBox="1"/>
            <p:nvPr/>
          </p:nvSpPr>
          <p:spPr>
            <a:xfrm>
              <a:off x="1240" y="1877"/>
              <a:ext cx="195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2</a:t>
              </a:r>
              <a:endPara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8472" name="文本框 446597"/>
            <p:cNvSpPr txBox="1"/>
            <p:nvPr/>
          </p:nvSpPr>
          <p:spPr>
            <a:xfrm>
              <a:off x="1435" y="1780"/>
              <a:ext cx="195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3</a:t>
              </a:r>
              <a:endPara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8473" name="文本框 446598"/>
            <p:cNvSpPr txBox="1"/>
            <p:nvPr/>
          </p:nvSpPr>
          <p:spPr>
            <a:xfrm>
              <a:off x="478" y="1147"/>
              <a:ext cx="842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rgbClr val="FF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VC number</a:t>
              </a:r>
              <a:endParaRPr lang="en-US" altLang="zh-CN" sz="1800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8474" name="直接连接符 446600"/>
            <p:cNvSpPr/>
            <p:nvPr/>
          </p:nvSpPr>
          <p:spPr>
            <a:xfrm>
              <a:off x="794" y="1356"/>
              <a:ext cx="147" cy="259"/>
            </a:xfrm>
            <a:prstGeom prst="line">
              <a:avLst/>
            </a:prstGeom>
            <a:ln w="9525" cap="flat" cmpd="sng">
              <a:solidFill>
                <a:srgbClr val="FF66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8475" name="文本框 446601"/>
            <p:cNvSpPr txBox="1"/>
            <p:nvPr/>
          </p:nvSpPr>
          <p:spPr>
            <a:xfrm>
              <a:off x="235" y="2268"/>
              <a:ext cx="753" cy="4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interface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number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8476" name="直接连接符 446602"/>
            <p:cNvSpPr/>
            <p:nvPr/>
          </p:nvSpPr>
          <p:spPr>
            <a:xfrm flipV="1">
              <a:off x="738" y="1996"/>
              <a:ext cx="292" cy="2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8438" name="组合 446613"/>
          <p:cNvGrpSpPr/>
          <p:nvPr/>
        </p:nvGrpSpPr>
        <p:grpSpPr>
          <a:xfrm>
            <a:off x="650875" y="3233738"/>
            <a:ext cx="10702925" cy="2233612"/>
            <a:chOff x="269" y="2422"/>
            <a:chExt cx="6742" cy="1407"/>
          </a:xfrm>
        </p:grpSpPr>
        <p:sp>
          <p:nvSpPr>
            <p:cNvPr id="18442" name="直接连接符 446605"/>
            <p:cNvSpPr/>
            <p:nvPr/>
          </p:nvSpPr>
          <p:spPr>
            <a:xfrm>
              <a:off x="269" y="2653"/>
              <a:ext cx="5297" cy="16"/>
            </a:xfrm>
            <a:prstGeom prst="line">
              <a:avLst/>
            </a:prstGeom>
            <a:ln w="254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43" name="文本框 446606"/>
            <p:cNvSpPr txBox="1"/>
            <p:nvPr/>
          </p:nvSpPr>
          <p:spPr>
            <a:xfrm>
              <a:off x="374" y="2422"/>
              <a:ext cx="5066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Incoming interface    Incoming VC #     Outgoing interface    Outgoing VC #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8444" name="直接连接符 446608"/>
            <p:cNvSpPr/>
            <p:nvPr/>
          </p:nvSpPr>
          <p:spPr>
            <a:xfrm>
              <a:off x="1785" y="2450"/>
              <a:ext cx="0" cy="1339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45" name="直接连接符 446609"/>
            <p:cNvSpPr/>
            <p:nvPr/>
          </p:nvSpPr>
          <p:spPr>
            <a:xfrm>
              <a:off x="2985" y="2474"/>
              <a:ext cx="0" cy="1331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46" name="直接连接符 446610"/>
            <p:cNvSpPr/>
            <p:nvPr/>
          </p:nvSpPr>
          <p:spPr>
            <a:xfrm>
              <a:off x="4438" y="2450"/>
              <a:ext cx="0" cy="1379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47" name="文本框 446611"/>
            <p:cNvSpPr txBox="1"/>
            <p:nvPr/>
          </p:nvSpPr>
          <p:spPr>
            <a:xfrm>
              <a:off x="467" y="2781"/>
              <a:ext cx="6544" cy="10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457200" lvl="0" indent="-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1                          12                3                22</a:t>
              </a:r>
              <a:endPara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457200" lvl="0" indent="-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2                          63                1                 18 </a:t>
              </a:r>
              <a:endPara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457200" lvl="0" indent="-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3                          7                 2                 17</a:t>
              </a:r>
              <a:endPara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457200" lvl="0" indent="-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1                          97               3                  87</a:t>
              </a:r>
              <a:endPara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457200" lvl="0" indent="-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…                          …                                …                            …</a:t>
              </a:r>
              <a:endPara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8448" name="文本框 446612"/>
            <p:cNvSpPr txBox="1"/>
            <p:nvPr/>
          </p:nvSpPr>
          <p:spPr>
            <a:xfrm>
              <a:off x="876" y="3014"/>
              <a:ext cx="116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18439" name="文本框 446614"/>
          <p:cNvSpPr txBox="1"/>
          <p:nvPr/>
        </p:nvSpPr>
        <p:spPr>
          <a:xfrm>
            <a:off x="1436688" y="1536700"/>
            <a:ext cx="3073400" cy="8302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Forwarding table in</a:t>
            </a:r>
            <a:endParaRPr lang="en-US" altLang="zh-CN" sz="2400" b="1" dirty="0">
              <a:solidFill>
                <a:srgbClr val="FF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northwest router:</a:t>
            </a:r>
            <a:endParaRPr lang="en-US" altLang="zh-CN" sz="2400" b="1" dirty="0">
              <a:solidFill>
                <a:srgbClr val="FF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8440" name="文本框 446615"/>
          <p:cNvSpPr txBox="1"/>
          <p:nvPr/>
        </p:nvSpPr>
        <p:spPr>
          <a:xfrm>
            <a:off x="2355850" y="5683250"/>
            <a:ext cx="7134225" cy="461963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Routers maintain connection state information!</a:t>
            </a:r>
            <a:endParaRPr lang="en-US" altLang="zh-CN" sz="2400" b="1" dirty="0">
              <a:solidFill>
                <a:srgbClr val="FF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10628313" y="180975"/>
            <a:ext cx="1411288" cy="47783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补充内容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标题 110593"/>
          <p:cNvSpPr>
            <a:spLocks noGrp="1"/>
          </p:cNvSpPr>
          <p:nvPr>
            <p:ph type="title"/>
          </p:nvPr>
        </p:nvSpPr>
        <p:spPr>
          <a:xfrm>
            <a:off x="711200" y="228600"/>
            <a:ext cx="10363200" cy="1196975"/>
          </a:xfrm>
          <a:ln/>
        </p:spPr>
        <p:txBody>
          <a:bodyPr vert="horz" wrap="square" lIns="91440" tIns="45720" rIns="91440" bIns="45720" anchor="ctr" anchorCtr="0"/>
          <a:p>
            <a:r>
              <a:rPr lang="en-US" altLang="zh-CN" sz="3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Virtual circuits: signaling protocols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9459" name="文本占位符 110594"/>
          <p:cNvSpPr>
            <a:spLocks noGrp="1"/>
          </p:cNvSpPr>
          <p:nvPr>
            <p:ph idx="1"/>
          </p:nvPr>
        </p:nvSpPr>
        <p:spPr>
          <a:xfrm>
            <a:off x="919163" y="1395413"/>
            <a:ext cx="10144125" cy="4351337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used to setup, maintain  teardown VC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used in ATM, frame-relay, X.25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not used in today’s Internet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9460" name="页脚占位符 1"/>
          <p:cNvSpPr txBox="1">
            <a:spLocks noGrp="1"/>
          </p:cNvSpPr>
          <p:nvPr>
            <p:ph type="ftr" sz="quarter" idx="3"/>
          </p:nvPr>
        </p:nvSpPr>
        <p:spPr>
          <a:ln>
            <a:noFill/>
          </a:ln>
        </p:spPr>
        <p:txBody>
          <a:bodyPr/>
          <a:p>
            <a:pPr mar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</a:t>
            </a:r>
            <a:endParaRPr lang="en-US" altLang="zh-CN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9461" name="灯片编号占位符 2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9462" name="任意多边形 110598"/>
          <p:cNvSpPr/>
          <p:nvPr/>
        </p:nvSpPr>
        <p:spPr>
          <a:xfrm>
            <a:off x="4895850" y="4605338"/>
            <a:ext cx="2847975" cy="1481137"/>
          </a:xfrm>
          <a:custGeom>
            <a:avLst/>
            <a:gdLst>
              <a:gd name="txL" fmla="*/ 0 w 1794"/>
              <a:gd name="txT" fmla="*/ 0 h 933"/>
              <a:gd name="txR" fmla="*/ 1794 w 1794"/>
              <a:gd name="txB" fmla="*/ 933 h 933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9463" name="直接连接符 110692"/>
          <p:cNvSpPr/>
          <p:nvPr/>
        </p:nvSpPr>
        <p:spPr>
          <a:xfrm rot="5400000" flipV="1">
            <a:off x="4249738" y="4348163"/>
            <a:ext cx="6350" cy="15779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4" name="任意多边形 110698"/>
          <p:cNvSpPr/>
          <p:nvPr/>
        </p:nvSpPr>
        <p:spPr>
          <a:xfrm>
            <a:off x="5534025" y="4899025"/>
            <a:ext cx="542925" cy="295275"/>
          </a:xfrm>
          <a:custGeom>
            <a:avLst/>
            <a:gdLst>
              <a:gd name="txL" fmla="*/ 0 w 342"/>
              <a:gd name="txT" fmla="*/ 0 h 186"/>
              <a:gd name="txR" fmla="*/ 342 w 342"/>
              <a:gd name="txB" fmla="*/ 186 h 186"/>
            </a:gdLst>
            <a:ahLst/>
            <a:cxnLst>
              <a:cxn ang="0">
                <a:pos x="0" y="2147483646"/>
              </a:cxn>
              <a:cxn ang="0">
                <a:pos x="2147483646" y="0"/>
              </a:cxn>
            </a:cxnLst>
            <a:rect l="txL" t="txT" r="txR" b="txB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19465" name="组合 110702"/>
          <p:cNvGrpSpPr/>
          <p:nvPr/>
        </p:nvGrpSpPr>
        <p:grpSpPr>
          <a:xfrm>
            <a:off x="5040313" y="5073650"/>
            <a:ext cx="501650" cy="233363"/>
            <a:chOff x="3600" y="219"/>
            <a:chExt cx="360" cy="175"/>
          </a:xfrm>
        </p:grpSpPr>
        <p:sp>
          <p:nvSpPr>
            <p:cNvPr id="19618" name="椭圆 110703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9619" name="直接连接符 110704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620" name="直接连接符 110705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621" name="矩形 110706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9622" name="椭圆 110707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9623" name="组合 110708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9628" name="直接连接符 110709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629" name="直接连接符 110710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630" name="直接连接符 110711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9624" name="组合 110712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9625" name="直接连接符 110713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626" name="直接连接符 110714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627" name="直接连接符 110715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9466" name="组合 110716"/>
          <p:cNvGrpSpPr/>
          <p:nvPr/>
        </p:nvGrpSpPr>
        <p:grpSpPr>
          <a:xfrm>
            <a:off x="5392738" y="5711825"/>
            <a:ext cx="501650" cy="233363"/>
            <a:chOff x="3600" y="219"/>
            <a:chExt cx="360" cy="175"/>
          </a:xfrm>
        </p:grpSpPr>
        <p:sp>
          <p:nvSpPr>
            <p:cNvPr id="19605" name="椭圆 110717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9606" name="直接连接符 110718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607" name="直接连接符 110719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608" name="矩形 110720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9609" name="椭圆 110721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9610" name="组合 110722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9615" name="直接连接符 110723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616" name="直接连接符 110724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617" name="直接连接符 110725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9611" name="组合 110726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9612" name="直接连接符 110727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613" name="直接连接符 110728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614" name="直接连接符 110729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9467" name="组合 110730"/>
          <p:cNvGrpSpPr/>
          <p:nvPr/>
        </p:nvGrpSpPr>
        <p:grpSpPr>
          <a:xfrm>
            <a:off x="6067425" y="4768850"/>
            <a:ext cx="501650" cy="233363"/>
            <a:chOff x="3600" y="219"/>
            <a:chExt cx="360" cy="175"/>
          </a:xfrm>
        </p:grpSpPr>
        <p:sp>
          <p:nvSpPr>
            <p:cNvPr id="19592" name="椭圆 110731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9593" name="直接连接符 110732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94" name="直接连接符 110733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95" name="矩形 110734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9596" name="椭圆 110735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9597" name="组合 110736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9602" name="直接连接符 110737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603" name="直接连接符 110738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604" name="直接连接符 110739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9598" name="组合 110740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9599" name="直接连接符 110741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600" name="直接连接符 110742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601" name="直接连接符 110743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9468" name="组合 110744"/>
          <p:cNvGrpSpPr/>
          <p:nvPr/>
        </p:nvGrpSpPr>
        <p:grpSpPr>
          <a:xfrm>
            <a:off x="5989638" y="5434013"/>
            <a:ext cx="500062" cy="233362"/>
            <a:chOff x="3600" y="219"/>
            <a:chExt cx="360" cy="175"/>
          </a:xfrm>
        </p:grpSpPr>
        <p:sp>
          <p:nvSpPr>
            <p:cNvPr id="19579" name="椭圆 110745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9580" name="直接连接符 110746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81" name="直接连接符 110747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82" name="矩形 110748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9583" name="椭圆 110749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9584" name="组合 110750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9589" name="直接连接符 110751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90" name="直接连接符 110752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91" name="直接连接符 110753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9585" name="组合 110754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9586" name="直接连接符 110755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87" name="直接连接符 110756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88" name="直接连接符 110757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9469" name="组合 110758"/>
          <p:cNvGrpSpPr/>
          <p:nvPr/>
        </p:nvGrpSpPr>
        <p:grpSpPr>
          <a:xfrm>
            <a:off x="6624638" y="5730875"/>
            <a:ext cx="501650" cy="233363"/>
            <a:chOff x="3600" y="219"/>
            <a:chExt cx="360" cy="175"/>
          </a:xfrm>
        </p:grpSpPr>
        <p:sp>
          <p:nvSpPr>
            <p:cNvPr id="19566" name="椭圆 110759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9567" name="直接连接符 110760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68" name="直接连接符 110761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69" name="矩形 110762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9570" name="椭圆 110763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9571" name="组合 110764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9576" name="直接连接符 110765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77" name="直接连接符 110766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78" name="直接连接符 110767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9572" name="组合 110768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9573" name="直接连接符 110769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74" name="直接连接符 110770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75" name="直接连接符 110771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9470" name="组合 110800"/>
          <p:cNvGrpSpPr/>
          <p:nvPr/>
        </p:nvGrpSpPr>
        <p:grpSpPr>
          <a:xfrm>
            <a:off x="7069138" y="5075238"/>
            <a:ext cx="501650" cy="233362"/>
            <a:chOff x="3600" y="219"/>
            <a:chExt cx="360" cy="175"/>
          </a:xfrm>
        </p:grpSpPr>
        <p:sp>
          <p:nvSpPr>
            <p:cNvPr id="19553" name="椭圆 110801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9554" name="直接连接符 110802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55" name="直接连接符 110803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56" name="矩形 110804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9557" name="椭圆 110805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9558" name="组合 110806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9563" name="直接连接符 110807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64" name="直接连接符 110808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65" name="直接连接符 110809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9559" name="组合 110810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9560" name="直接连接符 110811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61" name="直接连接符 110812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62" name="直接连接符 110813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9471" name="组合 111018"/>
          <p:cNvGrpSpPr/>
          <p:nvPr/>
        </p:nvGrpSpPr>
        <p:grpSpPr>
          <a:xfrm>
            <a:off x="2022475" y="3268663"/>
            <a:ext cx="1566863" cy="1998662"/>
            <a:chOff x="2366" y="929"/>
            <a:chExt cx="987" cy="1259"/>
          </a:xfrm>
        </p:grpSpPr>
        <p:graphicFrame>
          <p:nvGraphicFramePr>
            <p:cNvPr id="19543" name="对象 110640"/>
            <p:cNvGraphicFramePr>
              <a:graphicFrameLocks noChangeAspect="1"/>
            </p:cNvGraphicFramePr>
            <p:nvPr/>
          </p:nvGraphicFramePr>
          <p:xfrm>
            <a:off x="2741" y="929"/>
            <a:ext cx="333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" r:id="rId1" imgW="1307465" imgH="1083945" progId="MS_ClipArt_Gallery.2">
                    <p:embed/>
                  </p:oleObj>
                </mc:Choice>
                <mc:Fallback>
                  <p:oleObj name="" r:id="rId1" imgW="1307465" imgH="1083945" progId="MS_ClipArt_Gallery.2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741" y="929"/>
                          <a:ext cx="333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9544" name="组合 110993"/>
            <p:cNvGrpSpPr/>
            <p:nvPr/>
          </p:nvGrpSpPr>
          <p:grpSpPr>
            <a:xfrm>
              <a:off x="2366" y="1143"/>
              <a:ext cx="987" cy="1045"/>
              <a:chOff x="2956" y="969"/>
              <a:chExt cx="513" cy="534"/>
            </a:xfrm>
          </p:grpSpPr>
          <p:sp>
            <p:nvSpPr>
              <p:cNvPr id="19545" name="矩形 110994"/>
              <p:cNvSpPr/>
              <p:nvPr/>
            </p:nvSpPr>
            <p:spPr>
              <a:xfrm>
                <a:off x="3018" y="969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9546" name="矩形 110995"/>
              <p:cNvSpPr/>
              <p:nvPr/>
            </p:nvSpPr>
            <p:spPr>
              <a:xfrm>
                <a:off x="2997" y="984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9547" name="矩形 110996"/>
              <p:cNvSpPr/>
              <p:nvPr/>
            </p:nvSpPr>
            <p:spPr>
              <a:xfrm>
                <a:off x="3000" y="1185"/>
                <a:ext cx="432" cy="108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9548" name="文本框 110997"/>
              <p:cNvSpPr txBox="1"/>
              <p:nvPr/>
            </p:nvSpPr>
            <p:spPr>
              <a:xfrm>
                <a:off x="2956" y="978"/>
                <a:ext cx="513" cy="5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application</a:t>
                </a:r>
                <a:endParaRPr lang="en-US" altLang="zh-CN" sz="2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transport</a:t>
                </a:r>
                <a:endParaRPr lang="en-US" altLang="zh-CN" sz="2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network</a:t>
                </a:r>
                <a:endParaRPr lang="en-US" altLang="zh-CN" sz="2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data link</a:t>
                </a:r>
                <a:endParaRPr lang="en-US" altLang="zh-CN" sz="2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physical</a:t>
                </a:r>
                <a:endParaRPr lang="en-US" altLang="zh-CN" sz="2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9549" name="直接连接符 110998"/>
              <p:cNvSpPr/>
              <p:nvPr/>
            </p:nvSpPr>
            <p:spPr>
              <a:xfrm>
                <a:off x="2997" y="1194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50" name="直接连接符 110999"/>
              <p:cNvSpPr/>
              <p:nvPr/>
            </p:nvSpPr>
            <p:spPr>
              <a:xfrm>
                <a:off x="3003" y="1290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51" name="直接连接符 111000"/>
              <p:cNvSpPr/>
              <p:nvPr/>
            </p:nvSpPr>
            <p:spPr>
              <a:xfrm>
                <a:off x="3003" y="1374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52" name="直接连接符 111001"/>
              <p:cNvSpPr/>
              <p:nvPr/>
            </p:nvSpPr>
            <p:spPr>
              <a:xfrm>
                <a:off x="3003" y="1092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19472" name="任意多边形 111011"/>
          <p:cNvSpPr/>
          <p:nvPr/>
        </p:nvSpPr>
        <p:spPr>
          <a:xfrm>
            <a:off x="6575425" y="4892675"/>
            <a:ext cx="504825" cy="307975"/>
          </a:xfrm>
          <a:custGeom>
            <a:avLst/>
            <a:gdLst>
              <a:gd name="txL" fmla="*/ 0 w 318"/>
              <a:gd name="txT" fmla="*/ 0 h 194"/>
              <a:gd name="txR" fmla="*/ 318 w 318"/>
              <a:gd name="txB" fmla="*/ 194 h 194"/>
            </a:gdLst>
            <a:ahLst/>
            <a:cxnLst>
              <a:cxn ang="0">
                <a:pos x="0" y="0"/>
              </a:cxn>
              <a:cxn ang="0">
                <a:pos x="2147483646" y="2147483646"/>
              </a:cxn>
            </a:cxnLst>
            <a:rect l="txL" t="txT" r="txR" b="txB"/>
            <a:pathLst>
              <a:path w="318" h="194">
                <a:moveTo>
                  <a:pt x="0" y="0"/>
                </a:moveTo>
                <a:lnTo>
                  <a:pt x="318" y="194"/>
                </a:lnTo>
              </a:path>
            </a:pathLst>
          </a:cu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9473" name="任意多边形 111012"/>
          <p:cNvSpPr/>
          <p:nvPr/>
        </p:nvSpPr>
        <p:spPr>
          <a:xfrm>
            <a:off x="5510213" y="5284788"/>
            <a:ext cx="481012" cy="238125"/>
          </a:xfrm>
          <a:custGeom>
            <a:avLst/>
            <a:gdLst>
              <a:gd name="txL" fmla="*/ 0 w 294"/>
              <a:gd name="txT" fmla="*/ 0 h 174"/>
              <a:gd name="txR" fmla="*/ 294 w 294"/>
              <a:gd name="txB" fmla="*/ 174 h 174"/>
            </a:gdLst>
            <a:ahLst/>
            <a:cxnLst>
              <a:cxn ang="0">
                <a:pos x="0" y="0"/>
              </a:cxn>
              <a:cxn ang="0">
                <a:pos x="2147483646" y="2147483646"/>
              </a:cxn>
            </a:cxnLst>
            <a:rect l="txL" t="txT" r="txR" b="txB"/>
            <a:pathLst>
              <a:path w="294" h="174">
                <a:moveTo>
                  <a:pt x="0" y="0"/>
                </a:moveTo>
                <a:lnTo>
                  <a:pt x="294" y="174"/>
                </a:lnTo>
              </a:path>
            </a:pathLst>
          </a:cu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9474" name="任意多边形 111013"/>
          <p:cNvSpPr/>
          <p:nvPr/>
        </p:nvSpPr>
        <p:spPr>
          <a:xfrm>
            <a:off x="6457950" y="5260975"/>
            <a:ext cx="628650" cy="247650"/>
          </a:xfrm>
          <a:custGeom>
            <a:avLst/>
            <a:gdLst>
              <a:gd name="txL" fmla="*/ 0 w 378"/>
              <a:gd name="txT" fmla="*/ 0 h 174"/>
              <a:gd name="txR" fmla="*/ 378 w 378"/>
              <a:gd name="txB" fmla="*/ 174 h 174"/>
            </a:gdLst>
            <a:ahLst/>
            <a:cxnLst>
              <a:cxn ang="0">
                <a:pos x="0" y="2147483646"/>
              </a:cxn>
              <a:cxn ang="0">
                <a:pos x="2147483646" y="0"/>
              </a:cxn>
            </a:cxnLst>
            <a:rect l="txL" t="txT" r="txR" b="txB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9475" name="任意多边形 111014"/>
          <p:cNvSpPr/>
          <p:nvPr/>
        </p:nvSpPr>
        <p:spPr>
          <a:xfrm>
            <a:off x="7124700" y="5314950"/>
            <a:ext cx="206375" cy="508000"/>
          </a:xfrm>
          <a:custGeom>
            <a:avLst/>
            <a:gdLst>
              <a:gd name="txL" fmla="*/ 0 w 118"/>
              <a:gd name="txT" fmla="*/ 0 h 500"/>
              <a:gd name="txR" fmla="*/ 118 w 118"/>
              <a:gd name="txB" fmla="*/ 500 h 500"/>
            </a:gdLst>
            <a:ahLst/>
            <a:cxnLst>
              <a:cxn ang="0">
                <a:pos x="0" y="2147483646"/>
              </a:cxn>
              <a:cxn ang="0">
                <a:pos x="2147483646" y="0"/>
              </a:cxn>
            </a:cxnLst>
            <a:rect l="txL" t="txT" r="txR" b="txB"/>
            <a:pathLst>
              <a:path w="118" h="500">
                <a:moveTo>
                  <a:pt x="0" y="500"/>
                </a:moveTo>
                <a:lnTo>
                  <a:pt x="118" y="0"/>
                </a:lnTo>
              </a:path>
            </a:pathLst>
          </a:cu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9476" name="任意多边形 111015"/>
          <p:cNvSpPr/>
          <p:nvPr/>
        </p:nvSpPr>
        <p:spPr>
          <a:xfrm>
            <a:off x="5889625" y="5848350"/>
            <a:ext cx="736600" cy="74613"/>
          </a:xfrm>
          <a:custGeom>
            <a:avLst/>
            <a:gdLst>
              <a:gd name="txL" fmla="*/ 0 w 370"/>
              <a:gd name="txT" fmla="*/ 0 h 32"/>
              <a:gd name="txR" fmla="*/ 370 w 370"/>
              <a:gd name="txB" fmla="*/ 32 h 32"/>
            </a:gdLst>
            <a:ahLst/>
            <a:cxnLst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370" h="32">
                <a:moveTo>
                  <a:pt x="370" y="32"/>
                </a:move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9477" name="任意多边形 111016"/>
          <p:cNvSpPr/>
          <p:nvPr/>
        </p:nvSpPr>
        <p:spPr>
          <a:xfrm>
            <a:off x="5353050" y="5308600"/>
            <a:ext cx="193675" cy="425450"/>
          </a:xfrm>
          <a:custGeom>
            <a:avLst/>
            <a:gdLst>
              <a:gd name="txL" fmla="*/ 0 w 176"/>
              <a:gd name="txT" fmla="*/ 0 h 412"/>
              <a:gd name="txR" fmla="*/ 176 w 176"/>
              <a:gd name="txB" fmla="*/ 412 h 412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176" h="412">
                <a:moveTo>
                  <a:pt x="162" y="408"/>
                </a:moveTo>
                <a:lnTo>
                  <a:pt x="176" y="412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19478" name="组合 111019"/>
          <p:cNvGrpSpPr/>
          <p:nvPr/>
        </p:nvGrpSpPr>
        <p:grpSpPr>
          <a:xfrm>
            <a:off x="8804275" y="3440113"/>
            <a:ext cx="1566863" cy="1998662"/>
            <a:chOff x="2366" y="929"/>
            <a:chExt cx="987" cy="1259"/>
          </a:xfrm>
        </p:grpSpPr>
        <p:graphicFrame>
          <p:nvGraphicFramePr>
            <p:cNvPr id="19533" name="对象 111020"/>
            <p:cNvGraphicFramePr>
              <a:graphicFrameLocks noChangeAspect="1"/>
            </p:cNvGraphicFramePr>
            <p:nvPr/>
          </p:nvGraphicFramePr>
          <p:xfrm>
            <a:off x="2741" y="929"/>
            <a:ext cx="333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" r:id="rId3" imgW="1307465" imgH="1083945" progId="MS_ClipArt_Gallery.2">
                    <p:embed/>
                  </p:oleObj>
                </mc:Choice>
                <mc:Fallback>
                  <p:oleObj name="" r:id="rId3" imgW="1307465" imgH="1083945" progId="MS_ClipArt_Gallery.2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741" y="929"/>
                          <a:ext cx="333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9534" name="组合 111021"/>
            <p:cNvGrpSpPr/>
            <p:nvPr/>
          </p:nvGrpSpPr>
          <p:grpSpPr>
            <a:xfrm>
              <a:off x="2366" y="1143"/>
              <a:ext cx="987" cy="1045"/>
              <a:chOff x="2956" y="969"/>
              <a:chExt cx="513" cy="534"/>
            </a:xfrm>
          </p:grpSpPr>
          <p:sp>
            <p:nvSpPr>
              <p:cNvPr id="19535" name="矩形 111022"/>
              <p:cNvSpPr/>
              <p:nvPr/>
            </p:nvSpPr>
            <p:spPr>
              <a:xfrm>
                <a:off x="3018" y="969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9536" name="矩形 111023"/>
              <p:cNvSpPr/>
              <p:nvPr/>
            </p:nvSpPr>
            <p:spPr>
              <a:xfrm>
                <a:off x="2997" y="984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9537" name="矩形 111024"/>
              <p:cNvSpPr/>
              <p:nvPr/>
            </p:nvSpPr>
            <p:spPr>
              <a:xfrm>
                <a:off x="3000" y="1185"/>
                <a:ext cx="432" cy="108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9538" name="文本框 111025"/>
              <p:cNvSpPr txBox="1"/>
              <p:nvPr/>
            </p:nvSpPr>
            <p:spPr>
              <a:xfrm>
                <a:off x="2956" y="978"/>
                <a:ext cx="513" cy="5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application</a:t>
                </a:r>
                <a:endParaRPr lang="en-US" altLang="zh-CN" sz="2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transport</a:t>
                </a:r>
                <a:endParaRPr lang="en-US" altLang="zh-CN" sz="2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network</a:t>
                </a:r>
                <a:endParaRPr lang="en-US" altLang="zh-CN" sz="2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data link</a:t>
                </a:r>
                <a:endParaRPr lang="en-US" altLang="zh-CN" sz="2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physical</a:t>
                </a:r>
                <a:endParaRPr lang="en-US" altLang="zh-CN" sz="2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9539" name="直接连接符 111026"/>
              <p:cNvSpPr/>
              <p:nvPr/>
            </p:nvSpPr>
            <p:spPr>
              <a:xfrm>
                <a:off x="2997" y="1194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40" name="直接连接符 111027"/>
              <p:cNvSpPr/>
              <p:nvPr/>
            </p:nvSpPr>
            <p:spPr>
              <a:xfrm>
                <a:off x="3003" y="1290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41" name="直接连接符 111028"/>
              <p:cNvSpPr/>
              <p:nvPr/>
            </p:nvSpPr>
            <p:spPr>
              <a:xfrm>
                <a:off x="3003" y="1374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42" name="直接连接符 111029"/>
              <p:cNvSpPr/>
              <p:nvPr/>
            </p:nvSpPr>
            <p:spPr>
              <a:xfrm>
                <a:off x="3003" y="1092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19479" name="直接连接符 111030"/>
          <p:cNvSpPr/>
          <p:nvPr/>
        </p:nvSpPr>
        <p:spPr>
          <a:xfrm rot="-5400000" flipH="1" flipV="1">
            <a:off x="8245475" y="4530725"/>
            <a:ext cx="6350" cy="14033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1041" name="文本框 111040"/>
          <p:cNvSpPr txBox="1"/>
          <p:nvPr/>
        </p:nvSpPr>
        <p:spPr>
          <a:xfrm>
            <a:off x="3443288" y="4473575"/>
            <a:ext cx="168592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1. Initiate call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1043" name="任意多边形 111042"/>
          <p:cNvSpPr/>
          <p:nvPr/>
        </p:nvSpPr>
        <p:spPr>
          <a:xfrm>
            <a:off x="3581400" y="4822825"/>
            <a:ext cx="5305425" cy="862013"/>
          </a:xfrm>
          <a:custGeom>
            <a:avLst/>
            <a:gdLst>
              <a:gd name="txL" fmla="*/ 0 w 3342"/>
              <a:gd name="txT" fmla="*/ 0 h 543"/>
              <a:gd name="txR" fmla="*/ 3342 w 3342"/>
              <a:gd name="txB" fmla="*/ 543 h 543"/>
            </a:gdLst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3342" h="543">
                <a:moveTo>
                  <a:pt x="0" y="0"/>
                </a:moveTo>
                <a:lnTo>
                  <a:pt x="3" y="234"/>
                </a:lnTo>
                <a:lnTo>
                  <a:pt x="939" y="234"/>
                </a:lnTo>
                <a:lnTo>
                  <a:pt x="1617" y="543"/>
                </a:lnTo>
                <a:lnTo>
                  <a:pt x="1818" y="543"/>
                </a:lnTo>
                <a:lnTo>
                  <a:pt x="2364" y="300"/>
                </a:lnTo>
                <a:lnTo>
                  <a:pt x="3342" y="306"/>
                </a:lnTo>
                <a:lnTo>
                  <a:pt x="3336" y="12"/>
                </a:lnTo>
              </a:path>
            </a:pathLst>
          </a:custGeom>
          <a:noFill/>
          <a:ln w="28575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11044" name="文本框 111043"/>
          <p:cNvSpPr txBox="1"/>
          <p:nvPr/>
        </p:nvSpPr>
        <p:spPr>
          <a:xfrm>
            <a:off x="7162800" y="4540250"/>
            <a:ext cx="179387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2. incoming call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1045" name="文本框 111044"/>
          <p:cNvSpPr txBox="1"/>
          <p:nvPr/>
        </p:nvSpPr>
        <p:spPr>
          <a:xfrm>
            <a:off x="7285038" y="4206875"/>
            <a:ext cx="1649412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3. Accept call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1046" name="任意多边形 111045"/>
          <p:cNvSpPr/>
          <p:nvPr/>
        </p:nvSpPr>
        <p:spPr>
          <a:xfrm>
            <a:off x="3686175" y="4470400"/>
            <a:ext cx="5057775" cy="1123950"/>
          </a:xfrm>
          <a:custGeom>
            <a:avLst/>
            <a:gdLst>
              <a:gd name="txL" fmla="*/ 0 w 3186"/>
              <a:gd name="txT" fmla="*/ 0 h 708"/>
              <a:gd name="txR" fmla="*/ 3186 w 3186"/>
              <a:gd name="txB" fmla="*/ 708 h 708"/>
            </a:gdLst>
            <a:ahLst/>
            <a:cxnLst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rect l="txL" t="txT" r="txR" b="txB"/>
            <a:pathLst>
              <a:path w="3186" h="708">
                <a:moveTo>
                  <a:pt x="0" y="12"/>
                </a:moveTo>
                <a:lnTo>
                  <a:pt x="0" y="381"/>
                </a:lnTo>
                <a:lnTo>
                  <a:pt x="882" y="384"/>
                </a:lnTo>
                <a:lnTo>
                  <a:pt x="1551" y="708"/>
                </a:lnTo>
                <a:lnTo>
                  <a:pt x="1742" y="708"/>
                </a:lnTo>
                <a:lnTo>
                  <a:pt x="2273" y="476"/>
                </a:lnTo>
                <a:lnTo>
                  <a:pt x="3186" y="470"/>
                </a:lnTo>
                <a:lnTo>
                  <a:pt x="3180" y="0"/>
                </a:lnTo>
              </a:path>
            </a:pathLst>
          </a:custGeom>
          <a:noFill/>
          <a:ln w="28575" cap="flat" cmpd="sng">
            <a:solidFill>
              <a:srgbClr val="FF0000">
                <a:alpha val="100000"/>
              </a:srgbClr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11047" name="文本框 111046"/>
          <p:cNvSpPr txBox="1"/>
          <p:nvPr/>
        </p:nvSpPr>
        <p:spPr>
          <a:xfrm>
            <a:off x="3406775" y="4187825"/>
            <a:ext cx="200342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4. Call connected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1048" name="文本框 111047"/>
          <p:cNvSpPr txBox="1"/>
          <p:nvPr/>
        </p:nvSpPr>
        <p:spPr>
          <a:xfrm>
            <a:off x="3436938" y="3883025"/>
            <a:ext cx="2243137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accent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5. Data flow begins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1049" name="文本框 111048"/>
          <p:cNvSpPr txBox="1"/>
          <p:nvPr/>
        </p:nvSpPr>
        <p:spPr>
          <a:xfrm>
            <a:off x="7119938" y="3835400"/>
            <a:ext cx="1822450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accent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6. Receive data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1050" name="任意多边形 111049"/>
          <p:cNvSpPr/>
          <p:nvPr/>
        </p:nvSpPr>
        <p:spPr>
          <a:xfrm>
            <a:off x="3752850" y="4146550"/>
            <a:ext cx="4895850" cy="1343025"/>
          </a:xfrm>
          <a:custGeom>
            <a:avLst/>
            <a:gdLst>
              <a:gd name="txL" fmla="*/ 0 w 3084"/>
              <a:gd name="txT" fmla="*/ 0 h 846"/>
              <a:gd name="txR" fmla="*/ 3084 w 3084"/>
              <a:gd name="txB" fmla="*/ 846 h 846"/>
            </a:gdLst>
            <a:ahLst/>
            <a:cxnLst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rect l="txL" t="txT" r="txR" b="txB"/>
            <a:pathLst>
              <a:path w="3084" h="846">
                <a:moveTo>
                  <a:pt x="0" y="18"/>
                </a:moveTo>
                <a:lnTo>
                  <a:pt x="0" y="531"/>
                </a:lnTo>
                <a:lnTo>
                  <a:pt x="846" y="534"/>
                </a:lnTo>
                <a:lnTo>
                  <a:pt x="1485" y="846"/>
                </a:lnTo>
                <a:lnTo>
                  <a:pt x="1698" y="843"/>
                </a:lnTo>
                <a:lnTo>
                  <a:pt x="2238" y="633"/>
                </a:lnTo>
                <a:lnTo>
                  <a:pt x="3084" y="633"/>
                </a:lnTo>
                <a:lnTo>
                  <a:pt x="3081" y="0"/>
                </a:lnTo>
              </a:path>
            </a:pathLst>
          </a:custGeom>
          <a:noFill/>
          <a:ln w="57150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111122" name="组合 111121"/>
          <p:cNvGrpSpPr/>
          <p:nvPr/>
        </p:nvGrpSpPr>
        <p:grpSpPr>
          <a:xfrm>
            <a:off x="5038725" y="5064125"/>
            <a:ext cx="2530475" cy="600075"/>
            <a:chOff x="2214" y="3302"/>
            <a:chExt cx="1594" cy="378"/>
          </a:xfrm>
        </p:grpSpPr>
        <p:grpSp>
          <p:nvGrpSpPr>
            <p:cNvPr id="19491" name="组合 111092"/>
            <p:cNvGrpSpPr/>
            <p:nvPr/>
          </p:nvGrpSpPr>
          <p:grpSpPr>
            <a:xfrm>
              <a:off x="2214" y="3302"/>
              <a:ext cx="316" cy="147"/>
              <a:chOff x="3120" y="2318"/>
              <a:chExt cx="316" cy="147"/>
            </a:xfrm>
          </p:grpSpPr>
          <p:sp>
            <p:nvSpPr>
              <p:cNvPr id="19520" name="椭圆 111079"/>
              <p:cNvSpPr/>
              <p:nvPr/>
            </p:nvSpPr>
            <p:spPr>
              <a:xfrm>
                <a:off x="3123" y="2384"/>
                <a:ext cx="313" cy="81"/>
              </a:xfrm>
              <a:prstGeom prst="ellipse">
                <a:avLst/>
              </a:prstGeom>
              <a:solidFill>
                <a:srgbClr val="FF0000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9521" name="直接连接符 111080"/>
              <p:cNvSpPr/>
              <p:nvPr/>
            </p:nvSpPr>
            <p:spPr>
              <a:xfrm>
                <a:off x="3123" y="237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22" name="直接连接符 111081"/>
              <p:cNvSpPr/>
              <p:nvPr/>
            </p:nvSpPr>
            <p:spPr>
              <a:xfrm>
                <a:off x="3436" y="237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23" name="矩形 111082"/>
              <p:cNvSpPr/>
              <p:nvPr/>
            </p:nvSpPr>
            <p:spPr>
              <a:xfrm>
                <a:off x="3123" y="2377"/>
                <a:ext cx="310" cy="49"/>
              </a:xfrm>
              <a:prstGeom prst="rect">
                <a:avLst/>
              </a:prstGeom>
              <a:solidFill>
                <a:srgbClr val="FF0000"/>
              </a:soli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9524" name="椭圆 111083"/>
              <p:cNvSpPr/>
              <p:nvPr/>
            </p:nvSpPr>
            <p:spPr>
              <a:xfrm>
                <a:off x="3120" y="2318"/>
                <a:ext cx="313" cy="95"/>
              </a:xfrm>
              <a:prstGeom prst="ellipse">
                <a:avLst/>
              </a:prstGeom>
              <a:solidFill>
                <a:srgbClr val="FF0000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9525" name="组合 111084"/>
              <p:cNvGrpSpPr/>
              <p:nvPr/>
            </p:nvGrpSpPr>
            <p:grpSpPr>
              <a:xfrm>
                <a:off x="3195" y="2339"/>
                <a:ext cx="156" cy="55"/>
                <a:chOff x="2848" y="848"/>
                <a:chExt cx="140" cy="98"/>
              </a:xfrm>
            </p:grpSpPr>
            <p:sp>
              <p:nvSpPr>
                <p:cNvPr id="19530" name="直接连接符 111085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531" name="直接连接符 111086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532" name="直接连接符 111087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9526" name="组合 111088"/>
              <p:cNvGrpSpPr/>
              <p:nvPr/>
            </p:nvGrpSpPr>
            <p:grpSpPr>
              <a:xfrm flipV="1">
                <a:off x="3195" y="2338"/>
                <a:ext cx="156" cy="56"/>
                <a:chOff x="2848" y="848"/>
                <a:chExt cx="140" cy="98"/>
              </a:xfrm>
            </p:grpSpPr>
            <p:sp>
              <p:nvSpPr>
                <p:cNvPr id="19527" name="直接连接符 111089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528" name="直接连接符 111090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529" name="直接连接符 111091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19492" name="组合 111093"/>
            <p:cNvGrpSpPr/>
            <p:nvPr/>
          </p:nvGrpSpPr>
          <p:grpSpPr>
            <a:xfrm>
              <a:off x="2808" y="3533"/>
              <a:ext cx="316" cy="147"/>
              <a:chOff x="3120" y="2318"/>
              <a:chExt cx="316" cy="147"/>
            </a:xfrm>
          </p:grpSpPr>
          <p:sp>
            <p:nvSpPr>
              <p:cNvPr id="19507" name="椭圆 111094"/>
              <p:cNvSpPr/>
              <p:nvPr/>
            </p:nvSpPr>
            <p:spPr>
              <a:xfrm>
                <a:off x="3123" y="2384"/>
                <a:ext cx="313" cy="81"/>
              </a:xfrm>
              <a:prstGeom prst="ellipse">
                <a:avLst/>
              </a:prstGeom>
              <a:solidFill>
                <a:srgbClr val="FF0000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9508" name="直接连接符 111095"/>
              <p:cNvSpPr/>
              <p:nvPr/>
            </p:nvSpPr>
            <p:spPr>
              <a:xfrm>
                <a:off x="3123" y="237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09" name="直接连接符 111096"/>
              <p:cNvSpPr/>
              <p:nvPr/>
            </p:nvSpPr>
            <p:spPr>
              <a:xfrm>
                <a:off x="3436" y="237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10" name="矩形 111097"/>
              <p:cNvSpPr/>
              <p:nvPr/>
            </p:nvSpPr>
            <p:spPr>
              <a:xfrm>
                <a:off x="3123" y="2377"/>
                <a:ext cx="310" cy="49"/>
              </a:xfrm>
              <a:prstGeom prst="rect">
                <a:avLst/>
              </a:prstGeom>
              <a:solidFill>
                <a:srgbClr val="FF0000"/>
              </a:soli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9511" name="椭圆 111098"/>
              <p:cNvSpPr/>
              <p:nvPr/>
            </p:nvSpPr>
            <p:spPr>
              <a:xfrm>
                <a:off x="3120" y="2318"/>
                <a:ext cx="313" cy="95"/>
              </a:xfrm>
              <a:prstGeom prst="ellipse">
                <a:avLst/>
              </a:prstGeom>
              <a:solidFill>
                <a:srgbClr val="FF0000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9512" name="组合 111099"/>
              <p:cNvGrpSpPr/>
              <p:nvPr/>
            </p:nvGrpSpPr>
            <p:grpSpPr>
              <a:xfrm>
                <a:off x="3195" y="2339"/>
                <a:ext cx="156" cy="55"/>
                <a:chOff x="2848" y="848"/>
                <a:chExt cx="140" cy="98"/>
              </a:xfrm>
            </p:grpSpPr>
            <p:sp>
              <p:nvSpPr>
                <p:cNvPr id="19517" name="直接连接符 111100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518" name="直接连接符 111101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519" name="直接连接符 111102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9513" name="组合 111103"/>
              <p:cNvGrpSpPr/>
              <p:nvPr/>
            </p:nvGrpSpPr>
            <p:grpSpPr>
              <a:xfrm flipV="1">
                <a:off x="3195" y="2338"/>
                <a:ext cx="156" cy="56"/>
                <a:chOff x="2848" y="848"/>
                <a:chExt cx="140" cy="98"/>
              </a:xfrm>
            </p:grpSpPr>
            <p:sp>
              <p:nvSpPr>
                <p:cNvPr id="19514" name="直接连接符 111104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515" name="直接连接符 111105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516" name="直接连接符 111106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19493" name="组合 111107"/>
            <p:cNvGrpSpPr/>
            <p:nvPr/>
          </p:nvGrpSpPr>
          <p:grpSpPr>
            <a:xfrm>
              <a:off x="3492" y="3302"/>
              <a:ext cx="316" cy="147"/>
              <a:chOff x="3120" y="2318"/>
              <a:chExt cx="316" cy="147"/>
            </a:xfrm>
          </p:grpSpPr>
          <p:sp>
            <p:nvSpPr>
              <p:cNvPr id="19494" name="椭圆 111108"/>
              <p:cNvSpPr/>
              <p:nvPr/>
            </p:nvSpPr>
            <p:spPr>
              <a:xfrm>
                <a:off x="3123" y="2384"/>
                <a:ext cx="313" cy="81"/>
              </a:xfrm>
              <a:prstGeom prst="ellipse">
                <a:avLst/>
              </a:prstGeom>
              <a:solidFill>
                <a:srgbClr val="FF0000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9495" name="直接连接符 111109"/>
              <p:cNvSpPr/>
              <p:nvPr/>
            </p:nvSpPr>
            <p:spPr>
              <a:xfrm>
                <a:off x="3123" y="237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496" name="直接连接符 111110"/>
              <p:cNvSpPr/>
              <p:nvPr/>
            </p:nvSpPr>
            <p:spPr>
              <a:xfrm>
                <a:off x="3436" y="237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497" name="矩形 111111"/>
              <p:cNvSpPr/>
              <p:nvPr/>
            </p:nvSpPr>
            <p:spPr>
              <a:xfrm>
                <a:off x="3123" y="2377"/>
                <a:ext cx="310" cy="49"/>
              </a:xfrm>
              <a:prstGeom prst="rect">
                <a:avLst/>
              </a:prstGeom>
              <a:solidFill>
                <a:srgbClr val="FF0000"/>
              </a:soli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9498" name="椭圆 111112"/>
              <p:cNvSpPr/>
              <p:nvPr/>
            </p:nvSpPr>
            <p:spPr>
              <a:xfrm>
                <a:off x="3120" y="2318"/>
                <a:ext cx="313" cy="95"/>
              </a:xfrm>
              <a:prstGeom prst="ellipse">
                <a:avLst/>
              </a:prstGeom>
              <a:solidFill>
                <a:srgbClr val="FF0000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9499" name="组合 111113"/>
              <p:cNvGrpSpPr/>
              <p:nvPr/>
            </p:nvGrpSpPr>
            <p:grpSpPr>
              <a:xfrm>
                <a:off x="3195" y="2339"/>
                <a:ext cx="156" cy="55"/>
                <a:chOff x="2848" y="848"/>
                <a:chExt cx="140" cy="98"/>
              </a:xfrm>
            </p:grpSpPr>
            <p:sp>
              <p:nvSpPr>
                <p:cNvPr id="19504" name="直接连接符 111114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505" name="直接连接符 111115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506" name="直接连接符 111116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9500" name="组合 111117"/>
              <p:cNvGrpSpPr/>
              <p:nvPr/>
            </p:nvGrpSpPr>
            <p:grpSpPr>
              <a:xfrm flipV="1">
                <a:off x="3195" y="2338"/>
                <a:ext cx="156" cy="56"/>
                <a:chOff x="2848" y="848"/>
                <a:chExt cx="140" cy="98"/>
              </a:xfrm>
            </p:grpSpPr>
            <p:sp>
              <p:nvSpPr>
                <p:cNvPr id="19501" name="直接连接符 111118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502" name="直接连接符 111119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503" name="直接连接符 111120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</p:grpSp>
      <p:sp>
        <p:nvSpPr>
          <p:cNvPr id="174" name="矩形 173"/>
          <p:cNvSpPr/>
          <p:nvPr/>
        </p:nvSpPr>
        <p:spPr bwMode="auto">
          <a:xfrm>
            <a:off x="10628313" y="180975"/>
            <a:ext cx="1411288" cy="47783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补充内容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1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1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1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041" grpId="0"/>
      <p:bldP spid="111044" grpId="0"/>
      <p:bldP spid="111045" grpId="0"/>
      <p:bldP spid="111047" grpId="0"/>
      <p:bldP spid="111048" grpId="0"/>
      <p:bldP spid="11104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111617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sz="3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Datagram networks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20483" name="文本占位符 111618"/>
          <p:cNvSpPr>
            <a:spLocks noGrp="1"/>
          </p:cNvSpPr>
          <p:nvPr>
            <p:ph idx="1"/>
          </p:nvPr>
        </p:nvSpPr>
        <p:spPr>
          <a:xfrm>
            <a:off x="611188" y="1196975"/>
            <a:ext cx="10515600" cy="4351338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no call setup at network layer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routers: no state about end-to-end connections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no network-level concept of “connection”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packets forwarded using destination host address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packets between same source-dest pair may take different paths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20484" name="页脚占位符 1"/>
          <p:cNvSpPr txBox="1">
            <a:spLocks noGrp="1"/>
          </p:cNvSpPr>
          <p:nvPr>
            <p:ph type="ftr" sz="quarter" idx="3"/>
          </p:nvPr>
        </p:nvSpPr>
        <p:spPr>
          <a:ln>
            <a:noFill/>
          </a:ln>
        </p:spPr>
        <p:txBody>
          <a:bodyPr/>
          <a:p>
            <a:pPr mar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</a:t>
            </a:r>
            <a:endParaRPr lang="en-US" altLang="zh-CN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20485" name="灯片编号占位符 2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20486" name="直接连接符 111620"/>
          <p:cNvSpPr/>
          <p:nvPr/>
        </p:nvSpPr>
        <p:spPr>
          <a:xfrm rot="5400000" flipV="1">
            <a:off x="4208463" y="4654550"/>
            <a:ext cx="6350" cy="15779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0487" name="组合 111706"/>
          <p:cNvGrpSpPr/>
          <p:nvPr/>
        </p:nvGrpSpPr>
        <p:grpSpPr>
          <a:xfrm>
            <a:off x="1981200" y="3575050"/>
            <a:ext cx="1566863" cy="1998663"/>
            <a:chOff x="2366" y="929"/>
            <a:chExt cx="987" cy="1259"/>
          </a:xfrm>
        </p:grpSpPr>
        <p:graphicFrame>
          <p:nvGraphicFramePr>
            <p:cNvPr id="20621" name="对象 111707"/>
            <p:cNvGraphicFramePr>
              <a:graphicFrameLocks noChangeAspect="1"/>
            </p:cNvGraphicFramePr>
            <p:nvPr/>
          </p:nvGraphicFramePr>
          <p:xfrm>
            <a:off x="2741" y="929"/>
            <a:ext cx="333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" r:id="rId1" imgW="1307465" imgH="1083945" progId="MS_ClipArt_Gallery.2">
                    <p:embed/>
                  </p:oleObj>
                </mc:Choice>
                <mc:Fallback>
                  <p:oleObj name="" r:id="rId1" imgW="1307465" imgH="1083945" progId="MS_ClipArt_Gallery.2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741" y="929"/>
                          <a:ext cx="333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622" name="组合 111708"/>
            <p:cNvGrpSpPr/>
            <p:nvPr/>
          </p:nvGrpSpPr>
          <p:grpSpPr>
            <a:xfrm>
              <a:off x="2366" y="1143"/>
              <a:ext cx="987" cy="1045"/>
              <a:chOff x="2956" y="969"/>
              <a:chExt cx="513" cy="534"/>
            </a:xfrm>
          </p:grpSpPr>
          <p:sp>
            <p:nvSpPr>
              <p:cNvPr id="20623" name="矩形 111709"/>
              <p:cNvSpPr/>
              <p:nvPr/>
            </p:nvSpPr>
            <p:spPr>
              <a:xfrm>
                <a:off x="3018" y="969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0624" name="矩形 111710"/>
              <p:cNvSpPr/>
              <p:nvPr/>
            </p:nvSpPr>
            <p:spPr>
              <a:xfrm>
                <a:off x="2997" y="984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0625" name="矩形 111711"/>
              <p:cNvSpPr/>
              <p:nvPr/>
            </p:nvSpPr>
            <p:spPr>
              <a:xfrm>
                <a:off x="3000" y="1185"/>
                <a:ext cx="432" cy="108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0626" name="文本框 111712"/>
              <p:cNvSpPr txBox="1"/>
              <p:nvPr/>
            </p:nvSpPr>
            <p:spPr>
              <a:xfrm>
                <a:off x="2956" y="978"/>
                <a:ext cx="513" cy="5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application</a:t>
                </a:r>
                <a:endParaRPr lang="en-US" altLang="zh-CN" sz="2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transport</a:t>
                </a:r>
                <a:endParaRPr lang="en-US" altLang="zh-CN" sz="2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network</a:t>
                </a:r>
                <a:endParaRPr lang="en-US" altLang="zh-CN" sz="2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data link</a:t>
                </a:r>
                <a:endParaRPr lang="en-US" altLang="zh-CN" sz="2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physical</a:t>
                </a:r>
                <a:endParaRPr lang="en-US" altLang="zh-CN" sz="2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0627" name="直接连接符 111713"/>
              <p:cNvSpPr/>
              <p:nvPr/>
            </p:nvSpPr>
            <p:spPr>
              <a:xfrm>
                <a:off x="2997" y="1194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628" name="直接连接符 111714"/>
              <p:cNvSpPr/>
              <p:nvPr/>
            </p:nvSpPr>
            <p:spPr>
              <a:xfrm>
                <a:off x="3003" y="1290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629" name="直接连接符 111715"/>
              <p:cNvSpPr/>
              <p:nvPr/>
            </p:nvSpPr>
            <p:spPr>
              <a:xfrm>
                <a:off x="3003" y="1374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630" name="直接连接符 111716"/>
              <p:cNvSpPr/>
              <p:nvPr/>
            </p:nvSpPr>
            <p:spPr>
              <a:xfrm>
                <a:off x="3003" y="1092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aphicFrame>
        <p:nvGraphicFramePr>
          <p:cNvPr id="20488" name="对象 111724"/>
          <p:cNvGraphicFramePr>
            <a:graphicFrameLocks noChangeAspect="1"/>
          </p:cNvGraphicFramePr>
          <p:nvPr/>
        </p:nvGraphicFramePr>
        <p:xfrm>
          <a:off x="9358313" y="3746500"/>
          <a:ext cx="52863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3" imgW="1307465" imgH="1083945" progId="MS_ClipArt_Gallery.2">
                  <p:embed/>
                </p:oleObj>
              </mc:Choice>
              <mc:Fallback>
                <p:oleObj name="" r:id="rId3" imgW="1307465" imgH="1083945" progId="MS_ClipArt_Gallery.2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358313" y="3746500"/>
                        <a:ext cx="528637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89" name="组合 111725"/>
          <p:cNvGrpSpPr/>
          <p:nvPr/>
        </p:nvGrpSpPr>
        <p:grpSpPr>
          <a:xfrm>
            <a:off x="8763000" y="4089400"/>
            <a:ext cx="1566863" cy="1660525"/>
            <a:chOff x="2956" y="969"/>
            <a:chExt cx="513" cy="534"/>
          </a:xfrm>
        </p:grpSpPr>
        <p:sp>
          <p:nvSpPr>
            <p:cNvPr id="20613" name="矩形 111726"/>
            <p:cNvSpPr/>
            <p:nvPr/>
          </p:nvSpPr>
          <p:spPr>
            <a:xfrm>
              <a:off x="3018" y="969"/>
              <a:ext cx="426" cy="489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0614" name="矩形 111727"/>
            <p:cNvSpPr/>
            <p:nvPr/>
          </p:nvSpPr>
          <p:spPr>
            <a:xfrm>
              <a:off x="2997" y="984"/>
              <a:ext cx="435" cy="504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0615" name="矩形 111728"/>
            <p:cNvSpPr/>
            <p:nvPr/>
          </p:nvSpPr>
          <p:spPr>
            <a:xfrm>
              <a:off x="3000" y="1185"/>
              <a:ext cx="432" cy="108"/>
            </a:xfrm>
            <a:prstGeom prst="rect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0616" name="文本框 111729"/>
            <p:cNvSpPr txBox="1"/>
            <p:nvPr/>
          </p:nvSpPr>
          <p:spPr>
            <a:xfrm>
              <a:off x="2956" y="978"/>
              <a:ext cx="513" cy="5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application</a:t>
              </a:r>
              <a:endPara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transport</a:t>
              </a:r>
              <a:endPara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network</a:t>
              </a:r>
              <a:endPara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data link</a:t>
              </a:r>
              <a:endPara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physical</a:t>
              </a:r>
              <a:endPara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0617" name="直接连接符 111730"/>
            <p:cNvSpPr/>
            <p:nvPr/>
          </p:nvSpPr>
          <p:spPr>
            <a:xfrm>
              <a:off x="2997" y="1194"/>
              <a:ext cx="435" cy="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618" name="直接连接符 111731"/>
            <p:cNvSpPr/>
            <p:nvPr/>
          </p:nvSpPr>
          <p:spPr>
            <a:xfrm>
              <a:off x="3003" y="1290"/>
              <a:ext cx="435" cy="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619" name="直接连接符 111732"/>
            <p:cNvSpPr/>
            <p:nvPr/>
          </p:nvSpPr>
          <p:spPr>
            <a:xfrm>
              <a:off x="3003" y="1374"/>
              <a:ext cx="435" cy="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620" name="直接连接符 111733"/>
            <p:cNvSpPr/>
            <p:nvPr/>
          </p:nvSpPr>
          <p:spPr>
            <a:xfrm>
              <a:off x="3003" y="1092"/>
              <a:ext cx="435" cy="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0490" name="直接连接符 111734"/>
          <p:cNvSpPr/>
          <p:nvPr/>
        </p:nvSpPr>
        <p:spPr>
          <a:xfrm rot="-5400000" flipH="1" flipV="1">
            <a:off x="8204200" y="4837113"/>
            <a:ext cx="6350" cy="14033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1736" name="文本框 111735"/>
          <p:cNvSpPr txBox="1"/>
          <p:nvPr/>
        </p:nvSpPr>
        <p:spPr>
          <a:xfrm>
            <a:off x="3494088" y="4779963"/>
            <a:ext cx="1509712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1. Send data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1738" name="文本框 111737"/>
          <p:cNvSpPr txBox="1"/>
          <p:nvPr/>
        </p:nvSpPr>
        <p:spPr>
          <a:xfrm>
            <a:off x="7112000" y="4846638"/>
            <a:ext cx="1822450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2. Receive data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20493" name="任意多边形 111787"/>
          <p:cNvSpPr/>
          <p:nvPr/>
        </p:nvSpPr>
        <p:spPr>
          <a:xfrm>
            <a:off x="3530600" y="4748213"/>
            <a:ext cx="304800" cy="657225"/>
          </a:xfrm>
          <a:custGeom>
            <a:avLst/>
            <a:gdLst>
              <a:gd name="txL" fmla="*/ 0 w 192"/>
              <a:gd name="txT" fmla="*/ 0 h 414"/>
              <a:gd name="txR" fmla="*/ 192 w 192"/>
              <a:gd name="txB" fmla="*/ 414 h 414"/>
            </a:gdLst>
            <a:ahLst/>
            <a:cxnLst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</a:cxnLst>
            <a:rect l="txL" t="txT" r="txR" b="txB"/>
            <a:pathLst>
              <a:path w="192" h="414">
                <a:moveTo>
                  <a:pt x="0" y="0"/>
                </a:moveTo>
                <a:lnTo>
                  <a:pt x="0" y="414"/>
                </a:lnTo>
                <a:lnTo>
                  <a:pt x="192" y="408"/>
                </a:lnTo>
              </a:path>
            </a:pathLst>
          </a:cu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0494" name="任意多边形 111788"/>
          <p:cNvSpPr/>
          <p:nvPr/>
        </p:nvSpPr>
        <p:spPr>
          <a:xfrm>
            <a:off x="8164513" y="5191125"/>
            <a:ext cx="609600" cy="295275"/>
          </a:xfrm>
          <a:custGeom>
            <a:avLst/>
            <a:gdLst>
              <a:gd name="txL" fmla="*/ 0 w 384"/>
              <a:gd name="txT" fmla="*/ 0 h 186"/>
              <a:gd name="txR" fmla="*/ 384 w 384"/>
              <a:gd name="txB" fmla="*/ 186 h 186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rect l="txL" t="txT" r="txR" b="txB"/>
            <a:pathLst>
              <a:path w="384" h="186">
                <a:moveTo>
                  <a:pt x="0" y="186"/>
                </a:moveTo>
                <a:lnTo>
                  <a:pt x="384" y="186"/>
                </a:lnTo>
                <a:lnTo>
                  <a:pt x="384" y="0"/>
                </a:lnTo>
              </a:path>
            </a:pathLst>
          </a:cu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20495" name="组合 111792"/>
          <p:cNvGrpSpPr/>
          <p:nvPr/>
        </p:nvGrpSpPr>
        <p:grpSpPr>
          <a:xfrm>
            <a:off x="3887788" y="5186363"/>
            <a:ext cx="361950" cy="261937"/>
            <a:chOff x="1548" y="3723"/>
            <a:chExt cx="228" cy="165"/>
          </a:xfrm>
        </p:grpSpPr>
        <p:sp>
          <p:nvSpPr>
            <p:cNvPr id="20610" name="矩形 111790"/>
            <p:cNvSpPr/>
            <p:nvPr/>
          </p:nvSpPr>
          <p:spPr>
            <a:xfrm>
              <a:off x="1563" y="3723"/>
              <a:ext cx="102" cy="150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0611" name="矩形 111789"/>
            <p:cNvSpPr/>
            <p:nvPr/>
          </p:nvSpPr>
          <p:spPr>
            <a:xfrm>
              <a:off x="1548" y="3738"/>
              <a:ext cx="102" cy="15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0612" name="直接连接符 111791"/>
            <p:cNvSpPr/>
            <p:nvPr/>
          </p:nvSpPr>
          <p:spPr>
            <a:xfrm>
              <a:off x="1650" y="3816"/>
              <a:ext cx="126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20496" name="组合 111813"/>
          <p:cNvGrpSpPr/>
          <p:nvPr/>
        </p:nvGrpSpPr>
        <p:grpSpPr>
          <a:xfrm>
            <a:off x="4678363" y="4911725"/>
            <a:ext cx="3024187" cy="1481138"/>
            <a:chOff x="2001" y="3199"/>
            <a:chExt cx="1905" cy="933"/>
          </a:xfrm>
        </p:grpSpPr>
        <p:sp>
          <p:nvSpPr>
            <p:cNvPr id="20502" name="任意多边形 111619"/>
            <p:cNvSpPr/>
            <p:nvPr/>
          </p:nvSpPr>
          <p:spPr>
            <a:xfrm>
              <a:off x="2112" y="3199"/>
              <a:ext cx="1794" cy="933"/>
            </a:xfrm>
            <a:custGeom>
              <a:avLst/>
              <a:gdLst>
                <a:gd name="txL" fmla="*/ 0 w 1794"/>
                <a:gd name="txT" fmla="*/ 0 h 933"/>
                <a:gd name="txR" fmla="*/ 1794 w 1794"/>
                <a:gd name="txB" fmla="*/ 933 h 933"/>
              </a:gdLst>
              <a:ahLst/>
              <a:cxnLst>
                <a:cxn ang="0">
                  <a:pos x="6" y="483"/>
                </a:cxn>
                <a:cxn ang="0">
                  <a:pos x="108" y="125"/>
                </a:cxn>
                <a:cxn ang="0">
                  <a:pos x="559" y="100"/>
                </a:cxn>
                <a:cxn ang="0">
                  <a:pos x="1128" y="29"/>
                </a:cxn>
                <a:cxn ang="0">
                  <a:pos x="1716" y="275"/>
                </a:cxn>
                <a:cxn ang="0">
                  <a:pos x="1596" y="827"/>
                </a:cxn>
                <a:cxn ang="0">
                  <a:pos x="1380" y="911"/>
                </a:cxn>
                <a:cxn ang="0">
                  <a:pos x="840" y="929"/>
                </a:cxn>
                <a:cxn ang="0">
                  <a:pos x="414" y="911"/>
                </a:cxn>
                <a:cxn ang="0">
                  <a:pos x="143" y="832"/>
                </a:cxn>
                <a:cxn ang="0">
                  <a:pos x="6" y="483"/>
                </a:cxn>
              </a:cxnLst>
              <a:rect l="txL" t="txT" r="txR" b="txB"/>
              <a:pathLst>
                <a:path w="1794" h="933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66CC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03" name="任意多边形 111621"/>
            <p:cNvSpPr/>
            <p:nvPr/>
          </p:nvSpPr>
          <p:spPr>
            <a:xfrm>
              <a:off x="2514" y="3384"/>
              <a:ext cx="342" cy="186"/>
            </a:xfrm>
            <a:custGeom>
              <a:avLst/>
              <a:gdLst>
                <a:gd name="txL" fmla="*/ 0 w 342"/>
                <a:gd name="txT" fmla="*/ 0 h 186"/>
                <a:gd name="txR" fmla="*/ 342 w 342"/>
                <a:gd name="txB" fmla="*/ 186 h 186"/>
              </a:gdLst>
              <a:ahLst/>
              <a:cxnLst>
                <a:cxn ang="0">
                  <a:pos x="0" y="186"/>
                </a:cxn>
                <a:cxn ang="0">
                  <a:pos x="342" y="0"/>
                </a:cxn>
              </a:cxnLst>
              <a:rect l="txL" t="txT" r="txR" b="txB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0504" name="组合 111622"/>
            <p:cNvGrpSpPr/>
            <p:nvPr/>
          </p:nvGrpSpPr>
          <p:grpSpPr>
            <a:xfrm>
              <a:off x="2203" y="3494"/>
              <a:ext cx="316" cy="147"/>
              <a:chOff x="3600" y="219"/>
              <a:chExt cx="360" cy="175"/>
            </a:xfrm>
          </p:grpSpPr>
          <p:sp>
            <p:nvSpPr>
              <p:cNvPr id="20597" name="椭圆 111623"/>
              <p:cNvSpPr/>
              <p:nvPr/>
            </p:nvSpPr>
            <p:spPr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0598" name="直接连接符 111624"/>
              <p:cNvSpPr/>
              <p:nvPr/>
            </p:nvSpPr>
            <p:spPr>
              <a:xfrm>
                <a:off x="3603" y="289"/>
                <a:ext cx="0" cy="6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99" name="直接连接符 111625"/>
              <p:cNvSpPr/>
              <p:nvPr/>
            </p:nvSpPr>
            <p:spPr>
              <a:xfrm>
                <a:off x="3960" y="289"/>
                <a:ext cx="0" cy="6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600" name="矩形 111626"/>
              <p:cNvSpPr/>
              <p:nvPr/>
            </p:nvSpPr>
            <p:spPr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0601" name="椭圆 111627"/>
              <p:cNvSpPr/>
              <p:nvPr/>
            </p:nvSpPr>
            <p:spPr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20602" name="组合 111628"/>
              <p:cNvGrpSpPr/>
              <p:nvPr/>
            </p:nvGrpSpPr>
            <p:grpSpPr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20607" name="直接连接符 111629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608" name="直接连接符 111630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609" name="直接连接符 111631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0603" name="组合 111632"/>
              <p:cNvGrpSpPr/>
              <p:nvPr/>
            </p:nvGrpSpPr>
            <p:grpSpPr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0604" name="直接连接符 111633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605" name="直接连接符 111634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606" name="直接连接符 111635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20505" name="组合 111636"/>
            <p:cNvGrpSpPr/>
            <p:nvPr/>
          </p:nvGrpSpPr>
          <p:grpSpPr>
            <a:xfrm>
              <a:off x="2425" y="3896"/>
              <a:ext cx="316" cy="147"/>
              <a:chOff x="3600" y="219"/>
              <a:chExt cx="360" cy="175"/>
            </a:xfrm>
          </p:grpSpPr>
          <p:sp>
            <p:nvSpPr>
              <p:cNvPr id="20584" name="椭圆 111637"/>
              <p:cNvSpPr/>
              <p:nvPr/>
            </p:nvSpPr>
            <p:spPr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0585" name="直接连接符 111638"/>
              <p:cNvSpPr/>
              <p:nvPr/>
            </p:nvSpPr>
            <p:spPr>
              <a:xfrm>
                <a:off x="3603" y="289"/>
                <a:ext cx="0" cy="6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86" name="直接连接符 111639"/>
              <p:cNvSpPr/>
              <p:nvPr/>
            </p:nvSpPr>
            <p:spPr>
              <a:xfrm>
                <a:off x="3960" y="289"/>
                <a:ext cx="0" cy="6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87" name="矩形 111640"/>
              <p:cNvSpPr/>
              <p:nvPr/>
            </p:nvSpPr>
            <p:spPr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0588" name="椭圆 111641"/>
              <p:cNvSpPr/>
              <p:nvPr/>
            </p:nvSpPr>
            <p:spPr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20589" name="组合 111642"/>
              <p:cNvGrpSpPr/>
              <p:nvPr/>
            </p:nvGrpSpPr>
            <p:grpSpPr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20594" name="直接连接符 111643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95" name="直接连接符 111644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96" name="直接连接符 111645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0590" name="组合 111646"/>
              <p:cNvGrpSpPr/>
              <p:nvPr/>
            </p:nvGrpSpPr>
            <p:grpSpPr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0591" name="直接连接符 111647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92" name="直接连接符 111648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93" name="直接连接符 111649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20506" name="组合 111650"/>
            <p:cNvGrpSpPr/>
            <p:nvPr/>
          </p:nvGrpSpPr>
          <p:grpSpPr>
            <a:xfrm>
              <a:off x="2850" y="3302"/>
              <a:ext cx="316" cy="147"/>
              <a:chOff x="3600" y="219"/>
              <a:chExt cx="360" cy="175"/>
            </a:xfrm>
          </p:grpSpPr>
          <p:sp>
            <p:nvSpPr>
              <p:cNvPr id="20571" name="椭圆 111651"/>
              <p:cNvSpPr/>
              <p:nvPr/>
            </p:nvSpPr>
            <p:spPr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0572" name="直接连接符 111652"/>
              <p:cNvSpPr/>
              <p:nvPr/>
            </p:nvSpPr>
            <p:spPr>
              <a:xfrm>
                <a:off x="3603" y="289"/>
                <a:ext cx="0" cy="6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73" name="直接连接符 111653"/>
              <p:cNvSpPr/>
              <p:nvPr/>
            </p:nvSpPr>
            <p:spPr>
              <a:xfrm>
                <a:off x="3960" y="289"/>
                <a:ext cx="0" cy="6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74" name="矩形 111654"/>
              <p:cNvSpPr/>
              <p:nvPr/>
            </p:nvSpPr>
            <p:spPr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0575" name="椭圆 111655"/>
              <p:cNvSpPr/>
              <p:nvPr/>
            </p:nvSpPr>
            <p:spPr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20576" name="组合 111656"/>
              <p:cNvGrpSpPr/>
              <p:nvPr/>
            </p:nvGrpSpPr>
            <p:grpSpPr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20581" name="直接连接符 111657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82" name="直接连接符 111658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83" name="直接连接符 111659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0577" name="组合 111660"/>
              <p:cNvGrpSpPr/>
              <p:nvPr/>
            </p:nvGrpSpPr>
            <p:grpSpPr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0578" name="直接连接符 111661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79" name="直接连接符 111662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80" name="直接连接符 111663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20507" name="组合 111664"/>
            <p:cNvGrpSpPr/>
            <p:nvPr/>
          </p:nvGrpSpPr>
          <p:grpSpPr>
            <a:xfrm>
              <a:off x="2801" y="3721"/>
              <a:ext cx="315" cy="147"/>
              <a:chOff x="3600" y="219"/>
              <a:chExt cx="360" cy="175"/>
            </a:xfrm>
          </p:grpSpPr>
          <p:sp>
            <p:nvSpPr>
              <p:cNvPr id="20558" name="椭圆 111665"/>
              <p:cNvSpPr/>
              <p:nvPr/>
            </p:nvSpPr>
            <p:spPr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0559" name="直接连接符 111666"/>
              <p:cNvSpPr/>
              <p:nvPr/>
            </p:nvSpPr>
            <p:spPr>
              <a:xfrm>
                <a:off x="3603" y="289"/>
                <a:ext cx="0" cy="6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60" name="直接连接符 111667"/>
              <p:cNvSpPr/>
              <p:nvPr/>
            </p:nvSpPr>
            <p:spPr>
              <a:xfrm>
                <a:off x="3960" y="289"/>
                <a:ext cx="0" cy="6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61" name="矩形 111668"/>
              <p:cNvSpPr/>
              <p:nvPr/>
            </p:nvSpPr>
            <p:spPr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0562" name="椭圆 111669"/>
              <p:cNvSpPr/>
              <p:nvPr/>
            </p:nvSpPr>
            <p:spPr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20563" name="组合 111670"/>
              <p:cNvGrpSpPr/>
              <p:nvPr/>
            </p:nvGrpSpPr>
            <p:grpSpPr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20568" name="直接连接符 111671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69" name="直接连接符 111672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70" name="直接连接符 111673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0564" name="组合 111674"/>
              <p:cNvGrpSpPr/>
              <p:nvPr/>
            </p:nvGrpSpPr>
            <p:grpSpPr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0565" name="直接连接符 111675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66" name="直接连接符 111676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67" name="直接连接符 111677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20508" name="组合 111678"/>
            <p:cNvGrpSpPr/>
            <p:nvPr/>
          </p:nvGrpSpPr>
          <p:grpSpPr>
            <a:xfrm>
              <a:off x="3201" y="3908"/>
              <a:ext cx="316" cy="147"/>
              <a:chOff x="3600" y="219"/>
              <a:chExt cx="360" cy="175"/>
            </a:xfrm>
          </p:grpSpPr>
          <p:sp>
            <p:nvSpPr>
              <p:cNvPr id="20545" name="椭圆 111679"/>
              <p:cNvSpPr/>
              <p:nvPr/>
            </p:nvSpPr>
            <p:spPr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0546" name="直接连接符 111680"/>
              <p:cNvSpPr/>
              <p:nvPr/>
            </p:nvSpPr>
            <p:spPr>
              <a:xfrm>
                <a:off x="3603" y="289"/>
                <a:ext cx="0" cy="6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47" name="直接连接符 111681"/>
              <p:cNvSpPr/>
              <p:nvPr/>
            </p:nvSpPr>
            <p:spPr>
              <a:xfrm>
                <a:off x="3960" y="289"/>
                <a:ext cx="0" cy="6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48" name="矩形 111682"/>
              <p:cNvSpPr/>
              <p:nvPr/>
            </p:nvSpPr>
            <p:spPr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0549" name="椭圆 111683"/>
              <p:cNvSpPr/>
              <p:nvPr/>
            </p:nvSpPr>
            <p:spPr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20550" name="组合 111684"/>
              <p:cNvGrpSpPr/>
              <p:nvPr/>
            </p:nvGrpSpPr>
            <p:grpSpPr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20555" name="直接连接符 111685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56" name="直接连接符 111686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57" name="直接连接符 111687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0551" name="组合 111688"/>
              <p:cNvGrpSpPr/>
              <p:nvPr/>
            </p:nvGrpSpPr>
            <p:grpSpPr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0552" name="直接连接符 111689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53" name="直接连接符 111690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54" name="直接连接符 111691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20509" name="组合 111692"/>
            <p:cNvGrpSpPr/>
            <p:nvPr/>
          </p:nvGrpSpPr>
          <p:grpSpPr>
            <a:xfrm>
              <a:off x="3481" y="3495"/>
              <a:ext cx="316" cy="147"/>
              <a:chOff x="3600" y="219"/>
              <a:chExt cx="360" cy="175"/>
            </a:xfrm>
          </p:grpSpPr>
          <p:sp>
            <p:nvSpPr>
              <p:cNvPr id="20532" name="椭圆 111693"/>
              <p:cNvSpPr/>
              <p:nvPr/>
            </p:nvSpPr>
            <p:spPr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0533" name="直接连接符 111694"/>
              <p:cNvSpPr/>
              <p:nvPr/>
            </p:nvSpPr>
            <p:spPr>
              <a:xfrm>
                <a:off x="3603" y="289"/>
                <a:ext cx="0" cy="6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34" name="直接连接符 111695"/>
              <p:cNvSpPr/>
              <p:nvPr/>
            </p:nvSpPr>
            <p:spPr>
              <a:xfrm>
                <a:off x="3960" y="289"/>
                <a:ext cx="0" cy="6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35" name="矩形 111696"/>
              <p:cNvSpPr/>
              <p:nvPr/>
            </p:nvSpPr>
            <p:spPr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0536" name="椭圆 111697"/>
              <p:cNvSpPr/>
              <p:nvPr/>
            </p:nvSpPr>
            <p:spPr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20537" name="组合 111698"/>
              <p:cNvGrpSpPr/>
              <p:nvPr/>
            </p:nvGrpSpPr>
            <p:grpSpPr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20542" name="直接连接符 111699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43" name="直接连接符 111700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44" name="直接连接符 111701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0538" name="组合 111702"/>
              <p:cNvGrpSpPr/>
              <p:nvPr/>
            </p:nvGrpSpPr>
            <p:grpSpPr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0539" name="直接连接符 111703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40" name="直接连接符 111704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41" name="直接连接符 111705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20510" name="任意多边形 111717"/>
            <p:cNvSpPr/>
            <p:nvPr/>
          </p:nvSpPr>
          <p:spPr>
            <a:xfrm>
              <a:off x="3170" y="3380"/>
              <a:ext cx="318" cy="194"/>
            </a:xfrm>
            <a:custGeom>
              <a:avLst/>
              <a:gdLst>
                <a:gd name="txL" fmla="*/ 0 w 318"/>
                <a:gd name="txT" fmla="*/ 0 h 194"/>
                <a:gd name="txR" fmla="*/ 318 w 318"/>
                <a:gd name="txB" fmla="*/ 194 h 194"/>
              </a:gdLst>
              <a:ahLst/>
              <a:cxnLst>
                <a:cxn ang="0">
                  <a:pos x="0" y="0"/>
                </a:cxn>
                <a:cxn ang="0">
                  <a:pos x="318" y="194"/>
                </a:cxn>
              </a:cxnLst>
              <a:rect l="txL" t="txT" r="txR" b="txB"/>
              <a:pathLst>
                <a:path w="318" h="194">
                  <a:moveTo>
                    <a:pt x="0" y="0"/>
                  </a:moveTo>
                  <a:lnTo>
                    <a:pt x="318" y="194"/>
                  </a:lnTo>
                </a:path>
              </a:pathLst>
            </a:custGeom>
            <a:noFill/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11" name="任意多边形 111718"/>
            <p:cNvSpPr/>
            <p:nvPr/>
          </p:nvSpPr>
          <p:spPr>
            <a:xfrm>
              <a:off x="2499" y="3627"/>
              <a:ext cx="303" cy="150"/>
            </a:xfrm>
            <a:custGeom>
              <a:avLst/>
              <a:gdLst>
                <a:gd name="txL" fmla="*/ 0 w 294"/>
                <a:gd name="txT" fmla="*/ 0 h 174"/>
                <a:gd name="txR" fmla="*/ 294 w 294"/>
                <a:gd name="txB" fmla="*/ 174 h 174"/>
              </a:gdLst>
              <a:ahLst/>
              <a:cxnLst>
                <a:cxn ang="0">
                  <a:pos x="0" y="0"/>
                </a:cxn>
                <a:cxn ang="0">
                  <a:pos x="322" y="111"/>
                </a:cxn>
              </a:cxnLst>
              <a:rect l="txL" t="txT" r="txR" b="txB"/>
              <a:pathLst>
                <a:path w="294" h="174">
                  <a:moveTo>
                    <a:pt x="0" y="0"/>
                  </a:moveTo>
                  <a:lnTo>
                    <a:pt x="294" y="174"/>
                  </a:lnTo>
                </a:path>
              </a:pathLst>
            </a:custGeom>
            <a:noFill/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12" name="任意多边形 111719"/>
            <p:cNvSpPr/>
            <p:nvPr/>
          </p:nvSpPr>
          <p:spPr>
            <a:xfrm>
              <a:off x="3096" y="3612"/>
              <a:ext cx="396" cy="156"/>
            </a:xfrm>
            <a:custGeom>
              <a:avLst/>
              <a:gdLst>
                <a:gd name="txL" fmla="*/ 0 w 378"/>
                <a:gd name="txT" fmla="*/ 0 h 174"/>
                <a:gd name="txR" fmla="*/ 378 w 378"/>
                <a:gd name="txB" fmla="*/ 174 h 174"/>
              </a:gdLst>
              <a:ahLst/>
              <a:cxnLst>
                <a:cxn ang="0">
                  <a:pos x="0" y="126"/>
                </a:cxn>
                <a:cxn ang="0">
                  <a:pos x="435" y="0"/>
                </a:cxn>
              </a:cxnLst>
              <a:rect l="txL" t="txT" r="txR" b="txB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13" name="任意多边形 111720"/>
            <p:cNvSpPr/>
            <p:nvPr/>
          </p:nvSpPr>
          <p:spPr>
            <a:xfrm>
              <a:off x="3516" y="3646"/>
              <a:ext cx="130" cy="320"/>
            </a:xfrm>
            <a:custGeom>
              <a:avLst/>
              <a:gdLst>
                <a:gd name="txL" fmla="*/ 0 w 118"/>
                <a:gd name="txT" fmla="*/ 0 h 500"/>
                <a:gd name="txR" fmla="*/ 118 w 118"/>
                <a:gd name="txB" fmla="*/ 500 h 500"/>
              </a:gdLst>
              <a:ahLst/>
              <a:cxnLst>
                <a:cxn ang="0">
                  <a:pos x="0" y="131"/>
                </a:cxn>
                <a:cxn ang="0">
                  <a:pos x="158" y="0"/>
                </a:cxn>
              </a:cxnLst>
              <a:rect l="txL" t="txT" r="txR" b="txB"/>
              <a:pathLst>
                <a:path w="118" h="500">
                  <a:moveTo>
                    <a:pt x="0" y="500"/>
                  </a:moveTo>
                  <a:lnTo>
                    <a:pt x="118" y="0"/>
                  </a:lnTo>
                </a:path>
              </a:pathLst>
            </a:custGeom>
            <a:noFill/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14" name="任意多边形 111721"/>
            <p:cNvSpPr/>
            <p:nvPr/>
          </p:nvSpPr>
          <p:spPr>
            <a:xfrm>
              <a:off x="2738" y="3982"/>
              <a:ext cx="464" cy="47"/>
            </a:xfrm>
            <a:custGeom>
              <a:avLst/>
              <a:gdLst>
                <a:gd name="txL" fmla="*/ 0 w 370"/>
                <a:gd name="txT" fmla="*/ 0 h 32"/>
                <a:gd name="txR" fmla="*/ 370 w 370"/>
                <a:gd name="txB" fmla="*/ 32 h 32"/>
              </a:gdLst>
              <a:ahLst/>
              <a:cxnLst>
                <a:cxn ang="0">
                  <a:pos x="730" y="101"/>
                </a:cxn>
                <a:cxn ang="0">
                  <a:pos x="0" y="0"/>
                </a:cxn>
              </a:cxnLst>
              <a:rect l="txL" t="txT" r="txR" b="txB"/>
              <a:pathLst>
                <a:path w="370" h="32">
                  <a:moveTo>
                    <a:pt x="370" y="32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15" name="任意多边形 111722"/>
            <p:cNvSpPr/>
            <p:nvPr/>
          </p:nvSpPr>
          <p:spPr>
            <a:xfrm>
              <a:off x="2400" y="3642"/>
              <a:ext cx="122" cy="268"/>
            </a:xfrm>
            <a:custGeom>
              <a:avLst/>
              <a:gdLst>
                <a:gd name="txL" fmla="*/ 0 w 176"/>
                <a:gd name="txT" fmla="*/ 0 h 412"/>
                <a:gd name="txR" fmla="*/ 176 w 176"/>
                <a:gd name="txB" fmla="*/ 412 h 412"/>
              </a:gdLst>
              <a:ahLst/>
              <a:cxnLst>
                <a:cxn ang="0">
                  <a:pos x="54" y="112"/>
                </a:cxn>
                <a:cxn ang="0">
                  <a:pos x="59" y="113"/>
                </a:cxn>
                <a:cxn ang="0">
                  <a:pos x="0" y="0"/>
                </a:cxn>
              </a:cxnLst>
              <a:rect l="txL" t="txT" r="txR" b="txB"/>
              <a:pathLst>
                <a:path w="176" h="412">
                  <a:moveTo>
                    <a:pt x="162" y="408"/>
                  </a:moveTo>
                  <a:lnTo>
                    <a:pt x="176" y="412"/>
                  </a:ln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0516" name="组合 111793"/>
            <p:cNvGrpSpPr/>
            <p:nvPr/>
          </p:nvGrpSpPr>
          <p:grpSpPr>
            <a:xfrm>
              <a:off x="2001" y="3375"/>
              <a:ext cx="228" cy="165"/>
              <a:chOff x="1548" y="3723"/>
              <a:chExt cx="228" cy="165"/>
            </a:xfrm>
          </p:grpSpPr>
          <p:sp>
            <p:nvSpPr>
              <p:cNvPr id="20529" name="矩形 111794"/>
              <p:cNvSpPr/>
              <p:nvPr/>
            </p:nvSpPr>
            <p:spPr>
              <a:xfrm>
                <a:off x="1563" y="3723"/>
                <a:ext cx="102" cy="150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0530" name="矩形 111795"/>
              <p:cNvSpPr/>
              <p:nvPr/>
            </p:nvSpPr>
            <p:spPr>
              <a:xfrm>
                <a:off x="1548" y="3738"/>
                <a:ext cx="102" cy="15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0531" name="直接连接符 111796"/>
              <p:cNvSpPr/>
              <p:nvPr/>
            </p:nvSpPr>
            <p:spPr>
              <a:xfrm>
                <a:off x="1650" y="3816"/>
                <a:ext cx="126" cy="0"/>
              </a:xfrm>
              <a:prstGeom prst="line">
                <a:avLst/>
              </a:prstGeom>
              <a:ln w="9525" cap="flat" cmpd="sng">
                <a:solidFill>
                  <a:schemeClr val="accent2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20517" name="组合 111797"/>
            <p:cNvGrpSpPr/>
            <p:nvPr/>
          </p:nvGrpSpPr>
          <p:grpSpPr>
            <a:xfrm>
              <a:off x="3180" y="3306"/>
              <a:ext cx="228" cy="165"/>
              <a:chOff x="1548" y="3723"/>
              <a:chExt cx="228" cy="165"/>
            </a:xfrm>
          </p:grpSpPr>
          <p:sp>
            <p:nvSpPr>
              <p:cNvPr id="20526" name="矩形 111798"/>
              <p:cNvSpPr/>
              <p:nvPr/>
            </p:nvSpPr>
            <p:spPr>
              <a:xfrm>
                <a:off x="1563" y="3723"/>
                <a:ext cx="102" cy="150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0527" name="矩形 111799"/>
              <p:cNvSpPr/>
              <p:nvPr/>
            </p:nvSpPr>
            <p:spPr>
              <a:xfrm>
                <a:off x="1548" y="3738"/>
                <a:ext cx="102" cy="15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0528" name="直接连接符 111800"/>
              <p:cNvSpPr/>
              <p:nvPr/>
            </p:nvSpPr>
            <p:spPr>
              <a:xfrm>
                <a:off x="1650" y="3816"/>
                <a:ext cx="126" cy="0"/>
              </a:xfrm>
              <a:prstGeom prst="line">
                <a:avLst/>
              </a:prstGeom>
              <a:ln w="9525" cap="flat" cmpd="sng">
                <a:solidFill>
                  <a:schemeClr val="accent2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20518" name="组合 111801"/>
            <p:cNvGrpSpPr/>
            <p:nvPr/>
          </p:nvGrpSpPr>
          <p:grpSpPr>
            <a:xfrm>
              <a:off x="2850" y="3897"/>
              <a:ext cx="228" cy="165"/>
              <a:chOff x="1548" y="3723"/>
              <a:chExt cx="228" cy="165"/>
            </a:xfrm>
          </p:grpSpPr>
          <p:sp>
            <p:nvSpPr>
              <p:cNvPr id="20523" name="矩形 111802"/>
              <p:cNvSpPr/>
              <p:nvPr/>
            </p:nvSpPr>
            <p:spPr>
              <a:xfrm>
                <a:off x="1563" y="3723"/>
                <a:ext cx="102" cy="150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0524" name="矩形 111803"/>
              <p:cNvSpPr/>
              <p:nvPr/>
            </p:nvSpPr>
            <p:spPr>
              <a:xfrm>
                <a:off x="1548" y="3738"/>
                <a:ext cx="102" cy="15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0525" name="直接连接符 111804"/>
              <p:cNvSpPr/>
              <p:nvPr/>
            </p:nvSpPr>
            <p:spPr>
              <a:xfrm>
                <a:off x="1650" y="3816"/>
                <a:ext cx="126" cy="0"/>
              </a:xfrm>
              <a:prstGeom prst="line">
                <a:avLst/>
              </a:prstGeom>
              <a:ln w="9525" cap="flat" cmpd="sng">
                <a:solidFill>
                  <a:schemeClr val="accent2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20519" name="组合 111805"/>
            <p:cNvGrpSpPr/>
            <p:nvPr/>
          </p:nvGrpSpPr>
          <p:grpSpPr>
            <a:xfrm>
              <a:off x="2586" y="3597"/>
              <a:ext cx="228" cy="165"/>
              <a:chOff x="1548" y="3723"/>
              <a:chExt cx="228" cy="165"/>
            </a:xfrm>
          </p:grpSpPr>
          <p:sp>
            <p:nvSpPr>
              <p:cNvPr id="20520" name="矩形 111806"/>
              <p:cNvSpPr/>
              <p:nvPr/>
            </p:nvSpPr>
            <p:spPr>
              <a:xfrm>
                <a:off x="1563" y="3723"/>
                <a:ext cx="102" cy="150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0521" name="矩形 111807"/>
              <p:cNvSpPr/>
              <p:nvPr/>
            </p:nvSpPr>
            <p:spPr>
              <a:xfrm>
                <a:off x="1548" y="3738"/>
                <a:ext cx="102" cy="15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0522" name="直接连接符 111808"/>
              <p:cNvSpPr/>
              <p:nvPr/>
            </p:nvSpPr>
            <p:spPr>
              <a:xfrm>
                <a:off x="1650" y="3816"/>
                <a:ext cx="126" cy="0"/>
              </a:xfrm>
              <a:prstGeom prst="line">
                <a:avLst/>
              </a:prstGeom>
              <a:ln w="9525" cap="flat" cmpd="sng">
                <a:solidFill>
                  <a:schemeClr val="accent2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</p:grpSp>
      <p:grpSp>
        <p:nvGrpSpPr>
          <p:cNvPr id="20497" name="组合 111809"/>
          <p:cNvGrpSpPr/>
          <p:nvPr/>
        </p:nvGrpSpPr>
        <p:grpSpPr>
          <a:xfrm>
            <a:off x="7959725" y="5267325"/>
            <a:ext cx="361950" cy="261938"/>
            <a:chOff x="1548" y="3723"/>
            <a:chExt cx="228" cy="165"/>
          </a:xfrm>
        </p:grpSpPr>
        <p:sp>
          <p:nvSpPr>
            <p:cNvPr id="20499" name="矩形 111810"/>
            <p:cNvSpPr/>
            <p:nvPr/>
          </p:nvSpPr>
          <p:spPr>
            <a:xfrm>
              <a:off x="1563" y="3723"/>
              <a:ext cx="102" cy="150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0500" name="矩形 111811"/>
            <p:cNvSpPr/>
            <p:nvPr/>
          </p:nvSpPr>
          <p:spPr>
            <a:xfrm>
              <a:off x="1548" y="3738"/>
              <a:ext cx="102" cy="15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0501" name="直接连接符 111812"/>
            <p:cNvSpPr/>
            <p:nvPr/>
          </p:nvSpPr>
          <p:spPr>
            <a:xfrm>
              <a:off x="1650" y="3816"/>
              <a:ext cx="126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50" name="矩形 149"/>
          <p:cNvSpPr/>
          <p:nvPr/>
        </p:nvSpPr>
        <p:spPr bwMode="auto">
          <a:xfrm>
            <a:off x="10628313" y="180975"/>
            <a:ext cx="1411288" cy="47783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补充内容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1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11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736" grpId="0"/>
      <p:bldP spid="1117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506" name="Picture 2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25663" y="1025525"/>
            <a:ext cx="4113212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07" name="Rectangle 3"/>
          <p:cNvSpPr>
            <a:spLocks noGrp="1"/>
          </p:cNvSpPr>
          <p:nvPr>
            <p:ph sz="half" idx="1"/>
          </p:nvPr>
        </p:nvSpPr>
        <p:spPr>
          <a:xfrm>
            <a:off x="660400" y="1193800"/>
            <a:ext cx="5276850" cy="505460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4.1 Overview of Network layer</a:t>
            </a:r>
            <a:endParaRPr lang="en-US" altLang="zh-CN" sz="2000" b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sz="20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data plane</a:t>
            </a:r>
            <a:endParaRPr lang="en-US" altLang="zh-CN" sz="2000" b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sz="20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control plane</a:t>
            </a:r>
            <a:endParaRPr lang="en-US" altLang="zh-CN" sz="2000" b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4.2 What</a:t>
            </a:r>
            <a:r>
              <a:rPr lang="ja-JP" altLang="en-US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’</a:t>
            </a:r>
            <a:r>
              <a:rPr lang="en-US" altLang="ja-JP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s inside a router</a:t>
            </a:r>
            <a:endParaRPr lang="en-US" altLang="ja-JP" sz="20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4.3 IP: Internet Protocol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datagram format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fragmentation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IPv4 addressing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network address translation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IPv6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</p:txBody>
      </p:sp>
      <p:sp>
        <p:nvSpPr>
          <p:cNvPr id="21508" name="Rectangle 4"/>
          <p:cNvSpPr>
            <a:spLocks noGrp="1"/>
          </p:cNvSpPr>
          <p:nvPr>
            <p:ph sz="half" idx="2"/>
          </p:nvPr>
        </p:nvSpPr>
        <p:spPr>
          <a:xfrm>
            <a:off x="5994400" y="1154113"/>
            <a:ext cx="5080000" cy="5094287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4.4 Generalized Forward and SDN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match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action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OpenFlow  examples of match-plus-action in action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21509" name="Rectangle 2"/>
          <p:cNvSpPr/>
          <p:nvPr/>
        </p:nvSpPr>
        <p:spPr>
          <a:xfrm>
            <a:off x="2057400" y="228600"/>
            <a:ext cx="7772400" cy="5699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Chapter 4: outline</a:t>
            </a:r>
            <a:endParaRPr lang="en-US" altLang="zh-CN" sz="3600" b="1" dirty="0">
              <a:solidFill>
                <a:srgbClr val="000099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21510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458787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21511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554" name="Picture 7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84400" y="1027113"/>
            <a:ext cx="5942013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3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463" y="228600"/>
            <a:ext cx="9278938" cy="7667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Chapter 4: network layer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sp>
        <p:nvSpPr>
          <p:cNvPr id="2054" name="Rectangle 3"/>
          <p:cNvSpPr>
            <a:spLocks noGrp="1" noChangeArrowheads="1"/>
          </p:cNvSpPr>
          <p:nvPr>
            <p:ph idx="1"/>
          </p:nvPr>
        </p:nvSpPr>
        <p:spPr>
          <a:xfrm>
            <a:off x="660400" y="1335088"/>
            <a:ext cx="10858500" cy="49133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chapter goals: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 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understand principles behind network layer services, focusing on data plane: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  <a:p>
            <a:pPr marL="688975" marR="0" lvl="1" indent="-2317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/>
              <a:buChar char="•"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network layer service models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marL="688975" marR="0" lvl="1" indent="-2317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/>
              <a:buChar char="•"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forwarding versus routing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marL="688975" marR="0" lvl="1" indent="-2317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/>
              <a:buChar char="•"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how a router works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marL="688975" marR="0" lvl="1" indent="-2317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/>
              <a:buChar char="•"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generalized forwarding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instantiation, implementation in the Internet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</p:txBody>
      </p:sp>
      <p:sp>
        <p:nvSpPr>
          <p:cNvPr id="23557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458787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23558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Freeform 1285"/>
          <p:cNvSpPr/>
          <p:nvPr/>
        </p:nvSpPr>
        <p:spPr>
          <a:xfrm>
            <a:off x="9123363" y="2928938"/>
            <a:ext cx="1314450" cy="674687"/>
          </a:xfrm>
          <a:custGeom>
            <a:avLst/>
            <a:gdLst>
              <a:gd name="txL" fmla="*/ 0 w 828"/>
              <a:gd name="txT" fmla="*/ 0 h 425"/>
              <a:gd name="txR" fmla="*/ 828 w 828"/>
              <a:gd name="txB" fmla="*/ 425 h 425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828" h="425">
                <a:moveTo>
                  <a:pt x="382" y="30"/>
                </a:moveTo>
                <a:cubicBezTo>
                  <a:pt x="350" y="29"/>
                  <a:pt x="413" y="30"/>
                  <a:pt x="370" y="30"/>
                </a:cubicBezTo>
                <a:cubicBezTo>
                  <a:pt x="327" y="30"/>
                  <a:pt x="187" y="16"/>
                  <a:pt x="126" y="32"/>
                </a:cubicBezTo>
                <a:cubicBezTo>
                  <a:pt x="65" y="48"/>
                  <a:pt x="12" y="86"/>
                  <a:pt x="6" y="126"/>
                </a:cubicBezTo>
                <a:cubicBezTo>
                  <a:pt x="0" y="166"/>
                  <a:pt x="44" y="231"/>
                  <a:pt x="92" y="274"/>
                </a:cubicBezTo>
                <a:cubicBezTo>
                  <a:pt x="140" y="317"/>
                  <a:pt x="217" y="360"/>
                  <a:pt x="292" y="384"/>
                </a:cubicBezTo>
                <a:cubicBezTo>
                  <a:pt x="367" y="408"/>
                  <a:pt x="472" y="425"/>
                  <a:pt x="540" y="416"/>
                </a:cubicBezTo>
                <a:cubicBezTo>
                  <a:pt x="608" y="407"/>
                  <a:pt x="659" y="371"/>
                  <a:pt x="698" y="330"/>
                </a:cubicBezTo>
                <a:cubicBezTo>
                  <a:pt x="737" y="289"/>
                  <a:pt x="760" y="221"/>
                  <a:pt x="776" y="170"/>
                </a:cubicBezTo>
                <a:cubicBezTo>
                  <a:pt x="792" y="119"/>
                  <a:pt x="828" y="44"/>
                  <a:pt x="792" y="22"/>
                </a:cubicBezTo>
                <a:cubicBezTo>
                  <a:pt x="756" y="0"/>
                  <a:pt x="630" y="37"/>
                  <a:pt x="560" y="38"/>
                </a:cubicBezTo>
                <a:cubicBezTo>
                  <a:pt x="490" y="39"/>
                  <a:pt x="414" y="31"/>
                  <a:pt x="382" y="30"/>
                </a:cubicBezTo>
                <a:close/>
              </a:path>
            </a:pathLst>
          </a:custGeom>
          <a:solidFill>
            <a:srgbClr val="00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5603" name="Freeform 1286"/>
          <p:cNvSpPr/>
          <p:nvPr/>
        </p:nvSpPr>
        <p:spPr>
          <a:xfrm>
            <a:off x="9142413" y="1401763"/>
            <a:ext cx="1730375" cy="1127125"/>
          </a:xfrm>
          <a:custGeom>
            <a:avLst/>
            <a:gdLst>
              <a:gd name="txL" fmla="*/ 0 w 765"/>
              <a:gd name="txT" fmla="*/ 0 h 459"/>
              <a:gd name="txR" fmla="*/ 765 w 765"/>
              <a:gd name="txB" fmla="*/ 459 h 459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765" h="459">
                <a:moveTo>
                  <a:pt x="424" y="10"/>
                </a:moveTo>
                <a:cubicBezTo>
                  <a:pt x="362" y="16"/>
                  <a:pt x="343" y="55"/>
                  <a:pt x="288" y="70"/>
                </a:cubicBezTo>
                <a:cubicBezTo>
                  <a:pt x="233" y="85"/>
                  <a:pt x="142" y="56"/>
                  <a:pt x="96" y="100"/>
                </a:cubicBezTo>
                <a:cubicBezTo>
                  <a:pt x="50" y="144"/>
                  <a:pt x="0" y="279"/>
                  <a:pt x="14" y="336"/>
                </a:cubicBezTo>
                <a:cubicBezTo>
                  <a:pt x="28" y="393"/>
                  <a:pt x="125" y="429"/>
                  <a:pt x="180" y="444"/>
                </a:cubicBezTo>
                <a:cubicBezTo>
                  <a:pt x="235" y="459"/>
                  <a:pt x="279" y="426"/>
                  <a:pt x="346" y="426"/>
                </a:cubicBezTo>
                <a:cubicBezTo>
                  <a:pt x="413" y="426"/>
                  <a:pt x="525" y="443"/>
                  <a:pt x="584" y="444"/>
                </a:cubicBezTo>
                <a:cubicBezTo>
                  <a:pt x="643" y="445"/>
                  <a:pt x="670" y="446"/>
                  <a:pt x="698" y="434"/>
                </a:cubicBezTo>
                <a:cubicBezTo>
                  <a:pt x="726" y="422"/>
                  <a:pt x="743" y="418"/>
                  <a:pt x="752" y="372"/>
                </a:cubicBezTo>
                <a:cubicBezTo>
                  <a:pt x="761" y="326"/>
                  <a:pt x="765" y="214"/>
                  <a:pt x="750" y="158"/>
                </a:cubicBezTo>
                <a:cubicBezTo>
                  <a:pt x="735" y="102"/>
                  <a:pt x="716" y="58"/>
                  <a:pt x="662" y="34"/>
                </a:cubicBezTo>
                <a:cubicBezTo>
                  <a:pt x="608" y="10"/>
                  <a:pt x="505" y="0"/>
                  <a:pt x="424" y="10"/>
                </a:cubicBezTo>
                <a:close/>
              </a:path>
            </a:pathLst>
          </a:custGeom>
          <a:gradFill rotWithShape="1">
            <a:gsLst>
              <a:gs pos="0">
                <a:srgbClr val="00CCFF">
                  <a:alpha val="100000"/>
                </a:srgbClr>
              </a:gs>
              <a:gs pos="100000">
                <a:schemeClr val="bg1">
                  <a:alpha val="10000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5604" name="Freeform 1287"/>
          <p:cNvSpPr/>
          <p:nvPr/>
        </p:nvSpPr>
        <p:spPr>
          <a:xfrm>
            <a:off x="7321550" y="1111250"/>
            <a:ext cx="1736725" cy="1071563"/>
          </a:xfrm>
          <a:custGeom>
            <a:avLst/>
            <a:gdLst>
              <a:gd name="txL" fmla="*/ 0 w 1036"/>
              <a:gd name="txT" fmla="*/ 0 h 675"/>
              <a:gd name="txR" fmla="*/ 1036 w 1036"/>
              <a:gd name="txB" fmla="*/ 675 h 675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00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25605" name="Group 1288"/>
          <p:cNvGrpSpPr/>
          <p:nvPr/>
        </p:nvGrpSpPr>
        <p:grpSpPr>
          <a:xfrm>
            <a:off x="7397750" y="2376488"/>
            <a:ext cx="1458913" cy="933450"/>
            <a:chOff x="2889" y="1631"/>
            <a:chExt cx="980" cy="743"/>
          </a:xfrm>
        </p:grpSpPr>
        <p:sp>
          <p:nvSpPr>
            <p:cNvPr id="26223" name="Rectangle 1289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00CCFF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224" name="AutoShape 1290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00CCFF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solidFill>
                  <a:srgbClr val="00CCFF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25606" name="Line 1291"/>
          <p:cNvSpPr/>
          <p:nvPr/>
        </p:nvSpPr>
        <p:spPr>
          <a:xfrm>
            <a:off x="9515475" y="3214688"/>
            <a:ext cx="163513" cy="1206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7" name="Line 1292"/>
          <p:cNvSpPr/>
          <p:nvPr/>
        </p:nvSpPr>
        <p:spPr>
          <a:xfrm>
            <a:off x="9612313" y="3135313"/>
            <a:ext cx="279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8" name="Line 1293"/>
          <p:cNvSpPr/>
          <p:nvPr/>
        </p:nvSpPr>
        <p:spPr>
          <a:xfrm flipV="1">
            <a:off x="9848850" y="3221038"/>
            <a:ext cx="134938" cy="1047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9" name="Line 1294"/>
          <p:cNvSpPr/>
          <p:nvPr/>
        </p:nvSpPr>
        <p:spPr>
          <a:xfrm>
            <a:off x="8547100" y="3141663"/>
            <a:ext cx="67945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10" name="Line 1295"/>
          <p:cNvSpPr/>
          <p:nvPr/>
        </p:nvSpPr>
        <p:spPr>
          <a:xfrm>
            <a:off x="8842375" y="1989138"/>
            <a:ext cx="509588" cy="31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11" name="Line 1296"/>
          <p:cNvSpPr/>
          <p:nvPr/>
        </p:nvSpPr>
        <p:spPr>
          <a:xfrm>
            <a:off x="8408988" y="1804988"/>
            <a:ext cx="152400" cy="952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12" name="Freeform 1297"/>
          <p:cNvSpPr/>
          <p:nvPr/>
        </p:nvSpPr>
        <p:spPr>
          <a:xfrm>
            <a:off x="7616825" y="3779838"/>
            <a:ext cx="3079750" cy="1665287"/>
          </a:xfrm>
          <a:custGeom>
            <a:avLst/>
            <a:gdLst>
              <a:gd name="txL" fmla="*/ 0 w 1940"/>
              <a:gd name="txT" fmla="*/ 0 h 1049"/>
              <a:gd name="txR" fmla="*/ 1940 w 1940"/>
              <a:gd name="txB" fmla="*/ 1049 h 1049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00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5613" name="Line 1298"/>
          <p:cNvSpPr/>
          <p:nvPr/>
        </p:nvSpPr>
        <p:spPr>
          <a:xfrm rot="-5400000" flipV="1">
            <a:off x="9917113" y="4651375"/>
            <a:ext cx="473075" cy="63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14" name="Line 1299"/>
          <p:cNvSpPr/>
          <p:nvPr/>
        </p:nvSpPr>
        <p:spPr>
          <a:xfrm rot="5400000" flipV="1">
            <a:off x="10110788" y="4841875"/>
            <a:ext cx="3175" cy="85725"/>
          </a:xfrm>
          <a:prstGeom prst="line">
            <a:avLst/>
          </a:prstGeom>
          <a:ln w="12700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15" name="Line 1300"/>
          <p:cNvSpPr/>
          <p:nvPr/>
        </p:nvSpPr>
        <p:spPr>
          <a:xfrm rot="-5400000" flipH="1">
            <a:off x="10218738" y="4438650"/>
            <a:ext cx="193675" cy="76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16" name="Line 1301"/>
          <p:cNvSpPr/>
          <p:nvPr/>
        </p:nvSpPr>
        <p:spPr>
          <a:xfrm>
            <a:off x="9477375" y="4097338"/>
            <a:ext cx="390525" cy="1841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17" name="Line 1302"/>
          <p:cNvSpPr/>
          <p:nvPr/>
        </p:nvSpPr>
        <p:spPr>
          <a:xfrm flipV="1">
            <a:off x="8856663" y="4084638"/>
            <a:ext cx="322262" cy="2000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18" name="Line 1303"/>
          <p:cNvSpPr/>
          <p:nvPr/>
        </p:nvSpPr>
        <p:spPr>
          <a:xfrm flipV="1">
            <a:off x="8899525" y="4376738"/>
            <a:ext cx="97155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19" name="Line 1305"/>
          <p:cNvSpPr/>
          <p:nvPr/>
        </p:nvSpPr>
        <p:spPr>
          <a:xfrm>
            <a:off x="8220075" y="4173538"/>
            <a:ext cx="233363" cy="952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20" name="Line 1306"/>
          <p:cNvSpPr/>
          <p:nvPr/>
        </p:nvSpPr>
        <p:spPr>
          <a:xfrm flipV="1">
            <a:off x="7961313" y="4411663"/>
            <a:ext cx="403225" cy="984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21" name="Line 1309"/>
          <p:cNvSpPr/>
          <p:nvPr/>
        </p:nvSpPr>
        <p:spPr>
          <a:xfrm flipH="1">
            <a:off x="8386763" y="4465638"/>
            <a:ext cx="177800" cy="203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22" name="Line 1310"/>
          <p:cNvSpPr/>
          <p:nvPr/>
        </p:nvSpPr>
        <p:spPr>
          <a:xfrm flipH="1" flipV="1">
            <a:off x="8780463" y="4451350"/>
            <a:ext cx="1587" cy="2206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23" name="Line 1311"/>
          <p:cNvSpPr/>
          <p:nvPr/>
        </p:nvSpPr>
        <p:spPr>
          <a:xfrm>
            <a:off x="8863013" y="4454525"/>
            <a:ext cx="503237" cy="2698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24" name="Line 1313"/>
          <p:cNvSpPr/>
          <p:nvPr/>
        </p:nvSpPr>
        <p:spPr>
          <a:xfrm>
            <a:off x="8401050" y="2924175"/>
            <a:ext cx="0" cy="1317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25" name="Line 1314"/>
          <p:cNvSpPr/>
          <p:nvPr/>
        </p:nvSpPr>
        <p:spPr>
          <a:xfrm flipV="1">
            <a:off x="9696450" y="1893888"/>
            <a:ext cx="123825" cy="857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26" name="Line 1315"/>
          <p:cNvSpPr/>
          <p:nvPr/>
        </p:nvSpPr>
        <p:spPr>
          <a:xfrm>
            <a:off x="9525000" y="2065338"/>
            <a:ext cx="0" cy="825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27" name="Line 1316"/>
          <p:cNvSpPr/>
          <p:nvPr/>
        </p:nvSpPr>
        <p:spPr>
          <a:xfrm flipV="1">
            <a:off x="9696450" y="1963738"/>
            <a:ext cx="263525" cy="2889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28" name="Line 1317"/>
          <p:cNvSpPr/>
          <p:nvPr/>
        </p:nvSpPr>
        <p:spPr>
          <a:xfrm>
            <a:off x="10061575" y="1960563"/>
            <a:ext cx="0" cy="1968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29" name="Line 1318"/>
          <p:cNvSpPr/>
          <p:nvPr/>
        </p:nvSpPr>
        <p:spPr>
          <a:xfrm>
            <a:off x="9715500" y="2268538"/>
            <a:ext cx="18891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30" name="Line 1319"/>
          <p:cNvSpPr/>
          <p:nvPr/>
        </p:nvSpPr>
        <p:spPr>
          <a:xfrm flipV="1">
            <a:off x="8010525" y="3135313"/>
            <a:ext cx="168275" cy="31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31" name="Line 1320"/>
          <p:cNvSpPr/>
          <p:nvPr/>
        </p:nvSpPr>
        <p:spPr>
          <a:xfrm>
            <a:off x="10269538" y="2259013"/>
            <a:ext cx="177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32" name="Line 1321"/>
          <p:cNvSpPr/>
          <p:nvPr/>
        </p:nvSpPr>
        <p:spPr>
          <a:xfrm flipH="1">
            <a:off x="9415463" y="2335213"/>
            <a:ext cx="98425" cy="7048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33" name="Line 1322"/>
          <p:cNvSpPr/>
          <p:nvPr/>
        </p:nvSpPr>
        <p:spPr>
          <a:xfrm flipH="1">
            <a:off x="10007600" y="2335213"/>
            <a:ext cx="111125" cy="7270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34" name="Line 1323"/>
          <p:cNvSpPr/>
          <p:nvPr/>
        </p:nvSpPr>
        <p:spPr>
          <a:xfrm flipV="1">
            <a:off x="9391650" y="3476625"/>
            <a:ext cx="227013" cy="4365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5635" name="Group 1324"/>
          <p:cNvGrpSpPr/>
          <p:nvPr/>
        </p:nvGrpSpPr>
        <p:grpSpPr>
          <a:xfrm flipH="1">
            <a:off x="7894638" y="3935413"/>
            <a:ext cx="414337" cy="371475"/>
            <a:chOff x="2839" y="3501"/>
            <a:chExt cx="755" cy="803"/>
          </a:xfrm>
        </p:grpSpPr>
        <p:pic>
          <p:nvPicPr>
            <p:cNvPr id="26221" name="Picture 1325" descr="desktop_computer_stylized_medium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222" name="Freeform 1326"/>
            <p:cNvSpPr/>
            <p:nvPr/>
          </p:nvSpPr>
          <p:spPr>
            <a:xfrm>
              <a:off x="2916" y="3578"/>
              <a:ext cx="356" cy="368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300" y="14"/>
                </a:cxn>
                <a:cxn ang="0">
                  <a:pos x="356" y="294"/>
                </a:cxn>
                <a:cxn ang="0">
                  <a:pos x="78" y="368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5636" name="Group 1327"/>
          <p:cNvGrpSpPr/>
          <p:nvPr/>
        </p:nvGrpSpPr>
        <p:grpSpPr>
          <a:xfrm flipH="1">
            <a:off x="7577138" y="4354513"/>
            <a:ext cx="482600" cy="406400"/>
            <a:chOff x="2839" y="3501"/>
            <a:chExt cx="755" cy="803"/>
          </a:xfrm>
        </p:grpSpPr>
        <p:pic>
          <p:nvPicPr>
            <p:cNvPr id="26219" name="Picture 1328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220" name="Freeform 1329"/>
            <p:cNvSpPr/>
            <p:nvPr/>
          </p:nvSpPr>
          <p:spPr>
            <a:xfrm>
              <a:off x="2916" y="3578"/>
              <a:ext cx="356" cy="368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300" y="14"/>
                </a:cxn>
                <a:cxn ang="0">
                  <a:pos x="356" y="294"/>
                </a:cxn>
                <a:cxn ang="0">
                  <a:pos x="78" y="368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5637" name="Group 1330"/>
          <p:cNvGrpSpPr/>
          <p:nvPr/>
        </p:nvGrpSpPr>
        <p:grpSpPr>
          <a:xfrm flipH="1">
            <a:off x="8054975" y="4656138"/>
            <a:ext cx="427038" cy="349250"/>
            <a:chOff x="2839" y="3501"/>
            <a:chExt cx="755" cy="803"/>
          </a:xfrm>
        </p:grpSpPr>
        <p:pic>
          <p:nvPicPr>
            <p:cNvPr id="26217" name="Picture 1331" descr="desktop_computer_stylized_medium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218" name="Freeform 1332"/>
            <p:cNvSpPr/>
            <p:nvPr/>
          </p:nvSpPr>
          <p:spPr>
            <a:xfrm>
              <a:off x="2916" y="3578"/>
              <a:ext cx="356" cy="368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300" y="14"/>
                </a:cxn>
                <a:cxn ang="0">
                  <a:pos x="356" y="294"/>
                </a:cxn>
                <a:cxn ang="0">
                  <a:pos x="78" y="368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5638" name="Group 1333"/>
          <p:cNvGrpSpPr/>
          <p:nvPr/>
        </p:nvGrpSpPr>
        <p:grpSpPr>
          <a:xfrm>
            <a:off x="8669338" y="4640263"/>
            <a:ext cx="427037" cy="350837"/>
            <a:chOff x="2839" y="3501"/>
            <a:chExt cx="755" cy="803"/>
          </a:xfrm>
        </p:grpSpPr>
        <p:pic>
          <p:nvPicPr>
            <p:cNvPr id="26215" name="Picture 1334" descr="desktop_computer_stylized_medium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216" name="Freeform 1335"/>
            <p:cNvSpPr/>
            <p:nvPr/>
          </p:nvSpPr>
          <p:spPr>
            <a:xfrm>
              <a:off x="2916" y="3578"/>
              <a:ext cx="356" cy="368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300" y="14"/>
                </a:cxn>
                <a:cxn ang="0">
                  <a:pos x="356" y="294"/>
                </a:cxn>
                <a:cxn ang="0">
                  <a:pos x="78" y="368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pic>
        <p:nvPicPr>
          <p:cNvPr id="25639" name="Picture 1336" descr="car_icon_sm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375" y="1122363"/>
            <a:ext cx="849313" cy="16827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5640" name="Group 1337"/>
          <p:cNvGrpSpPr/>
          <p:nvPr/>
        </p:nvGrpSpPr>
        <p:grpSpPr>
          <a:xfrm>
            <a:off x="7732713" y="947738"/>
            <a:ext cx="415925" cy="384175"/>
            <a:chOff x="2751" y="1851"/>
            <a:chExt cx="462" cy="478"/>
          </a:xfrm>
        </p:grpSpPr>
        <p:pic>
          <p:nvPicPr>
            <p:cNvPr id="26213" name="Picture 1338" descr="iphone_stylized_small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6214" name="Picture 1339" descr="antenna_radiation_stylized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25641" name="Group 1340"/>
          <p:cNvGrpSpPr/>
          <p:nvPr/>
        </p:nvGrpSpPr>
        <p:grpSpPr>
          <a:xfrm>
            <a:off x="9809163" y="1797050"/>
            <a:ext cx="390525" cy="169863"/>
            <a:chOff x="4650" y="1129"/>
            <a:chExt cx="246" cy="95"/>
          </a:xfrm>
        </p:grpSpPr>
        <p:sp>
          <p:nvSpPr>
            <p:cNvPr id="26205" name="Oval 407"/>
            <p:cNvSpPr/>
            <p:nvPr/>
          </p:nvSpPr>
          <p:spPr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206" name="Rectangle 410"/>
            <p:cNvSpPr/>
            <p:nvPr/>
          </p:nvSpPr>
          <p:spPr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207" name="Oval 411"/>
            <p:cNvSpPr/>
            <p:nvPr/>
          </p:nvSpPr>
          <p:spPr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26208" name="Group 1344"/>
            <p:cNvGrpSpPr/>
            <p:nvPr/>
          </p:nvGrpSpPr>
          <p:grpSpPr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6211" name="Freeform 1345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6212" name="Freeform 1346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6209" name="Line 1347"/>
            <p:cNvSpPr/>
            <p:nvPr/>
          </p:nvSpPr>
          <p:spPr>
            <a:xfrm>
              <a:off x="4651" y="1158"/>
              <a:ext cx="0" cy="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210" name="Line 1348"/>
            <p:cNvSpPr/>
            <p:nvPr/>
          </p:nvSpPr>
          <p:spPr>
            <a:xfrm>
              <a:off x="4894" y="1160"/>
              <a:ext cx="0" cy="4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5642" name="Group 1349"/>
          <p:cNvGrpSpPr/>
          <p:nvPr/>
        </p:nvGrpSpPr>
        <p:grpSpPr>
          <a:xfrm>
            <a:off x="9882188" y="2159000"/>
            <a:ext cx="390525" cy="176213"/>
            <a:chOff x="4650" y="1129"/>
            <a:chExt cx="246" cy="95"/>
          </a:xfrm>
        </p:grpSpPr>
        <p:sp>
          <p:nvSpPr>
            <p:cNvPr id="26197" name="Oval 407"/>
            <p:cNvSpPr/>
            <p:nvPr/>
          </p:nvSpPr>
          <p:spPr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198" name="Rectangle 410"/>
            <p:cNvSpPr/>
            <p:nvPr/>
          </p:nvSpPr>
          <p:spPr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199" name="Oval 411"/>
            <p:cNvSpPr/>
            <p:nvPr/>
          </p:nvSpPr>
          <p:spPr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26200" name="Group 1353"/>
            <p:cNvGrpSpPr/>
            <p:nvPr/>
          </p:nvGrpSpPr>
          <p:grpSpPr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6203" name="Freeform 1354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6204" name="Freeform 1355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6201" name="Line 1356"/>
            <p:cNvSpPr/>
            <p:nvPr/>
          </p:nvSpPr>
          <p:spPr>
            <a:xfrm>
              <a:off x="4651" y="1158"/>
              <a:ext cx="0" cy="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202" name="Line 1357"/>
            <p:cNvSpPr/>
            <p:nvPr/>
          </p:nvSpPr>
          <p:spPr>
            <a:xfrm>
              <a:off x="4894" y="1160"/>
              <a:ext cx="0" cy="4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5643" name="Group 1358"/>
          <p:cNvGrpSpPr/>
          <p:nvPr/>
        </p:nvGrpSpPr>
        <p:grpSpPr>
          <a:xfrm>
            <a:off x="9323388" y="1895475"/>
            <a:ext cx="390525" cy="169863"/>
            <a:chOff x="4650" y="1129"/>
            <a:chExt cx="246" cy="95"/>
          </a:xfrm>
        </p:grpSpPr>
        <p:sp>
          <p:nvSpPr>
            <p:cNvPr id="26189" name="Oval 407"/>
            <p:cNvSpPr/>
            <p:nvPr/>
          </p:nvSpPr>
          <p:spPr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190" name="Rectangle 410"/>
            <p:cNvSpPr/>
            <p:nvPr/>
          </p:nvSpPr>
          <p:spPr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191" name="Oval 411"/>
            <p:cNvSpPr/>
            <p:nvPr/>
          </p:nvSpPr>
          <p:spPr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26192" name="Group 1362"/>
            <p:cNvGrpSpPr/>
            <p:nvPr/>
          </p:nvGrpSpPr>
          <p:grpSpPr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6195" name="Freeform 1363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6196" name="Freeform 1364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6193" name="Line 1365"/>
            <p:cNvSpPr/>
            <p:nvPr/>
          </p:nvSpPr>
          <p:spPr>
            <a:xfrm>
              <a:off x="4651" y="1158"/>
              <a:ext cx="0" cy="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194" name="Line 1366"/>
            <p:cNvSpPr/>
            <p:nvPr/>
          </p:nvSpPr>
          <p:spPr>
            <a:xfrm>
              <a:off x="4894" y="1160"/>
              <a:ext cx="0" cy="4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5644" name="Group 1367"/>
          <p:cNvGrpSpPr/>
          <p:nvPr/>
        </p:nvGrpSpPr>
        <p:grpSpPr>
          <a:xfrm>
            <a:off x="9334500" y="2159000"/>
            <a:ext cx="390525" cy="169863"/>
            <a:chOff x="4650" y="1129"/>
            <a:chExt cx="246" cy="95"/>
          </a:xfrm>
        </p:grpSpPr>
        <p:sp>
          <p:nvSpPr>
            <p:cNvPr id="26181" name="Oval 407"/>
            <p:cNvSpPr/>
            <p:nvPr/>
          </p:nvSpPr>
          <p:spPr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182" name="Rectangle 410"/>
            <p:cNvSpPr/>
            <p:nvPr/>
          </p:nvSpPr>
          <p:spPr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183" name="Oval 411"/>
            <p:cNvSpPr/>
            <p:nvPr/>
          </p:nvSpPr>
          <p:spPr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26184" name="Group 1371"/>
            <p:cNvGrpSpPr/>
            <p:nvPr/>
          </p:nvGrpSpPr>
          <p:grpSpPr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6187" name="Freeform 1372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6188" name="Freeform 1373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6185" name="Line 1374"/>
            <p:cNvSpPr/>
            <p:nvPr/>
          </p:nvSpPr>
          <p:spPr>
            <a:xfrm>
              <a:off x="4651" y="1158"/>
              <a:ext cx="0" cy="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186" name="Line 1375"/>
            <p:cNvSpPr/>
            <p:nvPr/>
          </p:nvSpPr>
          <p:spPr>
            <a:xfrm>
              <a:off x="4894" y="1160"/>
              <a:ext cx="0" cy="4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5645" name="Line 1376"/>
          <p:cNvSpPr/>
          <p:nvPr/>
        </p:nvSpPr>
        <p:spPr>
          <a:xfrm>
            <a:off x="10464800" y="2255838"/>
            <a:ext cx="177800" cy="0"/>
          </a:xfrm>
          <a:prstGeom prst="line">
            <a:avLst/>
          </a:prstGeom>
          <a:ln w="9525" cap="flat" cmpd="sng">
            <a:solidFill>
              <a:schemeClr val="bg2"/>
            </a:solidFill>
            <a:prstDash val="dash"/>
            <a:headEnd type="none" w="med" len="med"/>
            <a:tailEnd type="none" w="med" len="med"/>
          </a:ln>
        </p:spPr>
      </p:sp>
      <p:grpSp>
        <p:nvGrpSpPr>
          <p:cNvPr id="25646" name="Group 1377"/>
          <p:cNvGrpSpPr/>
          <p:nvPr/>
        </p:nvGrpSpPr>
        <p:grpSpPr>
          <a:xfrm>
            <a:off x="9520238" y="3313113"/>
            <a:ext cx="485775" cy="203200"/>
            <a:chOff x="4650" y="1129"/>
            <a:chExt cx="246" cy="95"/>
          </a:xfrm>
        </p:grpSpPr>
        <p:sp>
          <p:nvSpPr>
            <p:cNvPr id="26173" name="Oval 407"/>
            <p:cNvSpPr/>
            <p:nvPr/>
          </p:nvSpPr>
          <p:spPr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174" name="Rectangle 410"/>
            <p:cNvSpPr/>
            <p:nvPr/>
          </p:nvSpPr>
          <p:spPr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175" name="Oval 411"/>
            <p:cNvSpPr/>
            <p:nvPr/>
          </p:nvSpPr>
          <p:spPr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26176" name="Group 1381"/>
            <p:cNvGrpSpPr/>
            <p:nvPr/>
          </p:nvGrpSpPr>
          <p:grpSpPr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6179" name="Freeform 1382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6180" name="Freeform 1383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6177" name="Line 1384"/>
            <p:cNvSpPr/>
            <p:nvPr/>
          </p:nvSpPr>
          <p:spPr>
            <a:xfrm>
              <a:off x="4651" y="1158"/>
              <a:ext cx="0" cy="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178" name="Line 1385"/>
            <p:cNvSpPr/>
            <p:nvPr/>
          </p:nvSpPr>
          <p:spPr>
            <a:xfrm>
              <a:off x="4894" y="1160"/>
              <a:ext cx="0" cy="4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5647" name="Group 1386"/>
          <p:cNvGrpSpPr/>
          <p:nvPr/>
        </p:nvGrpSpPr>
        <p:grpSpPr>
          <a:xfrm>
            <a:off x="9201150" y="3030538"/>
            <a:ext cx="485775" cy="203200"/>
            <a:chOff x="4650" y="1129"/>
            <a:chExt cx="246" cy="95"/>
          </a:xfrm>
        </p:grpSpPr>
        <p:sp>
          <p:nvSpPr>
            <p:cNvPr id="26165" name="Oval 407"/>
            <p:cNvSpPr/>
            <p:nvPr/>
          </p:nvSpPr>
          <p:spPr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166" name="Rectangle 410"/>
            <p:cNvSpPr/>
            <p:nvPr/>
          </p:nvSpPr>
          <p:spPr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167" name="Oval 411"/>
            <p:cNvSpPr/>
            <p:nvPr/>
          </p:nvSpPr>
          <p:spPr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26168" name="Group 1390"/>
            <p:cNvGrpSpPr/>
            <p:nvPr/>
          </p:nvGrpSpPr>
          <p:grpSpPr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6171" name="Freeform 1391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6172" name="Freeform 1392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6169" name="Line 1393"/>
            <p:cNvSpPr/>
            <p:nvPr/>
          </p:nvSpPr>
          <p:spPr>
            <a:xfrm>
              <a:off x="4651" y="1158"/>
              <a:ext cx="0" cy="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170" name="Line 1394"/>
            <p:cNvSpPr/>
            <p:nvPr/>
          </p:nvSpPr>
          <p:spPr>
            <a:xfrm>
              <a:off x="4894" y="1160"/>
              <a:ext cx="0" cy="4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5648" name="Group 1395"/>
          <p:cNvGrpSpPr/>
          <p:nvPr/>
        </p:nvGrpSpPr>
        <p:grpSpPr>
          <a:xfrm>
            <a:off x="9863138" y="3043238"/>
            <a:ext cx="485775" cy="203200"/>
            <a:chOff x="4650" y="1129"/>
            <a:chExt cx="246" cy="95"/>
          </a:xfrm>
        </p:grpSpPr>
        <p:sp>
          <p:nvSpPr>
            <p:cNvPr id="26157" name="Oval 407"/>
            <p:cNvSpPr/>
            <p:nvPr/>
          </p:nvSpPr>
          <p:spPr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158" name="Rectangle 410"/>
            <p:cNvSpPr/>
            <p:nvPr/>
          </p:nvSpPr>
          <p:spPr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159" name="Oval 411"/>
            <p:cNvSpPr/>
            <p:nvPr/>
          </p:nvSpPr>
          <p:spPr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26160" name="Group 1399"/>
            <p:cNvGrpSpPr/>
            <p:nvPr/>
          </p:nvGrpSpPr>
          <p:grpSpPr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6163" name="Freeform 1400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6164" name="Freeform 1401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6161" name="Line 1402"/>
            <p:cNvSpPr/>
            <p:nvPr/>
          </p:nvSpPr>
          <p:spPr>
            <a:xfrm>
              <a:off x="4651" y="1158"/>
              <a:ext cx="0" cy="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162" name="Line 1403"/>
            <p:cNvSpPr/>
            <p:nvPr/>
          </p:nvSpPr>
          <p:spPr>
            <a:xfrm>
              <a:off x="4894" y="1160"/>
              <a:ext cx="0" cy="4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5649" name="Group 1404"/>
          <p:cNvGrpSpPr/>
          <p:nvPr/>
        </p:nvGrpSpPr>
        <p:grpSpPr>
          <a:xfrm>
            <a:off x="9082088" y="3906838"/>
            <a:ext cx="619125" cy="242887"/>
            <a:chOff x="4650" y="1129"/>
            <a:chExt cx="246" cy="95"/>
          </a:xfrm>
        </p:grpSpPr>
        <p:sp>
          <p:nvSpPr>
            <p:cNvPr id="26149" name="Oval 407"/>
            <p:cNvSpPr/>
            <p:nvPr/>
          </p:nvSpPr>
          <p:spPr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150" name="Rectangle 410"/>
            <p:cNvSpPr/>
            <p:nvPr/>
          </p:nvSpPr>
          <p:spPr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151" name="Oval 411"/>
            <p:cNvSpPr/>
            <p:nvPr/>
          </p:nvSpPr>
          <p:spPr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26152" name="Group 1408"/>
            <p:cNvGrpSpPr/>
            <p:nvPr/>
          </p:nvGrpSpPr>
          <p:grpSpPr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6155" name="Freeform 1409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6156" name="Freeform 1410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6153" name="Line 1411"/>
            <p:cNvSpPr/>
            <p:nvPr/>
          </p:nvSpPr>
          <p:spPr>
            <a:xfrm>
              <a:off x="4651" y="1158"/>
              <a:ext cx="0" cy="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154" name="Line 1412"/>
            <p:cNvSpPr/>
            <p:nvPr/>
          </p:nvSpPr>
          <p:spPr>
            <a:xfrm>
              <a:off x="4894" y="1160"/>
              <a:ext cx="0" cy="4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5650" name="Group 1413"/>
          <p:cNvGrpSpPr/>
          <p:nvPr/>
        </p:nvGrpSpPr>
        <p:grpSpPr>
          <a:xfrm>
            <a:off x="9715500" y="4205288"/>
            <a:ext cx="619125" cy="242887"/>
            <a:chOff x="4650" y="1129"/>
            <a:chExt cx="246" cy="95"/>
          </a:xfrm>
        </p:grpSpPr>
        <p:sp>
          <p:nvSpPr>
            <p:cNvPr id="26141" name="Oval 407"/>
            <p:cNvSpPr/>
            <p:nvPr/>
          </p:nvSpPr>
          <p:spPr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142" name="Rectangle 410"/>
            <p:cNvSpPr/>
            <p:nvPr/>
          </p:nvSpPr>
          <p:spPr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143" name="Oval 411"/>
            <p:cNvSpPr/>
            <p:nvPr/>
          </p:nvSpPr>
          <p:spPr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26144" name="Group 1417"/>
            <p:cNvGrpSpPr/>
            <p:nvPr/>
          </p:nvGrpSpPr>
          <p:grpSpPr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6147" name="Freeform 1418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6148" name="Freeform 1419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6145" name="Line 1420"/>
            <p:cNvSpPr/>
            <p:nvPr/>
          </p:nvSpPr>
          <p:spPr>
            <a:xfrm>
              <a:off x="4651" y="1158"/>
              <a:ext cx="0" cy="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146" name="Line 1421"/>
            <p:cNvSpPr/>
            <p:nvPr/>
          </p:nvSpPr>
          <p:spPr>
            <a:xfrm>
              <a:off x="4894" y="1160"/>
              <a:ext cx="0" cy="4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5651" name="Group 1422"/>
          <p:cNvGrpSpPr/>
          <p:nvPr/>
        </p:nvGrpSpPr>
        <p:grpSpPr>
          <a:xfrm>
            <a:off x="8366125" y="4249738"/>
            <a:ext cx="619125" cy="242887"/>
            <a:chOff x="4650" y="1129"/>
            <a:chExt cx="246" cy="95"/>
          </a:xfrm>
        </p:grpSpPr>
        <p:sp>
          <p:nvSpPr>
            <p:cNvPr id="26133" name="Oval 407"/>
            <p:cNvSpPr/>
            <p:nvPr/>
          </p:nvSpPr>
          <p:spPr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134" name="Rectangle 410"/>
            <p:cNvSpPr/>
            <p:nvPr/>
          </p:nvSpPr>
          <p:spPr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135" name="Oval 411"/>
            <p:cNvSpPr/>
            <p:nvPr/>
          </p:nvSpPr>
          <p:spPr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26136" name="Group 1426"/>
            <p:cNvGrpSpPr/>
            <p:nvPr/>
          </p:nvGrpSpPr>
          <p:grpSpPr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6139" name="Freeform 1427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6140" name="Freeform 1428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6137" name="Line 1429"/>
            <p:cNvSpPr/>
            <p:nvPr/>
          </p:nvSpPr>
          <p:spPr>
            <a:xfrm>
              <a:off x="4651" y="1158"/>
              <a:ext cx="0" cy="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138" name="Line 1430"/>
            <p:cNvSpPr/>
            <p:nvPr/>
          </p:nvSpPr>
          <p:spPr>
            <a:xfrm>
              <a:off x="4894" y="1160"/>
              <a:ext cx="0" cy="4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5652" name="Group 1431"/>
          <p:cNvGrpSpPr/>
          <p:nvPr/>
        </p:nvGrpSpPr>
        <p:grpSpPr>
          <a:xfrm>
            <a:off x="8172450" y="3041650"/>
            <a:ext cx="390525" cy="169863"/>
            <a:chOff x="4650" y="1129"/>
            <a:chExt cx="246" cy="95"/>
          </a:xfrm>
        </p:grpSpPr>
        <p:sp>
          <p:nvSpPr>
            <p:cNvPr id="26125" name="Oval 407"/>
            <p:cNvSpPr/>
            <p:nvPr/>
          </p:nvSpPr>
          <p:spPr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126" name="Rectangle 410"/>
            <p:cNvSpPr/>
            <p:nvPr/>
          </p:nvSpPr>
          <p:spPr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127" name="Oval 411"/>
            <p:cNvSpPr/>
            <p:nvPr/>
          </p:nvSpPr>
          <p:spPr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26128" name="Group 1435"/>
            <p:cNvGrpSpPr/>
            <p:nvPr/>
          </p:nvGrpSpPr>
          <p:grpSpPr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6131" name="Freeform 1436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6132" name="Freeform 1437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6129" name="Line 1438"/>
            <p:cNvSpPr/>
            <p:nvPr/>
          </p:nvSpPr>
          <p:spPr>
            <a:xfrm>
              <a:off x="4651" y="1158"/>
              <a:ext cx="0" cy="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130" name="Line 1439"/>
            <p:cNvSpPr/>
            <p:nvPr/>
          </p:nvSpPr>
          <p:spPr>
            <a:xfrm>
              <a:off x="4894" y="1160"/>
              <a:ext cx="0" cy="4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5653" name="Group 1440"/>
          <p:cNvGrpSpPr/>
          <p:nvPr/>
        </p:nvGrpSpPr>
        <p:grpSpPr>
          <a:xfrm>
            <a:off x="8472488" y="1889125"/>
            <a:ext cx="390525" cy="169863"/>
            <a:chOff x="4650" y="1129"/>
            <a:chExt cx="246" cy="95"/>
          </a:xfrm>
        </p:grpSpPr>
        <p:sp>
          <p:nvSpPr>
            <p:cNvPr id="26117" name="Oval 407"/>
            <p:cNvSpPr/>
            <p:nvPr/>
          </p:nvSpPr>
          <p:spPr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118" name="Rectangle 410"/>
            <p:cNvSpPr/>
            <p:nvPr/>
          </p:nvSpPr>
          <p:spPr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119" name="Oval 411"/>
            <p:cNvSpPr/>
            <p:nvPr/>
          </p:nvSpPr>
          <p:spPr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26120" name="Group 1444"/>
            <p:cNvGrpSpPr/>
            <p:nvPr/>
          </p:nvGrpSpPr>
          <p:grpSpPr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6123" name="Freeform 1445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6124" name="Freeform 1446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6121" name="Line 1447"/>
            <p:cNvSpPr/>
            <p:nvPr/>
          </p:nvSpPr>
          <p:spPr>
            <a:xfrm>
              <a:off x="4651" y="1158"/>
              <a:ext cx="0" cy="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122" name="Line 1448"/>
            <p:cNvSpPr/>
            <p:nvPr/>
          </p:nvSpPr>
          <p:spPr>
            <a:xfrm>
              <a:off x="4894" y="1160"/>
              <a:ext cx="0" cy="4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5654" name="Group 1449"/>
          <p:cNvGrpSpPr/>
          <p:nvPr/>
        </p:nvGrpSpPr>
        <p:grpSpPr>
          <a:xfrm>
            <a:off x="7731125" y="2901950"/>
            <a:ext cx="506413" cy="352425"/>
            <a:chOff x="2967" y="478"/>
            <a:chExt cx="788" cy="625"/>
          </a:xfrm>
        </p:grpSpPr>
        <p:pic>
          <p:nvPicPr>
            <p:cNvPr id="26115" name="Picture 1450" descr="access_point_stylized_small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6116" name="Picture 1451" descr="antenna_radiation_stylized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25655" name="Group 1452"/>
          <p:cNvGrpSpPr/>
          <p:nvPr/>
        </p:nvGrpSpPr>
        <p:grpSpPr>
          <a:xfrm>
            <a:off x="9251950" y="4405313"/>
            <a:ext cx="563563" cy="420687"/>
            <a:chOff x="2967" y="478"/>
            <a:chExt cx="788" cy="625"/>
          </a:xfrm>
        </p:grpSpPr>
        <p:pic>
          <p:nvPicPr>
            <p:cNvPr id="26113" name="Picture 1453" descr="access_point_stylized_small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6114" name="Picture 1454" descr="antenna_radiation_stylized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25656" name="Group 1455"/>
          <p:cNvGrpSpPr/>
          <p:nvPr/>
        </p:nvGrpSpPr>
        <p:grpSpPr>
          <a:xfrm>
            <a:off x="8180388" y="1246188"/>
            <a:ext cx="457200" cy="631825"/>
            <a:chOff x="742" y="2409"/>
            <a:chExt cx="576" cy="881"/>
          </a:xfrm>
        </p:grpSpPr>
        <p:grpSp>
          <p:nvGrpSpPr>
            <p:cNvPr id="26095" name="Group 1456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26098" name="Line 270"/>
              <p:cNvSpPr/>
              <p:nvPr/>
            </p:nvSpPr>
            <p:spPr>
              <a:xfrm flipH="1">
                <a:off x="3130" y="3288"/>
                <a:ext cx="205" cy="67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099" name="Line 271"/>
              <p:cNvSpPr/>
              <p:nvPr/>
            </p:nvSpPr>
            <p:spPr>
              <a:xfrm>
                <a:off x="3335" y="3288"/>
                <a:ext cx="205" cy="669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100" name="Line 272"/>
              <p:cNvSpPr/>
              <p:nvPr/>
            </p:nvSpPr>
            <p:spPr>
              <a:xfrm>
                <a:off x="3130" y="3957"/>
                <a:ext cx="205" cy="73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101" name="Line 273"/>
              <p:cNvSpPr/>
              <p:nvPr/>
            </p:nvSpPr>
            <p:spPr>
              <a:xfrm flipH="1">
                <a:off x="3335" y="3957"/>
                <a:ext cx="205" cy="73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102" name="Line 274"/>
              <p:cNvSpPr/>
              <p:nvPr/>
            </p:nvSpPr>
            <p:spPr>
              <a:xfrm>
                <a:off x="3335" y="3303"/>
                <a:ext cx="0" cy="727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103" name="Line 275"/>
              <p:cNvSpPr/>
              <p:nvPr/>
            </p:nvSpPr>
            <p:spPr>
              <a:xfrm flipV="1">
                <a:off x="3130" y="3888"/>
                <a:ext cx="205" cy="7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104" name="Line 276"/>
              <p:cNvSpPr/>
              <p:nvPr/>
            </p:nvSpPr>
            <p:spPr>
              <a:xfrm flipH="1" flipV="1">
                <a:off x="3335" y="3888"/>
                <a:ext cx="205" cy="69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105" name="Line 277"/>
              <p:cNvSpPr/>
              <p:nvPr/>
            </p:nvSpPr>
            <p:spPr>
              <a:xfrm>
                <a:off x="3217" y="3668"/>
                <a:ext cx="118" cy="5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106" name="Line 278"/>
              <p:cNvSpPr/>
              <p:nvPr/>
            </p:nvSpPr>
            <p:spPr>
              <a:xfrm flipV="1">
                <a:off x="3335" y="3668"/>
                <a:ext cx="124" cy="5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107" name="Line 279"/>
              <p:cNvSpPr/>
              <p:nvPr/>
            </p:nvSpPr>
            <p:spPr>
              <a:xfrm>
                <a:off x="3178" y="3766"/>
                <a:ext cx="152" cy="7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108" name="Line 280"/>
              <p:cNvSpPr/>
              <p:nvPr/>
            </p:nvSpPr>
            <p:spPr>
              <a:xfrm flipV="1">
                <a:off x="3335" y="3781"/>
                <a:ext cx="153" cy="6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109" name="Line 281"/>
              <p:cNvSpPr/>
              <p:nvPr/>
            </p:nvSpPr>
            <p:spPr>
              <a:xfrm flipV="1">
                <a:off x="3335" y="3567"/>
                <a:ext cx="78" cy="27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110" name="Line 282"/>
              <p:cNvSpPr/>
              <p:nvPr/>
            </p:nvSpPr>
            <p:spPr>
              <a:xfrm flipV="1">
                <a:off x="3335" y="3428"/>
                <a:ext cx="49" cy="2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111" name="Line 283"/>
              <p:cNvSpPr/>
              <p:nvPr/>
            </p:nvSpPr>
            <p:spPr>
              <a:xfrm>
                <a:off x="3247" y="3558"/>
                <a:ext cx="95" cy="3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112" name="Line 284"/>
              <p:cNvSpPr/>
              <p:nvPr/>
            </p:nvSpPr>
            <p:spPr>
              <a:xfrm>
                <a:off x="3289" y="3422"/>
                <a:ext cx="55" cy="3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pic>
          <p:nvPicPr>
            <p:cNvPr id="26096" name="Picture 1472" descr="cell_tower_radiation copy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097" name="Oval 1473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grpSp>
        <p:nvGrpSpPr>
          <p:cNvPr id="25657" name="Group 1474"/>
          <p:cNvGrpSpPr/>
          <p:nvPr/>
        </p:nvGrpSpPr>
        <p:grpSpPr>
          <a:xfrm>
            <a:off x="10360025" y="4403725"/>
            <a:ext cx="227013" cy="481013"/>
            <a:chOff x="4140" y="429"/>
            <a:chExt cx="1425" cy="2396"/>
          </a:xfrm>
        </p:grpSpPr>
        <p:sp>
          <p:nvSpPr>
            <p:cNvPr id="26063" name="Freeform 1475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>
                <a:gd name="txL" fmla="*/ 0 w 354"/>
                <a:gd name="txT" fmla="*/ 0 h 2742"/>
                <a:gd name="txR" fmla="*/ 354 w 354"/>
                <a:gd name="txB" fmla="*/ 2742 h 2742"/>
              </a:gdLst>
              <a:ahLst/>
              <a:cxnLst>
                <a:cxn ang="0">
                  <a:pos x="2" y="0"/>
                </a:cxn>
                <a:cxn ang="0">
                  <a:pos x="5" y="11"/>
                </a:cxn>
                <a:cxn ang="0">
                  <a:pos x="5" y="83"/>
                </a:cxn>
                <a:cxn ang="0">
                  <a:pos x="0" y="86"/>
                </a:cxn>
                <a:cxn ang="0">
                  <a:pos x="2" y="0"/>
                </a:cxn>
              </a:cxnLst>
              <a:rect l="txL" t="txT" r="txR" b="tx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100000"/>
                  </a:srgbClr>
                </a:gs>
                <a:gs pos="100000">
                  <a:srgbClr val="333333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064" name="Rectangle 1476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065" name="Freeform 1477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>
                <a:gd name="txL" fmla="*/ 0 w 211"/>
                <a:gd name="txT" fmla="*/ 0 h 2537"/>
                <a:gd name="txR" fmla="*/ 211 w 211"/>
                <a:gd name="txB" fmla="*/ 2537 h 2537"/>
              </a:gdLst>
              <a:ahLst/>
              <a:cxnLst>
                <a:cxn ang="0">
                  <a:pos x="2" y="0"/>
                </a:cxn>
                <a:cxn ang="0">
                  <a:pos x="3" y="8"/>
                </a:cxn>
                <a:cxn ang="0">
                  <a:pos x="2" y="78"/>
                </a:cxn>
                <a:cxn ang="0">
                  <a:pos x="2" y="0"/>
                </a:cxn>
              </a:cxnLst>
              <a:rect l="txL" t="txT" r="txR" b="tx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>
                    <a:alpha val="100000"/>
                  </a:srgbClr>
                </a:gs>
                <a:gs pos="100000">
                  <a:srgbClr val="F8F8F8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066" name="Freeform 1478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>
                <a:gd name="txL" fmla="*/ 0 w 328"/>
                <a:gd name="txT" fmla="*/ 0 h 226"/>
                <a:gd name="txR" fmla="*/ 328 w 328"/>
                <a:gd name="txB" fmla="*/ 226 h 226"/>
              </a:gdLst>
              <a:ahLst/>
              <a:cxnLst>
                <a:cxn ang="0">
                  <a:pos x="2" y="0"/>
                </a:cxn>
                <a:cxn ang="0">
                  <a:pos x="5" y="5"/>
                </a:cxn>
                <a:cxn ang="0">
                  <a:pos x="5" y="8"/>
                </a:cxn>
                <a:cxn ang="0">
                  <a:pos x="0" y="3"/>
                </a:cxn>
                <a:cxn ang="0">
                  <a:pos x="2" y="0"/>
                </a:cxn>
              </a:cxnLst>
              <a:rect l="txL" t="txT" r="txR" b="tx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067" name="Rectangle 1479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26068" name="Group 1480"/>
            <p:cNvGrpSpPr/>
            <p:nvPr/>
          </p:nvGrpSpPr>
          <p:grpSpPr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093" name="AutoShape 1481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6094" name="AutoShape 1482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26069" name="Rectangle 1483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26070" name="Group 1484"/>
            <p:cNvGrpSpPr/>
            <p:nvPr/>
          </p:nvGrpSpPr>
          <p:grpSpPr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6091" name="AutoShape 1485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6092" name="AutoShape 1486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26071" name="Rectangle 1487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072" name="Rectangle 1488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26073" name="Group 1489"/>
            <p:cNvGrpSpPr/>
            <p:nvPr/>
          </p:nvGrpSpPr>
          <p:grpSpPr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6089" name="AutoShape 1490"/>
              <p:cNvSpPr/>
              <p:nvPr/>
            </p:nvSpPr>
            <p:spPr>
              <a:xfrm>
                <a:off x="618" y="2579"/>
                <a:ext cx="720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6090" name="AutoShape 1491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26074" name="Freeform 1492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>
                <a:gd name="txL" fmla="*/ 0 w 328"/>
                <a:gd name="txT" fmla="*/ 0 h 226"/>
                <a:gd name="txR" fmla="*/ 328 w 328"/>
                <a:gd name="txB" fmla="*/ 226 h 226"/>
              </a:gdLst>
              <a:ahLst/>
              <a:cxnLst>
                <a:cxn ang="0">
                  <a:pos x="2" y="0"/>
                </a:cxn>
                <a:cxn ang="0">
                  <a:pos x="5" y="4"/>
                </a:cxn>
                <a:cxn ang="0">
                  <a:pos x="5" y="7"/>
                </a:cxn>
                <a:cxn ang="0">
                  <a:pos x="0" y="2"/>
                </a:cxn>
                <a:cxn ang="0">
                  <a:pos x="2" y="0"/>
                </a:cxn>
              </a:cxnLst>
              <a:rect l="txL" t="txT" r="txR" b="tx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6075" name="Group 1493"/>
            <p:cNvGrpSpPr/>
            <p:nvPr/>
          </p:nvGrpSpPr>
          <p:grpSpPr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6087" name="AutoShape 1494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6088" name="AutoShape 1495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26076" name="Rectangle 1496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077" name="Freeform 1497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>
                <a:gd name="txL" fmla="*/ 0 w 296"/>
                <a:gd name="txT" fmla="*/ 0 h 256"/>
                <a:gd name="txR" fmla="*/ 296 w 296"/>
                <a:gd name="txB" fmla="*/ 256 h 256"/>
              </a:gdLst>
              <a:ahLst/>
              <a:cxnLst>
                <a:cxn ang="0">
                  <a:pos x="2" y="0"/>
                </a:cxn>
                <a:cxn ang="0">
                  <a:pos x="5" y="4"/>
                </a:cxn>
                <a:cxn ang="0">
                  <a:pos x="5" y="7"/>
                </a:cxn>
                <a:cxn ang="0">
                  <a:pos x="0" y="2"/>
                </a:cxn>
                <a:cxn ang="0">
                  <a:pos x="2" y="0"/>
                </a:cxn>
              </a:cxnLst>
              <a:rect l="txL" t="txT" r="txR" b="tx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078" name="Freeform 1498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>
                <a:gd name="txL" fmla="*/ 0 w 304"/>
                <a:gd name="txT" fmla="*/ 0 h 288"/>
                <a:gd name="txR" fmla="*/ 304 w 304"/>
                <a:gd name="txB" fmla="*/ 288 h 288"/>
              </a:gdLst>
              <a:ahLst/>
              <a:cxnLst>
                <a:cxn ang="0">
                  <a:pos x="0" y="0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2" y="4"/>
                </a:cxn>
                <a:cxn ang="0">
                  <a:pos x="0" y="0"/>
                </a:cxn>
              </a:cxnLst>
              <a:rect l="txL" t="txT" r="txR" b="tx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079" name="Oval 1499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080" name="Freeform 1500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>
                <a:gd name="txL" fmla="*/ 0 w 306"/>
                <a:gd name="txT" fmla="*/ 0 h 240"/>
                <a:gd name="txR" fmla="*/ 306 w 306"/>
                <a:gd name="txB" fmla="*/ 240 h 240"/>
              </a:gdLst>
              <a:ahLst/>
              <a:cxnLst>
                <a:cxn ang="0">
                  <a:pos x="0" y="4"/>
                </a:cxn>
                <a:cxn ang="0">
                  <a:pos x="2" y="8"/>
                </a:cxn>
                <a:cxn ang="0">
                  <a:pos x="5" y="4"/>
                </a:cxn>
                <a:cxn ang="0">
                  <a:pos x="5" y="0"/>
                </a:cxn>
                <a:cxn ang="0">
                  <a:pos x="0" y="4"/>
                </a:cxn>
              </a:cxnLst>
              <a:rect l="txL" t="txT" r="txR" b="tx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081" name="AutoShape 1501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082" name="AutoShape 1502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083" name="Oval 1503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084" name="Oval 1504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085" name="Oval 1505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086" name="Rectangle 1506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grpSp>
        <p:nvGrpSpPr>
          <p:cNvPr id="25658" name="Group 1507"/>
          <p:cNvGrpSpPr/>
          <p:nvPr/>
        </p:nvGrpSpPr>
        <p:grpSpPr>
          <a:xfrm>
            <a:off x="10044113" y="4705350"/>
            <a:ext cx="227012" cy="481013"/>
            <a:chOff x="4140" y="429"/>
            <a:chExt cx="1425" cy="2396"/>
          </a:xfrm>
        </p:grpSpPr>
        <p:sp>
          <p:nvSpPr>
            <p:cNvPr id="26031" name="Freeform 1508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>
                <a:gd name="txL" fmla="*/ 0 w 354"/>
                <a:gd name="txT" fmla="*/ 0 h 2742"/>
                <a:gd name="txR" fmla="*/ 354 w 354"/>
                <a:gd name="txB" fmla="*/ 2742 h 2742"/>
              </a:gdLst>
              <a:ahLst/>
              <a:cxnLst>
                <a:cxn ang="0">
                  <a:pos x="2" y="0"/>
                </a:cxn>
                <a:cxn ang="0">
                  <a:pos x="5" y="11"/>
                </a:cxn>
                <a:cxn ang="0">
                  <a:pos x="5" y="83"/>
                </a:cxn>
                <a:cxn ang="0">
                  <a:pos x="0" y="86"/>
                </a:cxn>
                <a:cxn ang="0">
                  <a:pos x="2" y="0"/>
                </a:cxn>
              </a:cxnLst>
              <a:rect l="txL" t="txT" r="txR" b="tx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100000"/>
                  </a:srgbClr>
                </a:gs>
                <a:gs pos="100000">
                  <a:srgbClr val="333333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032" name="Rectangle 1509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033" name="Freeform 1510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>
                <a:gd name="txL" fmla="*/ 0 w 211"/>
                <a:gd name="txT" fmla="*/ 0 h 2537"/>
                <a:gd name="txR" fmla="*/ 211 w 211"/>
                <a:gd name="txB" fmla="*/ 2537 h 2537"/>
              </a:gdLst>
              <a:ahLst/>
              <a:cxnLst>
                <a:cxn ang="0">
                  <a:pos x="2" y="0"/>
                </a:cxn>
                <a:cxn ang="0">
                  <a:pos x="3" y="8"/>
                </a:cxn>
                <a:cxn ang="0">
                  <a:pos x="2" y="78"/>
                </a:cxn>
                <a:cxn ang="0">
                  <a:pos x="2" y="0"/>
                </a:cxn>
              </a:cxnLst>
              <a:rect l="txL" t="txT" r="txR" b="tx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>
                    <a:alpha val="100000"/>
                  </a:srgbClr>
                </a:gs>
                <a:gs pos="100000">
                  <a:srgbClr val="F8F8F8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034" name="Freeform 1511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>
                <a:gd name="txL" fmla="*/ 0 w 328"/>
                <a:gd name="txT" fmla="*/ 0 h 226"/>
                <a:gd name="txR" fmla="*/ 328 w 328"/>
                <a:gd name="txB" fmla="*/ 226 h 226"/>
              </a:gdLst>
              <a:ahLst/>
              <a:cxnLst>
                <a:cxn ang="0">
                  <a:pos x="2" y="0"/>
                </a:cxn>
                <a:cxn ang="0">
                  <a:pos x="5" y="5"/>
                </a:cxn>
                <a:cxn ang="0">
                  <a:pos x="5" y="8"/>
                </a:cxn>
                <a:cxn ang="0">
                  <a:pos x="0" y="3"/>
                </a:cxn>
                <a:cxn ang="0">
                  <a:pos x="2" y="0"/>
                </a:cxn>
              </a:cxnLst>
              <a:rect l="txL" t="txT" r="txR" b="tx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035" name="Rectangle 1512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26036" name="Group 1513"/>
            <p:cNvGrpSpPr/>
            <p:nvPr/>
          </p:nvGrpSpPr>
          <p:grpSpPr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061" name="AutoShape 1514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6062" name="AutoShape 1515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26037" name="Rectangle 1516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26038" name="Group 1517"/>
            <p:cNvGrpSpPr/>
            <p:nvPr/>
          </p:nvGrpSpPr>
          <p:grpSpPr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6059" name="AutoShape 1518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6060" name="AutoShape 1519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26039" name="Rectangle 1520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040" name="Rectangle 1521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26041" name="Group 1522"/>
            <p:cNvGrpSpPr/>
            <p:nvPr/>
          </p:nvGrpSpPr>
          <p:grpSpPr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6057" name="AutoShape 1523"/>
              <p:cNvSpPr/>
              <p:nvPr/>
            </p:nvSpPr>
            <p:spPr>
              <a:xfrm>
                <a:off x="618" y="2579"/>
                <a:ext cx="720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6058" name="AutoShape 1524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26042" name="Freeform 1525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>
                <a:gd name="txL" fmla="*/ 0 w 328"/>
                <a:gd name="txT" fmla="*/ 0 h 226"/>
                <a:gd name="txR" fmla="*/ 328 w 328"/>
                <a:gd name="txB" fmla="*/ 226 h 226"/>
              </a:gdLst>
              <a:ahLst/>
              <a:cxnLst>
                <a:cxn ang="0">
                  <a:pos x="2" y="0"/>
                </a:cxn>
                <a:cxn ang="0">
                  <a:pos x="5" y="4"/>
                </a:cxn>
                <a:cxn ang="0">
                  <a:pos x="5" y="7"/>
                </a:cxn>
                <a:cxn ang="0">
                  <a:pos x="0" y="2"/>
                </a:cxn>
                <a:cxn ang="0">
                  <a:pos x="2" y="0"/>
                </a:cxn>
              </a:cxnLst>
              <a:rect l="txL" t="txT" r="txR" b="tx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6043" name="Group 1526"/>
            <p:cNvGrpSpPr/>
            <p:nvPr/>
          </p:nvGrpSpPr>
          <p:grpSpPr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6055" name="AutoShape 1527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6056" name="AutoShape 1528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26044" name="Rectangle 1529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045" name="Freeform 1530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>
                <a:gd name="txL" fmla="*/ 0 w 296"/>
                <a:gd name="txT" fmla="*/ 0 h 256"/>
                <a:gd name="txR" fmla="*/ 296 w 296"/>
                <a:gd name="txB" fmla="*/ 256 h 256"/>
              </a:gdLst>
              <a:ahLst/>
              <a:cxnLst>
                <a:cxn ang="0">
                  <a:pos x="2" y="0"/>
                </a:cxn>
                <a:cxn ang="0">
                  <a:pos x="5" y="4"/>
                </a:cxn>
                <a:cxn ang="0">
                  <a:pos x="5" y="7"/>
                </a:cxn>
                <a:cxn ang="0">
                  <a:pos x="0" y="2"/>
                </a:cxn>
                <a:cxn ang="0">
                  <a:pos x="2" y="0"/>
                </a:cxn>
              </a:cxnLst>
              <a:rect l="txL" t="txT" r="txR" b="tx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046" name="Freeform 1531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>
                <a:gd name="txL" fmla="*/ 0 w 304"/>
                <a:gd name="txT" fmla="*/ 0 h 288"/>
                <a:gd name="txR" fmla="*/ 304 w 304"/>
                <a:gd name="txB" fmla="*/ 288 h 288"/>
              </a:gdLst>
              <a:ahLst/>
              <a:cxnLst>
                <a:cxn ang="0">
                  <a:pos x="0" y="0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2" y="4"/>
                </a:cxn>
                <a:cxn ang="0">
                  <a:pos x="0" y="0"/>
                </a:cxn>
              </a:cxnLst>
              <a:rect l="txL" t="txT" r="txR" b="tx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047" name="Oval 1532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048" name="Freeform 1533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>
                <a:gd name="txL" fmla="*/ 0 w 306"/>
                <a:gd name="txT" fmla="*/ 0 h 240"/>
                <a:gd name="txR" fmla="*/ 306 w 306"/>
                <a:gd name="txB" fmla="*/ 240 h 240"/>
              </a:gdLst>
              <a:ahLst/>
              <a:cxnLst>
                <a:cxn ang="0">
                  <a:pos x="0" y="4"/>
                </a:cxn>
                <a:cxn ang="0">
                  <a:pos x="2" y="8"/>
                </a:cxn>
                <a:cxn ang="0">
                  <a:pos x="5" y="4"/>
                </a:cxn>
                <a:cxn ang="0">
                  <a:pos x="5" y="0"/>
                </a:cxn>
                <a:cxn ang="0">
                  <a:pos x="0" y="4"/>
                </a:cxn>
              </a:cxnLst>
              <a:rect l="txL" t="txT" r="txR" b="tx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049" name="AutoShape 1534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050" name="AutoShape 1535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051" name="Oval 1536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052" name="Oval 1537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053" name="Oval 1538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6054" name="Rectangle 1539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grpSp>
        <p:nvGrpSpPr>
          <p:cNvPr id="25659" name="Group 1540"/>
          <p:cNvGrpSpPr/>
          <p:nvPr/>
        </p:nvGrpSpPr>
        <p:grpSpPr>
          <a:xfrm>
            <a:off x="7421563" y="1443038"/>
            <a:ext cx="534987" cy="409575"/>
            <a:chOff x="877" y="1008"/>
            <a:chExt cx="2747" cy="2591"/>
          </a:xfrm>
        </p:grpSpPr>
        <p:pic>
          <p:nvPicPr>
            <p:cNvPr id="26008" name="Picture 1541" descr="antenna_stylized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6009" name="Picture 1542" descr="laptop_keyboard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010" name="Freeform 1543"/>
            <p:cNvSpPr/>
            <p:nvPr/>
          </p:nvSpPr>
          <p:spPr>
            <a:xfrm>
              <a:off x="1753" y="1603"/>
              <a:ext cx="1807" cy="1322"/>
            </a:xfrm>
            <a:custGeom>
              <a:avLst/>
              <a:gdLst>
                <a:gd name="txL" fmla="*/ 0 w 2982"/>
                <a:gd name="txT" fmla="*/ 0 h 2442"/>
                <a:gd name="txR" fmla="*/ 2982 w 2982"/>
                <a:gd name="txB" fmla="*/ 2442 h 2442"/>
              </a:gdLst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</a:cxnLst>
              <a:rect l="txL" t="txT" r="txR" b="tx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>
                <a:alpha val="100000"/>
              </a:scheme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pic>
          <p:nvPicPr>
            <p:cNvPr id="26011" name="Picture 1544" descr="screen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012" name="Freeform 1545"/>
            <p:cNvSpPr/>
            <p:nvPr/>
          </p:nvSpPr>
          <p:spPr>
            <a:xfrm>
              <a:off x="2082" y="1564"/>
              <a:ext cx="1531" cy="246"/>
            </a:xfrm>
            <a:custGeom>
              <a:avLst/>
              <a:gdLst>
                <a:gd name="txL" fmla="*/ 0 w 2528"/>
                <a:gd name="txT" fmla="*/ 0 h 455"/>
                <a:gd name="txR" fmla="*/ 2528 w 2528"/>
                <a:gd name="txB" fmla="*/ 455 h 455"/>
              </a:gdLst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0"/>
                </a:cxn>
              </a:cxnLst>
              <a:rect l="txL" t="txT" r="txR" b="tx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rgbClr val="EAEAEA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013" name="Freeform 1546"/>
            <p:cNvSpPr/>
            <p:nvPr/>
          </p:nvSpPr>
          <p:spPr>
            <a:xfrm>
              <a:off x="1737" y="1562"/>
              <a:ext cx="425" cy="1024"/>
            </a:xfrm>
            <a:custGeom>
              <a:avLst/>
              <a:gdLst>
                <a:gd name="txL" fmla="*/ 0 w 702"/>
                <a:gd name="txT" fmla="*/ 0 h 1893"/>
                <a:gd name="txR" fmla="*/ 702 w 702"/>
                <a:gd name="txB" fmla="*/ 1893 h 1893"/>
              </a:gdLst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</a:cxnLst>
              <a:rect l="txL" t="txT" r="txR" b="tx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014" name="Freeform 1547"/>
            <p:cNvSpPr/>
            <p:nvPr/>
          </p:nvSpPr>
          <p:spPr>
            <a:xfrm>
              <a:off x="3144" y="1745"/>
              <a:ext cx="458" cy="1182"/>
            </a:xfrm>
            <a:custGeom>
              <a:avLst/>
              <a:gdLst>
                <a:gd name="txL" fmla="*/ 0 w 756"/>
                <a:gd name="txT" fmla="*/ 0 h 2184"/>
                <a:gd name="txR" fmla="*/ 756 w 756"/>
                <a:gd name="txB" fmla="*/ 2184 h 2184"/>
              </a:gdLst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0"/>
                </a:cxn>
              </a:cxnLst>
              <a:rect l="txL" t="txT" r="txR" b="tx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015" name="Freeform 1548"/>
            <p:cNvSpPr/>
            <p:nvPr/>
          </p:nvSpPr>
          <p:spPr>
            <a:xfrm>
              <a:off x="1732" y="2534"/>
              <a:ext cx="1680" cy="399"/>
            </a:xfrm>
            <a:custGeom>
              <a:avLst/>
              <a:gdLst>
                <a:gd name="txL" fmla="*/ 0 w 2773"/>
                <a:gd name="txT" fmla="*/ 0 h 738"/>
                <a:gd name="txR" fmla="*/ 2773 w 2773"/>
                <a:gd name="txB" fmla="*/ 738 h 738"/>
              </a:gdLst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</a:cxnLst>
              <a:rect l="txL" t="txT" r="txR" b="tx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016" name="Freeform 1549"/>
            <p:cNvSpPr/>
            <p:nvPr/>
          </p:nvSpPr>
          <p:spPr>
            <a:xfrm>
              <a:off x="3195" y="1755"/>
              <a:ext cx="429" cy="1187"/>
            </a:xfrm>
            <a:custGeom>
              <a:avLst/>
              <a:gdLst>
                <a:gd name="txL" fmla="*/ 0 w 637"/>
                <a:gd name="txT" fmla="*/ 0 h 1659"/>
                <a:gd name="txR" fmla="*/ 637 w 637"/>
                <a:gd name="txB" fmla="*/ 1659 h 1659"/>
              </a:gdLst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3"/>
                </a:cxn>
                <a:cxn ang="0">
                  <a:pos x="0" y="3"/>
                </a:cxn>
                <a:cxn ang="0">
                  <a:pos x="1" y="0"/>
                </a:cxn>
              </a:cxnLst>
              <a:rect l="txL" t="txT" r="txR" b="tx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017" name="Freeform 1550"/>
            <p:cNvSpPr/>
            <p:nvPr/>
          </p:nvSpPr>
          <p:spPr>
            <a:xfrm>
              <a:off x="1734" y="2587"/>
              <a:ext cx="1494" cy="394"/>
            </a:xfrm>
            <a:custGeom>
              <a:avLst/>
              <a:gdLst>
                <a:gd name="txL" fmla="*/ 0 w 2216"/>
                <a:gd name="txT" fmla="*/ 0 h 550"/>
                <a:gd name="txR" fmla="*/ 2216 w 2216"/>
                <a:gd name="txB" fmla="*/ 550 h 550"/>
              </a:gdLst>
              <a:ahLst/>
              <a:cxnLst>
                <a:cxn ang="0">
                  <a:pos x="0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0"/>
                </a:cxn>
              </a:cxnLst>
              <a:rect l="txL" t="txT" r="txR" b="tx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6018" name="Group 1551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26025" name="Freeform 155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avLst/>
                <a:gdLst>
                  <a:gd name="txL" fmla="*/ 0 w 752"/>
                  <a:gd name="txT" fmla="*/ 0 h 327"/>
                  <a:gd name="txR" fmla="*/ 752 w 752"/>
                  <a:gd name="txB" fmla="*/ 327 h 327"/>
                </a:gdLst>
                <a:ahLst/>
                <a:cxnLst>
                  <a:cxn ang="0">
                    <a:pos x="293" y="0"/>
                  </a:cxn>
                  <a:cxn ang="0">
                    <a:pos x="752" y="124"/>
                  </a:cxn>
                  <a:cxn ang="0">
                    <a:pos x="470" y="327"/>
                  </a:cxn>
                  <a:cxn ang="0">
                    <a:pos x="0" y="183"/>
                  </a:cxn>
                  <a:cxn ang="0">
                    <a:pos x="293" y="0"/>
                  </a:cxn>
                </a:cxnLst>
                <a:rect l="txL" t="txT" r="txR" b="tx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6026" name="Freeform 1553"/>
              <p:cNvSpPr/>
              <p:nvPr/>
            </p:nvSpPr>
            <p:spPr>
              <a:xfrm>
                <a:off x="1754" y="2649"/>
                <a:ext cx="726" cy="311"/>
              </a:xfrm>
              <a:custGeom>
                <a:avLst/>
                <a:gdLst>
                  <a:gd name="txL" fmla="*/ 0 w 726"/>
                  <a:gd name="txT" fmla="*/ 0 h 311"/>
                  <a:gd name="txR" fmla="*/ 726 w 726"/>
                  <a:gd name="txB" fmla="*/ 311 h 311"/>
                </a:gdLst>
                <a:ahLst/>
                <a:cxnLst>
                  <a:cxn ang="0">
                    <a:pos x="282" y="0"/>
                  </a:cxn>
                  <a:cxn ang="0">
                    <a:pos x="726" y="119"/>
                  </a:cxn>
                  <a:cxn ang="0">
                    <a:pos x="457" y="311"/>
                  </a:cxn>
                  <a:cxn ang="0">
                    <a:pos x="0" y="173"/>
                  </a:cxn>
                  <a:cxn ang="0">
                    <a:pos x="282" y="0"/>
                  </a:cxn>
                </a:cxnLst>
                <a:rect l="txL" t="txT" r="txR" b="tx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>
                      <a:alpha val="100000"/>
                    </a:srgbClr>
                  </a:gs>
                  <a:gs pos="100000">
                    <a:srgbClr val="DDDDDD">
                      <a:alpha val="100000"/>
                    </a:srgb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6027" name="Freeform 1554"/>
              <p:cNvSpPr/>
              <p:nvPr/>
            </p:nvSpPr>
            <p:spPr>
              <a:xfrm>
                <a:off x="1808" y="2770"/>
                <a:ext cx="258" cy="100"/>
              </a:xfrm>
              <a:custGeom>
                <a:avLst/>
                <a:gdLst>
                  <a:gd name="txL" fmla="*/ 0 w 258"/>
                  <a:gd name="txT" fmla="*/ 0 h 100"/>
                  <a:gd name="txR" fmla="*/ 258 w 258"/>
                  <a:gd name="txB" fmla="*/ 100 h 100"/>
                </a:gdLst>
                <a:ahLst/>
                <a:cxnLst>
                  <a:cxn ang="0">
                    <a:pos x="0" y="44"/>
                  </a:cxn>
                  <a:cxn ang="0">
                    <a:pos x="75" y="0"/>
                  </a:cxn>
                  <a:cxn ang="0">
                    <a:pos x="258" y="50"/>
                  </a:cxn>
                  <a:cxn ang="0">
                    <a:pos x="183" y="100"/>
                  </a:cxn>
                  <a:cxn ang="0">
                    <a:pos x="0" y="44"/>
                  </a:cxn>
                </a:cxnLst>
                <a:rect l="txL" t="txT" r="txR" b="tx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6028" name="Freeform 1555"/>
              <p:cNvSpPr/>
              <p:nvPr/>
            </p:nvSpPr>
            <p:spPr>
              <a:xfrm>
                <a:off x="1799" y="2816"/>
                <a:ext cx="194" cy="63"/>
              </a:xfrm>
              <a:custGeom>
                <a:avLst/>
                <a:gdLst>
                  <a:gd name="txL" fmla="*/ 0 w 194"/>
                  <a:gd name="txT" fmla="*/ 0 h 63"/>
                  <a:gd name="txR" fmla="*/ 194 w 194"/>
                  <a:gd name="txB" fmla="*/ 63 h 63"/>
                </a:gdLst>
                <a:ahLst/>
                <a:cxnLst>
                  <a:cxn ang="0">
                    <a:pos x="12" y="0"/>
                  </a:cxn>
                  <a:cxn ang="0">
                    <a:pos x="194" y="53"/>
                  </a:cxn>
                  <a:cxn ang="0">
                    <a:pos x="180" y="63"/>
                  </a:cxn>
                  <a:cxn ang="0">
                    <a:pos x="0" y="9"/>
                  </a:cxn>
                  <a:cxn ang="0">
                    <a:pos x="12" y="0"/>
                  </a:cxn>
                </a:cxnLst>
                <a:rect l="txL" t="txT" r="txR" b="tx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6029" name="Freeform 1556"/>
              <p:cNvSpPr/>
              <p:nvPr/>
            </p:nvSpPr>
            <p:spPr>
              <a:xfrm>
                <a:off x="2020" y="2834"/>
                <a:ext cx="258" cy="102"/>
              </a:xfrm>
              <a:custGeom>
                <a:avLst/>
                <a:gdLst>
                  <a:gd name="txL" fmla="*/ 0 w 258"/>
                  <a:gd name="txT" fmla="*/ 0 h 102"/>
                  <a:gd name="txR" fmla="*/ 258 w 258"/>
                  <a:gd name="txB" fmla="*/ 102 h 102"/>
                </a:gdLst>
                <a:ahLst/>
                <a:cxnLst>
                  <a:cxn ang="0">
                    <a:pos x="0" y="46"/>
                  </a:cxn>
                  <a:cxn ang="0">
                    <a:pos x="71" y="0"/>
                  </a:cxn>
                  <a:cxn ang="0">
                    <a:pos x="258" y="52"/>
                  </a:cxn>
                  <a:cxn ang="0">
                    <a:pos x="183" y="102"/>
                  </a:cxn>
                  <a:cxn ang="0">
                    <a:pos x="0" y="46"/>
                  </a:cxn>
                </a:cxnLst>
                <a:rect l="txL" t="txT" r="txR" b="tx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6030" name="Freeform 1557"/>
              <p:cNvSpPr/>
              <p:nvPr/>
            </p:nvSpPr>
            <p:spPr>
              <a:xfrm>
                <a:off x="2011" y="2882"/>
                <a:ext cx="194" cy="63"/>
              </a:xfrm>
              <a:custGeom>
                <a:avLst/>
                <a:gdLst>
                  <a:gd name="txL" fmla="*/ 0 w 194"/>
                  <a:gd name="txT" fmla="*/ 0 h 63"/>
                  <a:gd name="txR" fmla="*/ 194 w 194"/>
                  <a:gd name="txB" fmla="*/ 63 h 63"/>
                </a:gdLst>
                <a:ahLst/>
                <a:cxnLst>
                  <a:cxn ang="0">
                    <a:pos x="12" y="0"/>
                  </a:cxn>
                  <a:cxn ang="0">
                    <a:pos x="194" y="53"/>
                  </a:cxn>
                  <a:cxn ang="0">
                    <a:pos x="180" y="63"/>
                  </a:cxn>
                  <a:cxn ang="0">
                    <a:pos x="0" y="9"/>
                  </a:cxn>
                  <a:cxn ang="0">
                    <a:pos x="12" y="0"/>
                  </a:cxn>
                </a:cxnLst>
                <a:rect l="txL" t="txT" r="txR" b="tx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6019" name="Freeform 1558"/>
            <p:cNvSpPr/>
            <p:nvPr/>
          </p:nvSpPr>
          <p:spPr>
            <a:xfrm>
              <a:off x="2577" y="3043"/>
              <a:ext cx="614" cy="514"/>
            </a:xfrm>
            <a:custGeom>
              <a:avLst/>
              <a:gdLst>
                <a:gd name="txL" fmla="*/ 0 w 990"/>
                <a:gd name="txT" fmla="*/ 0 h 792"/>
                <a:gd name="txR" fmla="*/ 990 w 990"/>
                <a:gd name="txB" fmla="*/ 792 h 792"/>
              </a:gdLst>
              <a:ahLst/>
              <a:cxnLst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1"/>
                </a:cxn>
              </a:cxnLst>
              <a:rect l="txL" t="txT" r="txR" b="tx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020" name="Freeform 1559"/>
            <p:cNvSpPr/>
            <p:nvPr/>
          </p:nvSpPr>
          <p:spPr>
            <a:xfrm>
              <a:off x="1010" y="3084"/>
              <a:ext cx="1571" cy="469"/>
            </a:xfrm>
            <a:custGeom>
              <a:avLst/>
              <a:gdLst>
                <a:gd name="txL" fmla="*/ 0 w 2532"/>
                <a:gd name="txT" fmla="*/ 0 h 723"/>
                <a:gd name="txR" fmla="*/ 2532 w 2532"/>
                <a:gd name="txB" fmla="*/ 723 h 723"/>
              </a:gdLst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0"/>
                </a:cxn>
              </a:cxnLst>
              <a:rect l="txL" t="txT" r="txR" b="tx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021" name="Freeform 1560"/>
            <p:cNvSpPr/>
            <p:nvPr/>
          </p:nvSpPr>
          <p:spPr>
            <a:xfrm>
              <a:off x="1011" y="2998"/>
              <a:ext cx="17" cy="95"/>
            </a:xfrm>
            <a:custGeom>
              <a:avLst/>
              <a:gdLst>
                <a:gd name="txL" fmla="*/ 0 w 26"/>
                <a:gd name="txT" fmla="*/ 0 h 147"/>
                <a:gd name="txR" fmla="*/ 26 w 26"/>
                <a:gd name="txB" fmla="*/ 147 h 147"/>
              </a:gdLst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1"/>
                </a:cxn>
              </a:cxnLst>
              <a:rect l="txL" t="txT" r="txR" b="tx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022" name="Freeform 1561"/>
            <p:cNvSpPr/>
            <p:nvPr/>
          </p:nvSpPr>
          <p:spPr>
            <a:xfrm>
              <a:off x="1012" y="2611"/>
              <a:ext cx="730" cy="393"/>
            </a:xfrm>
            <a:custGeom>
              <a:avLst/>
              <a:gdLst>
                <a:gd name="txL" fmla="*/ 0 w 1176"/>
                <a:gd name="txT" fmla="*/ 0 h 606"/>
                <a:gd name="txR" fmla="*/ 1176 w 1176"/>
                <a:gd name="txB" fmla="*/ 606 h 606"/>
              </a:gdLst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</a:cxnLst>
              <a:rect l="txL" t="txT" r="txR" b="tx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023" name="Freeform 1562"/>
            <p:cNvSpPr/>
            <p:nvPr/>
          </p:nvSpPr>
          <p:spPr>
            <a:xfrm>
              <a:off x="1061" y="3018"/>
              <a:ext cx="1490" cy="451"/>
            </a:xfrm>
            <a:custGeom>
              <a:avLst/>
              <a:gdLst>
                <a:gd name="txL" fmla="*/ 0 w 2532"/>
                <a:gd name="txT" fmla="*/ 0 h 723"/>
                <a:gd name="txR" fmla="*/ 2532 w 2532"/>
                <a:gd name="txB" fmla="*/ 723 h 723"/>
              </a:gdLst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0"/>
                </a:cxn>
              </a:cxnLst>
              <a:rect l="txL" t="txT" r="txR" b="tx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024" name="Freeform 1563"/>
            <p:cNvSpPr/>
            <p:nvPr/>
          </p:nvSpPr>
          <p:spPr>
            <a:xfrm flipV="1">
              <a:off x="2549" y="2986"/>
              <a:ext cx="608" cy="467"/>
            </a:xfrm>
            <a:custGeom>
              <a:avLst/>
              <a:gdLst>
                <a:gd name="txL" fmla="*/ 0 w 2532"/>
                <a:gd name="txT" fmla="*/ 0 h 723"/>
                <a:gd name="txR" fmla="*/ 2532 w 2532"/>
                <a:gd name="txB" fmla="*/ 723 h 723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</a:cxnLst>
              <a:rect l="txL" t="txT" r="txR" b="tx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5660" name="Group 1564"/>
          <p:cNvGrpSpPr/>
          <p:nvPr/>
        </p:nvGrpSpPr>
        <p:grpSpPr>
          <a:xfrm>
            <a:off x="8991600" y="4887913"/>
            <a:ext cx="474663" cy="407987"/>
            <a:chOff x="877" y="1008"/>
            <a:chExt cx="2747" cy="2591"/>
          </a:xfrm>
        </p:grpSpPr>
        <p:pic>
          <p:nvPicPr>
            <p:cNvPr id="25985" name="Picture 1565" descr="antenna_stylized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5986" name="Picture 1566" descr="laptop_keyboard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987" name="Freeform 1567"/>
            <p:cNvSpPr/>
            <p:nvPr/>
          </p:nvSpPr>
          <p:spPr>
            <a:xfrm>
              <a:off x="1753" y="1603"/>
              <a:ext cx="1807" cy="1322"/>
            </a:xfrm>
            <a:custGeom>
              <a:avLst/>
              <a:gdLst>
                <a:gd name="txL" fmla="*/ 0 w 2982"/>
                <a:gd name="txT" fmla="*/ 0 h 2442"/>
                <a:gd name="txR" fmla="*/ 2982 w 2982"/>
                <a:gd name="txB" fmla="*/ 2442 h 2442"/>
              </a:gdLst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</a:cxnLst>
              <a:rect l="txL" t="txT" r="txR" b="tx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>
                <a:alpha val="100000"/>
              </a:scheme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pic>
          <p:nvPicPr>
            <p:cNvPr id="25988" name="Picture 1568" descr="screen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989" name="Freeform 1569"/>
            <p:cNvSpPr/>
            <p:nvPr/>
          </p:nvSpPr>
          <p:spPr>
            <a:xfrm>
              <a:off x="2082" y="1564"/>
              <a:ext cx="1531" cy="246"/>
            </a:xfrm>
            <a:custGeom>
              <a:avLst/>
              <a:gdLst>
                <a:gd name="txL" fmla="*/ 0 w 2528"/>
                <a:gd name="txT" fmla="*/ 0 h 455"/>
                <a:gd name="txR" fmla="*/ 2528 w 2528"/>
                <a:gd name="txB" fmla="*/ 455 h 455"/>
              </a:gdLst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0"/>
                </a:cxn>
              </a:cxnLst>
              <a:rect l="txL" t="txT" r="txR" b="tx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rgbClr val="EAEAEA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990" name="Freeform 1570"/>
            <p:cNvSpPr/>
            <p:nvPr/>
          </p:nvSpPr>
          <p:spPr>
            <a:xfrm>
              <a:off x="1737" y="1562"/>
              <a:ext cx="425" cy="1024"/>
            </a:xfrm>
            <a:custGeom>
              <a:avLst/>
              <a:gdLst>
                <a:gd name="txL" fmla="*/ 0 w 702"/>
                <a:gd name="txT" fmla="*/ 0 h 1893"/>
                <a:gd name="txR" fmla="*/ 702 w 702"/>
                <a:gd name="txB" fmla="*/ 1893 h 1893"/>
              </a:gdLst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</a:cxnLst>
              <a:rect l="txL" t="txT" r="txR" b="tx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991" name="Freeform 1571"/>
            <p:cNvSpPr/>
            <p:nvPr/>
          </p:nvSpPr>
          <p:spPr>
            <a:xfrm>
              <a:off x="3144" y="1745"/>
              <a:ext cx="458" cy="1182"/>
            </a:xfrm>
            <a:custGeom>
              <a:avLst/>
              <a:gdLst>
                <a:gd name="txL" fmla="*/ 0 w 756"/>
                <a:gd name="txT" fmla="*/ 0 h 2184"/>
                <a:gd name="txR" fmla="*/ 756 w 756"/>
                <a:gd name="txB" fmla="*/ 2184 h 2184"/>
              </a:gdLst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0"/>
                </a:cxn>
              </a:cxnLst>
              <a:rect l="txL" t="txT" r="txR" b="tx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992" name="Freeform 1572"/>
            <p:cNvSpPr/>
            <p:nvPr/>
          </p:nvSpPr>
          <p:spPr>
            <a:xfrm>
              <a:off x="1732" y="2534"/>
              <a:ext cx="1680" cy="399"/>
            </a:xfrm>
            <a:custGeom>
              <a:avLst/>
              <a:gdLst>
                <a:gd name="txL" fmla="*/ 0 w 2773"/>
                <a:gd name="txT" fmla="*/ 0 h 738"/>
                <a:gd name="txR" fmla="*/ 2773 w 2773"/>
                <a:gd name="txB" fmla="*/ 738 h 738"/>
              </a:gdLst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</a:cxnLst>
              <a:rect l="txL" t="txT" r="txR" b="tx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993" name="Freeform 1573"/>
            <p:cNvSpPr/>
            <p:nvPr/>
          </p:nvSpPr>
          <p:spPr>
            <a:xfrm>
              <a:off x="3195" y="1755"/>
              <a:ext cx="429" cy="1187"/>
            </a:xfrm>
            <a:custGeom>
              <a:avLst/>
              <a:gdLst>
                <a:gd name="txL" fmla="*/ 0 w 637"/>
                <a:gd name="txT" fmla="*/ 0 h 1659"/>
                <a:gd name="txR" fmla="*/ 637 w 637"/>
                <a:gd name="txB" fmla="*/ 1659 h 1659"/>
              </a:gdLst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3"/>
                </a:cxn>
                <a:cxn ang="0">
                  <a:pos x="0" y="3"/>
                </a:cxn>
                <a:cxn ang="0">
                  <a:pos x="1" y="0"/>
                </a:cxn>
              </a:cxnLst>
              <a:rect l="txL" t="txT" r="txR" b="tx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994" name="Freeform 1574"/>
            <p:cNvSpPr/>
            <p:nvPr/>
          </p:nvSpPr>
          <p:spPr>
            <a:xfrm>
              <a:off x="1734" y="2587"/>
              <a:ext cx="1494" cy="394"/>
            </a:xfrm>
            <a:custGeom>
              <a:avLst/>
              <a:gdLst>
                <a:gd name="txL" fmla="*/ 0 w 2216"/>
                <a:gd name="txT" fmla="*/ 0 h 550"/>
                <a:gd name="txR" fmla="*/ 2216 w 2216"/>
                <a:gd name="txB" fmla="*/ 550 h 550"/>
              </a:gdLst>
              <a:ahLst/>
              <a:cxnLst>
                <a:cxn ang="0">
                  <a:pos x="0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0"/>
                </a:cxn>
              </a:cxnLst>
              <a:rect l="txL" t="txT" r="txR" b="tx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5995" name="Group 1575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26002" name="Freeform 1576"/>
              <p:cNvSpPr/>
              <p:nvPr/>
            </p:nvSpPr>
            <p:spPr>
              <a:xfrm>
                <a:off x="1740" y="2642"/>
                <a:ext cx="752" cy="327"/>
              </a:xfrm>
              <a:custGeom>
                <a:avLst/>
                <a:gdLst>
                  <a:gd name="txL" fmla="*/ 0 w 752"/>
                  <a:gd name="txT" fmla="*/ 0 h 327"/>
                  <a:gd name="txR" fmla="*/ 752 w 752"/>
                  <a:gd name="txB" fmla="*/ 327 h 327"/>
                </a:gdLst>
                <a:ahLst/>
                <a:cxnLst>
                  <a:cxn ang="0">
                    <a:pos x="293" y="0"/>
                  </a:cxn>
                  <a:cxn ang="0">
                    <a:pos x="752" y="124"/>
                  </a:cxn>
                  <a:cxn ang="0">
                    <a:pos x="470" y="327"/>
                  </a:cxn>
                  <a:cxn ang="0">
                    <a:pos x="0" y="183"/>
                  </a:cxn>
                  <a:cxn ang="0">
                    <a:pos x="293" y="0"/>
                  </a:cxn>
                </a:cxnLst>
                <a:rect l="txL" t="txT" r="txR" b="tx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6003" name="Freeform 1577"/>
              <p:cNvSpPr/>
              <p:nvPr/>
            </p:nvSpPr>
            <p:spPr>
              <a:xfrm>
                <a:off x="1754" y="2649"/>
                <a:ext cx="726" cy="311"/>
              </a:xfrm>
              <a:custGeom>
                <a:avLst/>
                <a:gdLst>
                  <a:gd name="txL" fmla="*/ 0 w 726"/>
                  <a:gd name="txT" fmla="*/ 0 h 311"/>
                  <a:gd name="txR" fmla="*/ 726 w 726"/>
                  <a:gd name="txB" fmla="*/ 311 h 311"/>
                </a:gdLst>
                <a:ahLst/>
                <a:cxnLst>
                  <a:cxn ang="0">
                    <a:pos x="282" y="0"/>
                  </a:cxn>
                  <a:cxn ang="0">
                    <a:pos x="726" y="119"/>
                  </a:cxn>
                  <a:cxn ang="0">
                    <a:pos x="457" y="311"/>
                  </a:cxn>
                  <a:cxn ang="0">
                    <a:pos x="0" y="173"/>
                  </a:cxn>
                  <a:cxn ang="0">
                    <a:pos x="282" y="0"/>
                  </a:cxn>
                </a:cxnLst>
                <a:rect l="txL" t="txT" r="txR" b="tx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>
                      <a:alpha val="100000"/>
                    </a:srgbClr>
                  </a:gs>
                  <a:gs pos="100000">
                    <a:srgbClr val="DDDDDD">
                      <a:alpha val="100000"/>
                    </a:srgb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6004" name="Freeform 1578"/>
              <p:cNvSpPr/>
              <p:nvPr/>
            </p:nvSpPr>
            <p:spPr>
              <a:xfrm>
                <a:off x="1808" y="2770"/>
                <a:ext cx="258" cy="100"/>
              </a:xfrm>
              <a:custGeom>
                <a:avLst/>
                <a:gdLst>
                  <a:gd name="txL" fmla="*/ 0 w 258"/>
                  <a:gd name="txT" fmla="*/ 0 h 100"/>
                  <a:gd name="txR" fmla="*/ 258 w 258"/>
                  <a:gd name="txB" fmla="*/ 100 h 100"/>
                </a:gdLst>
                <a:ahLst/>
                <a:cxnLst>
                  <a:cxn ang="0">
                    <a:pos x="0" y="44"/>
                  </a:cxn>
                  <a:cxn ang="0">
                    <a:pos x="75" y="0"/>
                  </a:cxn>
                  <a:cxn ang="0">
                    <a:pos x="258" y="50"/>
                  </a:cxn>
                  <a:cxn ang="0">
                    <a:pos x="183" y="100"/>
                  </a:cxn>
                  <a:cxn ang="0">
                    <a:pos x="0" y="44"/>
                  </a:cxn>
                </a:cxnLst>
                <a:rect l="txL" t="txT" r="txR" b="tx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6005" name="Freeform 1579"/>
              <p:cNvSpPr/>
              <p:nvPr/>
            </p:nvSpPr>
            <p:spPr>
              <a:xfrm>
                <a:off x="1799" y="2816"/>
                <a:ext cx="194" cy="63"/>
              </a:xfrm>
              <a:custGeom>
                <a:avLst/>
                <a:gdLst>
                  <a:gd name="txL" fmla="*/ 0 w 194"/>
                  <a:gd name="txT" fmla="*/ 0 h 63"/>
                  <a:gd name="txR" fmla="*/ 194 w 194"/>
                  <a:gd name="txB" fmla="*/ 63 h 63"/>
                </a:gdLst>
                <a:ahLst/>
                <a:cxnLst>
                  <a:cxn ang="0">
                    <a:pos x="12" y="0"/>
                  </a:cxn>
                  <a:cxn ang="0">
                    <a:pos x="194" y="53"/>
                  </a:cxn>
                  <a:cxn ang="0">
                    <a:pos x="180" y="63"/>
                  </a:cxn>
                  <a:cxn ang="0">
                    <a:pos x="0" y="9"/>
                  </a:cxn>
                  <a:cxn ang="0">
                    <a:pos x="12" y="0"/>
                  </a:cxn>
                </a:cxnLst>
                <a:rect l="txL" t="txT" r="txR" b="tx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6006" name="Freeform 1580"/>
              <p:cNvSpPr/>
              <p:nvPr/>
            </p:nvSpPr>
            <p:spPr>
              <a:xfrm>
                <a:off x="2020" y="2834"/>
                <a:ext cx="258" cy="102"/>
              </a:xfrm>
              <a:custGeom>
                <a:avLst/>
                <a:gdLst>
                  <a:gd name="txL" fmla="*/ 0 w 258"/>
                  <a:gd name="txT" fmla="*/ 0 h 102"/>
                  <a:gd name="txR" fmla="*/ 258 w 258"/>
                  <a:gd name="txB" fmla="*/ 102 h 102"/>
                </a:gdLst>
                <a:ahLst/>
                <a:cxnLst>
                  <a:cxn ang="0">
                    <a:pos x="0" y="46"/>
                  </a:cxn>
                  <a:cxn ang="0">
                    <a:pos x="71" y="0"/>
                  </a:cxn>
                  <a:cxn ang="0">
                    <a:pos x="258" y="52"/>
                  </a:cxn>
                  <a:cxn ang="0">
                    <a:pos x="183" y="102"/>
                  </a:cxn>
                  <a:cxn ang="0">
                    <a:pos x="0" y="46"/>
                  </a:cxn>
                </a:cxnLst>
                <a:rect l="txL" t="txT" r="txR" b="tx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6007" name="Freeform 1581"/>
              <p:cNvSpPr/>
              <p:nvPr/>
            </p:nvSpPr>
            <p:spPr>
              <a:xfrm>
                <a:off x="2011" y="2882"/>
                <a:ext cx="194" cy="63"/>
              </a:xfrm>
              <a:custGeom>
                <a:avLst/>
                <a:gdLst>
                  <a:gd name="txL" fmla="*/ 0 w 194"/>
                  <a:gd name="txT" fmla="*/ 0 h 63"/>
                  <a:gd name="txR" fmla="*/ 194 w 194"/>
                  <a:gd name="txB" fmla="*/ 63 h 63"/>
                </a:gdLst>
                <a:ahLst/>
                <a:cxnLst>
                  <a:cxn ang="0">
                    <a:pos x="12" y="0"/>
                  </a:cxn>
                  <a:cxn ang="0">
                    <a:pos x="194" y="53"/>
                  </a:cxn>
                  <a:cxn ang="0">
                    <a:pos x="180" y="63"/>
                  </a:cxn>
                  <a:cxn ang="0">
                    <a:pos x="0" y="9"/>
                  </a:cxn>
                  <a:cxn ang="0">
                    <a:pos x="12" y="0"/>
                  </a:cxn>
                </a:cxnLst>
                <a:rect l="txL" t="txT" r="txR" b="tx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5996" name="Freeform 1582"/>
            <p:cNvSpPr/>
            <p:nvPr/>
          </p:nvSpPr>
          <p:spPr>
            <a:xfrm>
              <a:off x="2577" y="3043"/>
              <a:ext cx="614" cy="514"/>
            </a:xfrm>
            <a:custGeom>
              <a:avLst/>
              <a:gdLst>
                <a:gd name="txL" fmla="*/ 0 w 990"/>
                <a:gd name="txT" fmla="*/ 0 h 792"/>
                <a:gd name="txR" fmla="*/ 990 w 990"/>
                <a:gd name="txB" fmla="*/ 792 h 792"/>
              </a:gdLst>
              <a:ahLst/>
              <a:cxnLst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1"/>
                </a:cxn>
              </a:cxnLst>
              <a:rect l="txL" t="txT" r="txR" b="tx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997" name="Freeform 1583"/>
            <p:cNvSpPr/>
            <p:nvPr/>
          </p:nvSpPr>
          <p:spPr>
            <a:xfrm>
              <a:off x="1010" y="3084"/>
              <a:ext cx="1571" cy="469"/>
            </a:xfrm>
            <a:custGeom>
              <a:avLst/>
              <a:gdLst>
                <a:gd name="txL" fmla="*/ 0 w 2532"/>
                <a:gd name="txT" fmla="*/ 0 h 723"/>
                <a:gd name="txR" fmla="*/ 2532 w 2532"/>
                <a:gd name="txB" fmla="*/ 723 h 723"/>
              </a:gdLst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0"/>
                </a:cxn>
              </a:cxnLst>
              <a:rect l="txL" t="txT" r="txR" b="tx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998" name="Freeform 1584"/>
            <p:cNvSpPr/>
            <p:nvPr/>
          </p:nvSpPr>
          <p:spPr>
            <a:xfrm>
              <a:off x="1011" y="2998"/>
              <a:ext cx="17" cy="95"/>
            </a:xfrm>
            <a:custGeom>
              <a:avLst/>
              <a:gdLst>
                <a:gd name="txL" fmla="*/ 0 w 26"/>
                <a:gd name="txT" fmla="*/ 0 h 147"/>
                <a:gd name="txR" fmla="*/ 26 w 26"/>
                <a:gd name="txB" fmla="*/ 147 h 147"/>
              </a:gdLst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1"/>
                </a:cxn>
              </a:cxnLst>
              <a:rect l="txL" t="txT" r="txR" b="tx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999" name="Freeform 1585"/>
            <p:cNvSpPr/>
            <p:nvPr/>
          </p:nvSpPr>
          <p:spPr>
            <a:xfrm>
              <a:off x="1012" y="2611"/>
              <a:ext cx="730" cy="393"/>
            </a:xfrm>
            <a:custGeom>
              <a:avLst/>
              <a:gdLst>
                <a:gd name="txL" fmla="*/ 0 w 1176"/>
                <a:gd name="txT" fmla="*/ 0 h 606"/>
                <a:gd name="txR" fmla="*/ 1176 w 1176"/>
                <a:gd name="txB" fmla="*/ 606 h 606"/>
              </a:gdLst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</a:cxnLst>
              <a:rect l="txL" t="txT" r="txR" b="tx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000" name="Freeform 1586"/>
            <p:cNvSpPr/>
            <p:nvPr/>
          </p:nvSpPr>
          <p:spPr>
            <a:xfrm>
              <a:off x="1061" y="3018"/>
              <a:ext cx="1490" cy="451"/>
            </a:xfrm>
            <a:custGeom>
              <a:avLst/>
              <a:gdLst>
                <a:gd name="txL" fmla="*/ 0 w 2532"/>
                <a:gd name="txT" fmla="*/ 0 h 723"/>
                <a:gd name="txR" fmla="*/ 2532 w 2532"/>
                <a:gd name="txB" fmla="*/ 723 h 723"/>
              </a:gdLst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0"/>
                </a:cxn>
              </a:cxnLst>
              <a:rect l="txL" t="txT" r="txR" b="tx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001" name="Freeform 1587"/>
            <p:cNvSpPr/>
            <p:nvPr/>
          </p:nvSpPr>
          <p:spPr>
            <a:xfrm flipV="1">
              <a:off x="2549" y="2986"/>
              <a:ext cx="608" cy="467"/>
            </a:xfrm>
            <a:custGeom>
              <a:avLst/>
              <a:gdLst>
                <a:gd name="txL" fmla="*/ 0 w 2532"/>
                <a:gd name="txT" fmla="*/ 0 h 723"/>
                <a:gd name="txR" fmla="*/ 2532 w 2532"/>
                <a:gd name="txB" fmla="*/ 723 h 723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</a:cxnLst>
              <a:rect l="txL" t="txT" r="txR" b="tx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5661" name="Group 1588"/>
          <p:cNvGrpSpPr/>
          <p:nvPr/>
        </p:nvGrpSpPr>
        <p:grpSpPr>
          <a:xfrm>
            <a:off x="7680325" y="2443163"/>
            <a:ext cx="444500" cy="407987"/>
            <a:chOff x="877" y="1008"/>
            <a:chExt cx="2747" cy="2591"/>
          </a:xfrm>
        </p:grpSpPr>
        <p:pic>
          <p:nvPicPr>
            <p:cNvPr id="25962" name="Picture 1589" descr="antenna_stylized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5963" name="Picture 1590" descr="laptop_keyboard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964" name="Freeform 1591"/>
            <p:cNvSpPr/>
            <p:nvPr/>
          </p:nvSpPr>
          <p:spPr>
            <a:xfrm>
              <a:off x="1753" y="1603"/>
              <a:ext cx="1807" cy="1322"/>
            </a:xfrm>
            <a:custGeom>
              <a:avLst/>
              <a:gdLst>
                <a:gd name="txL" fmla="*/ 0 w 2982"/>
                <a:gd name="txT" fmla="*/ 0 h 2442"/>
                <a:gd name="txR" fmla="*/ 2982 w 2982"/>
                <a:gd name="txB" fmla="*/ 2442 h 2442"/>
              </a:gdLst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</a:cxnLst>
              <a:rect l="txL" t="txT" r="txR" b="tx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>
                <a:alpha val="100000"/>
              </a:scheme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pic>
          <p:nvPicPr>
            <p:cNvPr id="25965" name="Picture 1592" descr="screen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966" name="Freeform 1593"/>
            <p:cNvSpPr/>
            <p:nvPr/>
          </p:nvSpPr>
          <p:spPr>
            <a:xfrm>
              <a:off x="2082" y="1564"/>
              <a:ext cx="1531" cy="246"/>
            </a:xfrm>
            <a:custGeom>
              <a:avLst/>
              <a:gdLst>
                <a:gd name="txL" fmla="*/ 0 w 2528"/>
                <a:gd name="txT" fmla="*/ 0 h 455"/>
                <a:gd name="txR" fmla="*/ 2528 w 2528"/>
                <a:gd name="txB" fmla="*/ 455 h 455"/>
              </a:gdLst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0"/>
                </a:cxn>
              </a:cxnLst>
              <a:rect l="txL" t="txT" r="txR" b="tx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rgbClr val="EAEAEA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967" name="Freeform 1594"/>
            <p:cNvSpPr/>
            <p:nvPr/>
          </p:nvSpPr>
          <p:spPr>
            <a:xfrm>
              <a:off x="1737" y="1562"/>
              <a:ext cx="425" cy="1024"/>
            </a:xfrm>
            <a:custGeom>
              <a:avLst/>
              <a:gdLst>
                <a:gd name="txL" fmla="*/ 0 w 702"/>
                <a:gd name="txT" fmla="*/ 0 h 1893"/>
                <a:gd name="txR" fmla="*/ 702 w 702"/>
                <a:gd name="txB" fmla="*/ 1893 h 1893"/>
              </a:gdLst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</a:cxnLst>
              <a:rect l="txL" t="txT" r="txR" b="tx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968" name="Freeform 1595"/>
            <p:cNvSpPr/>
            <p:nvPr/>
          </p:nvSpPr>
          <p:spPr>
            <a:xfrm>
              <a:off x="3144" y="1745"/>
              <a:ext cx="458" cy="1182"/>
            </a:xfrm>
            <a:custGeom>
              <a:avLst/>
              <a:gdLst>
                <a:gd name="txL" fmla="*/ 0 w 756"/>
                <a:gd name="txT" fmla="*/ 0 h 2184"/>
                <a:gd name="txR" fmla="*/ 756 w 756"/>
                <a:gd name="txB" fmla="*/ 2184 h 2184"/>
              </a:gdLst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0"/>
                </a:cxn>
              </a:cxnLst>
              <a:rect l="txL" t="txT" r="txR" b="tx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969" name="Freeform 1596"/>
            <p:cNvSpPr/>
            <p:nvPr/>
          </p:nvSpPr>
          <p:spPr>
            <a:xfrm>
              <a:off x="1732" y="2534"/>
              <a:ext cx="1680" cy="399"/>
            </a:xfrm>
            <a:custGeom>
              <a:avLst/>
              <a:gdLst>
                <a:gd name="txL" fmla="*/ 0 w 2773"/>
                <a:gd name="txT" fmla="*/ 0 h 738"/>
                <a:gd name="txR" fmla="*/ 2773 w 2773"/>
                <a:gd name="txB" fmla="*/ 738 h 738"/>
              </a:gdLst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</a:cxnLst>
              <a:rect l="txL" t="txT" r="txR" b="tx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970" name="Freeform 1597"/>
            <p:cNvSpPr/>
            <p:nvPr/>
          </p:nvSpPr>
          <p:spPr>
            <a:xfrm>
              <a:off x="3195" y="1755"/>
              <a:ext cx="429" cy="1187"/>
            </a:xfrm>
            <a:custGeom>
              <a:avLst/>
              <a:gdLst>
                <a:gd name="txL" fmla="*/ 0 w 637"/>
                <a:gd name="txT" fmla="*/ 0 h 1659"/>
                <a:gd name="txR" fmla="*/ 637 w 637"/>
                <a:gd name="txB" fmla="*/ 1659 h 1659"/>
              </a:gdLst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3"/>
                </a:cxn>
                <a:cxn ang="0">
                  <a:pos x="0" y="3"/>
                </a:cxn>
                <a:cxn ang="0">
                  <a:pos x="1" y="0"/>
                </a:cxn>
              </a:cxnLst>
              <a:rect l="txL" t="txT" r="txR" b="tx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971" name="Freeform 1598"/>
            <p:cNvSpPr/>
            <p:nvPr/>
          </p:nvSpPr>
          <p:spPr>
            <a:xfrm>
              <a:off x="1734" y="2587"/>
              <a:ext cx="1494" cy="394"/>
            </a:xfrm>
            <a:custGeom>
              <a:avLst/>
              <a:gdLst>
                <a:gd name="txL" fmla="*/ 0 w 2216"/>
                <a:gd name="txT" fmla="*/ 0 h 550"/>
                <a:gd name="txR" fmla="*/ 2216 w 2216"/>
                <a:gd name="txB" fmla="*/ 550 h 550"/>
              </a:gdLst>
              <a:ahLst/>
              <a:cxnLst>
                <a:cxn ang="0">
                  <a:pos x="0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0"/>
                </a:cxn>
              </a:cxnLst>
              <a:rect l="txL" t="txT" r="txR" b="tx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5972" name="Group 1599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25979" name="Freeform 1600"/>
              <p:cNvSpPr/>
              <p:nvPr/>
            </p:nvSpPr>
            <p:spPr>
              <a:xfrm>
                <a:off x="1740" y="2642"/>
                <a:ext cx="752" cy="327"/>
              </a:xfrm>
              <a:custGeom>
                <a:avLst/>
                <a:gdLst>
                  <a:gd name="txL" fmla="*/ 0 w 752"/>
                  <a:gd name="txT" fmla="*/ 0 h 327"/>
                  <a:gd name="txR" fmla="*/ 752 w 752"/>
                  <a:gd name="txB" fmla="*/ 327 h 327"/>
                </a:gdLst>
                <a:ahLst/>
                <a:cxnLst>
                  <a:cxn ang="0">
                    <a:pos x="293" y="0"/>
                  </a:cxn>
                  <a:cxn ang="0">
                    <a:pos x="752" y="124"/>
                  </a:cxn>
                  <a:cxn ang="0">
                    <a:pos x="470" y="327"/>
                  </a:cxn>
                  <a:cxn ang="0">
                    <a:pos x="0" y="183"/>
                  </a:cxn>
                  <a:cxn ang="0">
                    <a:pos x="293" y="0"/>
                  </a:cxn>
                </a:cxnLst>
                <a:rect l="txL" t="txT" r="txR" b="tx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5980" name="Freeform 1601"/>
              <p:cNvSpPr/>
              <p:nvPr/>
            </p:nvSpPr>
            <p:spPr>
              <a:xfrm>
                <a:off x="1754" y="2649"/>
                <a:ext cx="726" cy="311"/>
              </a:xfrm>
              <a:custGeom>
                <a:avLst/>
                <a:gdLst>
                  <a:gd name="txL" fmla="*/ 0 w 726"/>
                  <a:gd name="txT" fmla="*/ 0 h 311"/>
                  <a:gd name="txR" fmla="*/ 726 w 726"/>
                  <a:gd name="txB" fmla="*/ 311 h 311"/>
                </a:gdLst>
                <a:ahLst/>
                <a:cxnLst>
                  <a:cxn ang="0">
                    <a:pos x="282" y="0"/>
                  </a:cxn>
                  <a:cxn ang="0">
                    <a:pos x="726" y="119"/>
                  </a:cxn>
                  <a:cxn ang="0">
                    <a:pos x="457" y="311"/>
                  </a:cxn>
                  <a:cxn ang="0">
                    <a:pos x="0" y="173"/>
                  </a:cxn>
                  <a:cxn ang="0">
                    <a:pos x="282" y="0"/>
                  </a:cxn>
                </a:cxnLst>
                <a:rect l="txL" t="txT" r="txR" b="tx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>
                      <a:alpha val="100000"/>
                    </a:srgbClr>
                  </a:gs>
                  <a:gs pos="100000">
                    <a:srgbClr val="DDDDDD">
                      <a:alpha val="100000"/>
                    </a:srgb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5981" name="Freeform 160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avLst/>
                <a:gdLst>
                  <a:gd name="txL" fmla="*/ 0 w 258"/>
                  <a:gd name="txT" fmla="*/ 0 h 100"/>
                  <a:gd name="txR" fmla="*/ 258 w 258"/>
                  <a:gd name="txB" fmla="*/ 100 h 100"/>
                </a:gdLst>
                <a:ahLst/>
                <a:cxnLst>
                  <a:cxn ang="0">
                    <a:pos x="0" y="44"/>
                  </a:cxn>
                  <a:cxn ang="0">
                    <a:pos x="75" y="0"/>
                  </a:cxn>
                  <a:cxn ang="0">
                    <a:pos x="258" y="50"/>
                  </a:cxn>
                  <a:cxn ang="0">
                    <a:pos x="183" y="100"/>
                  </a:cxn>
                  <a:cxn ang="0">
                    <a:pos x="0" y="44"/>
                  </a:cxn>
                </a:cxnLst>
                <a:rect l="txL" t="txT" r="txR" b="tx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5982" name="Freeform 1603"/>
              <p:cNvSpPr/>
              <p:nvPr/>
            </p:nvSpPr>
            <p:spPr>
              <a:xfrm>
                <a:off x="1799" y="2816"/>
                <a:ext cx="194" cy="63"/>
              </a:xfrm>
              <a:custGeom>
                <a:avLst/>
                <a:gdLst>
                  <a:gd name="txL" fmla="*/ 0 w 194"/>
                  <a:gd name="txT" fmla="*/ 0 h 63"/>
                  <a:gd name="txR" fmla="*/ 194 w 194"/>
                  <a:gd name="txB" fmla="*/ 63 h 63"/>
                </a:gdLst>
                <a:ahLst/>
                <a:cxnLst>
                  <a:cxn ang="0">
                    <a:pos x="12" y="0"/>
                  </a:cxn>
                  <a:cxn ang="0">
                    <a:pos x="194" y="53"/>
                  </a:cxn>
                  <a:cxn ang="0">
                    <a:pos x="180" y="63"/>
                  </a:cxn>
                  <a:cxn ang="0">
                    <a:pos x="0" y="9"/>
                  </a:cxn>
                  <a:cxn ang="0">
                    <a:pos x="12" y="0"/>
                  </a:cxn>
                </a:cxnLst>
                <a:rect l="txL" t="txT" r="txR" b="tx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5983" name="Freeform 1604"/>
              <p:cNvSpPr/>
              <p:nvPr/>
            </p:nvSpPr>
            <p:spPr>
              <a:xfrm>
                <a:off x="2020" y="2834"/>
                <a:ext cx="258" cy="102"/>
              </a:xfrm>
              <a:custGeom>
                <a:avLst/>
                <a:gdLst>
                  <a:gd name="txL" fmla="*/ 0 w 258"/>
                  <a:gd name="txT" fmla="*/ 0 h 102"/>
                  <a:gd name="txR" fmla="*/ 258 w 258"/>
                  <a:gd name="txB" fmla="*/ 102 h 102"/>
                </a:gdLst>
                <a:ahLst/>
                <a:cxnLst>
                  <a:cxn ang="0">
                    <a:pos x="0" y="46"/>
                  </a:cxn>
                  <a:cxn ang="0">
                    <a:pos x="71" y="0"/>
                  </a:cxn>
                  <a:cxn ang="0">
                    <a:pos x="258" y="52"/>
                  </a:cxn>
                  <a:cxn ang="0">
                    <a:pos x="183" y="102"/>
                  </a:cxn>
                  <a:cxn ang="0">
                    <a:pos x="0" y="46"/>
                  </a:cxn>
                </a:cxnLst>
                <a:rect l="txL" t="txT" r="txR" b="tx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5984" name="Freeform 1605"/>
              <p:cNvSpPr/>
              <p:nvPr/>
            </p:nvSpPr>
            <p:spPr>
              <a:xfrm>
                <a:off x="2011" y="2882"/>
                <a:ext cx="194" cy="63"/>
              </a:xfrm>
              <a:custGeom>
                <a:avLst/>
                <a:gdLst>
                  <a:gd name="txL" fmla="*/ 0 w 194"/>
                  <a:gd name="txT" fmla="*/ 0 h 63"/>
                  <a:gd name="txR" fmla="*/ 194 w 194"/>
                  <a:gd name="txB" fmla="*/ 63 h 63"/>
                </a:gdLst>
                <a:ahLst/>
                <a:cxnLst>
                  <a:cxn ang="0">
                    <a:pos x="12" y="0"/>
                  </a:cxn>
                  <a:cxn ang="0">
                    <a:pos x="194" y="53"/>
                  </a:cxn>
                  <a:cxn ang="0">
                    <a:pos x="180" y="63"/>
                  </a:cxn>
                  <a:cxn ang="0">
                    <a:pos x="0" y="9"/>
                  </a:cxn>
                  <a:cxn ang="0">
                    <a:pos x="12" y="0"/>
                  </a:cxn>
                </a:cxnLst>
                <a:rect l="txL" t="txT" r="txR" b="tx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5973" name="Freeform 1606"/>
            <p:cNvSpPr/>
            <p:nvPr/>
          </p:nvSpPr>
          <p:spPr>
            <a:xfrm>
              <a:off x="2577" y="3043"/>
              <a:ext cx="614" cy="514"/>
            </a:xfrm>
            <a:custGeom>
              <a:avLst/>
              <a:gdLst>
                <a:gd name="txL" fmla="*/ 0 w 990"/>
                <a:gd name="txT" fmla="*/ 0 h 792"/>
                <a:gd name="txR" fmla="*/ 990 w 990"/>
                <a:gd name="txB" fmla="*/ 792 h 792"/>
              </a:gdLst>
              <a:ahLst/>
              <a:cxnLst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1"/>
                </a:cxn>
              </a:cxnLst>
              <a:rect l="txL" t="txT" r="txR" b="tx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974" name="Freeform 1607"/>
            <p:cNvSpPr/>
            <p:nvPr/>
          </p:nvSpPr>
          <p:spPr>
            <a:xfrm>
              <a:off x="1010" y="3084"/>
              <a:ext cx="1571" cy="469"/>
            </a:xfrm>
            <a:custGeom>
              <a:avLst/>
              <a:gdLst>
                <a:gd name="txL" fmla="*/ 0 w 2532"/>
                <a:gd name="txT" fmla="*/ 0 h 723"/>
                <a:gd name="txR" fmla="*/ 2532 w 2532"/>
                <a:gd name="txB" fmla="*/ 723 h 723"/>
              </a:gdLst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0"/>
                </a:cxn>
              </a:cxnLst>
              <a:rect l="txL" t="txT" r="txR" b="tx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975" name="Freeform 1608"/>
            <p:cNvSpPr/>
            <p:nvPr/>
          </p:nvSpPr>
          <p:spPr>
            <a:xfrm>
              <a:off x="1011" y="2998"/>
              <a:ext cx="17" cy="95"/>
            </a:xfrm>
            <a:custGeom>
              <a:avLst/>
              <a:gdLst>
                <a:gd name="txL" fmla="*/ 0 w 26"/>
                <a:gd name="txT" fmla="*/ 0 h 147"/>
                <a:gd name="txR" fmla="*/ 26 w 26"/>
                <a:gd name="txB" fmla="*/ 147 h 147"/>
              </a:gdLst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1"/>
                </a:cxn>
              </a:cxnLst>
              <a:rect l="txL" t="txT" r="txR" b="tx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976" name="Freeform 1609"/>
            <p:cNvSpPr/>
            <p:nvPr/>
          </p:nvSpPr>
          <p:spPr>
            <a:xfrm>
              <a:off x="1012" y="2611"/>
              <a:ext cx="730" cy="393"/>
            </a:xfrm>
            <a:custGeom>
              <a:avLst/>
              <a:gdLst>
                <a:gd name="txL" fmla="*/ 0 w 1176"/>
                <a:gd name="txT" fmla="*/ 0 h 606"/>
                <a:gd name="txR" fmla="*/ 1176 w 1176"/>
                <a:gd name="txB" fmla="*/ 606 h 606"/>
              </a:gdLst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</a:cxnLst>
              <a:rect l="txL" t="txT" r="txR" b="tx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977" name="Freeform 1610"/>
            <p:cNvSpPr/>
            <p:nvPr/>
          </p:nvSpPr>
          <p:spPr>
            <a:xfrm>
              <a:off x="1061" y="3018"/>
              <a:ext cx="1490" cy="451"/>
            </a:xfrm>
            <a:custGeom>
              <a:avLst/>
              <a:gdLst>
                <a:gd name="txL" fmla="*/ 0 w 2532"/>
                <a:gd name="txT" fmla="*/ 0 h 723"/>
                <a:gd name="txR" fmla="*/ 2532 w 2532"/>
                <a:gd name="txB" fmla="*/ 723 h 723"/>
              </a:gdLst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0"/>
                </a:cxn>
              </a:cxnLst>
              <a:rect l="txL" t="txT" r="txR" b="tx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978" name="Freeform 1611"/>
            <p:cNvSpPr/>
            <p:nvPr/>
          </p:nvSpPr>
          <p:spPr>
            <a:xfrm flipV="1">
              <a:off x="2549" y="2986"/>
              <a:ext cx="608" cy="467"/>
            </a:xfrm>
            <a:custGeom>
              <a:avLst/>
              <a:gdLst>
                <a:gd name="txL" fmla="*/ 0 w 2532"/>
                <a:gd name="txT" fmla="*/ 0 h 723"/>
                <a:gd name="txR" fmla="*/ 2532 w 2532"/>
                <a:gd name="txB" fmla="*/ 723 h 723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</a:cxnLst>
              <a:rect l="txL" t="txT" r="txR" b="tx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5662" name="Group 1612"/>
          <p:cNvGrpSpPr/>
          <p:nvPr/>
        </p:nvGrpSpPr>
        <p:grpSpPr>
          <a:xfrm flipH="1">
            <a:off x="8059738" y="2624138"/>
            <a:ext cx="414337" cy="371475"/>
            <a:chOff x="2839" y="3501"/>
            <a:chExt cx="755" cy="803"/>
          </a:xfrm>
        </p:grpSpPr>
        <p:pic>
          <p:nvPicPr>
            <p:cNvPr id="25960" name="Picture 1613" descr="desktop_computer_stylized_medium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961" name="Freeform 1614"/>
            <p:cNvSpPr/>
            <p:nvPr/>
          </p:nvSpPr>
          <p:spPr>
            <a:xfrm>
              <a:off x="2916" y="3578"/>
              <a:ext cx="356" cy="368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300" y="14"/>
                </a:cxn>
                <a:cxn ang="0">
                  <a:pos x="356" y="294"/>
                </a:cxn>
                <a:cxn ang="0">
                  <a:pos x="78" y="368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5663" name="Group 1615"/>
          <p:cNvGrpSpPr/>
          <p:nvPr/>
        </p:nvGrpSpPr>
        <p:grpSpPr>
          <a:xfrm>
            <a:off x="9426575" y="4824413"/>
            <a:ext cx="474663" cy="407987"/>
            <a:chOff x="877" y="1008"/>
            <a:chExt cx="2747" cy="2591"/>
          </a:xfrm>
        </p:grpSpPr>
        <p:pic>
          <p:nvPicPr>
            <p:cNvPr id="25937" name="Picture 1616" descr="antenna_stylized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5938" name="Picture 1617" descr="laptop_keyboard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939" name="Freeform 1618"/>
            <p:cNvSpPr/>
            <p:nvPr/>
          </p:nvSpPr>
          <p:spPr>
            <a:xfrm>
              <a:off x="1753" y="1603"/>
              <a:ext cx="1807" cy="1322"/>
            </a:xfrm>
            <a:custGeom>
              <a:avLst/>
              <a:gdLst>
                <a:gd name="txL" fmla="*/ 0 w 2982"/>
                <a:gd name="txT" fmla="*/ 0 h 2442"/>
                <a:gd name="txR" fmla="*/ 2982 w 2982"/>
                <a:gd name="txB" fmla="*/ 2442 h 2442"/>
              </a:gdLst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</a:cxnLst>
              <a:rect l="txL" t="txT" r="txR" b="tx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>
                <a:alpha val="100000"/>
              </a:scheme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pic>
          <p:nvPicPr>
            <p:cNvPr id="25940" name="Picture 1619" descr="screen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941" name="Freeform 1620"/>
            <p:cNvSpPr/>
            <p:nvPr/>
          </p:nvSpPr>
          <p:spPr>
            <a:xfrm>
              <a:off x="2082" y="1564"/>
              <a:ext cx="1531" cy="246"/>
            </a:xfrm>
            <a:custGeom>
              <a:avLst/>
              <a:gdLst>
                <a:gd name="txL" fmla="*/ 0 w 2528"/>
                <a:gd name="txT" fmla="*/ 0 h 455"/>
                <a:gd name="txR" fmla="*/ 2528 w 2528"/>
                <a:gd name="txB" fmla="*/ 455 h 455"/>
              </a:gdLst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0"/>
                </a:cxn>
              </a:cxnLst>
              <a:rect l="txL" t="txT" r="txR" b="tx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rgbClr val="EAEAEA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942" name="Freeform 1621"/>
            <p:cNvSpPr/>
            <p:nvPr/>
          </p:nvSpPr>
          <p:spPr>
            <a:xfrm>
              <a:off x="1737" y="1562"/>
              <a:ext cx="425" cy="1024"/>
            </a:xfrm>
            <a:custGeom>
              <a:avLst/>
              <a:gdLst>
                <a:gd name="txL" fmla="*/ 0 w 702"/>
                <a:gd name="txT" fmla="*/ 0 h 1893"/>
                <a:gd name="txR" fmla="*/ 702 w 702"/>
                <a:gd name="txB" fmla="*/ 1893 h 1893"/>
              </a:gdLst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</a:cxnLst>
              <a:rect l="txL" t="txT" r="txR" b="tx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943" name="Freeform 1622"/>
            <p:cNvSpPr/>
            <p:nvPr/>
          </p:nvSpPr>
          <p:spPr>
            <a:xfrm>
              <a:off x="3144" y="1745"/>
              <a:ext cx="458" cy="1182"/>
            </a:xfrm>
            <a:custGeom>
              <a:avLst/>
              <a:gdLst>
                <a:gd name="txL" fmla="*/ 0 w 756"/>
                <a:gd name="txT" fmla="*/ 0 h 2184"/>
                <a:gd name="txR" fmla="*/ 756 w 756"/>
                <a:gd name="txB" fmla="*/ 2184 h 2184"/>
              </a:gdLst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0"/>
                </a:cxn>
              </a:cxnLst>
              <a:rect l="txL" t="txT" r="txR" b="tx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944" name="Freeform 1623"/>
            <p:cNvSpPr/>
            <p:nvPr/>
          </p:nvSpPr>
          <p:spPr>
            <a:xfrm>
              <a:off x="1732" y="2534"/>
              <a:ext cx="1680" cy="399"/>
            </a:xfrm>
            <a:custGeom>
              <a:avLst/>
              <a:gdLst>
                <a:gd name="txL" fmla="*/ 0 w 2773"/>
                <a:gd name="txT" fmla="*/ 0 h 738"/>
                <a:gd name="txR" fmla="*/ 2773 w 2773"/>
                <a:gd name="txB" fmla="*/ 738 h 738"/>
              </a:gdLst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</a:cxnLst>
              <a:rect l="txL" t="txT" r="txR" b="tx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945" name="Freeform 1624"/>
            <p:cNvSpPr/>
            <p:nvPr/>
          </p:nvSpPr>
          <p:spPr>
            <a:xfrm>
              <a:off x="3195" y="1755"/>
              <a:ext cx="429" cy="1187"/>
            </a:xfrm>
            <a:custGeom>
              <a:avLst/>
              <a:gdLst>
                <a:gd name="txL" fmla="*/ 0 w 637"/>
                <a:gd name="txT" fmla="*/ 0 h 1659"/>
                <a:gd name="txR" fmla="*/ 637 w 637"/>
                <a:gd name="txB" fmla="*/ 1659 h 1659"/>
              </a:gdLst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3"/>
                </a:cxn>
                <a:cxn ang="0">
                  <a:pos x="0" y="3"/>
                </a:cxn>
                <a:cxn ang="0">
                  <a:pos x="1" y="0"/>
                </a:cxn>
              </a:cxnLst>
              <a:rect l="txL" t="txT" r="txR" b="tx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946" name="Freeform 1625"/>
            <p:cNvSpPr/>
            <p:nvPr/>
          </p:nvSpPr>
          <p:spPr>
            <a:xfrm>
              <a:off x="1734" y="2587"/>
              <a:ext cx="1494" cy="394"/>
            </a:xfrm>
            <a:custGeom>
              <a:avLst/>
              <a:gdLst>
                <a:gd name="txL" fmla="*/ 0 w 2216"/>
                <a:gd name="txT" fmla="*/ 0 h 550"/>
                <a:gd name="txR" fmla="*/ 2216 w 2216"/>
                <a:gd name="txB" fmla="*/ 550 h 550"/>
              </a:gdLst>
              <a:ahLst/>
              <a:cxnLst>
                <a:cxn ang="0">
                  <a:pos x="0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0"/>
                </a:cxn>
              </a:cxnLst>
              <a:rect l="txL" t="txT" r="txR" b="tx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5947" name="Group 1626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25954" name="Freeform 1627"/>
              <p:cNvSpPr/>
              <p:nvPr/>
            </p:nvSpPr>
            <p:spPr>
              <a:xfrm>
                <a:off x="1740" y="2642"/>
                <a:ext cx="752" cy="327"/>
              </a:xfrm>
              <a:custGeom>
                <a:avLst/>
                <a:gdLst>
                  <a:gd name="txL" fmla="*/ 0 w 752"/>
                  <a:gd name="txT" fmla="*/ 0 h 327"/>
                  <a:gd name="txR" fmla="*/ 752 w 752"/>
                  <a:gd name="txB" fmla="*/ 327 h 327"/>
                </a:gdLst>
                <a:ahLst/>
                <a:cxnLst>
                  <a:cxn ang="0">
                    <a:pos x="293" y="0"/>
                  </a:cxn>
                  <a:cxn ang="0">
                    <a:pos x="752" y="124"/>
                  </a:cxn>
                  <a:cxn ang="0">
                    <a:pos x="470" y="327"/>
                  </a:cxn>
                  <a:cxn ang="0">
                    <a:pos x="0" y="183"/>
                  </a:cxn>
                  <a:cxn ang="0">
                    <a:pos x="293" y="0"/>
                  </a:cxn>
                </a:cxnLst>
                <a:rect l="txL" t="txT" r="txR" b="tx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5955" name="Freeform 1628"/>
              <p:cNvSpPr/>
              <p:nvPr/>
            </p:nvSpPr>
            <p:spPr>
              <a:xfrm>
                <a:off x="1754" y="2649"/>
                <a:ext cx="726" cy="311"/>
              </a:xfrm>
              <a:custGeom>
                <a:avLst/>
                <a:gdLst>
                  <a:gd name="txL" fmla="*/ 0 w 726"/>
                  <a:gd name="txT" fmla="*/ 0 h 311"/>
                  <a:gd name="txR" fmla="*/ 726 w 726"/>
                  <a:gd name="txB" fmla="*/ 311 h 311"/>
                </a:gdLst>
                <a:ahLst/>
                <a:cxnLst>
                  <a:cxn ang="0">
                    <a:pos x="282" y="0"/>
                  </a:cxn>
                  <a:cxn ang="0">
                    <a:pos x="726" y="119"/>
                  </a:cxn>
                  <a:cxn ang="0">
                    <a:pos x="457" y="311"/>
                  </a:cxn>
                  <a:cxn ang="0">
                    <a:pos x="0" y="173"/>
                  </a:cxn>
                  <a:cxn ang="0">
                    <a:pos x="282" y="0"/>
                  </a:cxn>
                </a:cxnLst>
                <a:rect l="txL" t="txT" r="txR" b="tx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>
                      <a:alpha val="100000"/>
                    </a:srgbClr>
                  </a:gs>
                  <a:gs pos="100000">
                    <a:srgbClr val="DDDDDD">
                      <a:alpha val="100000"/>
                    </a:srgb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5956" name="Freeform 1629"/>
              <p:cNvSpPr/>
              <p:nvPr/>
            </p:nvSpPr>
            <p:spPr>
              <a:xfrm>
                <a:off x="1808" y="2770"/>
                <a:ext cx="258" cy="100"/>
              </a:xfrm>
              <a:custGeom>
                <a:avLst/>
                <a:gdLst>
                  <a:gd name="txL" fmla="*/ 0 w 258"/>
                  <a:gd name="txT" fmla="*/ 0 h 100"/>
                  <a:gd name="txR" fmla="*/ 258 w 258"/>
                  <a:gd name="txB" fmla="*/ 100 h 100"/>
                </a:gdLst>
                <a:ahLst/>
                <a:cxnLst>
                  <a:cxn ang="0">
                    <a:pos x="0" y="44"/>
                  </a:cxn>
                  <a:cxn ang="0">
                    <a:pos x="75" y="0"/>
                  </a:cxn>
                  <a:cxn ang="0">
                    <a:pos x="258" y="50"/>
                  </a:cxn>
                  <a:cxn ang="0">
                    <a:pos x="183" y="100"/>
                  </a:cxn>
                  <a:cxn ang="0">
                    <a:pos x="0" y="44"/>
                  </a:cxn>
                </a:cxnLst>
                <a:rect l="txL" t="txT" r="txR" b="tx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5957" name="Freeform 1630"/>
              <p:cNvSpPr/>
              <p:nvPr/>
            </p:nvSpPr>
            <p:spPr>
              <a:xfrm>
                <a:off x="1799" y="2816"/>
                <a:ext cx="194" cy="63"/>
              </a:xfrm>
              <a:custGeom>
                <a:avLst/>
                <a:gdLst>
                  <a:gd name="txL" fmla="*/ 0 w 194"/>
                  <a:gd name="txT" fmla="*/ 0 h 63"/>
                  <a:gd name="txR" fmla="*/ 194 w 194"/>
                  <a:gd name="txB" fmla="*/ 63 h 63"/>
                </a:gdLst>
                <a:ahLst/>
                <a:cxnLst>
                  <a:cxn ang="0">
                    <a:pos x="12" y="0"/>
                  </a:cxn>
                  <a:cxn ang="0">
                    <a:pos x="194" y="53"/>
                  </a:cxn>
                  <a:cxn ang="0">
                    <a:pos x="180" y="63"/>
                  </a:cxn>
                  <a:cxn ang="0">
                    <a:pos x="0" y="9"/>
                  </a:cxn>
                  <a:cxn ang="0">
                    <a:pos x="12" y="0"/>
                  </a:cxn>
                </a:cxnLst>
                <a:rect l="txL" t="txT" r="txR" b="tx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5958" name="Freeform 1631"/>
              <p:cNvSpPr/>
              <p:nvPr/>
            </p:nvSpPr>
            <p:spPr>
              <a:xfrm>
                <a:off x="2020" y="2834"/>
                <a:ext cx="258" cy="102"/>
              </a:xfrm>
              <a:custGeom>
                <a:avLst/>
                <a:gdLst>
                  <a:gd name="txL" fmla="*/ 0 w 258"/>
                  <a:gd name="txT" fmla="*/ 0 h 102"/>
                  <a:gd name="txR" fmla="*/ 258 w 258"/>
                  <a:gd name="txB" fmla="*/ 102 h 102"/>
                </a:gdLst>
                <a:ahLst/>
                <a:cxnLst>
                  <a:cxn ang="0">
                    <a:pos x="0" y="46"/>
                  </a:cxn>
                  <a:cxn ang="0">
                    <a:pos x="71" y="0"/>
                  </a:cxn>
                  <a:cxn ang="0">
                    <a:pos x="258" y="52"/>
                  </a:cxn>
                  <a:cxn ang="0">
                    <a:pos x="183" y="102"/>
                  </a:cxn>
                  <a:cxn ang="0">
                    <a:pos x="0" y="46"/>
                  </a:cxn>
                </a:cxnLst>
                <a:rect l="txL" t="txT" r="txR" b="tx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5959" name="Freeform 1632"/>
              <p:cNvSpPr/>
              <p:nvPr/>
            </p:nvSpPr>
            <p:spPr>
              <a:xfrm>
                <a:off x="2011" y="2882"/>
                <a:ext cx="194" cy="63"/>
              </a:xfrm>
              <a:custGeom>
                <a:avLst/>
                <a:gdLst>
                  <a:gd name="txL" fmla="*/ 0 w 194"/>
                  <a:gd name="txT" fmla="*/ 0 h 63"/>
                  <a:gd name="txR" fmla="*/ 194 w 194"/>
                  <a:gd name="txB" fmla="*/ 63 h 63"/>
                </a:gdLst>
                <a:ahLst/>
                <a:cxnLst>
                  <a:cxn ang="0">
                    <a:pos x="12" y="0"/>
                  </a:cxn>
                  <a:cxn ang="0">
                    <a:pos x="194" y="53"/>
                  </a:cxn>
                  <a:cxn ang="0">
                    <a:pos x="180" y="63"/>
                  </a:cxn>
                  <a:cxn ang="0">
                    <a:pos x="0" y="9"/>
                  </a:cxn>
                  <a:cxn ang="0">
                    <a:pos x="12" y="0"/>
                  </a:cxn>
                </a:cxnLst>
                <a:rect l="txL" t="txT" r="txR" b="tx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5948" name="Freeform 1633"/>
            <p:cNvSpPr/>
            <p:nvPr/>
          </p:nvSpPr>
          <p:spPr>
            <a:xfrm>
              <a:off x="2577" y="3043"/>
              <a:ext cx="614" cy="514"/>
            </a:xfrm>
            <a:custGeom>
              <a:avLst/>
              <a:gdLst>
                <a:gd name="txL" fmla="*/ 0 w 990"/>
                <a:gd name="txT" fmla="*/ 0 h 792"/>
                <a:gd name="txR" fmla="*/ 990 w 990"/>
                <a:gd name="txB" fmla="*/ 792 h 792"/>
              </a:gdLst>
              <a:ahLst/>
              <a:cxnLst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1"/>
                </a:cxn>
              </a:cxnLst>
              <a:rect l="txL" t="txT" r="txR" b="tx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949" name="Freeform 1634"/>
            <p:cNvSpPr/>
            <p:nvPr/>
          </p:nvSpPr>
          <p:spPr>
            <a:xfrm>
              <a:off x="1010" y="3084"/>
              <a:ext cx="1571" cy="469"/>
            </a:xfrm>
            <a:custGeom>
              <a:avLst/>
              <a:gdLst>
                <a:gd name="txL" fmla="*/ 0 w 2532"/>
                <a:gd name="txT" fmla="*/ 0 h 723"/>
                <a:gd name="txR" fmla="*/ 2532 w 2532"/>
                <a:gd name="txB" fmla="*/ 723 h 723"/>
              </a:gdLst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0"/>
                </a:cxn>
              </a:cxnLst>
              <a:rect l="txL" t="txT" r="txR" b="tx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950" name="Freeform 1635"/>
            <p:cNvSpPr/>
            <p:nvPr/>
          </p:nvSpPr>
          <p:spPr>
            <a:xfrm>
              <a:off x="1011" y="2998"/>
              <a:ext cx="17" cy="95"/>
            </a:xfrm>
            <a:custGeom>
              <a:avLst/>
              <a:gdLst>
                <a:gd name="txL" fmla="*/ 0 w 26"/>
                <a:gd name="txT" fmla="*/ 0 h 147"/>
                <a:gd name="txR" fmla="*/ 26 w 26"/>
                <a:gd name="txB" fmla="*/ 147 h 147"/>
              </a:gdLst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1"/>
                </a:cxn>
              </a:cxnLst>
              <a:rect l="txL" t="txT" r="txR" b="tx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951" name="Freeform 1636"/>
            <p:cNvSpPr/>
            <p:nvPr/>
          </p:nvSpPr>
          <p:spPr>
            <a:xfrm>
              <a:off x="1012" y="2611"/>
              <a:ext cx="730" cy="393"/>
            </a:xfrm>
            <a:custGeom>
              <a:avLst/>
              <a:gdLst>
                <a:gd name="txL" fmla="*/ 0 w 1176"/>
                <a:gd name="txT" fmla="*/ 0 h 606"/>
                <a:gd name="txR" fmla="*/ 1176 w 1176"/>
                <a:gd name="txB" fmla="*/ 606 h 606"/>
              </a:gdLst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</a:cxnLst>
              <a:rect l="txL" t="txT" r="txR" b="tx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952" name="Freeform 1637"/>
            <p:cNvSpPr/>
            <p:nvPr/>
          </p:nvSpPr>
          <p:spPr>
            <a:xfrm>
              <a:off x="1061" y="3018"/>
              <a:ext cx="1490" cy="451"/>
            </a:xfrm>
            <a:custGeom>
              <a:avLst/>
              <a:gdLst>
                <a:gd name="txL" fmla="*/ 0 w 2532"/>
                <a:gd name="txT" fmla="*/ 0 h 723"/>
                <a:gd name="txR" fmla="*/ 2532 w 2532"/>
                <a:gd name="txB" fmla="*/ 723 h 723"/>
              </a:gdLst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0"/>
                </a:cxn>
              </a:cxnLst>
              <a:rect l="txL" t="txT" r="txR" b="tx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953" name="Freeform 1638"/>
            <p:cNvSpPr/>
            <p:nvPr/>
          </p:nvSpPr>
          <p:spPr>
            <a:xfrm flipV="1">
              <a:off x="2549" y="2986"/>
              <a:ext cx="608" cy="467"/>
            </a:xfrm>
            <a:custGeom>
              <a:avLst/>
              <a:gdLst>
                <a:gd name="txL" fmla="*/ 0 w 2532"/>
                <a:gd name="txT" fmla="*/ 0 h 723"/>
                <a:gd name="txR" fmla="*/ 2532 w 2532"/>
                <a:gd name="txB" fmla="*/ 723 h 723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</a:cxnLst>
              <a:rect l="txL" t="txT" r="txR" b="tx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pic>
        <p:nvPicPr>
          <p:cNvPr id="25664" name="Picture 1283" descr="underline_base"/>
          <p:cNvPicPr/>
          <p:nvPr/>
        </p:nvPicPr>
        <p:blipFill>
          <a:blip r:embed="rId20"/>
          <a:stretch>
            <a:fillRect/>
          </a:stretch>
        </p:blipFill>
        <p:spPr>
          <a:xfrm>
            <a:off x="2057400" y="933450"/>
            <a:ext cx="3656013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4375" y="222250"/>
            <a:ext cx="8382000" cy="685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Network layer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sp>
        <p:nvSpPr>
          <p:cNvPr id="25666" name="Rectangle 3"/>
          <p:cNvSpPr>
            <a:spLocks noGrp="1"/>
          </p:cNvSpPr>
          <p:nvPr>
            <p:ph sz="half" idx="1"/>
          </p:nvPr>
        </p:nvSpPr>
        <p:spPr>
          <a:xfrm>
            <a:off x="200025" y="1230313"/>
            <a:ext cx="7435850" cy="5100637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transport segment from sending to receiving host 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on sending side encapsulates segments into datagrams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on receiving side, delivers segments to transport layer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 protocols in </a:t>
            </a:r>
            <a:r>
              <a:rPr lang="en-US" altLang="zh-CN" sz="2400" b="1" i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every</a:t>
            </a:r>
            <a:r>
              <a:rPr lang="en-US" altLang="zh-CN" sz="24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 </a:t>
            </a: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host, router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router examines header fields in all IP datagrams passing through it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grpSp>
        <p:nvGrpSpPr>
          <p:cNvPr id="19767" name="Group 1046"/>
          <p:cNvGrpSpPr/>
          <p:nvPr/>
        </p:nvGrpSpPr>
        <p:grpSpPr>
          <a:xfrm>
            <a:off x="7775575" y="554038"/>
            <a:ext cx="1047750" cy="996950"/>
            <a:chOff x="3402" y="719"/>
            <a:chExt cx="660" cy="628"/>
          </a:xfrm>
        </p:grpSpPr>
        <p:sp>
          <p:nvSpPr>
            <p:cNvPr id="25927" name="Freeform 1030"/>
            <p:cNvSpPr/>
            <p:nvPr/>
          </p:nvSpPr>
          <p:spPr>
            <a:xfrm>
              <a:off x="3402" y="753"/>
              <a:ext cx="192" cy="594"/>
            </a:xfrm>
            <a:custGeom>
              <a:avLst/>
              <a:gdLst>
                <a:gd name="txL" fmla="*/ 0 w 192"/>
                <a:gd name="txT" fmla="*/ 0 h 594"/>
                <a:gd name="txR" fmla="*/ 192 w 192"/>
                <a:gd name="txB" fmla="*/ 594 h 594"/>
              </a:gdLst>
              <a:ahLst/>
              <a:cxnLst>
                <a:cxn ang="0">
                  <a:pos x="0" y="594"/>
                </a:cxn>
                <a:cxn ang="0">
                  <a:pos x="192" y="0"/>
                </a:cxn>
                <a:cxn ang="0">
                  <a:pos x="192" y="515"/>
                </a:cxn>
                <a:cxn ang="0">
                  <a:pos x="0" y="594"/>
                </a:cxn>
              </a:cxnLst>
              <a:rect l="txL" t="txT" r="txR" b="txB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alpha val="100000"/>
                  </a:schemeClr>
                </a:gs>
                <a:gs pos="100000">
                  <a:srgbClr val="CC000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5928" name="Group 310"/>
            <p:cNvGrpSpPr/>
            <p:nvPr/>
          </p:nvGrpSpPr>
          <p:grpSpPr>
            <a:xfrm>
              <a:off x="3549" y="719"/>
              <a:ext cx="513" cy="552"/>
              <a:chOff x="2956" y="969"/>
              <a:chExt cx="513" cy="552"/>
            </a:xfrm>
          </p:grpSpPr>
          <p:sp>
            <p:nvSpPr>
              <p:cNvPr id="25929" name="Rectangle 311"/>
              <p:cNvSpPr/>
              <p:nvPr/>
            </p:nvSpPr>
            <p:spPr>
              <a:xfrm>
                <a:off x="3018" y="969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930" name="Rectangle 312"/>
              <p:cNvSpPr/>
              <p:nvPr/>
            </p:nvSpPr>
            <p:spPr>
              <a:xfrm>
                <a:off x="2997" y="984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931" name="Rectangle 313"/>
              <p:cNvSpPr/>
              <p:nvPr/>
            </p:nvSpPr>
            <p:spPr>
              <a:xfrm>
                <a:off x="3000" y="1185"/>
                <a:ext cx="432" cy="108"/>
              </a:xfrm>
              <a:prstGeom prst="rect">
                <a:avLst/>
              </a:prstGeom>
              <a:solidFill>
                <a:srgbClr val="CC0000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932" name="Text Box 314"/>
              <p:cNvSpPr txBox="1"/>
              <p:nvPr/>
            </p:nvSpPr>
            <p:spPr>
              <a:xfrm>
                <a:off x="2956" y="978"/>
                <a:ext cx="513" cy="5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application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transport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network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933" name="Line 315"/>
              <p:cNvSpPr/>
              <p:nvPr/>
            </p:nvSpPr>
            <p:spPr>
              <a:xfrm>
                <a:off x="2997" y="1194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934" name="Line 316"/>
              <p:cNvSpPr/>
              <p:nvPr/>
            </p:nvSpPr>
            <p:spPr>
              <a:xfrm>
                <a:off x="3003" y="1290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935" name="Line 317"/>
              <p:cNvSpPr/>
              <p:nvPr/>
            </p:nvSpPr>
            <p:spPr>
              <a:xfrm>
                <a:off x="3003" y="1374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936" name="Line 318"/>
              <p:cNvSpPr/>
              <p:nvPr/>
            </p:nvSpPr>
            <p:spPr>
              <a:xfrm>
                <a:off x="3003" y="1092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9769" name="Group 1047"/>
          <p:cNvGrpSpPr/>
          <p:nvPr/>
        </p:nvGrpSpPr>
        <p:grpSpPr>
          <a:xfrm>
            <a:off x="10471150" y="3560763"/>
            <a:ext cx="1047750" cy="996950"/>
            <a:chOff x="3402" y="719"/>
            <a:chExt cx="660" cy="628"/>
          </a:xfrm>
        </p:grpSpPr>
        <p:sp>
          <p:nvSpPr>
            <p:cNvPr id="25917" name="Freeform 1048"/>
            <p:cNvSpPr/>
            <p:nvPr/>
          </p:nvSpPr>
          <p:spPr>
            <a:xfrm>
              <a:off x="3402" y="753"/>
              <a:ext cx="192" cy="594"/>
            </a:xfrm>
            <a:custGeom>
              <a:avLst/>
              <a:gdLst>
                <a:gd name="txL" fmla="*/ 0 w 192"/>
                <a:gd name="txT" fmla="*/ 0 h 594"/>
                <a:gd name="txR" fmla="*/ 192 w 192"/>
                <a:gd name="txB" fmla="*/ 594 h 594"/>
              </a:gdLst>
              <a:ahLst/>
              <a:cxnLst>
                <a:cxn ang="0">
                  <a:pos x="0" y="594"/>
                </a:cxn>
                <a:cxn ang="0">
                  <a:pos x="192" y="0"/>
                </a:cxn>
                <a:cxn ang="0">
                  <a:pos x="192" y="515"/>
                </a:cxn>
                <a:cxn ang="0">
                  <a:pos x="0" y="594"/>
                </a:cxn>
              </a:cxnLst>
              <a:rect l="txL" t="txT" r="txR" b="txB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alpha val="100000"/>
                  </a:schemeClr>
                </a:gs>
                <a:gs pos="100000">
                  <a:srgbClr val="CC000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5918" name="Group 1049"/>
            <p:cNvGrpSpPr/>
            <p:nvPr/>
          </p:nvGrpSpPr>
          <p:grpSpPr>
            <a:xfrm>
              <a:off x="3549" y="719"/>
              <a:ext cx="513" cy="552"/>
              <a:chOff x="2956" y="969"/>
              <a:chExt cx="513" cy="552"/>
            </a:xfrm>
          </p:grpSpPr>
          <p:sp>
            <p:nvSpPr>
              <p:cNvPr id="25919" name="Rectangle 1050"/>
              <p:cNvSpPr/>
              <p:nvPr/>
            </p:nvSpPr>
            <p:spPr>
              <a:xfrm>
                <a:off x="3018" y="969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920" name="Rectangle 1051"/>
              <p:cNvSpPr/>
              <p:nvPr/>
            </p:nvSpPr>
            <p:spPr>
              <a:xfrm>
                <a:off x="2997" y="984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921" name="Rectangle 1052"/>
              <p:cNvSpPr/>
              <p:nvPr/>
            </p:nvSpPr>
            <p:spPr>
              <a:xfrm>
                <a:off x="3000" y="1185"/>
                <a:ext cx="432" cy="108"/>
              </a:xfrm>
              <a:prstGeom prst="rect">
                <a:avLst/>
              </a:prstGeom>
              <a:solidFill>
                <a:srgbClr val="CC0000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922" name="Text Box 1053"/>
              <p:cNvSpPr txBox="1"/>
              <p:nvPr/>
            </p:nvSpPr>
            <p:spPr>
              <a:xfrm>
                <a:off x="2956" y="978"/>
                <a:ext cx="513" cy="5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application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transport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network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923" name="Line 1054"/>
              <p:cNvSpPr/>
              <p:nvPr/>
            </p:nvSpPr>
            <p:spPr>
              <a:xfrm>
                <a:off x="2997" y="1194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924" name="Line 1055"/>
              <p:cNvSpPr/>
              <p:nvPr/>
            </p:nvSpPr>
            <p:spPr>
              <a:xfrm>
                <a:off x="3003" y="1290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925" name="Line 1056"/>
              <p:cNvSpPr/>
              <p:nvPr/>
            </p:nvSpPr>
            <p:spPr>
              <a:xfrm>
                <a:off x="3003" y="1374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926" name="Line 1057"/>
              <p:cNvSpPr/>
              <p:nvPr/>
            </p:nvSpPr>
            <p:spPr>
              <a:xfrm>
                <a:off x="3003" y="1092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9771" name="Group 1278"/>
          <p:cNvGrpSpPr/>
          <p:nvPr/>
        </p:nvGrpSpPr>
        <p:grpSpPr>
          <a:xfrm>
            <a:off x="8228013" y="1176338"/>
            <a:ext cx="2546350" cy="3435350"/>
            <a:chOff x="3674" y="1148"/>
            <a:chExt cx="1604" cy="2164"/>
          </a:xfrm>
        </p:grpSpPr>
        <p:grpSp>
          <p:nvGrpSpPr>
            <p:cNvPr id="25675" name="Group 433"/>
            <p:cNvGrpSpPr/>
            <p:nvPr/>
          </p:nvGrpSpPr>
          <p:grpSpPr>
            <a:xfrm>
              <a:off x="3701" y="1305"/>
              <a:ext cx="513" cy="446"/>
              <a:chOff x="3937" y="633"/>
              <a:chExt cx="513" cy="446"/>
            </a:xfrm>
          </p:grpSpPr>
          <p:sp>
            <p:nvSpPr>
              <p:cNvPr id="25896" name="Line 434"/>
              <p:cNvSpPr/>
              <p:nvPr/>
            </p:nvSpPr>
            <p:spPr>
              <a:xfrm>
                <a:off x="4061" y="1035"/>
                <a:ext cx="312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897" name="Line 435"/>
              <p:cNvSpPr/>
              <p:nvPr/>
            </p:nvSpPr>
            <p:spPr>
              <a:xfrm flipV="1">
                <a:off x="4212" y="929"/>
                <a:ext cx="1" cy="10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898" name="Oval 436"/>
              <p:cNvSpPr/>
              <p:nvPr/>
            </p:nvSpPr>
            <p:spPr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899" name="Line 437"/>
              <p:cNvSpPr/>
              <p:nvPr/>
            </p:nvSpPr>
            <p:spPr>
              <a:xfrm>
                <a:off x="4048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900" name="Line 438"/>
              <p:cNvSpPr/>
              <p:nvPr/>
            </p:nvSpPr>
            <p:spPr>
              <a:xfrm>
                <a:off x="4361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901" name="Rectangle 439"/>
              <p:cNvSpPr/>
              <p:nvPr/>
            </p:nvSpPr>
            <p:spPr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902" name="Oval 440"/>
              <p:cNvSpPr/>
              <p:nvPr/>
            </p:nvSpPr>
            <p:spPr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25903" name="Group 441"/>
              <p:cNvGrpSpPr/>
              <p:nvPr/>
            </p:nvGrpSpPr>
            <p:grpSpPr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25914" name="Line 442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915" name="Line 443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916" name="Line 444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5904" name="Group 445"/>
              <p:cNvGrpSpPr/>
              <p:nvPr/>
            </p:nvGrpSpPr>
            <p:grpSpPr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25911" name="Line 446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912" name="Line 447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913" name="Line 448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5905" name="Rectangle 449"/>
              <p:cNvSpPr/>
              <p:nvPr/>
            </p:nvSpPr>
            <p:spPr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906" name="Rectangle 450"/>
              <p:cNvSpPr/>
              <p:nvPr/>
            </p:nvSpPr>
            <p:spPr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907" name="Line 451"/>
              <p:cNvSpPr/>
              <p:nvPr/>
            </p:nvSpPr>
            <p:spPr>
              <a:xfrm>
                <a:off x="3966" y="945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908" name="Line 452"/>
              <p:cNvSpPr/>
              <p:nvPr/>
            </p:nvSpPr>
            <p:spPr>
              <a:xfrm>
                <a:off x="3972" y="849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909" name="Rectangle 453"/>
              <p:cNvSpPr/>
              <p:nvPr/>
            </p:nvSpPr>
            <p:spPr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solidFill>
                    <a:srgbClr val="CC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910" name="Text Box 454"/>
              <p:cNvSpPr txBox="1"/>
              <p:nvPr/>
            </p:nvSpPr>
            <p:spPr>
              <a:xfrm>
                <a:off x="3937" y="633"/>
                <a:ext cx="513" cy="4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network</a:t>
                </a:r>
                <a:endParaRPr lang="en-US" altLang="zh-CN" sz="1000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25676" name="Group 1058"/>
            <p:cNvGrpSpPr/>
            <p:nvPr/>
          </p:nvGrpSpPr>
          <p:grpSpPr>
            <a:xfrm>
              <a:off x="4207" y="1532"/>
              <a:ext cx="513" cy="446"/>
              <a:chOff x="3937" y="633"/>
              <a:chExt cx="513" cy="446"/>
            </a:xfrm>
          </p:grpSpPr>
          <p:sp>
            <p:nvSpPr>
              <p:cNvPr id="25875" name="Line 1059"/>
              <p:cNvSpPr/>
              <p:nvPr/>
            </p:nvSpPr>
            <p:spPr>
              <a:xfrm>
                <a:off x="4061" y="1035"/>
                <a:ext cx="312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876" name="Line 1060"/>
              <p:cNvSpPr/>
              <p:nvPr/>
            </p:nvSpPr>
            <p:spPr>
              <a:xfrm flipV="1">
                <a:off x="4212" y="929"/>
                <a:ext cx="1" cy="10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877" name="Oval 1061"/>
              <p:cNvSpPr/>
              <p:nvPr/>
            </p:nvSpPr>
            <p:spPr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878" name="Line 1062"/>
              <p:cNvSpPr/>
              <p:nvPr/>
            </p:nvSpPr>
            <p:spPr>
              <a:xfrm>
                <a:off x="4048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879" name="Line 1063"/>
              <p:cNvSpPr/>
              <p:nvPr/>
            </p:nvSpPr>
            <p:spPr>
              <a:xfrm>
                <a:off x="4361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880" name="Rectangle 1064"/>
              <p:cNvSpPr/>
              <p:nvPr/>
            </p:nvSpPr>
            <p:spPr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881" name="Oval 1065"/>
              <p:cNvSpPr/>
              <p:nvPr/>
            </p:nvSpPr>
            <p:spPr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25882" name="Group 1066"/>
              <p:cNvGrpSpPr/>
              <p:nvPr/>
            </p:nvGrpSpPr>
            <p:grpSpPr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25893" name="Line 1067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894" name="Line 1068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895" name="Line 1069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5883" name="Group 1070"/>
              <p:cNvGrpSpPr/>
              <p:nvPr/>
            </p:nvGrpSpPr>
            <p:grpSpPr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25890" name="Line 1071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891" name="Line 1072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892" name="Line 1073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5884" name="Rectangle 1074"/>
              <p:cNvSpPr/>
              <p:nvPr/>
            </p:nvSpPr>
            <p:spPr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885" name="Rectangle 1075"/>
              <p:cNvSpPr/>
              <p:nvPr/>
            </p:nvSpPr>
            <p:spPr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886" name="Line 1076"/>
              <p:cNvSpPr/>
              <p:nvPr/>
            </p:nvSpPr>
            <p:spPr>
              <a:xfrm>
                <a:off x="3966" y="945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887" name="Line 1077"/>
              <p:cNvSpPr/>
              <p:nvPr/>
            </p:nvSpPr>
            <p:spPr>
              <a:xfrm>
                <a:off x="3972" y="849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888" name="Rectangle 1078"/>
              <p:cNvSpPr/>
              <p:nvPr/>
            </p:nvSpPr>
            <p:spPr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889" name="Text Box 1079"/>
              <p:cNvSpPr txBox="1"/>
              <p:nvPr/>
            </p:nvSpPr>
            <p:spPr>
              <a:xfrm>
                <a:off x="3937" y="633"/>
                <a:ext cx="513" cy="4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network</a:t>
                </a:r>
                <a:endParaRPr lang="en-US" altLang="zh-CN" sz="1000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25677" name="Group 1080"/>
            <p:cNvGrpSpPr/>
            <p:nvPr/>
          </p:nvGrpSpPr>
          <p:grpSpPr>
            <a:xfrm>
              <a:off x="4661" y="1148"/>
              <a:ext cx="513" cy="446"/>
              <a:chOff x="3937" y="633"/>
              <a:chExt cx="513" cy="446"/>
            </a:xfrm>
          </p:grpSpPr>
          <p:sp>
            <p:nvSpPr>
              <p:cNvPr id="25854" name="Line 1081"/>
              <p:cNvSpPr/>
              <p:nvPr/>
            </p:nvSpPr>
            <p:spPr>
              <a:xfrm>
                <a:off x="4061" y="1035"/>
                <a:ext cx="312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855" name="Line 1082"/>
              <p:cNvSpPr/>
              <p:nvPr/>
            </p:nvSpPr>
            <p:spPr>
              <a:xfrm flipV="1">
                <a:off x="4212" y="929"/>
                <a:ext cx="1" cy="10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856" name="Oval 1083"/>
              <p:cNvSpPr/>
              <p:nvPr/>
            </p:nvSpPr>
            <p:spPr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857" name="Line 1084"/>
              <p:cNvSpPr/>
              <p:nvPr/>
            </p:nvSpPr>
            <p:spPr>
              <a:xfrm>
                <a:off x="4048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858" name="Line 1085"/>
              <p:cNvSpPr/>
              <p:nvPr/>
            </p:nvSpPr>
            <p:spPr>
              <a:xfrm>
                <a:off x="4361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859" name="Rectangle 1086"/>
              <p:cNvSpPr/>
              <p:nvPr/>
            </p:nvSpPr>
            <p:spPr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860" name="Oval 1087"/>
              <p:cNvSpPr/>
              <p:nvPr/>
            </p:nvSpPr>
            <p:spPr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25861" name="Group 1088"/>
              <p:cNvGrpSpPr/>
              <p:nvPr/>
            </p:nvGrpSpPr>
            <p:grpSpPr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25872" name="Line 1089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873" name="Line 1090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874" name="Line 1091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5862" name="Group 1092"/>
              <p:cNvGrpSpPr/>
              <p:nvPr/>
            </p:nvGrpSpPr>
            <p:grpSpPr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25869" name="Line 1093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870" name="Line 1094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871" name="Line 1095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5863" name="Rectangle 1096"/>
              <p:cNvSpPr/>
              <p:nvPr/>
            </p:nvSpPr>
            <p:spPr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864" name="Rectangle 1097"/>
              <p:cNvSpPr/>
              <p:nvPr/>
            </p:nvSpPr>
            <p:spPr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865" name="Line 1098"/>
              <p:cNvSpPr/>
              <p:nvPr/>
            </p:nvSpPr>
            <p:spPr>
              <a:xfrm>
                <a:off x="3966" y="945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866" name="Line 1099"/>
              <p:cNvSpPr/>
              <p:nvPr/>
            </p:nvSpPr>
            <p:spPr>
              <a:xfrm>
                <a:off x="3972" y="849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867" name="Rectangle 1100"/>
              <p:cNvSpPr/>
              <p:nvPr/>
            </p:nvSpPr>
            <p:spPr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868" name="Text Box 1101"/>
              <p:cNvSpPr txBox="1"/>
              <p:nvPr/>
            </p:nvSpPr>
            <p:spPr>
              <a:xfrm>
                <a:off x="3937" y="633"/>
                <a:ext cx="513" cy="4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network</a:t>
                </a:r>
                <a:endParaRPr lang="en-US" altLang="zh-CN" sz="1000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25678" name="Group 1102"/>
            <p:cNvGrpSpPr/>
            <p:nvPr/>
          </p:nvGrpSpPr>
          <p:grpSpPr>
            <a:xfrm>
              <a:off x="4702" y="1523"/>
              <a:ext cx="513" cy="446"/>
              <a:chOff x="3937" y="633"/>
              <a:chExt cx="513" cy="446"/>
            </a:xfrm>
          </p:grpSpPr>
          <p:sp>
            <p:nvSpPr>
              <p:cNvPr id="25833" name="Line 1103"/>
              <p:cNvSpPr/>
              <p:nvPr/>
            </p:nvSpPr>
            <p:spPr>
              <a:xfrm>
                <a:off x="4061" y="1035"/>
                <a:ext cx="312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834" name="Line 1104"/>
              <p:cNvSpPr/>
              <p:nvPr/>
            </p:nvSpPr>
            <p:spPr>
              <a:xfrm flipV="1">
                <a:off x="4212" y="929"/>
                <a:ext cx="1" cy="10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835" name="Oval 1105"/>
              <p:cNvSpPr/>
              <p:nvPr/>
            </p:nvSpPr>
            <p:spPr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836" name="Line 1106"/>
              <p:cNvSpPr/>
              <p:nvPr/>
            </p:nvSpPr>
            <p:spPr>
              <a:xfrm>
                <a:off x="4048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837" name="Line 1107"/>
              <p:cNvSpPr/>
              <p:nvPr/>
            </p:nvSpPr>
            <p:spPr>
              <a:xfrm>
                <a:off x="4361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838" name="Rectangle 1108"/>
              <p:cNvSpPr/>
              <p:nvPr/>
            </p:nvSpPr>
            <p:spPr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839" name="Oval 1109"/>
              <p:cNvSpPr/>
              <p:nvPr/>
            </p:nvSpPr>
            <p:spPr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25840" name="Group 1110"/>
              <p:cNvGrpSpPr/>
              <p:nvPr/>
            </p:nvGrpSpPr>
            <p:grpSpPr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25851" name="Line 1111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852" name="Line 1112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853" name="Line 1113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5841" name="Group 1114"/>
              <p:cNvGrpSpPr/>
              <p:nvPr/>
            </p:nvGrpSpPr>
            <p:grpSpPr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25848" name="Line 1115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849" name="Line 1116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850" name="Line 1117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5842" name="Rectangle 1118"/>
              <p:cNvSpPr/>
              <p:nvPr/>
            </p:nvSpPr>
            <p:spPr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843" name="Rectangle 1119"/>
              <p:cNvSpPr/>
              <p:nvPr/>
            </p:nvSpPr>
            <p:spPr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844" name="Line 1120"/>
              <p:cNvSpPr/>
              <p:nvPr/>
            </p:nvSpPr>
            <p:spPr>
              <a:xfrm>
                <a:off x="3966" y="945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845" name="Line 1121"/>
              <p:cNvSpPr/>
              <p:nvPr/>
            </p:nvSpPr>
            <p:spPr>
              <a:xfrm>
                <a:off x="3972" y="849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846" name="Rectangle 1122"/>
              <p:cNvSpPr/>
              <p:nvPr/>
            </p:nvSpPr>
            <p:spPr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847" name="Text Box 1123"/>
              <p:cNvSpPr txBox="1"/>
              <p:nvPr/>
            </p:nvSpPr>
            <p:spPr>
              <a:xfrm>
                <a:off x="3937" y="633"/>
                <a:ext cx="513" cy="4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network</a:t>
                </a:r>
                <a:endParaRPr lang="en-US" altLang="zh-CN" sz="1000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25679" name="Group 1124"/>
            <p:cNvGrpSpPr/>
            <p:nvPr/>
          </p:nvGrpSpPr>
          <p:grpSpPr>
            <a:xfrm>
              <a:off x="4197" y="1157"/>
              <a:ext cx="513" cy="446"/>
              <a:chOff x="3937" y="633"/>
              <a:chExt cx="513" cy="446"/>
            </a:xfrm>
          </p:grpSpPr>
          <p:sp>
            <p:nvSpPr>
              <p:cNvPr id="25812" name="Line 1125"/>
              <p:cNvSpPr/>
              <p:nvPr/>
            </p:nvSpPr>
            <p:spPr>
              <a:xfrm>
                <a:off x="4061" y="1035"/>
                <a:ext cx="312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813" name="Line 1126"/>
              <p:cNvSpPr/>
              <p:nvPr/>
            </p:nvSpPr>
            <p:spPr>
              <a:xfrm flipV="1">
                <a:off x="4212" y="929"/>
                <a:ext cx="1" cy="10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814" name="Oval 1127"/>
              <p:cNvSpPr/>
              <p:nvPr/>
            </p:nvSpPr>
            <p:spPr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815" name="Line 1128"/>
              <p:cNvSpPr/>
              <p:nvPr/>
            </p:nvSpPr>
            <p:spPr>
              <a:xfrm>
                <a:off x="4048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816" name="Line 1129"/>
              <p:cNvSpPr/>
              <p:nvPr/>
            </p:nvSpPr>
            <p:spPr>
              <a:xfrm>
                <a:off x="4361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817" name="Rectangle 1130"/>
              <p:cNvSpPr/>
              <p:nvPr/>
            </p:nvSpPr>
            <p:spPr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818" name="Oval 1131"/>
              <p:cNvSpPr/>
              <p:nvPr/>
            </p:nvSpPr>
            <p:spPr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25819" name="Group 1132"/>
              <p:cNvGrpSpPr/>
              <p:nvPr/>
            </p:nvGrpSpPr>
            <p:grpSpPr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25830" name="Line 1133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831" name="Line 1134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832" name="Line 1135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5820" name="Group 1136"/>
              <p:cNvGrpSpPr/>
              <p:nvPr/>
            </p:nvGrpSpPr>
            <p:grpSpPr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25827" name="Line 1137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828" name="Line 1138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829" name="Line 1139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5821" name="Rectangle 1140"/>
              <p:cNvSpPr/>
              <p:nvPr/>
            </p:nvSpPr>
            <p:spPr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822" name="Rectangle 1141"/>
              <p:cNvSpPr/>
              <p:nvPr/>
            </p:nvSpPr>
            <p:spPr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823" name="Line 1142"/>
              <p:cNvSpPr/>
              <p:nvPr/>
            </p:nvSpPr>
            <p:spPr>
              <a:xfrm>
                <a:off x="3966" y="945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824" name="Line 1143"/>
              <p:cNvSpPr/>
              <p:nvPr/>
            </p:nvSpPr>
            <p:spPr>
              <a:xfrm>
                <a:off x="3972" y="849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825" name="Rectangle 1144"/>
              <p:cNvSpPr/>
              <p:nvPr/>
            </p:nvSpPr>
            <p:spPr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826" name="Text Box 1145"/>
              <p:cNvSpPr txBox="1"/>
              <p:nvPr/>
            </p:nvSpPr>
            <p:spPr>
              <a:xfrm>
                <a:off x="3937" y="633"/>
                <a:ext cx="513" cy="4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network</a:t>
                </a:r>
                <a:endParaRPr lang="en-US" altLang="zh-CN" sz="1000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25680" name="Group 1146"/>
            <p:cNvGrpSpPr/>
            <p:nvPr/>
          </p:nvGrpSpPr>
          <p:grpSpPr>
            <a:xfrm>
              <a:off x="4389" y="2239"/>
              <a:ext cx="513" cy="446"/>
              <a:chOff x="3937" y="633"/>
              <a:chExt cx="513" cy="446"/>
            </a:xfrm>
          </p:grpSpPr>
          <p:sp>
            <p:nvSpPr>
              <p:cNvPr id="25791" name="Line 1147"/>
              <p:cNvSpPr/>
              <p:nvPr/>
            </p:nvSpPr>
            <p:spPr>
              <a:xfrm>
                <a:off x="4061" y="1035"/>
                <a:ext cx="312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792" name="Line 1148"/>
              <p:cNvSpPr/>
              <p:nvPr/>
            </p:nvSpPr>
            <p:spPr>
              <a:xfrm flipV="1">
                <a:off x="4212" y="929"/>
                <a:ext cx="1" cy="10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793" name="Oval 1149"/>
              <p:cNvSpPr/>
              <p:nvPr/>
            </p:nvSpPr>
            <p:spPr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794" name="Line 1150"/>
              <p:cNvSpPr/>
              <p:nvPr/>
            </p:nvSpPr>
            <p:spPr>
              <a:xfrm>
                <a:off x="4048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795" name="Line 1151"/>
              <p:cNvSpPr/>
              <p:nvPr/>
            </p:nvSpPr>
            <p:spPr>
              <a:xfrm>
                <a:off x="4361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796" name="Rectangle 1152"/>
              <p:cNvSpPr/>
              <p:nvPr/>
            </p:nvSpPr>
            <p:spPr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797" name="Oval 1153"/>
              <p:cNvSpPr/>
              <p:nvPr/>
            </p:nvSpPr>
            <p:spPr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25798" name="Group 1154"/>
              <p:cNvGrpSpPr/>
              <p:nvPr/>
            </p:nvGrpSpPr>
            <p:grpSpPr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25809" name="Line 1155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810" name="Line 1156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811" name="Line 1157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5799" name="Group 1158"/>
              <p:cNvGrpSpPr/>
              <p:nvPr/>
            </p:nvGrpSpPr>
            <p:grpSpPr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25806" name="Line 1159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807" name="Line 1160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808" name="Line 1161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5800" name="Rectangle 1162"/>
              <p:cNvSpPr/>
              <p:nvPr/>
            </p:nvSpPr>
            <p:spPr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801" name="Rectangle 1163"/>
              <p:cNvSpPr/>
              <p:nvPr/>
            </p:nvSpPr>
            <p:spPr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802" name="Line 1164"/>
              <p:cNvSpPr/>
              <p:nvPr/>
            </p:nvSpPr>
            <p:spPr>
              <a:xfrm>
                <a:off x="3966" y="945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803" name="Line 1165"/>
              <p:cNvSpPr/>
              <p:nvPr/>
            </p:nvSpPr>
            <p:spPr>
              <a:xfrm>
                <a:off x="3972" y="849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804" name="Rectangle 1166"/>
              <p:cNvSpPr/>
              <p:nvPr/>
            </p:nvSpPr>
            <p:spPr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805" name="Text Box 1167"/>
              <p:cNvSpPr txBox="1"/>
              <p:nvPr/>
            </p:nvSpPr>
            <p:spPr>
              <a:xfrm>
                <a:off x="3937" y="633"/>
                <a:ext cx="513" cy="4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network</a:t>
                </a:r>
                <a:endParaRPr lang="en-US" altLang="zh-CN" sz="1000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25681" name="Group 1168"/>
            <p:cNvGrpSpPr/>
            <p:nvPr/>
          </p:nvGrpSpPr>
          <p:grpSpPr>
            <a:xfrm>
              <a:off x="4765" y="1995"/>
              <a:ext cx="513" cy="446"/>
              <a:chOff x="3937" y="633"/>
              <a:chExt cx="513" cy="446"/>
            </a:xfrm>
          </p:grpSpPr>
          <p:sp>
            <p:nvSpPr>
              <p:cNvPr id="25770" name="Line 1169"/>
              <p:cNvSpPr/>
              <p:nvPr/>
            </p:nvSpPr>
            <p:spPr>
              <a:xfrm>
                <a:off x="4061" y="1035"/>
                <a:ext cx="312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771" name="Line 1170"/>
              <p:cNvSpPr/>
              <p:nvPr/>
            </p:nvSpPr>
            <p:spPr>
              <a:xfrm flipV="1">
                <a:off x="4212" y="929"/>
                <a:ext cx="1" cy="10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772" name="Oval 1171"/>
              <p:cNvSpPr/>
              <p:nvPr/>
            </p:nvSpPr>
            <p:spPr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773" name="Line 1172"/>
              <p:cNvSpPr/>
              <p:nvPr/>
            </p:nvSpPr>
            <p:spPr>
              <a:xfrm>
                <a:off x="4048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774" name="Line 1173"/>
              <p:cNvSpPr/>
              <p:nvPr/>
            </p:nvSpPr>
            <p:spPr>
              <a:xfrm>
                <a:off x="4361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775" name="Rectangle 1174"/>
              <p:cNvSpPr/>
              <p:nvPr/>
            </p:nvSpPr>
            <p:spPr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776" name="Oval 1175"/>
              <p:cNvSpPr/>
              <p:nvPr/>
            </p:nvSpPr>
            <p:spPr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25777" name="Group 1176"/>
              <p:cNvGrpSpPr/>
              <p:nvPr/>
            </p:nvGrpSpPr>
            <p:grpSpPr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25788" name="Line 1177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789" name="Line 1178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790" name="Line 1179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5778" name="Group 1180"/>
              <p:cNvGrpSpPr/>
              <p:nvPr/>
            </p:nvGrpSpPr>
            <p:grpSpPr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25785" name="Line 1181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786" name="Line 1182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787" name="Line 1183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5779" name="Rectangle 1184"/>
              <p:cNvSpPr/>
              <p:nvPr/>
            </p:nvSpPr>
            <p:spPr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780" name="Rectangle 1185"/>
              <p:cNvSpPr/>
              <p:nvPr/>
            </p:nvSpPr>
            <p:spPr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781" name="Line 1186"/>
              <p:cNvSpPr/>
              <p:nvPr/>
            </p:nvSpPr>
            <p:spPr>
              <a:xfrm>
                <a:off x="3966" y="945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782" name="Line 1187"/>
              <p:cNvSpPr/>
              <p:nvPr/>
            </p:nvSpPr>
            <p:spPr>
              <a:xfrm>
                <a:off x="3972" y="849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783" name="Rectangle 1188"/>
              <p:cNvSpPr/>
              <p:nvPr/>
            </p:nvSpPr>
            <p:spPr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784" name="Text Box 1189"/>
              <p:cNvSpPr txBox="1"/>
              <p:nvPr/>
            </p:nvSpPr>
            <p:spPr>
              <a:xfrm>
                <a:off x="3937" y="633"/>
                <a:ext cx="513" cy="4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network</a:t>
                </a:r>
                <a:endParaRPr lang="en-US" altLang="zh-CN" sz="1000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25682" name="Group 1190"/>
            <p:cNvGrpSpPr/>
            <p:nvPr/>
          </p:nvGrpSpPr>
          <p:grpSpPr>
            <a:xfrm>
              <a:off x="4128" y="2003"/>
              <a:ext cx="513" cy="446"/>
              <a:chOff x="3937" y="633"/>
              <a:chExt cx="513" cy="446"/>
            </a:xfrm>
          </p:grpSpPr>
          <p:sp>
            <p:nvSpPr>
              <p:cNvPr id="25749" name="Line 1191"/>
              <p:cNvSpPr/>
              <p:nvPr/>
            </p:nvSpPr>
            <p:spPr>
              <a:xfrm>
                <a:off x="4061" y="1035"/>
                <a:ext cx="312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750" name="Line 1192"/>
              <p:cNvSpPr/>
              <p:nvPr/>
            </p:nvSpPr>
            <p:spPr>
              <a:xfrm flipV="1">
                <a:off x="4212" y="929"/>
                <a:ext cx="1" cy="10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751" name="Oval 1193"/>
              <p:cNvSpPr/>
              <p:nvPr/>
            </p:nvSpPr>
            <p:spPr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752" name="Line 1194"/>
              <p:cNvSpPr/>
              <p:nvPr/>
            </p:nvSpPr>
            <p:spPr>
              <a:xfrm>
                <a:off x="4048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753" name="Line 1195"/>
              <p:cNvSpPr/>
              <p:nvPr/>
            </p:nvSpPr>
            <p:spPr>
              <a:xfrm>
                <a:off x="4361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754" name="Rectangle 1196"/>
              <p:cNvSpPr/>
              <p:nvPr/>
            </p:nvSpPr>
            <p:spPr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755" name="Oval 1197"/>
              <p:cNvSpPr/>
              <p:nvPr/>
            </p:nvSpPr>
            <p:spPr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25756" name="Group 1198"/>
              <p:cNvGrpSpPr/>
              <p:nvPr/>
            </p:nvGrpSpPr>
            <p:grpSpPr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25767" name="Line 1199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768" name="Line 1200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769" name="Line 1201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5757" name="Group 1202"/>
              <p:cNvGrpSpPr/>
              <p:nvPr/>
            </p:nvGrpSpPr>
            <p:grpSpPr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25764" name="Line 1203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765" name="Line 1204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766" name="Line 1205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5758" name="Rectangle 1206"/>
              <p:cNvSpPr/>
              <p:nvPr/>
            </p:nvSpPr>
            <p:spPr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759" name="Rectangle 1207"/>
              <p:cNvSpPr/>
              <p:nvPr/>
            </p:nvSpPr>
            <p:spPr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760" name="Line 1208"/>
              <p:cNvSpPr/>
              <p:nvPr/>
            </p:nvSpPr>
            <p:spPr>
              <a:xfrm>
                <a:off x="3966" y="945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761" name="Line 1209"/>
              <p:cNvSpPr/>
              <p:nvPr/>
            </p:nvSpPr>
            <p:spPr>
              <a:xfrm>
                <a:off x="3972" y="849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762" name="Rectangle 1210"/>
              <p:cNvSpPr/>
              <p:nvPr/>
            </p:nvSpPr>
            <p:spPr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763" name="Text Box 1211"/>
              <p:cNvSpPr txBox="1"/>
              <p:nvPr/>
            </p:nvSpPr>
            <p:spPr>
              <a:xfrm>
                <a:off x="3937" y="633"/>
                <a:ext cx="513" cy="4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network</a:t>
                </a:r>
                <a:endParaRPr lang="en-US" altLang="zh-CN" sz="1000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25683" name="Group 1212"/>
            <p:cNvGrpSpPr/>
            <p:nvPr/>
          </p:nvGrpSpPr>
          <p:grpSpPr>
            <a:xfrm>
              <a:off x="4608" y="2771"/>
              <a:ext cx="513" cy="446"/>
              <a:chOff x="3937" y="633"/>
              <a:chExt cx="513" cy="446"/>
            </a:xfrm>
          </p:grpSpPr>
          <p:sp>
            <p:nvSpPr>
              <p:cNvPr id="25728" name="Line 1213"/>
              <p:cNvSpPr/>
              <p:nvPr/>
            </p:nvSpPr>
            <p:spPr>
              <a:xfrm>
                <a:off x="4061" y="1035"/>
                <a:ext cx="312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729" name="Line 1214"/>
              <p:cNvSpPr/>
              <p:nvPr/>
            </p:nvSpPr>
            <p:spPr>
              <a:xfrm flipV="1">
                <a:off x="4212" y="929"/>
                <a:ext cx="1" cy="10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730" name="Oval 1215"/>
              <p:cNvSpPr/>
              <p:nvPr/>
            </p:nvSpPr>
            <p:spPr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731" name="Line 1216"/>
              <p:cNvSpPr/>
              <p:nvPr/>
            </p:nvSpPr>
            <p:spPr>
              <a:xfrm>
                <a:off x="4048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732" name="Line 1217"/>
              <p:cNvSpPr/>
              <p:nvPr/>
            </p:nvSpPr>
            <p:spPr>
              <a:xfrm>
                <a:off x="4361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733" name="Rectangle 1218"/>
              <p:cNvSpPr/>
              <p:nvPr/>
            </p:nvSpPr>
            <p:spPr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734" name="Oval 1219"/>
              <p:cNvSpPr/>
              <p:nvPr/>
            </p:nvSpPr>
            <p:spPr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25735" name="Group 1220"/>
              <p:cNvGrpSpPr/>
              <p:nvPr/>
            </p:nvGrpSpPr>
            <p:grpSpPr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25746" name="Line 1221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747" name="Line 1222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748" name="Line 1223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5736" name="Group 1224"/>
              <p:cNvGrpSpPr/>
              <p:nvPr/>
            </p:nvGrpSpPr>
            <p:grpSpPr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25743" name="Line 1225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744" name="Line 1226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745" name="Line 1227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5737" name="Rectangle 1228"/>
              <p:cNvSpPr/>
              <p:nvPr/>
            </p:nvSpPr>
            <p:spPr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738" name="Rectangle 1229"/>
              <p:cNvSpPr/>
              <p:nvPr/>
            </p:nvSpPr>
            <p:spPr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739" name="Line 1230"/>
              <p:cNvSpPr/>
              <p:nvPr/>
            </p:nvSpPr>
            <p:spPr>
              <a:xfrm>
                <a:off x="3966" y="945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740" name="Line 1231"/>
              <p:cNvSpPr/>
              <p:nvPr/>
            </p:nvSpPr>
            <p:spPr>
              <a:xfrm>
                <a:off x="3972" y="849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741" name="Rectangle 1232"/>
              <p:cNvSpPr/>
              <p:nvPr/>
            </p:nvSpPr>
            <p:spPr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742" name="Text Box 1233"/>
              <p:cNvSpPr txBox="1"/>
              <p:nvPr/>
            </p:nvSpPr>
            <p:spPr>
              <a:xfrm>
                <a:off x="3937" y="633"/>
                <a:ext cx="513" cy="4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network</a:t>
                </a:r>
                <a:endParaRPr lang="en-US" altLang="zh-CN" sz="1000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25684" name="Group 1234"/>
            <p:cNvGrpSpPr/>
            <p:nvPr/>
          </p:nvGrpSpPr>
          <p:grpSpPr>
            <a:xfrm>
              <a:off x="4119" y="2640"/>
              <a:ext cx="513" cy="446"/>
              <a:chOff x="3937" y="633"/>
              <a:chExt cx="513" cy="446"/>
            </a:xfrm>
          </p:grpSpPr>
          <p:sp>
            <p:nvSpPr>
              <p:cNvPr id="25707" name="Line 1235"/>
              <p:cNvSpPr/>
              <p:nvPr/>
            </p:nvSpPr>
            <p:spPr>
              <a:xfrm>
                <a:off x="4061" y="1035"/>
                <a:ext cx="312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708" name="Line 1236"/>
              <p:cNvSpPr/>
              <p:nvPr/>
            </p:nvSpPr>
            <p:spPr>
              <a:xfrm flipV="1">
                <a:off x="4212" y="929"/>
                <a:ext cx="1" cy="10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709" name="Oval 1237"/>
              <p:cNvSpPr/>
              <p:nvPr/>
            </p:nvSpPr>
            <p:spPr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710" name="Line 1238"/>
              <p:cNvSpPr/>
              <p:nvPr/>
            </p:nvSpPr>
            <p:spPr>
              <a:xfrm>
                <a:off x="4048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711" name="Line 1239"/>
              <p:cNvSpPr/>
              <p:nvPr/>
            </p:nvSpPr>
            <p:spPr>
              <a:xfrm>
                <a:off x="4361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712" name="Rectangle 1240"/>
              <p:cNvSpPr/>
              <p:nvPr/>
            </p:nvSpPr>
            <p:spPr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713" name="Oval 1241"/>
              <p:cNvSpPr/>
              <p:nvPr/>
            </p:nvSpPr>
            <p:spPr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25714" name="Group 1242"/>
              <p:cNvGrpSpPr/>
              <p:nvPr/>
            </p:nvGrpSpPr>
            <p:grpSpPr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25725" name="Line 1243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726" name="Line 1244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727" name="Line 1245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5715" name="Group 1246"/>
              <p:cNvGrpSpPr/>
              <p:nvPr/>
            </p:nvGrpSpPr>
            <p:grpSpPr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25722" name="Line 1247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723" name="Line 1248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724" name="Line 1249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5716" name="Rectangle 1250"/>
              <p:cNvSpPr/>
              <p:nvPr/>
            </p:nvSpPr>
            <p:spPr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717" name="Rectangle 1251"/>
              <p:cNvSpPr/>
              <p:nvPr/>
            </p:nvSpPr>
            <p:spPr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718" name="Line 1252"/>
              <p:cNvSpPr/>
              <p:nvPr/>
            </p:nvSpPr>
            <p:spPr>
              <a:xfrm>
                <a:off x="3966" y="945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719" name="Line 1253"/>
              <p:cNvSpPr/>
              <p:nvPr/>
            </p:nvSpPr>
            <p:spPr>
              <a:xfrm>
                <a:off x="3972" y="849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720" name="Rectangle 1254"/>
              <p:cNvSpPr/>
              <p:nvPr/>
            </p:nvSpPr>
            <p:spPr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721" name="Text Box 1255"/>
              <p:cNvSpPr txBox="1"/>
              <p:nvPr/>
            </p:nvSpPr>
            <p:spPr>
              <a:xfrm>
                <a:off x="3937" y="633"/>
                <a:ext cx="513" cy="4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network</a:t>
                </a:r>
                <a:endParaRPr lang="en-US" altLang="zh-CN" sz="1000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25685" name="Group 1256"/>
            <p:cNvGrpSpPr/>
            <p:nvPr/>
          </p:nvGrpSpPr>
          <p:grpSpPr>
            <a:xfrm>
              <a:off x="3674" y="2866"/>
              <a:ext cx="513" cy="446"/>
              <a:chOff x="3937" y="633"/>
              <a:chExt cx="513" cy="446"/>
            </a:xfrm>
          </p:grpSpPr>
          <p:sp>
            <p:nvSpPr>
              <p:cNvPr id="25686" name="Line 1257"/>
              <p:cNvSpPr/>
              <p:nvPr/>
            </p:nvSpPr>
            <p:spPr>
              <a:xfrm>
                <a:off x="4061" y="1035"/>
                <a:ext cx="312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87" name="Line 1258"/>
              <p:cNvSpPr/>
              <p:nvPr/>
            </p:nvSpPr>
            <p:spPr>
              <a:xfrm flipV="1">
                <a:off x="4212" y="929"/>
                <a:ext cx="1" cy="10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88" name="Oval 1259"/>
              <p:cNvSpPr/>
              <p:nvPr/>
            </p:nvSpPr>
            <p:spPr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689" name="Line 1260"/>
              <p:cNvSpPr/>
              <p:nvPr/>
            </p:nvSpPr>
            <p:spPr>
              <a:xfrm>
                <a:off x="4048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90" name="Line 1261"/>
              <p:cNvSpPr/>
              <p:nvPr/>
            </p:nvSpPr>
            <p:spPr>
              <a:xfrm>
                <a:off x="4361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91" name="Rectangle 1262"/>
              <p:cNvSpPr/>
              <p:nvPr/>
            </p:nvSpPr>
            <p:spPr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692" name="Oval 1263"/>
              <p:cNvSpPr/>
              <p:nvPr/>
            </p:nvSpPr>
            <p:spPr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25693" name="Group 1264"/>
              <p:cNvGrpSpPr/>
              <p:nvPr/>
            </p:nvGrpSpPr>
            <p:grpSpPr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25704" name="Line 1265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705" name="Line 1266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706" name="Line 1267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5694" name="Group 1268"/>
              <p:cNvGrpSpPr/>
              <p:nvPr/>
            </p:nvGrpSpPr>
            <p:grpSpPr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25701" name="Line 1269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702" name="Line 1270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703" name="Line 1271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5695" name="Rectangle 1272"/>
              <p:cNvSpPr/>
              <p:nvPr/>
            </p:nvSpPr>
            <p:spPr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696" name="Rectangle 1273"/>
              <p:cNvSpPr/>
              <p:nvPr/>
            </p:nvSpPr>
            <p:spPr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697" name="Line 1274"/>
              <p:cNvSpPr/>
              <p:nvPr/>
            </p:nvSpPr>
            <p:spPr>
              <a:xfrm>
                <a:off x="3966" y="945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98" name="Line 1275"/>
              <p:cNvSpPr/>
              <p:nvPr/>
            </p:nvSpPr>
            <p:spPr>
              <a:xfrm>
                <a:off x="3972" y="849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99" name="Rectangle 1276"/>
              <p:cNvSpPr/>
              <p:nvPr/>
            </p:nvSpPr>
            <p:spPr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5700" name="Text Box 1277"/>
              <p:cNvSpPr txBox="1"/>
              <p:nvPr/>
            </p:nvSpPr>
            <p:spPr>
              <a:xfrm>
                <a:off x="3937" y="633"/>
                <a:ext cx="513" cy="4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network</a:t>
                </a:r>
                <a:endParaRPr lang="en-US" altLang="zh-CN" sz="1000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</p:grpSp>
      <p:sp>
        <p:nvSpPr>
          <p:cNvPr id="632064" name="Rectangle 1280"/>
          <p:cNvSpPr/>
          <p:nvPr/>
        </p:nvSpPr>
        <p:spPr>
          <a:xfrm>
            <a:off x="8096250" y="271463"/>
            <a:ext cx="388938" cy="1365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632065" name="Rectangle 1281"/>
          <p:cNvSpPr/>
          <p:nvPr/>
        </p:nvSpPr>
        <p:spPr>
          <a:xfrm>
            <a:off x="8026400" y="922338"/>
            <a:ext cx="596900" cy="1365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632066" name="Rectangle 1282"/>
          <p:cNvSpPr/>
          <p:nvPr/>
        </p:nvSpPr>
        <p:spPr>
          <a:xfrm>
            <a:off x="10852150" y="3900488"/>
            <a:ext cx="388938" cy="1365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25673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458787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25674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9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19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44 0.01227 L 0.00382 0.0949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6320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" y="4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48148E-6 L 2.5E-6 0.07269 L 0.02726 0.18982 L 0.02726 0.1132 L 0.07118 0.11112 L 0.07257 0.18982 L 0.11667 0.14144 L 0.11667 0.07871 L 0.16059 0.07686 L 0.10903 0.23426 L 0.11511 0.15949 L 0.1559 0.15949 L 0.15747 0.23635 L 0.1059 0.34537 L 0.10295 0.27061 L 0.14236 0.26875 L 0.14688 0.39584 L 0.1559 0.3213 L 0.19236 0.31922 L 0.19688 0.39792 L 0.1059 0.49908 L 0.1059 0.41621 L 0.14236 0.41621 L 0.14236 0.49699 L 0.18785 0.53542 L 0.18785 0.44653 L 0.2257 0.44653 L 0.22865 0.52732 L 0.31198 0.50301 L 0.31198 0.43843 " pathEditMode="relative" ptsTypes="AAAAAAAAAAAAAAAAAAAAAAAAAAAAAA">
                                      <p:cBhvr>
                                        <p:cTn id="31" dur="5000" fill="hold"/>
                                        <p:tgtEl>
                                          <p:spTgt spid="6320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000"/>
                            </p:stCondLst>
                            <p:childTnLst>
                              <p:par>
                                <p:cTn id="3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000"/>
                            </p:stCondLst>
                            <p:childTnLst>
                              <p:par>
                                <p:cTn id="42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0 L -0.00156 -0.07106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6320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" y="-3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2064" grpId="0" animBg="1"/>
      <p:bldP spid="632064" grpId="1" animBg="1"/>
      <p:bldP spid="632064" grpId="2" animBg="1"/>
      <p:bldP spid="632065" grpId="0" animBg="1"/>
      <p:bldP spid="632065" grpId="1" animBg="1"/>
      <p:bldP spid="632065" grpId="2" animBg="1"/>
      <p:bldP spid="632066" grpId="0" animBg="1"/>
      <p:bldP spid="632066" grpId="1" animBg="1"/>
      <p:bldP spid="632066" grpId="2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7650" name="Picture 6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55825" y="1035050"/>
            <a:ext cx="7769225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2006600" y="228600"/>
            <a:ext cx="9067800" cy="7350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Two key network-layer functions</a:t>
            </a:r>
            <a:endParaRPr kumimoji="0" lang="en-US" sz="36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sp>
        <p:nvSpPr>
          <p:cNvPr id="27652" name="Rectangle 3"/>
          <p:cNvSpPr>
            <a:spLocks noGrp="1"/>
          </p:cNvSpPr>
          <p:nvPr>
            <p:ph idx="1"/>
          </p:nvPr>
        </p:nvSpPr>
        <p:spPr>
          <a:xfrm>
            <a:off x="747713" y="1279525"/>
            <a:ext cx="5643562" cy="4451350"/>
          </a:xfrm>
          <a:ln/>
        </p:spPr>
        <p:txBody>
          <a:bodyPr vert="horz" wrap="square" lIns="91440" tIns="45720" rIns="91440" bIns="45720" anchor="t" anchorCtr="0"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network-layer functions:</a:t>
            </a:r>
            <a:endParaRPr lang="en-US" altLang="zh-CN" sz="2400" b="1" i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</a:pPr>
            <a:r>
              <a:rPr lang="en-US" altLang="zh-CN" sz="2400" b="1" i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forwarding:</a:t>
            </a: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move packets from router</a:t>
            </a:r>
            <a:r>
              <a:rPr lang="ja-JP" altLang="en-US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’</a:t>
            </a:r>
            <a:r>
              <a:rPr lang="en-US" altLang="ja-JP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 input to appropriate router output</a:t>
            </a:r>
            <a:endParaRPr lang="en-US" altLang="ja-JP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</a:pPr>
            <a:r>
              <a:rPr lang="en-US" altLang="zh-CN" sz="2400" b="1" i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routing:</a:t>
            </a: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determine route taken by packets from source to destination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sz="20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routing algorithms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5062" name="Rectangle 4"/>
          <p:cNvSpPr>
            <a:spLocks noChangeArrowheads="1"/>
          </p:cNvSpPr>
          <p:nvPr/>
        </p:nvSpPr>
        <p:spPr bwMode="auto">
          <a:xfrm>
            <a:off x="6361113" y="1279525"/>
            <a:ext cx="5259388" cy="43624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Tx/>
              <a:buNone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analogy: taking a trip</a:t>
            </a:r>
            <a:endParaRPr kumimoji="0" lang="en-US" sz="2400" b="1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marL="347980" marR="0" lvl="0" indent="-34798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forwarding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: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 process of getting through single interchange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charset="0"/>
              <a:buChar char="v"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311900" y="3182938"/>
            <a:ext cx="5259388" cy="14239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7980" marR="0" lvl="0" indent="-34798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routing: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 process of planning trip from source to destination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charset="0"/>
              <a:buChar char="v"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Tx/>
              <a:buNone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27655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458787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27656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698" name="Picture 6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55825" y="1035050"/>
            <a:ext cx="7769225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1211263" y="228600"/>
            <a:ext cx="9766300" cy="7604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Network layer: data plane, control plane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sp>
        <p:nvSpPr>
          <p:cNvPr id="45061" name="Rectangle 3"/>
          <p:cNvSpPr>
            <a:spLocks noGrp="1" noChangeArrowheads="1"/>
          </p:cNvSpPr>
          <p:nvPr>
            <p:ph idx="1"/>
          </p:nvPr>
        </p:nvSpPr>
        <p:spPr>
          <a:xfrm>
            <a:off x="660400" y="1208088"/>
            <a:ext cx="5208588" cy="50657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Data plane</a:t>
            </a:r>
            <a:endParaRPr kumimoji="0" lang="en-US" sz="2400" b="1" i="1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marL="292100" marR="0" lvl="0" indent="-2921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local, per-router function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marL="292100" marR="0" lvl="0" indent="-2921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determines how datagram arriving on router input port is forwarded to router output port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marL="292100" marR="0" lvl="0" indent="-2921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forwarding function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5867400" y="1208088"/>
            <a:ext cx="5664200" cy="4648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Control plane</a:t>
            </a:r>
            <a:endParaRPr kumimoji="0" lang="en-US" sz="2400" b="1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network-wide logic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determines how datagram is routed among routers along end-end path from source host to destination host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two control-plane approaches: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marL="688975" marR="0" lvl="1" indent="-2317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/>
              <a:buChar char="•"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traditional routing algorithms: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implemented in routers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marL="688975" marR="0" lvl="1" indent="-2317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/>
              <a:buChar char="•"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software-defined networking (SDN)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: implemented in (remote) servers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grpSp>
        <p:nvGrpSpPr>
          <p:cNvPr id="29702" name="Group 8"/>
          <p:cNvGrpSpPr/>
          <p:nvPr/>
        </p:nvGrpSpPr>
        <p:grpSpPr>
          <a:xfrm>
            <a:off x="2120900" y="4378325"/>
            <a:ext cx="3643313" cy="1582738"/>
            <a:chOff x="842050" y="4767952"/>
            <a:chExt cx="3644169" cy="1582996"/>
          </a:xfrm>
        </p:grpSpPr>
        <p:sp>
          <p:nvSpPr>
            <p:cNvPr id="10" name="Freeform 2"/>
            <p:cNvSpPr/>
            <p:nvPr/>
          </p:nvSpPr>
          <p:spPr bwMode="auto">
            <a:xfrm>
              <a:off x="2591886" y="5436399"/>
              <a:ext cx="1894333" cy="914549"/>
            </a:xfrm>
            <a:custGeom>
              <a:avLst/>
              <a:gdLst>
                <a:gd name="T0" fmla="*/ 1611 w 10001"/>
                <a:gd name="T1" fmla="*/ 374679 h 10125"/>
                <a:gd name="T2" fmla="*/ 287991 w 10001"/>
                <a:gd name="T3" fmla="*/ 147961 h 10125"/>
                <a:gd name="T4" fmla="*/ 1260716 w 10001"/>
                <a:gd name="T5" fmla="*/ 93322 h 10125"/>
                <a:gd name="T6" fmla="*/ 2011909 w 10001"/>
                <a:gd name="T7" fmla="*/ 0 h 10125"/>
                <a:gd name="T8" fmla="*/ 2706712 w 10001"/>
                <a:gd name="T9" fmla="*/ 93600 h 10125"/>
                <a:gd name="T10" fmla="*/ 3255305 w 10001"/>
                <a:gd name="T11" fmla="*/ 46104 h 10125"/>
                <a:gd name="T12" fmla="*/ 4023415 w 10001"/>
                <a:gd name="T13" fmla="*/ 277276 h 10125"/>
                <a:gd name="T14" fmla="*/ 3463544 w 10001"/>
                <a:gd name="T15" fmla="*/ 630526 h 10125"/>
                <a:gd name="T16" fmla="*/ 2817478 w 10001"/>
                <a:gd name="T17" fmla="*/ 864758 h 10125"/>
                <a:gd name="T18" fmla="*/ 2137577 w 10001"/>
                <a:gd name="T19" fmla="*/ 820324 h 10125"/>
                <a:gd name="T20" fmla="*/ 1760571 w 10001"/>
                <a:gd name="T21" fmla="*/ 919490 h 10125"/>
                <a:gd name="T22" fmla="*/ 1264743 w 10001"/>
                <a:gd name="T23" fmla="*/ 929416 h 10125"/>
                <a:gd name="T24" fmla="*/ 877667 w 10001"/>
                <a:gd name="T25" fmla="*/ 732382 h 10125"/>
                <a:gd name="T26" fmla="*/ 478105 w 10001"/>
                <a:gd name="T27" fmla="*/ 695276 h 10125"/>
                <a:gd name="T28" fmla="*/ 1611 w 10001"/>
                <a:gd name="T29" fmla="*/ 374679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001" h="10125">
                  <a:moveTo>
                    <a:pt x="4" y="4039"/>
                  </a:moveTo>
                  <a:cubicBezTo>
                    <a:pt x="-29" y="2271"/>
                    <a:pt x="194" y="2100"/>
                    <a:pt x="715" y="1595"/>
                  </a:cubicBezTo>
                  <a:cubicBezTo>
                    <a:pt x="1236" y="1089"/>
                    <a:pt x="2417" y="1272"/>
                    <a:pt x="3130" y="1006"/>
                  </a:cubicBezTo>
                  <a:cubicBezTo>
                    <a:pt x="3843" y="740"/>
                    <a:pt x="4397" y="0"/>
                    <a:pt x="4995" y="0"/>
                  </a:cubicBezTo>
                  <a:cubicBezTo>
                    <a:pt x="5593" y="1"/>
                    <a:pt x="6206" y="926"/>
                    <a:pt x="6720" y="1009"/>
                  </a:cubicBezTo>
                  <a:cubicBezTo>
                    <a:pt x="7234" y="1092"/>
                    <a:pt x="7536" y="241"/>
                    <a:pt x="8082" y="497"/>
                  </a:cubicBezTo>
                  <a:cubicBezTo>
                    <a:pt x="8628" y="756"/>
                    <a:pt x="9854" y="442"/>
                    <a:pt x="9989" y="2989"/>
                  </a:cubicBezTo>
                  <a:cubicBezTo>
                    <a:pt x="10124" y="5536"/>
                    <a:pt x="9098" y="5742"/>
                    <a:pt x="8599" y="6797"/>
                  </a:cubicBezTo>
                  <a:cubicBezTo>
                    <a:pt x="8100" y="7852"/>
                    <a:pt x="7544" y="8981"/>
                    <a:pt x="6995" y="9322"/>
                  </a:cubicBezTo>
                  <a:cubicBezTo>
                    <a:pt x="6446" y="9663"/>
                    <a:pt x="5793" y="8957"/>
                    <a:pt x="5307" y="8843"/>
                  </a:cubicBezTo>
                  <a:cubicBezTo>
                    <a:pt x="4819" y="8726"/>
                    <a:pt x="4628" y="10048"/>
                    <a:pt x="4371" y="9912"/>
                  </a:cubicBezTo>
                  <a:cubicBezTo>
                    <a:pt x="4114" y="9775"/>
                    <a:pt x="3505" y="10355"/>
                    <a:pt x="3140" y="10019"/>
                  </a:cubicBezTo>
                  <a:cubicBezTo>
                    <a:pt x="2774" y="9683"/>
                    <a:pt x="2820" y="8138"/>
                    <a:pt x="2179" y="7895"/>
                  </a:cubicBezTo>
                  <a:cubicBezTo>
                    <a:pt x="1586" y="6800"/>
                    <a:pt x="1549" y="8137"/>
                    <a:pt x="1187" y="7495"/>
                  </a:cubicBezTo>
                  <a:cubicBezTo>
                    <a:pt x="825" y="6852"/>
                    <a:pt x="-7" y="6157"/>
                    <a:pt x="4" y="403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66CCFF"/>
                </a:gs>
                <a:gs pos="100000">
                  <a:srgbClr val="FFFFFF"/>
                </a:gs>
                <a:gs pos="50000">
                  <a:schemeClr val="bg1"/>
                </a:gs>
              </a:gsLst>
              <a:lin ang="0" scaled="1"/>
              <a:tileRect/>
            </a:gradFill>
            <a:ln>
              <a:noFill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endParaRPr>
            </a:p>
          </p:txBody>
        </p:sp>
        <p:cxnSp>
          <p:nvCxnSpPr>
            <p:cNvPr id="11" name="Straight Connector 10"/>
            <p:cNvCxnSpPr/>
            <p:nvPr/>
          </p:nvCxnSpPr>
          <p:spPr>
            <a:xfrm flipV="1">
              <a:off x="3261968" y="5558656"/>
              <a:ext cx="500180" cy="157189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11121" y="5774591"/>
              <a:ext cx="862215" cy="104792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3123824" y="5880971"/>
              <a:ext cx="714543" cy="274682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1283479" y="5801583"/>
              <a:ext cx="1506892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710" name="TextBox 265"/>
            <p:cNvSpPr txBox="1"/>
            <p:nvPr/>
          </p:nvSpPr>
          <p:spPr>
            <a:xfrm>
              <a:off x="3198813" y="5473700"/>
              <a:ext cx="253656" cy="3388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1</a:t>
              </a:r>
              <a:endPara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9711" name="TextBox 281"/>
            <p:cNvSpPr txBox="1"/>
            <p:nvPr/>
          </p:nvSpPr>
          <p:spPr>
            <a:xfrm>
              <a:off x="3373438" y="5761038"/>
              <a:ext cx="279310" cy="3388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2</a:t>
              </a:r>
              <a:endPara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9712" name="TextBox 282"/>
            <p:cNvSpPr txBox="1"/>
            <p:nvPr/>
          </p:nvSpPr>
          <p:spPr>
            <a:xfrm>
              <a:off x="3068638" y="5862638"/>
              <a:ext cx="279310" cy="3388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3</a:t>
              </a:r>
              <a:endPara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29713" name="Group 5"/>
            <p:cNvGrpSpPr/>
            <p:nvPr/>
          </p:nvGrpSpPr>
          <p:grpSpPr>
            <a:xfrm>
              <a:off x="938213" y="5237164"/>
              <a:ext cx="1616075" cy="585954"/>
              <a:chOff x="-4079003" y="2717403"/>
              <a:chExt cx="1616718" cy="587292"/>
            </a:xfrm>
          </p:grpSpPr>
          <p:sp>
            <p:nvSpPr>
              <p:cNvPr id="29726" name="Rectangle 97"/>
              <p:cNvSpPr/>
              <p:nvPr/>
            </p:nvSpPr>
            <p:spPr>
              <a:xfrm>
                <a:off x="-4052413" y="2965119"/>
                <a:ext cx="1290538" cy="208750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9727" name="Rectangle 98"/>
              <p:cNvSpPr/>
              <p:nvPr/>
            </p:nvSpPr>
            <p:spPr>
              <a:xfrm>
                <a:off x="-4079003" y="2985994"/>
                <a:ext cx="1281675" cy="20875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9728" name="Line 99"/>
              <p:cNvSpPr/>
              <p:nvPr/>
            </p:nvSpPr>
            <p:spPr>
              <a:xfrm>
                <a:off x="-2933828" y="3101502"/>
                <a:ext cx="471543" cy="0"/>
              </a:xfrm>
              <a:prstGeom prst="line">
                <a:avLst/>
              </a:prstGeom>
              <a:ln w="9525" cap="flat" cmpd="sng">
                <a:solidFill>
                  <a:schemeClr val="accent2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9729" name="Rectangle 104"/>
              <p:cNvSpPr/>
              <p:nvPr/>
            </p:nvSpPr>
            <p:spPr>
              <a:xfrm>
                <a:off x="-3377007" y="2988777"/>
                <a:ext cx="476861" cy="210142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9730" name="Text Box 105"/>
              <p:cNvSpPr txBox="1"/>
              <p:nvPr/>
            </p:nvSpPr>
            <p:spPr>
              <a:xfrm>
                <a:off x="-3430189" y="2965119"/>
                <a:ext cx="486338" cy="3395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eaLnBrk="1" hangingPunct="1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0111</a:t>
                </a:r>
                <a:endParaRPr lang="en-US" altLang="zh-CN" sz="12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29731" name="Line 119"/>
              <p:cNvSpPr/>
              <p:nvPr/>
            </p:nvSpPr>
            <p:spPr>
              <a:xfrm>
                <a:off x="-3621642" y="2717403"/>
                <a:ext cx="405953" cy="30060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29714" name="TextBox 6"/>
            <p:cNvSpPr txBox="1"/>
            <p:nvPr/>
          </p:nvSpPr>
          <p:spPr>
            <a:xfrm>
              <a:off x="842050" y="4767952"/>
              <a:ext cx="1992313" cy="70306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values in arriving </a:t>
              </a:r>
              <a:endPara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packet header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29715" name="Group 357"/>
            <p:cNvGrpSpPr/>
            <p:nvPr/>
          </p:nvGrpSpPr>
          <p:grpSpPr>
            <a:xfrm>
              <a:off x="2714625" y="5659438"/>
              <a:ext cx="565150" cy="293687"/>
              <a:chOff x="1871277" y="1576300"/>
              <a:chExt cx="1128371" cy="437861"/>
            </a:xfrm>
          </p:grpSpPr>
          <p:sp>
            <p:nvSpPr>
              <p:cNvPr id="22" name="Oval 21"/>
              <p:cNvSpPr>
                <a:spLocks noChangeArrowheads="1"/>
              </p:cNvSpPr>
              <p:nvPr/>
            </p:nvSpPr>
            <p:spPr bwMode="auto">
              <a:xfrm flipV="1">
                <a:off x="1873504" y="1693538"/>
                <a:ext cx="1125467" cy="319572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chemeClr val="tx1"/>
                </a:solidFill>
                <a:rou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sp>
            <p:nvSpPr>
              <p:cNvPr id="23" name="Rectangle 22"/>
              <p:cNvSpPr/>
              <p:nvPr/>
            </p:nvSpPr>
            <p:spPr bwMode="auto">
              <a:xfrm>
                <a:off x="1870334" y="1738514"/>
                <a:ext cx="1128637" cy="115994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sp>
            <p:nvSpPr>
              <p:cNvPr id="24" name="Oval 23"/>
              <p:cNvSpPr>
                <a:spLocks noChangeArrowheads="1"/>
              </p:cNvSpPr>
              <p:nvPr/>
            </p:nvSpPr>
            <p:spPr bwMode="auto">
              <a:xfrm flipV="1">
                <a:off x="1870334" y="1575177"/>
                <a:ext cx="1125465" cy="319572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chemeClr val="tx1"/>
                </a:solidFill>
                <a:rou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sp>
            <p:nvSpPr>
              <p:cNvPr id="25" name="Freeform 24"/>
              <p:cNvSpPr/>
              <p:nvPr/>
            </p:nvSpPr>
            <p:spPr bwMode="auto">
              <a:xfrm>
                <a:off x="2158833" y="1672232"/>
                <a:ext cx="548468" cy="160970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-1" fmla="*/ 1486231 w 2944854"/>
                  <a:gd name="connsiteY0-2" fmla="*/ 727041 h 1316375"/>
                  <a:gd name="connsiteX1-3" fmla="*/ 257675 w 2944854"/>
                  <a:gd name="connsiteY1-4" fmla="*/ 1302232 h 1316375"/>
                  <a:gd name="connsiteX2-5" fmla="*/ 0 w 2944854"/>
                  <a:gd name="connsiteY2-6" fmla="*/ 1228607 h 1316375"/>
                  <a:gd name="connsiteX3-7" fmla="*/ 911064 w 2944854"/>
                  <a:gd name="connsiteY3-8" fmla="*/ 837478 h 1316375"/>
                  <a:gd name="connsiteX4-9" fmla="*/ 883456 w 2944854"/>
                  <a:gd name="connsiteY4-10" fmla="*/ 450949 h 1316375"/>
                  <a:gd name="connsiteX5-11" fmla="*/ 161047 w 2944854"/>
                  <a:gd name="connsiteY5-12" fmla="*/ 119640 h 1316375"/>
                  <a:gd name="connsiteX6-13" fmla="*/ 404917 w 2944854"/>
                  <a:gd name="connsiteY6-14" fmla="*/ 50617 h 1316375"/>
                  <a:gd name="connsiteX7-15" fmla="*/ 1477028 w 2944854"/>
                  <a:gd name="connsiteY7-16" fmla="*/ 501566 h 1316375"/>
                  <a:gd name="connsiteX8-17" fmla="*/ 2572146 w 2944854"/>
                  <a:gd name="connsiteY8-18" fmla="*/ 0 h 1316375"/>
                  <a:gd name="connsiteX9-19" fmla="*/ 2875834 w 2944854"/>
                  <a:gd name="connsiteY9-20" fmla="*/ 96632 h 1316375"/>
                  <a:gd name="connsiteX10-21" fmla="*/ 2079803 w 2944854"/>
                  <a:gd name="connsiteY10-22" fmla="*/ 432543 h 1316375"/>
                  <a:gd name="connsiteX11-23" fmla="*/ 2240850 w 2944854"/>
                  <a:gd name="connsiteY11-24" fmla="*/ 920305 h 1316375"/>
                  <a:gd name="connsiteX12-25" fmla="*/ 2944854 w 2944854"/>
                  <a:gd name="connsiteY12-26" fmla="*/ 1228607 h 1316375"/>
                  <a:gd name="connsiteX13-27" fmla="*/ 2756623 w 2944854"/>
                  <a:gd name="connsiteY13-28" fmla="*/ 1316375 h 1316375"/>
                  <a:gd name="connsiteX14-29" fmla="*/ 1486231 w 2944854"/>
                  <a:gd name="connsiteY14-30" fmla="*/ 727041 h 1316375"/>
                  <a:gd name="connsiteX0-31" fmla="*/ 1486231 w 3024520"/>
                  <a:gd name="connsiteY0-32" fmla="*/ 727041 h 1316375"/>
                  <a:gd name="connsiteX1-33" fmla="*/ 257675 w 3024520"/>
                  <a:gd name="connsiteY1-34" fmla="*/ 1302232 h 1316375"/>
                  <a:gd name="connsiteX2-35" fmla="*/ 0 w 3024520"/>
                  <a:gd name="connsiteY2-36" fmla="*/ 1228607 h 1316375"/>
                  <a:gd name="connsiteX3-37" fmla="*/ 911064 w 3024520"/>
                  <a:gd name="connsiteY3-38" fmla="*/ 837478 h 1316375"/>
                  <a:gd name="connsiteX4-39" fmla="*/ 883456 w 3024520"/>
                  <a:gd name="connsiteY4-40" fmla="*/ 450949 h 1316375"/>
                  <a:gd name="connsiteX5-41" fmla="*/ 161047 w 3024520"/>
                  <a:gd name="connsiteY5-42" fmla="*/ 119640 h 1316375"/>
                  <a:gd name="connsiteX6-43" fmla="*/ 404917 w 3024520"/>
                  <a:gd name="connsiteY6-44" fmla="*/ 50617 h 1316375"/>
                  <a:gd name="connsiteX7-45" fmla="*/ 1477028 w 3024520"/>
                  <a:gd name="connsiteY7-46" fmla="*/ 501566 h 1316375"/>
                  <a:gd name="connsiteX8-47" fmla="*/ 2572146 w 3024520"/>
                  <a:gd name="connsiteY8-48" fmla="*/ 0 h 1316375"/>
                  <a:gd name="connsiteX9-49" fmla="*/ 2875834 w 3024520"/>
                  <a:gd name="connsiteY9-50" fmla="*/ 96632 h 1316375"/>
                  <a:gd name="connsiteX10-51" fmla="*/ 2079803 w 3024520"/>
                  <a:gd name="connsiteY10-52" fmla="*/ 432543 h 1316375"/>
                  <a:gd name="connsiteX11-53" fmla="*/ 2240850 w 3024520"/>
                  <a:gd name="connsiteY11-54" fmla="*/ 920305 h 1316375"/>
                  <a:gd name="connsiteX12-55" fmla="*/ 3024520 w 3024520"/>
                  <a:gd name="connsiteY12-56" fmla="*/ 1228607 h 1316375"/>
                  <a:gd name="connsiteX13-57" fmla="*/ 2756623 w 3024520"/>
                  <a:gd name="connsiteY13-58" fmla="*/ 1316375 h 1316375"/>
                  <a:gd name="connsiteX14-59" fmla="*/ 1486231 w 3024520"/>
                  <a:gd name="connsiteY14-60" fmla="*/ 727041 h 1316375"/>
                  <a:gd name="connsiteX0-61" fmla="*/ 1537780 w 3076069"/>
                  <a:gd name="connsiteY0-62" fmla="*/ 727041 h 1316375"/>
                  <a:gd name="connsiteX1-63" fmla="*/ 309224 w 3076069"/>
                  <a:gd name="connsiteY1-64" fmla="*/ 1302232 h 1316375"/>
                  <a:gd name="connsiteX2-65" fmla="*/ 0 w 3076069"/>
                  <a:gd name="connsiteY2-66" fmla="*/ 1228607 h 1316375"/>
                  <a:gd name="connsiteX3-67" fmla="*/ 962613 w 3076069"/>
                  <a:gd name="connsiteY3-68" fmla="*/ 837478 h 1316375"/>
                  <a:gd name="connsiteX4-69" fmla="*/ 935005 w 3076069"/>
                  <a:gd name="connsiteY4-70" fmla="*/ 450949 h 1316375"/>
                  <a:gd name="connsiteX5-71" fmla="*/ 212596 w 3076069"/>
                  <a:gd name="connsiteY5-72" fmla="*/ 119640 h 1316375"/>
                  <a:gd name="connsiteX6-73" fmla="*/ 456466 w 3076069"/>
                  <a:gd name="connsiteY6-74" fmla="*/ 50617 h 1316375"/>
                  <a:gd name="connsiteX7-75" fmla="*/ 1528577 w 3076069"/>
                  <a:gd name="connsiteY7-76" fmla="*/ 501566 h 1316375"/>
                  <a:gd name="connsiteX8-77" fmla="*/ 2623695 w 3076069"/>
                  <a:gd name="connsiteY8-78" fmla="*/ 0 h 1316375"/>
                  <a:gd name="connsiteX9-79" fmla="*/ 2927383 w 3076069"/>
                  <a:gd name="connsiteY9-80" fmla="*/ 96632 h 1316375"/>
                  <a:gd name="connsiteX10-81" fmla="*/ 2131352 w 3076069"/>
                  <a:gd name="connsiteY10-82" fmla="*/ 432543 h 1316375"/>
                  <a:gd name="connsiteX11-83" fmla="*/ 2292399 w 3076069"/>
                  <a:gd name="connsiteY11-84" fmla="*/ 920305 h 1316375"/>
                  <a:gd name="connsiteX12-85" fmla="*/ 3076069 w 3076069"/>
                  <a:gd name="connsiteY12-86" fmla="*/ 1228607 h 1316375"/>
                  <a:gd name="connsiteX13-87" fmla="*/ 2808172 w 3076069"/>
                  <a:gd name="connsiteY13-88" fmla="*/ 1316375 h 1316375"/>
                  <a:gd name="connsiteX14-89" fmla="*/ 1537780 w 3076069"/>
                  <a:gd name="connsiteY14-90" fmla="*/ 727041 h 1316375"/>
                  <a:gd name="connsiteX0-91" fmla="*/ 1537780 w 3076069"/>
                  <a:gd name="connsiteY0-92" fmla="*/ 727041 h 1321259"/>
                  <a:gd name="connsiteX1-93" fmla="*/ 313981 w 3076069"/>
                  <a:gd name="connsiteY1-94" fmla="*/ 1321259 h 1321259"/>
                  <a:gd name="connsiteX2-95" fmla="*/ 0 w 3076069"/>
                  <a:gd name="connsiteY2-96" fmla="*/ 1228607 h 1321259"/>
                  <a:gd name="connsiteX3-97" fmla="*/ 962613 w 3076069"/>
                  <a:gd name="connsiteY3-98" fmla="*/ 837478 h 1321259"/>
                  <a:gd name="connsiteX4-99" fmla="*/ 935005 w 3076069"/>
                  <a:gd name="connsiteY4-100" fmla="*/ 450949 h 1321259"/>
                  <a:gd name="connsiteX5-101" fmla="*/ 212596 w 3076069"/>
                  <a:gd name="connsiteY5-102" fmla="*/ 119640 h 1321259"/>
                  <a:gd name="connsiteX6-103" fmla="*/ 456466 w 3076069"/>
                  <a:gd name="connsiteY6-104" fmla="*/ 50617 h 1321259"/>
                  <a:gd name="connsiteX7-105" fmla="*/ 1528577 w 3076069"/>
                  <a:gd name="connsiteY7-106" fmla="*/ 501566 h 1321259"/>
                  <a:gd name="connsiteX8-107" fmla="*/ 2623695 w 3076069"/>
                  <a:gd name="connsiteY8-108" fmla="*/ 0 h 1321259"/>
                  <a:gd name="connsiteX9-109" fmla="*/ 2927383 w 3076069"/>
                  <a:gd name="connsiteY9-110" fmla="*/ 96632 h 1321259"/>
                  <a:gd name="connsiteX10-111" fmla="*/ 2131352 w 3076069"/>
                  <a:gd name="connsiteY10-112" fmla="*/ 432543 h 1321259"/>
                  <a:gd name="connsiteX11-113" fmla="*/ 2292399 w 3076069"/>
                  <a:gd name="connsiteY11-114" fmla="*/ 920305 h 1321259"/>
                  <a:gd name="connsiteX12-115" fmla="*/ 3076069 w 3076069"/>
                  <a:gd name="connsiteY12-116" fmla="*/ 1228607 h 1321259"/>
                  <a:gd name="connsiteX13-117" fmla="*/ 2808172 w 3076069"/>
                  <a:gd name="connsiteY13-118" fmla="*/ 1316375 h 1321259"/>
                  <a:gd name="connsiteX14-119" fmla="*/ 1537780 w 3076069"/>
                  <a:gd name="connsiteY14-120" fmla="*/ 727041 h 1321259"/>
                  <a:gd name="connsiteX0-121" fmla="*/ 1537780 w 3076069"/>
                  <a:gd name="connsiteY0-122" fmla="*/ 750825 h 1321259"/>
                  <a:gd name="connsiteX1-123" fmla="*/ 313981 w 3076069"/>
                  <a:gd name="connsiteY1-124" fmla="*/ 1321259 h 1321259"/>
                  <a:gd name="connsiteX2-125" fmla="*/ 0 w 3076069"/>
                  <a:gd name="connsiteY2-126" fmla="*/ 1228607 h 1321259"/>
                  <a:gd name="connsiteX3-127" fmla="*/ 962613 w 3076069"/>
                  <a:gd name="connsiteY3-128" fmla="*/ 837478 h 1321259"/>
                  <a:gd name="connsiteX4-129" fmla="*/ 935005 w 3076069"/>
                  <a:gd name="connsiteY4-130" fmla="*/ 450949 h 1321259"/>
                  <a:gd name="connsiteX5-131" fmla="*/ 212596 w 3076069"/>
                  <a:gd name="connsiteY5-132" fmla="*/ 119640 h 1321259"/>
                  <a:gd name="connsiteX6-133" fmla="*/ 456466 w 3076069"/>
                  <a:gd name="connsiteY6-134" fmla="*/ 50617 h 1321259"/>
                  <a:gd name="connsiteX7-135" fmla="*/ 1528577 w 3076069"/>
                  <a:gd name="connsiteY7-136" fmla="*/ 501566 h 1321259"/>
                  <a:gd name="connsiteX8-137" fmla="*/ 2623695 w 3076069"/>
                  <a:gd name="connsiteY8-138" fmla="*/ 0 h 1321259"/>
                  <a:gd name="connsiteX9-139" fmla="*/ 2927383 w 3076069"/>
                  <a:gd name="connsiteY9-140" fmla="*/ 96632 h 1321259"/>
                  <a:gd name="connsiteX10-141" fmla="*/ 2131352 w 3076069"/>
                  <a:gd name="connsiteY10-142" fmla="*/ 432543 h 1321259"/>
                  <a:gd name="connsiteX11-143" fmla="*/ 2292399 w 3076069"/>
                  <a:gd name="connsiteY11-144" fmla="*/ 920305 h 1321259"/>
                  <a:gd name="connsiteX12-145" fmla="*/ 3076069 w 3076069"/>
                  <a:gd name="connsiteY12-146" fmla="*/ 1228607 h 1321259"/>
                  <a:gd name="connsiteX13-147" fmla="*/ 2808172 w 3076069"/>
                  <a:gd name="connsiteY13-148" fmla="*/ 1316375 h 1321259"/>
                  <a:gd name="connsiteX14-149" fmla="*/ 1537780 w 3076069"/>
                  <a:gd name="connsiteY14-150" fmla="*/ 750825 h 132125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sp>
            <p:nvSpPr>
              <p:cNvPr id="26" name="Freeform 25"/>
              <p:cNvSpPr/>
              <p:nvPr/>
            </p:nvSpPr>
            <p:spPr bwMode="auto">
              <a:xfrm>
                <a:off x="2101767" y="1631990"/>
                <a:ext cx="662599" cy="111258"/>
              </a:xfrm>
              <a:custGeom>
                <a:avLst/>
                <a:gdLst>
                  <a:gd name="T0" fmla="*/ 0 w 3723451"/>
                  <a:gd name="T1" fmla="*/ 27219 h 932950"/>
                  <a:gd name="T2" fmla="*/ 116589 w 3723451"/>
                  <a:gd name="T3" fmla="*/ 321 h 932950"/>
                  <a:gd name="T4" fmla="*/ 330241 w 3723451"/>
                  <a:gd name="T5" fmla="*/ 62079 h 932950"/>
                  <a:gd name="T6" fmla="*/ 534068 w 3723451"/>
                  <a:gd name="T7" fmla="*/ 0 h 932950"/>
                  <a:gd name="T8" fmla="*/ 662599 w 3723451"/>
                  <a:gd name="T9" fmla="*/ 24703 h 932950"/>
                  <a:gd name="T10" fmla="*/ 566972 w 3723451"/>
                  <a:gd name="T11" fmla="*/ 55080 h 932950"/>
                  <a:gd name="T12" fmla="*/ 536184 w 3723451"/>
                  <a:gd name="T13" fmla="*/ 46891 h 932950"/>
                  <a:gd name="T14" fmla="*/ 333995 w 3723451"/>
                  <a:gd name="T15" fmla="*/ 111258 h 932950"/>
                  <a:gd name="T16" fmla="*/ 126634 w 3723451"/>
                  <a:gd name="T17" fmla="*/ 49258 h 932950"/>
                  <a:gd name="T18" fmla="*/ 93107 w 3723451"/>
                  <a:gd name="T19" fmla="*/ 55950 h 932950"/>
                  <a:gd name="T20" fmla="*/ 0 w 3723451"/>
                  <a:gd name="T21" fmla="*/ 27219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sp>
            <p:nvSpPr>
              <p:cNvPr id="27" name="Freeform 26"/>
              <p:cNvSpPr/>
              <p:nvPr/>
            </p:nvSpPr>
            <p:spPr bwMode="auto">
              <a:xfrm>
                <a:off x="2536103" y="1726678"/>
                <a:ext cx="244114" cy="97055"/>
              </a:xfrm>
              <a:custGeom>
                <a:avLst/>
                <a:gdLst>
                  <a:gd name="T0" fmla="*/ 0 w 1366596"/>
                  <a:gd name="T1" fmla="*/ 0 h 809868"/>
                  <a:gd name="T2" fmla="*/ 244114 w 1366596"/>
                  <a:gd name="T3" fmla="*/ 74997 h 809868"/>
                  <a:gd name="T4" fmla="*/ 154523 w 1366596"/>
                  <a:gd name="T5" fmla="*/ 97055 h 809868"/>
                  <a:gd name="T6" fmla="*/ 822 w 1366596"/>
                  <a:gd name="T7" fmla="*/ 51285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sp>
            <p:nvSpPr>
              <p:cNvPr id="28" name="Freeform 27"/>
              <p:cNvSpPr/>
              <p:nvPr/>
            </p:nvSpPr>
            <p:spPr bwMode="auto">
              <a:xfrm>
                <a:off x="2089086" y="1729045"/>
                <a:ext cx="240945" cy="97056"/>
              </a:xfrm>
              <a:custGeom>
                <a:avLst/>
                <a:gdLst>
                  <a:gd name="T0" fmla="*/ 237656 w 1348191"/>
                  <a:gd name="T1" fmla="*/ 0 h 791462"/>
                  <a:gd name="T2" fmla="*/ 240945 w 1348191"/>
                  <a:gd name="T3" fmla="*/ 46835 h 791462"/>
                  <a:gd name="T4" fmla="*/ 87168 w 1348191"/>
                  <a:gd name="T5" fmla="*/ 97056 h 791462"/>
                  <a:gd name="T6" fmla="*/ 0 w 1348191"/>
                  <a:gd name="T7" fmla="*/ 75049 h 791462"/>
                  <a:gd name="T8" fmla="*/ 237656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29" name="Straight Connector 28"/>
              <p:cNvCxnSpPr>
                <a:cxnSpLocks noChangeShapeType="1"/>
                <a:endCxn id="24" idx="2"/>
              </p:cNvCxnSpPr>
              <p:nvPr/>
            </p:nvCxnSpPr>
            <p:spPr bwMode="auto">
              <a:xfrm flipH="1" flipV="1">
                <a:off x="1870334" y="1736147"/>
                <a:ext cx="3169" cy="123095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" name="Straight Connector 29"/>
              <p:cNvCxnSpPr>
                <a:cxnSpLocks noChangeShapeType="1"/>
              </p:cNvCxnSpPr>
              <p:nvPr/>
            </p:nvCxnSpPr>
            <p:spPr bwMode="auto">
              <a:xfrm flipH="1" flipV="1">
                <a:off x="2995800" y="1733779"/>
                <a:ext cx="3171" cy="123095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9716" name="Freeform 120"/>
            <p:cNvSpPr/>
            <p:nvPr/>
          </p:nvSpPr>
          <p:spPr>
            <a:xfrm>
              <a:off x="2493963" y="5668963"/>
              <a:ext cx="982662" cy="233362"/>
            </a:xfrm>
            <a:custGeom>
              <a:avLst/>
              <a:gdLst>
                <a:gd name="txL" fmla="*/ 0 w 554"/>
                <a:gd name="txT" fmla="*/ 0 h 167"/>
                <a:gd name="txR" fmla="*/ 554 w 554"/>
                <a:gd name="txB" fmla="*/ 167 h 167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554" h="167">
                  <a:moveTo>
                    <a:pt x="0" y="10"/>
                  </a:moveTo>
                  <a:cubicBezTo>
                    <a:pt x="102" y="0"/>
                    <a:pt x="240" y="5"/>
                    <a:pt x="324" y="26"/>
                  </a:cubicBezTo>
                  <a:cubicBezTo>
                    <a:pt x="416" y="52"/>
                    <a:pt x="502" y="120"/>
                    <a:pt x="554" y="167"/>
                  </a:cubicBezTo>
                </a:path>
              </a:pathLst>
            </a:custGeom>
            <a:noFill/>
            <a:ln w="57150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9703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1258887" cy="24130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29704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1746" name="Picture 5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222500" y="819150"/>
            <a:ext cx="4727575" cy="180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47" name="Freeform 2"/>
          <p:cNvSpPr/>
          <p:nvPr/>
        </p:nvSpPr>
        <p:spPr>
          <a:xfrm>
            <a:off x="4116388" y="5437188"/>
            <a:ext cx="4027487" cy="9398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10001" h="10125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cxnSp>
        <p:nvCxnSpPr>
          <p:cNvPr id="148" name="Straight Connector 147"/>
          <p:cNvCxnSpPr/>
          <p:nvPr/>
        </p:nvCxnSpPr>
        <p:spPr>
          <a:xfrm flipV="1">
            <a:off x="4746625" y="5589588"/>
            <a:ext cx="1316038" cy="131763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/>
          <p:cNvCxnSpPr/>
          <p:nvPr/>
        </p:nvCxnSpPr>
        <p:spPr>
          <a:xfrm>
            <a:off x="4635500" y="5775325"/>
            <a:ext cx="2259013" cy="30003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/>
          <p:nvPr/>
        </p:nvCxnSpPr>
        <p:spPr>
          <a:xfrm>
            <a:off x="4648200" y="5881688"/>
            <a:ext cx="714375" cy="27463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/>
          <p:cNvCxnSpPr/>
          <p:nvPr/>
        </p:nvCxnSpPr>
        <p:spPr>
          <a:xfrm flipV="1">
            <a:off x="5665788" y="6075363"/>
            <a:ext cx="1247775" cy="80963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/>
          <p:cNvCxnSpPr/>
          <p:nvPr/>
        </p:nvCxnSpPr>
        <p:spPr>
          <a:xfrm>
            <a:off x="6326188" y="5621338"/>
            <a:ext cx="1057275" cy="12382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/>
          <p:nvPr/>
        </p:nvCxnSpPr>
        <p:spPr>
          <a:xfrm flipV="1">
            <a:off x="5610225" y="5775325"/>
            <a:ext cx="1790700" cy="30003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/>
          <p:nvPr/>
        </p:nvCxnSpPr>
        <p:spPr>
          <a:xfrm flipV="1">
            <a:off x="6937375" y="5803900"/>
            <a:ext cx="588963" cy="271463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/>
          <p:cNvCxnSpPr/>
          <p:nvPr/>
        </p:nvCxnSpPr>
        <p:spPr>
          <a:xfrm>
            <a:off x="6080125" y="5589588"/>
            <a:ext cx="814388" cy="40005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756" name="Group 7"/>
          <p:cNvGrpSpPr/>
          <p:nvPr/>
        </p:nvGrpSpPr>
        <p:grpSpPr>
          <a:xfrm>
            <a:off x="5205413" y="6015038"/>
            <a:ext cx="563562" cy="293687"/>
            <a:chOff x="1871277" y="1576300"/>
            <a:chExt cx="1128371" cy="437861"/>
          </a:xfrm>
        </p:grpSpPr>
        <p:sp>
          <p:nvSpPr>
            <p:cNvPr id="318" name="Oval 317"/>
            <p:cNvSpPr>
              <a:spLocks noChangeArrowheads="1"/>
            </p:cNvSpPr>
            <p:nvPr/>
          </p:nvSpPr>
          <p:spPr bwMode="auto">
            <a:xfrm flipV="1">
              <a:off x="1874455" y="1694641"/>
              <a:ext cx="1125193" cy="31952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19" name="Rectangle 318"/>
            <p:cNvSpPr/>
            <p:nvPr/>
          </p:nvSpPr>
          <p:spPr bwMode="auto">
            <a:xfrm>
              <a:off x="1871277" y="1739610"/>
              <a:ext cx="1128371" cy="115975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20" name="Oval 319"/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193" cy="31952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24" name="Freeform 323"/>
            <p:cNvSpPr/>
            <p:nvPr/>
          </p:nvSpPr>
          <p:spPr bwMode="auto">
            <a:xfrm>
              <a:off x="2160521" y="1673339"/>
              <a:ext cx="546704" cy="160944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-1" fmla="*/ 1486231 w 2944854"/>
                <a:gd name="connsiteY0-2" fmla="*/ 727041 h 1316375"/>
                <a:gd name="connsiteX1-3" fmla="*/ 257675 w 2944854"/>
                <a:gd name="connsiteY1-4" fmla="*/ 1302232 h 1316375"/>
                <a:gd name="connsiteX2-5" fmla="*/ 0 w 2944854"/>
                <a:gd name="connsiteY2-6" fmla="*/ 1228607 h 1316375"/>
                <a:gd name="connsiteX3-7" fmla="*/ 911064 w 2944854"/>
                <a:gd name="connsiteY3-8" fmla="*/ 837478 h 1316375"/>
                <a:gd name="connsiteX4-9" fmla="*/ 883456 w 2944854"/>
                <a:gd name="connsiteY4-10" fmla="*/ 450949 h 1316375"/>
                <a:gd name="connsiteX5-11" fmla="*/ 161047 w 2944854"/>
                <a:gd name="connsiteY5-12" fmla="*/ 119640 h 1316375"/>
                <a:gd name="connsiteX6-13" fmla="*/ 404917 w 2944854"/>
                <a:gd name="connsiteY6-14" fmla="*/ 50617 h 1316375"/>
                <a:gd name="connsiteX7-15" fmla="*/ 1477028 w 2944854"/>
                <a:gd name="connsiteY7-16" fmla="*/ 501566 h 1316375"/>
                <a:gd name="connsiteX8-17" fmla="*/ 2572146 w 2944854"/>
                <a:gd name="connsiteY8-18" fmla="*/ 0 h 1316375"/>
                <a:gd name="connsiteX9-19" fmla="*/ 2875834 w 2944854"/>
                <a:gd name="connsiteY9-20" fmla="*/ 96632 h 1316375"/>
                <a:gd name="connsiteX10-21" fmla="*/ 2079803 w 2944854"/>
                <a:gd name="connsiteY10-22" fmla="*/ 432543 h 1316375"/>
                <a:gd name="connsiteX11-23" fmla="*/ 2240850 w 2944854"/>
                <a:gd name="connsiteY11-24" fmla="*/ 920305 h 1316375"/>
                <a:gd name="connsiteX12-25" fmla="*/ 2944854 w 2944854"/>
                <a:gd name="connsiteY12-26" fmla="*/ 1228607 h 1316375"/>
                <a:gd name="connsiteX13-27" fmla="*/ 2756623 w 2944854"/>
                <a:gd name="connsiteY13-28" fmla="*/ 1316375 h 1316375"/>
                <a:gd name="connsiteX14-29" fmla="*/ 1486231 w 2944854"/>
                <a:gd name="connsiteY14-30" fmla="*/ 727041 h 1316375"/>
                <a:gd name="connsiteX0-31" fmla="*/ 1486231 w 3024520"/>
                <a:gd name="connsiteY0-32" fmla="*/ 727041 h 1316375"/>
                <a:gd name="connsiteX1-33" fmla="*/ 257675 w 3024520"/>
                <a:gd name="connsiteY1-34" fmla="*/ 1302232 h 1316375"/>
                <a:gd name="connsiteX2-35" fmla="*/ 0 w 3024520"/>
                <a:gd name="connsiteY2-36" fmla="*/ 1228607 h 1316375"/>
                <a:gd name="connsiteX3-37" fmla="*/ 911064 w 3024520"/>
                <a:gd name="connsiteY3-38" fmla="*/ 837478 h 1316375"/>
                <a:gd name="connsiteX4-39" fmla="*/ 883456 w 3024520"/>
                <a:gd name="connsiteY4-40" fmla="*/ 450949 h 1316375"/>
                <a:gd name="connsiteX5-41" fmla="*/ 161047 w 3024520"/>
                <a:gd name="connsiteY5-42" fmla="*/ 119640 h 1316375"/>
                <a:gd name="connsiteX6-43" fmla="*/ 404917 w 3024520"/>
                <a:gd name="connsiteY6-44" fmla="*/ 50617 h 1316375"/>
                <a:gd name="connsiteX7-45" fmla="*/ 1477028 w 3024520"/>
                <a:gd name="connsiteY7-46" fmla="*/ 501566 h 1316375"/>
                <a:gd name="connsiteX8-47" fmla="*/ 2572146 w 3024520"/>
                <a:gd name="connsiteY8-48" fmla="*/ 0 h 1316375"/>
                <a:gd name="connsiteX9-49" fmla="*/ 2875834 w 3024520"/>
                <a:gd name="connsiteY9-50" fmla="*/ 96632 h 1316375"/>
                <a:gd name="connsiteX10-51" fmla="*/ 2079803 w 3024520"/>
                <a:gd name="connsiteY10-52" fmla="*/ 432543 h 1316375"/>
                <a:gd name="connsiteX11-53" fmla="*/ 2240850 w 3024520"/>
                <a:gd name="connsiteY11-54" fmla="*/ 920305 h 1316375"/>
                <a:gd name="connsiteX12-55" fmla="*/ 3024520 w 3024520"/>
                <a:gd name="connsiteY12-56" fmla="*/ 1228607 h 1316375"/>
                <a:gd name="connsiteX13-57" fmla="*/ 2756623 w 3024520"/>
                <a:gd name="connsiteY13-58" fmla="*/ 1316375 h 1316375"/>
                <a:gd name="connsiteX14-59" fmla="*/ 1486231 w 3024520"/>
                <a:gd name="connsiteY14-60" fmla="*/ 727041 h 1316375"/>
                <a:gd name="connsiteX0-61" fmla="*/ 1537780 w 3076069"/>
                <a:gd name="connsiteY0-62" fmla="*/ 727041 h 1316375"/>
                <a:gd name="connsiteX1-63" fmla="*/ 309224 w 3076069"/>
                <a:gd name="connsiteY1-64" fmla="*/ 1302232 h 1316375"/>
                <a:gd name="connsiteX2-65" fmla="*/ 0 w 3076069"/>
                <a:gd name="connsiteY2-66" fmla="*/ 1228607 h 1316375"/>
                <a:gd name="connsiteX3-67" fmla="*/ 962613 w 3076069"/>
                <a:gd name="connsiteY3-68" fmla="*/ 837478 h 1316375"/>
                <a:gd name="connsiteX4-69" fmla="*/ 935005 w 3076069"/>
                <a:gd name="connsiteY4-70" fmla="*/ 450949 h 1316375"/>
                <a:gd name="connsiteX5-71" fmla="*/ 212596 w 3076069"/>
                <a:gd name="connsiteY5-72" fmla="*/ 119640 h 1316375"/>
                <a:gd name="connsiteX6-73" fmla="*/ 456466 w 3076069"/>
                <a:gd name="connsiteY6-74" fmla="*/ 50617 h 1316375"/>
                <a:gd name="connsiteX7-75" fmla="*/ 1528577 w 3076069"/>
                <a:gd name="connsiteY7-76" fmla="*/ 501566 h 1316375"/>
                <a:gd name="connsiteX8-77" fmla="*/ 2623695 w 3076069"/>
                <a:gd name="connsiteY8-78" fmla="*/ 0 h 1316375"/>
                <a:gd name="connsiteX9-79" fmla="*/ 2927383 w 3076069"/>
                <a:gd name="connsiteY9-80" fmla="*/ 96632 h 1316375"/>
                <a:gd name="connsiteX10-81" fmla="*/ 2131352 w 3076069"/>
                <a:gd name="connsiteY10-82" fmla="*/ 432543 h 1316375"/>
                <a:gd name="connsiteX11-83" fmla="*/ 2292399 w 3076069"/>
                <a:gd name="connsiteY11-84" fmla="*/ 920305 h 1316375"/>
                <a:gd name="connsiteX12-85" fmla="*/ 3076069 w 3076069"/>
                <a:gd name="connsiteY12-86" fmla="*/ 1228607 h 1316375"/>
                <a:gd name="connsiteX13-87" fmla="*/ 2808172 w 3076069"/>
                <a:gd name="connsiteY13-88" fmla="*/ 1316375 h 1316375"/>
                <a:gd name="connsiteX14-89" fmla="*/ 1537780 w 3076069"/>
                <a:gd name="connsiteY14-90" fmla="*/ 727041 h 1316375"/>
                <a:gd name="connsiteX0-91" fmla="*/ 1537780 w 3076069"/>
                <a:gd name="connsiteY0-92" fmla="*/ 727041 h 1321259"/>
                <a:gd name="connsiteX1-93" fmla="*/ 313981 w 3076069"/>
                <a:gd name="connsiteY1-94" fmla="*/ 1321259 h 1321259"/>
                <a:gd name="connsiteX2-95" fmla="*/ 0 w 3076069"/>
                <a:gd name="connsiteY2-96" fmla="*/ 1228607 h 1321259"/>
                <a:gd name="connsiteX3-97" fmla="*/ 962613 w 3076069"/>
                <a:gd name="connsiteY3-98" fmla="*/ 837478 h 1321259"/>
                <a:gd name="connsiteX4-99" fmla="*/ 935005 w 3076069"/>
                <a:gd name="connsiteY4-100" fmla="*/ 450949 h 1321259"/>
                <a:gd name="connsiteX5-101" fmla="*/ 212596 w 3076069"/>
                <a:gd name="connsiteY5-102" fmla="*/ 119640 h 1321259"/>
                <a:gd name="connsiteX6-103" fmla="*/ 456466 w 3076069"/>
                <a:gd name="connsiteY6-104" fmla="*/ 50617 h 1321259"/>
                <a:gd name="connsiteX7-105" fmla="*/ 1528577 w 3076069"/>
                <a:gd name="connsiteY7-106" fmla="*/ 501566 h 1321259"/>
                <a:gd name="connsiteX8-107" fmla="*/ 2623695 w 3076069"/>
                <a:gd name="connsiteY8-108" fmla="*/ 0 h 1321259"/>
                <a:gd name="connsiteX9-109" fmla="*/ 2927383 w 3076069"/>
                <a:gd name="connsiteY9-110" fmla="*/ 96632 h 1321259"/>
                <a:gd name="connsiteX10-111" fmla="*/ 2131352 w 3076069"/>
                <a:gd name="connsiteY10-112" fmla="*/ 432543 h 1321259"/>
                <a:gd name="connsiteX11-113" fmla="*/ 2292399 w 3076069"/>
                <a:gd name="connsiteY11-114" fmla="*/ 920305 h 1321259"/>
                <a:gd name="connsiteX12-115" fmla="*/ 3076069 w 3076069"/>
                <a:gd name="connsiteY12-116" fmla="*/ 1228607 h 1321259"/>
                <a:gd name="connsiteX13-117" fmla="*/ 2808172 w 3076069"/>
                <a:gd name="connsiteY13-118" fmla="*/ 1316375 h 1321259"/>
                <a:gd name="connsiteX14-119" fmla="*/ 1537780 w 3076069"/>
                <a:gd name="connsiteY14-120" fmla="*/ 727041 h 1321259"/>
                <a:gd name="connsiteX0-121" fmla="*/ 1537780 w 3076069"/>
                <a:gd name="connsiteY0-122" fmla="*/ 750825 h 1321259"/>
                <a:gd name="connsiteX1-123" fmla="*/ 313981 w 3076069"/>
                <a:gd name="connsiteY1-124" fmla="*/ 1321259 h 1321259"/>
                <a:gd name="connsiteX2-125" fmla="*/ 0 w 3076069"/>
                <a:gd name="connsiteY2-126" fmla="*/ 1228607 h 1321259"/>
                <a:gd name="connsiteX3-127" fmla="*/ 962613 w 3076069"/>
                <a:gd name="connsiteY3-128" fmla="*/ 837478 h 1321259"/>
                <a:gd name="connsiteX4-129" fmla="*/ 935005 w 3076069"/>
                <a:gd name="connsiteY4-130" fmla="*/ 450949 h 1321259"/>
                <a:gd name="connsiteX5-131" fmla="*/ 212596 w 3076069"/>
                <a:gd name="connsiteY5-132" fmla="*/ 119640 h 1321259"/>
                <a:gd name="connsiteX6-133" fmla="*/ 456466 w 3076069"/>
                <a:gd name="connsiteY6-134" fmla="*/ 50617 h 1321259"/>
                <a:gd name="connsiteX7-135" fmla="*/ 1528577 w 3076069"/>
                <a:gd name="connsiteY7-136" fmla="*/ 501566 h 1321259"/>
                <a:gd name="connsiteX8-137" fmla="*/ 2623695 w 3076069"/>
                <a:gd name="connsiteY8-138" fmla="*/ 0 h 1321259"/>
                <a:gd name="connsiteX9-139" fmla="*/ 2927383 w 3076069"/>
                <a:gd name="connsiteY9-140" fmla="*/ 96632 h 1321259"/>
                <a:gd name="connsiteX10-141" fmla="*/ 2131352 w 3076069"/>
                <a:gd name="connsiteY10-142" fmla="*/ 432543 h 1321259"/>
                <a:gd name="connsiteX11-143" fmla="*/ 2292399 w 3076069"/>
                <a:gd name="connsiteY11-144" fmla="*/ 920305 h 1321259"/>
                <a:gd name="connsiteX12-145" fmla="*/ 3076069 w 3076069"/>
                <a:gd name="connsiteY12-146" fmla="*/ 1228607 h 1321259"/>
                <a:gd name="connsiteX13-147" fmla="*/ 2808172 w 3076069"/>
                <a:gd name="connsiteY13-148" fmla="*/ 1316375 h 1321259"/>
                <a:gd name="connsiteX14-149" fmla="*/ 1537780 w 3076069"/>
                <a:gd name="connsiteY14-150" fmla="*/ 750825 h 13212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25" name="Freeform 324"/>
            <p:cNvSpPr/>
            <p:nvPr/>
          </p:nvSpPr>
          <p:spPr bwMode="auto">
            <a:xfrm>
              <a:off x="2103307" y="1633104"/>
              <a:ext cx="661131" cy="111240"/>
            </a:xfrm>
            <a:custGeom>
              <a:avLst/>
              <a:gdLst>
                <a:gd name="T0" fmla="*/ 0 w 3723451"/>
                <a:gd name="T1" fmla="*/ 27215 h 932950"/>
                <a:gd name="T2" fmla="*/ 116331 w 3723451"/>
                <a:gd name="T3" fmla="*/ 321 h 932950"/>
                <a:gd name="T4" fmla="*/ 329509 w 3723451"/>
                <a:gd name="T5" fmla="*/ 62069 h 932950"/>
                <a:gd name="T6" fmla="*/ 532884 w 3723451"/>
                <a:gd name="T7" fmla="*/ 0 h 932950"/>
                <a:gd name="T8" fmla="*/ 661131 w 3723451"/>
                <a:gd name="T9" fmla="*/ 24699 h 932950"/>
                <a:gd name="T10" fmla="*/ 565716 w 3723451"/>
                <a:gd name="T11" fmla="*/ 55071 h 932950"/>
                <a:gd name="T12" fmla="*/ 534996 w 3723451"/>
                <a:gd name="T13" fmla="*/ 46883 h 932950"/>
                <a:gd name="T14" fmla="*/ 333255 w 3723451"/>
                <a:gd name="T15" fmla="*/ 111240 h 932950"/>
                <a:gd name="T16" fmla="*/ 126353 w 3723451"/>
                <a:gd name="T17" fmla="*/ 49250 h 932950"/>
                <a:gd name="T18" fmla="*/ 92901 w 3723451"/>
                <a:gd name="T19" fmla="*/ 55941 h 932950"/>
                <a:gd name="T20" fmla="*/ 0 w 3723451"/>
                <a:gd name="T21" fmla="*/ 27215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26" name="Freeform 325"/>
            <p:cNvSpPr/>
            <p:nvPr/>
          </p:nvSpPr>
          <p:spPr bwMode="auto">
            <a:xfrm>
              <a:off x="2538765" y="1727776"/>
              <a:ext cx="241567" cy="97039"/>
            </a:xfrm>
            <a:custGeom>
              <a:avLst/>
              <a:gdLst>
                <a:gd name="T0" fmla="*/ 0 w 1366596"/>
                <a:gd name="T1" fmla="*/ 0 h 809868"/>
                <a:gd name="T2" fmla="*/ 241567 w 1366596"/>
                <a:gd name="T3" fmla="*/ 74985 h 809868"/>
                <a:gd name="T4" fmla="*/ 152911 w 1366596"/>
                <a:gd name="T5" fmla="*/ 97039 h 809868"/>
                <a:gd name="T6" fmla="*/ 813 w 1366596"/>
                <a:gd name="T7" fmla="*/ 5127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27" name="Freeform 326"/>
            <p:cNvSpPr/>
            <p:nvPr/>
          </p:nvSpPr>
          <p:spPr bwMode="auto">
            <a:xfrm>
              <a:off x="2090593" y="1730143"/>
              <a:ext cx="238389" cy="97040"/>
            </a:xfrm>
            <a:custGeom>
              <a:avLst/>
              <a:gdLst>
                <a:gd name="T0" fmla="*/ 235135 w 1348191"/>
                <a:gd name="T1" fmla="*/ 0 h 791462"/>
                <a:gd name="T2" fmla="*/ 238389 w 1348191"/>
                <a:gd name="T3" fmla="*/ 46827 h 791462"/>
                <a:gd name="T4" fmla="*/ 86243 w 1348191"/>
                <a:gd name="T5" fmla="*/ 97040 h 791462"/>
                <a:gd name="T6" fmla="*/ 0 w 1348191"/>
                <a:gd name="T7" fmla="*/ 75037 h 791462"/>
                <a:gd name="T8" fmla="*/ 235135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cxnSp>
          <p:nvCxnSpPr>
            <p:cNvPr id="322" name="Straight Connector 321"/>
            <p:cNvCxnSpPr>
              <a:cxnSpLocks noChangeShapeType="1"/>
              <a:endCxn id="320" idx="2"/>
            </p:cNvCxnSpPr>
            <p:nvPr/>
          </p:nvCxnSpPr>
          <p:spPr bwMode="auto">
            <a:xfrm flipH="1" flipV="1">
              <a:off x="1871277" y="1737244"/>
              <a:ext cx="3178" cy="123075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3" name="Straight Connector 322"/>
            <p:cNvCxnSpPr>
              <a:cxnSpLocks noChangeShapeType="1"/>
            </p:cNvCxnSpPr>
            <p:nvPr/>
          </p:nvCxnSpPr>
          <p:spPr bwMode="auto">
            <a:xfrm flipH="1" flipV="1">
              <a:off x="2996470" y="1734876"/>
              <a:ext cx="3178" cy="123075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1757" name="Group 327"/>
          <p:cNvGrpSpPr/>
          <p:nvPr/>
        </p:nvGrpSpPr>
        <p:grpSpPr>
          <a:xfrm>
            <a:off x="5900738" y="5473700"/>
            <a:ext cx="565150" cy="292100"/>
            <a:chOff x="1871277" y="1576300"/>
            <a:chExt cx="1128371" cy="437861"/>
          </a:xfrm>
        </p:grpSpPr>
        <p:sp>
          <p:nvSpPr>
            <p:cNvPr id="329" name="Oval 328"/>
            <p:cNvSpPr>
              <a:spLocks noChangeArrowheads="1"/>
            </p:cNvSpPr>
            <p:nvPr/>
          </p:nvSpPr>
          <p:spPr bwMode="auto">
            <a:xfrm flipV="1">
              <a:off x="1874446" y="1692905"/>
              <a:ext cx="1125202" cy="321256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30" name="Rectangle 329"/>
            <p:cNvSpPr/>
            <p:nvPr/>
          </p:nvSpPr>
          <p:spPr bwMode="auto">
            <a:xfrm>
              <a:off x="1871277" y="1740499"/>
              <a:ext cx="1128371" cy="114225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31" name="Oval 330"/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200" cy="321257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32" name="Freeform 331"/>
            <p:cNvSpPr/>
            <p:nvPr/>
          </p:nvSpPr>
          <p:spPr bwMode="auto">
            <a:xfrm>
              <a:off x="2159708" y="1673868"/>
              <a:ext cx="548339" cy="159438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-1" fmla="*/ 1486231 w 2944854"/>
                <a:gd name="connsiteY0-2" fmla="*/ 727041 h 1316375"/>
                <a:gd name="connsiteX1-3" fmla="*/ 257675 w 2944854"/>
                <a:gd name="connsiteY1-4" fmla="*/ 1302232 h 1316375"/>
                <a:gd name="connsiteX2-5" fmla="*/ 0 w 2944854"/>
                <a:gd name="connsiteY2-6" fmla="*/ 1228607 h 1316375"/>
                <a:gd name="connsiteX3-7" fmla="*/ 911064 w 2944854"/>
                <a:gd name="connsiteY3-8" fmla="*/ 837478 h 1316375"/>
                <a:gd name="connsiteX4-9" fmla="*/ 883456 w 2944854"/>
                <a:gd name="connsiteY4-10" fmla="*/ 450949 h 1316375"/>
                <a:gd name="connsiteX5-11" fmla="*/ 161047 w 2944854"/>
                <a:gd name="connsiteY5-12" fmla="*/ 119640 h 1316375"/>
                <a:gd name="connsiteX6-13" fmla="*/ 404917 w 2944854"/>
                <a:gd name="connsiteY6-14" fmla="*/ 50617 h 1316375"/>
                <a:gd name="connsiteX7-15" fmla="*/ 1477028 w 2944854"/>
                <a:gd name="connsiteY7-16" fmla="*/ 501566 h 1316375"/>
                <a:gd name="connsiteX8-17" fmla="*/ 2572146 w 2944854"/>
                <a:gd name="connsiteY8-18" fmla="*/ 0 h 1316375"/>
                <a:gd name="connsiteX9-19" fmla="*/ 2875834 w 2944854"/>
                <a:gd name="connsiteY9-20" fmla="*/ 96632 h 1316375"/>
                <a:gd name="connsiteX10-21" fmla="*/ 2079803 w 2944854"/>
                <a:gd name="connsiteY10-22" fmla="*/ 432543 h 1316375"/>
                <a:gd name="connsiteX11-23" fmla="*/ 2240850 w 2944854"/>
                <a:gd name="connsiteY11-24" fmla="*/ 920305 h 1316375"/>
                <a:gd name="connsiteX12-25" fmla="*/ 2944854 w 2944854"/>
                <a:gd name="connsiteY12-26" fmla="*/ 1228607 h 1316375"/>
                <a:gd name="connsiteX13-27" fmla="*/ 2756623 w 2944854"/>
                <a:gd name="connsiteY13-28" fmla="*/ 1316375 h 1316375"/>
                <a:gd name="connsiteX14-29" fmla="*/ 1486231 w 2944854"/>
                <a:gd name="connsiteY14-30" fmla="*/ 727041 h 1316375"/>
                <a:gd name="connsiteX0-31" fmla="*/ 1486231 w 3024520"/>
                <a:gd name="connsiteY0-32" fmla="*/ 727041 h 1316375"/>
                <a:gd name="connsiteX1-33" fmla="*/ 257675 w 3024520"/>
                <a:gd name="connsiteY1-34" fmla="*/ 1302232 h 1316375"/>
                <a:gd name="connsiteX2-35" fmla="*/ 0 w 3024520"/>
                <a:gd name="connsiteY2-36" fmla="*/ 1228607 h 1316375"/>
                <a:gd name="connsiteX3-37" fmla="*/ 911064 w 3024520"/>
                <a:gd name="connsiteY3-38" fmla="*/ 837478 h 1316375"/>
                <a:gd name="connsiteX4-39" fmla="*/ 883456 w 3024520"/>
                <a:gd name="connsiteY4-40" fmla="*/ 450949 h 1316375"/>
                <a:gd name="connsiteX5-41" fmla="*/ 161047 w 3024520"/>
                <a:gd name="connsiteY5-42" fmla="*/ 119640 h 1316375"/>
                <a:gd name="connsiteX6-43" fmla="*/ 404917 w 3024520"/>
                <a:gd name="connsiteY6-44" fmla="*/ 50617 h 1316375"/>
                <a:gd name="connsiteX7-45" fmla="*/ 1477028 w 3024520"/>
                <a:gd name="connsiteY7-46" fmla="*/ 501566 h 1316375"/>
                <a:gd name="connsiteX8-47" fmla="*/ 2572146 w 3024520"/>
                <a:gd name="connsiteY8-48" fmla="*/ 0 h 1316375"/>
                <a:gd name="connsiteX9-49" fmla="*/ 2875834 w 3024520"/>
                <a:gd name="connsiteY9-50" fmla="*/ 96632 h 1316375"/>
                <a:gd name="connsiteX10-51" fmla="*/ 2079803 w 3024520"/>
                <a:gd name="connsiteY10-52" fmla="*/ 432543 h 1316375"/>
                <a:gd name="connsiteX11-53" fmla="*/ 2240850 w 3024520"/>
                <a:gd name="connsiteY11-54" fmla="*/ 920305 h 1316375"/>
                <a:gd name="connsiteX12-55" fmla="*/ 3024520 w 3024520"/>
                <a:gd name="connsiteY12-56" fmla="*/ 1228607 h 1316375"/>
                <a:gd name="connsiteX13-57" fmla="*/ 2756623 w 3024520"/>
                <a:gd name="connsiteY13-58" fmla="*/ 1316375 h 1316375"/>
                <a:gd name="connsiteX14-59" fmla="*/ 1486231 w 3024520"/>
                <a:gd name="connsiteY14-60" fmla="*/ 727041 h 1316375"/>
                <a:gd name="connsiteX0-61" fmla="*/ 1537780 w 3076069"/>
                <a:gd name="connsiteY0-62" fmla="*/ 727041 h 1316375"/>
                <a:gd name="connsiteX1-63" fmla="*/ 309224 w 3076069"/>
                <a:gd name="connsiteY1-64" fmla="*/ 1302232 h 1316375"/>
                <a:gd name="connsiteX2-65" fmla="*/ 0 w 3076069"/>
                <a:gd name="connsiteY2-66" fmla="*/ 1228607 h 1316375"/>
                <a:gd name="connsiteX3-67" fmla="*/ 962613 w 3076069"/>
                <a:gd name="connsiteY3-68" fmla="*/ 837478 h 1316375"/>
                <a:gd name="connsiteX4-69" fmla="*/ 935005 w 3076069"/>
                <a:gd name="connsiteY4-70" fmla="*/ 450949 h 1316375"/>
                <a:gd name="connsiteX5-71" fmla="*/ 212596 w 3076069"/>
                <a:gd name="connsiteY5-72" fmla="*/ 119640 h 1316375"/>
                <a:gd name="connsiteX6-73" fmla="*/ 456466 w 3076069"/>
                <a:gd name="connsiteY6-74" fmla="*/ 50617 h 1316375"/>
                <a:gd name="connsiteX7-75" fmla="*/ 1528577 w 3076069"/>
                <a:gd name="connsiteY7-76" fmla="*/ 501566 h 1316375"/>
                <a:gd name="connsiteX8-77" fmla="*/ 2623695 w 3076069"/>
                <a:gd name="connsiteY8-78" fmla="*/ 0 h 1316375"/>
                <a:gd name="connsiteX9-79" fmla="*/ 2927383 w 3076069"/>
                <a:gd name="connsiteY9-80" fmla="*/ 96632 h 1316375"/>
                <a:gd name="connsiteX10-81" fmla="*/ 2131352 w 3076069"/>
                <a:gd name="connsiteY10-82" fmla="*/ 432543 h 1316375"/>
                <a:gd name="connsiteX11-83" fmla="*/ 2292399 w 3076069"/>
                <a:gd name="connsiteY11-84" fmla="*/ 920305 h 1316375"/>
                <a:gd name="connsiteX12-85" fmla="*/ 3076069 w 3076069"/>
                <a:gd name="connsiteY12-86" fmla="*/ 1228607 h 1316375"/>
                <a:gd name="connsiteX13-87" fmla="*/ 2808172 w 3076069"/>
                <a:gd name="connsiteY13-88" fmla="*/ 1316375 h 1316375"/>
                <a:gd name="connsiteX14-89" fmla="*/ 1537780 w 3076069"/>
                <a:gd name="connsiteY14-90" fmla="*/ 727041 h 1316375"/>
                <a:gd name="connsiteX0-91" fmla="*/ 1537780 w 3076069"/>
                <a:gd name="connsiteY0-92" fmla="*/ 727041 h 1321259"/>
                <a:gd name="connsiteX1-93" fmla="*/ 313981 w 3076069"/>
                <a:gd name="connsiteY1-94" fmla="*/ 1321259 h 1321259"/>
                <a:gd name="connsiteX2-95" fmla="*/ 0 w 3076069"/>
                <a:gd name="connsiteY2-96" fmla="*/ 1228607 h 1321259"/>
                <a:gd name="connsiteX3-97" fmla="*/ 962613 w 3076069"/>
                <a:gd name="connsiteY3-98" fmla="*/ 837478 h 1321259"/>
                <a:gd name="connsiteX4-99" fmla="*/ 935005 w 3076069"/>
                <a:gd name="connsiteY4-100" fmla="*/ 450949 h 1321259"/>
                <a:gd name="connsiteX5-101" fmla="*/ 212596 w 3076069"/>
                <a:gd name="connsiteY5-102" fmla="*/ 119640 h 1321259"/>
                <a:gd name="connsiteX6-103" fmla="*/ 456466 w 3076069"/>
                <a:gd name="connsiteY6-104" fmla="*/ 50617 h 1321259"/>
                <a:gd name="connsiteX7-105" fmla="*/ 1528577 w 3076069"/>
                <a:gd name="connsiteY7-106" fmla="*/ 501566 h 1321259"/>
                <a:gd name="connsiteX8-107" fmla="*/ 2623695 w 3076069"/>
                <a:gd name="connsiteY8-108" fmla="*/ 0 h 1321259"/>
                <a:gd name="connsiteX9-109" fmla="*/ 2927383 w 3076069"/>
                <a:gd name="connsiteY9-110" fmla="*/ 96632 h 1321259"/>
                <a:gd name="connsiteX10-111" fmla="*/ 2131352 w 3076069"/>
                <a:gd name="connsiteY10-112" fmla="*/ 432543 h 1321259"/>
                <a:gd name="connsiteX11-113" fmla="*/ 2292399 w 3076069"/>
                <a:gd name="connsiteY11-114" fmla="*/ 920305 h 1321259"/>
                <a:gd name="connsiteX12-115" fmla="*/ 3076069 w 3076069"/>
                <a:gd name="connsiteY12-116" fmla="*/ 1228607 h 1321259"/>
                <a:gd name="connsiteX13-117" fmla="*/ 2808172 w 3076069"/>
                <a:gd name="connsiteY13-118" fmla="*/ 1316375 h 1321259"/>
                <a:gd name="connsiteX14-119" fmla="*/ 1537780 w 3076069"/>
                <a:gd name="connsiteY14-120" fmla="*/ 727041 h 1321259"/>
                <a:gd name="connsiteX0-121" fmla="*/ 1537780 w 3076069"/>
                <a:gd name="connsiteY0-122" fmla="*/ 750825 h 1321259"/>
                <a:gd name="connsiteX1-123" fmla="*/ 313981 w 3076069"/>
                <a:gd name="connsiteY1-124" fmla="*/ 1321259 h 1321259"/>
                <a:gd name="connsiteX2-125" fmla="*/ 0 w 3076069"/>
                <a:gd name="connsiteY2-126" fmla="*/ 1228607 h 1321259"/>
                <a:gd name="connsiteX3-127" fmla="*/ 962613 w 3076069"/>
                <a:gd name="connsiteY3-128" fmla="*/ 837478 h 1321259"/>
                <a:gd name="connsiteX4-129" fmla="*/ 935005 w 3076069"/>
                <a:gd name="connsiteY4-130" fmla="*/ 450949 h 1321259"/>
                <a:gd name="connsiteX5-131" fmla="*/ 212596 w 3076069"/>
                <a:gd name="connsiteY5-132" fmla="*/ 119640 h 1321259"/>
                <a:gd name="connsiteX6-133" fmla="*/ 456466 w 3076069"/>
                <a:gd name="connsiteY6-134" fmla="*/ 50617 h 1321259"/>
                <a:gd name="connsiteX7-135" fmla="*/ 1528577 w 3076069"/>
                <a:gd name="connsiteY7-136" fmla="*/ 501566 h 1321259"/>
                <a:gd name="connsiteX8-137" fmla="*/ 2623695 w 3076069"/>
                <a:gd name="connsiteY8-138" fmla="*/ 0 h 1321259"/>
                <a:gd name="connsiteX9-139" fmla="*/ 2927383 w 3076069"/>
                <a:gd name="connsiteY9-140" fmla="*/ 96632 h 1321259"/>
                <a:gd name="connsiteX10-141" fmla="*/ 2131352 w 3076069"/>
                <a:gd name="connsiteY10-142" fmla="*/ 432543 h 1321259"/>
                <a:gd name="connsiteX11-143" fmla="*/ 2292399 w 3076069"/>
                <a:gd name="connsiteY11-144" fmla="*/ 920305 h 1321259"/>
                <a:gd name="connsiteX12-145" fmla="*/ 3076069 w 3076069"/>
                <a:gd name="connsiteY12-146" fmla="*/ 1228607 h 1321259"/>
                <a:gd name="connsiteX13-147" fmla="*/ 2808172 w 3076069"/>
                <a:gd name="connsiteY13-148" fmla="*/ 1316375 h 1321259"/>
                <a:gd name="connsiteX14-149" fmla="*/ 1537780 w 3076069"/>
                <a:gd name="connsiteY14-150" fmla="*/ 750825 h 13212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33" name="Freeform 332"/>
            <p:cNvSpPr/>
            <p:nvPr/>
          </p:nvSpPr>
          <p:spPr bwMode="auto">
            <a:xfrm>
              <a:off x="2102655" y="1633412"/>
              <a:ext cx="662444" cy="111846"/>
            </a:xfrm>
            <a:custGeom>
              <a:avLst/>
              <a:gdLst>
                <a:gd name="T0" fmla="*/ 0 w 3723451"/>
                <a:gd name="T1" fmla="*/ 27363 h 932950"/>
                <a:gd name="T2" fmla="*/ 116562 w 3723451"/>
                <a:gd name="T3" fmla="*/ 322 h 932950"/>
                <a:gd name="T4" fmla="*/ 330164 w 3723451"/>
                <a:gd name="T5" fmla="*/ 62407 h 932950"/>
                <a:gd name="T6" fmla="*/ 533943 w 3723451"/>
                <a:gd name="T7" fmla="*/ 0 h 932950"/>
                <a:gd name="T8" fmla="*/ 662444 w 3723451"/>
                <a:gd name="T9" fmla="*/ 24834 h 932950"/>
                <a:gd name="T10" fmla="*/ 566839 w 3723451"/>
                <a:gd name="T11" fmla="*/ 55371 h 932950"/>
                <a:gd name="T12" fmla="*/ 536059 w 3723451"/>
                <a:gd name="T13" fmla="*/ 47138 h 932950"/>
                <a:gd name="T14" fmla="*/ 333917 w 3723451"/>
                <a:gd name="T15" fmla="*/ 111846 h 932950"/>
                <a:gd name="T16" fmla="*/ 126604 w 3723451"/>
                <a:gd name="T17" fmla="*/ 49519 h 932950"/>
                <a:gd name="T18" fmla="*/ 93086 w 3723451"/>
                <a:gd name="T19" fmla="*/ 56246 h 932950"/>
                <a:gd name="T20" fmla="*/ 0 w 3723451"/>
                <a:gd name="T21" fmla="*/ 27363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34" name="Freeform 333"/>
            <p:cNvSpPr/>
            <p:nvPr/>
          </p:nvSpPr>
          <p:spPr bwMode="auto">
            <a:xfrm>
              <a:off x="2536889" y="1728599"/>
              <a:ext cx="244057" cy="97568"/>
            </a:xfrm>
            <a:custGeom>
              <a:avLst/>
              <a:gdLst>
                <a:gd name="T0" fmla="*/ 0 w 1366596"/>
                <a:gd name="T1" fmla="*/ 0 h 809868"/>
                <a:gd name="T2" fmla="*/ 244057 w 1366596"/>
                <a:gd name="T3" fmla="*/ 75393 h 809868"/>
                <a:gd name="T4" fmla="*/ 154487 w 1366596"/>
                <a:gd name="T5" fmla="*/ 97568 h 809868"/>
                <a:gd name="T6" fmla="*/ 822 w 1366596"/>
                <a:gd name="T7" fmla="*/ 5155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35" name="Freeform 334"/>
            <p:cNvSpPr/>
            <p:nvPr/>
          </p:nvSpPr>
          <p:spPr bwMode="auto">
            <a:xfrm>
              <a:off x="2089977" y="1730980"/>
              <a:ext cx="240888" cy="95187"/>
            </a:xfrm>
            <a:custGeom>
              <a:avLst/>
              <a:gdLst>
                <a:gd name="T0" fmla="*/ 237599 w 1348191"/>
                <a:gd name="T1" fmla="*/ 0 h 791462"/>
                <a:gd name="T2" fmla="*/ 240888 w 1348191"/>
                <a:gd name="T3" fmla="*/ 45933 h 791462"/>
                <a:gd name="T4" fmla="*/ 87147 w 1348191"/>
                <a:gd name="T5" fmla="*/ 95187 h 791462"/>
                <a:gd name="T6" fmla="*/ 0 w 1348191"/>
                <a:gd name="T7" fmla="*/ 73604 h 791462"/>
                <a:gd name="T8" fmla="*/ 237599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cxnSp>
          <p:nvCxnSpPr>
            <p:cNvPr id="336" name="Straight Connector 335"/>
            <p:cNvCxnSpPr>
              <a:cxnSpLocks noChangeShapeType="1"/>
              <a:endCxn id="331" idx="2"/>
            </p:cNvCxnSpPr>
            <p:nvPr/>
          </p:nvCxnSpPr>
          <p:spPr bwMode="auto">
            <a:xfrm flipH="1" flipV="1">
              <a:off x="1871277" y="1735739"/>
              <a:ext cx="3169" cy="123743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7" name="Straight Connector 336"/>
            <p:cNvCxnSpPr>
              <a:cxnSpLocks noChangeShapeType="1"/>
            </p:cNvCxnSpPr>
            <p:nvPr/>
          </p:nvCxnSpPr>
          <p:spPr bwMode="auto">
            <a:xfrm flipH="1" flipV="1">
              <a:off x="2996477" y="1733359"/>
              <a:ext cx="3171" cy="123743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1758" name="Group 337"/>
          <p:cNvGrpSpPr/>
          <p:nvPr/>
        </p:nvGrpSpPr>
        <p:grpSpPr>
          <a:xfrm>
            <a:off x="6543675" y="5927725"/>
            <a:ext cx="563563" cy="293688"/>
            <a:chOff x="1871277" y="1576300"/>
            <a:chExt cx="1128371" cy="437861"/>
          </a:xfrm>
        </p:grpSpPr>
        <p:sp>
          <p:nvSpPr>
            <p:cNvPr id="339" name="Oval 338"/>
            <p:cNvSpPr>
              <a:spLocks noChangeArrowheads="1"/>
            </p:cNvSpPr>
            <p:nvPr/>
          </p:nvSpPr>
          <p:spPr bwMode="auto">
            <a:xfrm flipV="1">
              <a:off x="1874457" y="1694641"/>
              <a:ext cx="1125191" cy="31952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40" name="Rectangle 339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41" name="Oval 340"/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191" cy="31952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42" name="Freeform 341"/>
            <p:cNvSpPr/>
            <p:nvPr/>
          </p:nvSpPr>
          <p:spPr bwMode="auto">
            <a:xfrm>
              <a:off x="2160522" y="1673340"/>
              <a:ext cx="546703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-1" fmla="*/ 1486231 w 2944854"/>
                <a:gd name="connsiteY0-2" fmla="*/ 727041 h 1316375"/>
                <a:gd name="connsiteX1-3" fmla="*/ 257675 w 2944854"/>
                <a:gd name="connsiteY1-4" fmla="*/ 1302232 h 1316375"/>
                <a:gd name="connsiteX2-5" fmla="*/ 0 w 2944854"/>
                <a:gd name="connsiteY2-6" fmla="*/ 1228607 h 1316375"/>
                <a:gd name="connsiteX3-7" fmla="*/ 911064 w 2944854"/>
                <a:gd name="connsiteY3-8" fmla="*/ 837478 h 1316375"/>
                <a:gd name="connsiteX4-9" fmla="*/ 883456 w 2944854"/>
                <a:gd name="connsiteY4-10" fmla="*/ 450949 h 1316375"/>
                <a:gd name="connsiteX5-11" fmla="*/ 161047 w 2944854"/>
                <a:gd name="connsiteY5-12" fmla="*/ 119640 h 1316375"/>
                <a:gd name="connsiteX6-13" fmla="*/ 404917 w 2944854"/>
                <a:gd name="connsiteY6-14" fmla="*/ 50617 h 1316375"/>
                <a:gd name="connsiteX7-15" fmla="*/ 1477028 w 2944854"/>
                <a:gd name="connsiteY7-16" fmla="*/ 501566 h 1316375"/>
                <a:gd name="connsiteX8-17" fmla="*/ 2572146 w 2944854"/>
                <a:gd name="connsiteY8-18" fmla="*/ 0 h 1316375"/>
                <a:gd name="connsiteX9-19" fmla="*/ 2875834 w 2944854"/>
                <a:gd name="connsiteY9-20" fmla="*/ 96632 h 1316375"/>
                <a:gd name="connsiteX10-21" fmla="*/ 2079803 w 2944854"/>
                <a:gd name="connsiteY10-22" fmla="*/ 432543 h 1316375"/>
                <a:gd name="connsiteX11-23" fmla="*/ 2240850 w 2944854"/>
                <a:gd name="connsiteY11-24" fmla="*/ 920305 h 1316375"/>
                <a:gd name="connsiteX12-25" fmla="*/ 2944854 w 2944854"/>
                <a:gd name="connsiteY12-26" fmla="*/ 1228607 h 1316375"/>
                <a:gd name="connsiteX13-27" fmla="*/ 2756623 w 2944854"/>
                <a:gd name="connsiteY13-28" fmla="*/ 1316375 h 1316375"/>
                <a:gd name="connsiteX14-29" fmla="*/ 1486231 w 2944854"/>
                <a:gd name="connsiteY14-30" fmla="*/ 727041 h 1316375"/>
                <a:gd name="connsiteX0-31" fmla="*/ 1486231 w 3024520"/>
                <a:gd name="connsiteY0-32" fmla="*/ 727041 h 1316375"/>
                <a:gd name="connsiteX1-33" fmla="*/ 257675 w 3024520"/>
                <a:gd name="connsiteY1-34" fmla="*/ 1302232 h 1316375"/>
                <a:gd name="connsiteX2-35" fmla="*/ 0 w 3024520"/>
                <a:gd name="connsiteY2-36" fmla="*/ 1228607 h 1316375"/>
                <a:gd name="connsiteX3-37" fmla="*/ 911064 w 3024520"/>
                <a:gd name="connsiteY3-38" fmla="*/ 837478 h 1316375"/>
                <a:gd name="connsiteX4-39" fmla="*/ 883456 w 3024520"/>
                <a:gd name="connsiteY4-40" fmla="*/ 450949 h 1316375"/>
                <a:gd name="connsiteX5-41" fmla="*/ 161047 w 3024520"/>
                <a:gd name="connsiteY5-42" fmla="*/ 119640 h 1316375"/>
                <a:gd name="connsiteX6-43" fmla="*/ 404917 w 3024520"/>
                <a:gd name="connsiteY6-44" fmla="*/ 50617 h 1316375"/>
                <a:gd name="connsiteX7-45" fmla="*/ 1477028 w 3024520"/>
                <a:gd name="connsiteY7-46" fmla="*/ 501566 h 1316375"/>
                <a:gd name="connsiteX8-47" fmla="*/ 2572146 w 3024520"/>
                <a:gd name="connsiteY8-48" fmla="*/ 0 h 1316375"/>
                <a:gd name="connsiteX9-49" fmla="*/ 2875834 w 3024520"/>
                <a:gd name="connsiteY9-50" fmla="*/ 96632 h 1316375"/>
                <a:gd name="connsiteX10-51" fmla="*/ 2079803 w 3024520"/>
                <a:gd name="connsiteY10-52" fmla="*/ 432543 h 1316375"/>
                <a:gd name="connsiteX11-53" fmla="*/ 2240850 w 3024520"/>
                <a:gd name="connsiteY11-54" fmla="*/ 920305 h 1316375"/>
                <a:gd name="connsiteX12-55" fmla="*/ 3024520 w 3024520"/>
                <a:gd name="connsiteY12-56" fmla="*/ 1228607 h 1316375"/>
                <a:gd name="connsiteX13-57" fmla="*/ 2756623 w 3024520"/>
                <a:gd name="connsiteY13-58" fmla="*/ 1316375 h 1316375"/>
                <a:gd name="connsiteX14-59" fmla="*/ 1486231 w 3024520"/>
                <a:gd name="connsiteY14-60" fmla="*/ 727041 h 1316375"/>
                <a:gd name="connsiteX0-61" fmla="*/ 1537780 w 3076069"/>
                <a:gd name="connsiteY0-62" fmla="*/ 727041 h 1316375"/>
                <a:gd name="connsiteX1-63" fmla="*/ 309224 w 3076069"/>
                <a:gd name="connsiteY1-64" fmla="*/ 1302232 h 1316375"/>
                <a:gd name="connsiteX2-65" fmla="*/ 0 w 3076069"/>
                <a:gd name="connsiteY2-66" fmla="*/ 1228607 h 1316375"/>
                <a:gd name="connsiteX3-67" fmla="*/ 962613 w 3076069"/>
                <a:gd name="connsiteY3-68" fmla="*/ 837478 h 1316375"/>
                <a:gd name="connsiteX4-69" fmla="*/ 935005 w 3076069"/>
                <a:gd name="connsiteY4-70" fmla="*/ 450949 h 1316375"/>
                <a:gd name="connsiteX5-71" fmla="*/ 212596 w 3076069"/>
                <a:gd name="connsiteY5-72" fmla="*/ 119640 h 1316375"/>
                <a:gd name="connsiteX6-73" fmla="*/ 456466 w 3076069"/>
                <a:gd name="connsiteY6-74" fmla="*/ 50617 h 1316375"/>
                <a:gd name="connsiteX7-75" fmla="*/ 1528577 w 3076069"/>
                <a:gd name="connsiteY7-76" fmla="*/ 501566 h 1316375"/>
                <a:gd name="connsiteX8-77" fmla="*/ 2623695 w 3076069"/>
                <a:gd name="connsiteY8-78" fmla="*/ 0 h 1316375"/>
                <a:gd name="connsiteX9-79" fmla="*/ 2927383 w 3076069"/>
                <a:gd name="connsiteY9-80" fmla="*/ 96632 h 1316375"/>
                <a:gd name="connsiteX10-81" fmla="*/ 2131352 w 3076069"/>
                <a:gd name="connsiteY10-82" fmla="*/ 432543 h 1316375"/>
                <a:gd name="connsiteX11-83" fmla="*/ 2292399 w 3076069"/>
                <a:gd name="connsiteY11-84" fmla="*/ 920305 h 1316375"/>
                <a:gd name="connsiteX12-85" fmla="*/ 3076069 w 3076069"/>
                <a:gd name="connsiteY12-86" fmla="*/ 1228607 h 1316375"/>
                <a:gd name="connsiteX13-87" fmla="*/ 2808172 w 3076069"/>
                <a:gd name="connsiteY13-88" fmla="*/ 1316375 h 1316375"/>
                <a:gd name="connsiteX14-89" fmla="*/ 1537780 w 3076069"/>
                <a:gd name="connsiteY14-90" fmla="*/ 727041 h 1316375"/>
                <a:gd name="connsiteX0-91" fmla="*/ 1537780 w 3076069"/>
                <a:gd name="connsiteY0-92" fmla="*/ 727041 h 1321259"/>
                <a:gd name="connsiteX1-93" fmla="*/ 313981 w 3076069"/>
                <a:gd name="connsiteY1-94" fmla="*/ 1321259 h 1321259"/>
                <a:gd name="connsiteX2-95" fmla="*/ 0 w 3076069"/>
                <a:gd name="connsiteY2-96" fmla="*/ 1228607 h 1321259"/>
                <a:gd name="connsiteX3-97" fmla="*/ 962613 w 3076069"/>
                <a:gd name="connsiteY3-98" fmla="*/ 837478 h 1321259"/>
                <a:gd name="connsiteX4-99" fmla="*/ 935005 w 3076069"/>
                <a:gd name="connsiteY4-100" fmla="*/ 450949 h 1321259"/>
                <a:gd name="connsiteX5-101" fmla="*/ 212596 w 3076069"/>
                <a:gd name="connsiteY5-102" fmla="*/ 119640 h 1321259"/>
                <a:gd name="connsiteX6-103" fmla="*/ 456466 w 3076069"/>
                <a:gd name="connsiteY6-104" fmla="*/ 50617 h 1321259"/>
                <a:gd name="connsiteX7-105" fmla="*/ 1528577 w 3076069"/>
                <a:gd name="connsiteY7-106" fmla="*/ 501566 h 1321259"/>
                <a:gd name="connsiteX8-107" fmla="*/ 2623695 w 3076069"/>
                <a:gd name="connsiteY8-108" fmla="*/ 0 h 1321259"/>
                <a:gd name="connsiteX9-109" fmla="*/ 2927383 w 3076069"/>
                <a:gd name="connsiteY9-110" fmla="*/ 96632 h 1321259"/>
                <a:gd name="connsiteX10-111" fmla="*/ 2131352 w 3076069"/>
                <a:gd name="connsiteY10-112" fmla="*/ 432543 h 1321259"/>
                <a:gd name="connsiteX11-113" fmla="*/ 2292399 w 3076069"/>
                <a:gd name="connsiteY11-114" fmla="*/ 920305 h 1321259"/>
                <a:gd name="connsiteX12-115" fmla="*/ 3076069 w 3076069"/>
                <a:gd name="connsiteY12-116" fmla="*/ 1228607 h 1321259"/>
                <a:gd name="connsiteX13-117" fmla="*/ 2808172 w 3076069"/>
                <a:gd name="connsiteY13-118" fmla="*/ 1316375 h 1321259"/>
                <a:gd name="connsiteX14-119" fmla="*/ 1537780 w 3076069"/>
                <a:gd name="connsiteY14-120" fmla="*/ 727041 h 1321259"/>
                <a:gd name="connsiteX0-121" fmla="*/ 1537780 w 3076069"/>
                <a:gd name="connsiteY0-122" fmla="*/ 750825 h 1321259"/>
                <a:gd name="connsiteX1-123" fmla="*/ 313981 w 3076069"/>
                <a:gd name="connsiteY1-124" fmla="*/ 1321259 h 1321259"/>
                <a:gd name="connsiteX2-125" fmla="*/ 0 w 3076069"/>
                <a:gd name="connsiteY2-126" fmla="*/ 1228607 h 1321259"/>
                <a:gd name="connsiteX3-127" fmla="*/ 962613 w 3076069"/>
                <a:gd name="connsiteY3-128" fmla="*/ 837478 h 1321259"/>
                <a:gd name="connsiteX4-129" fmla="*/ 935005 w 3076069"/>
                <a:gd name="connsiteY4-130" fmla="*/ 450949 h 1321259"/>
                <a:gd name="connsiteX5-131" fmla="*/ 212596 w 3076069"/>
                <a:gd name="connsiteY5-132" fmla="*/ 119640 h 1321259"/>
                <a:gd name="connsiteX6-133" fmla="*/ 456466 w 3076069"/>
                <a:gd name="connsiteY6-134" fmla="*/ 50617 h 1321259"/>
                <a:gd name="connsiteX7-135" fmla="*/ 1528577 w 3076069"/>
                <a:gd name="connsiteY7-136" fmla="*/ 501566 h 1321259"/>
                <a:gd name="connsiteX8-137" fmla="*/ 2623695 w 3076069"/>
                <a:gd name="connsiteY8-138" fmla="*/ 0 h 1321259"/>
                <a:gd name="connsiteX9-139" fmla="*/ 2927383 w 3076069"/>
                <a:gd name="connsiteY9-140" fmla="*/ 96632 h 1321259"/>
                <a:gd name="connsiteX10-141" fmla="*/ 2131352 w 3076069"/>
                <a:gd name="connsiteY10-142" fmla="*/ 432543 h 1321259"/>
                <a:gd name="connsiteX11-143" fmla="*/ 2292399 w 3076069"/>
                <a:gd name="connsiteY11-144" fmla="*/ 920305 h 1321259"/>
                <a:gd name="connsiteX12-145" fmla="*/ 3076069 w 3076069"/>
                <a:gd name="connsiteY12-146" fmla="*/ 1228607 h 1321259"/>
                <a:gd name="connsiteX13-147" fmla="*/ 2808172 w 3076069"/>
                <a:gd name="connsiteY13-148" fmla="*/ 1316375 h 1321259"/>
                <a:gd name="connsiteX14-149" fmla="*/ 1537780 w 3076069"/>
                <a:gd name="connsiteY14-150" fmla="*/ 750825 h 13212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43" name="Freeform 342"/>
            <p:cNvSpPr/>
            <p:nvPr/>
          </p:nvSpPr>
          <p:spPr bwMode="auto">
            <a:xfrm>
              <a:off x="2103309" y="1633103"/>
              <a:ext cx="661129" cy="111241"/>
            </a:xfrm>
            <a:custGeom>
              <a:avLst/>
              <a:gdLst>
                <a:gd name="T0" fmla="*/ 0 w 3723451"/>
                <a:gd name="T1" fmla="*/ 27215 h 932950"/>
                <a:gd name="T2" fmla="*/ 116330 w 3723451"/>
                <a:gd name="T3" fmla="*/ 321 h 932950"/>
                <a:gd name="T4" fmla="*/ 329508 w 3723451"/>
                <a:gd name="T5" fmla="*/ 62070 h 932950"/>
                <a:gd name="T6" fmla="*/ 532883 w 3723451"/>
                <a:gd name="T7" fmla="*/ 0 h 932950"/>
                <a:gd name="T8" fmla="*/ 661129 w 3723451"/>
                <a:gd name="T9" fmla="*/ 24700 h 932950"/>
                <a:gd name="T10" fmla="*/ 565714 w 3723451"/>
                <a:gd name="T11" fmla="*/ 55072 h 932950"/>
                <a:gd name="T12" fmla="*/ 534995 w 3723451"/>
                <a:gd name="T13" fmla="*/ 46883 h 932950"/>
                <a:gd name="T14" fmla="*/ 333254 w 3723451"/>
                <a:gd name="T15" fmla="*/ 111241 h 932950"/>
                <a:gd name="T16" fmla="*/ 126353 w 3723451"/>
                <a:gd name="T17" fmla="*/ 49251 h 932950"/>
                <a:gd name="T18" fmla="*/ 92901 w 3723451"/>
                <a:gd name="T19" fmla="*/ 55941 h 932950"/>
                <a:gd name="T20" fmla="*/ 0 w 3723451"/>
                <a:gd name="T21" fmla="*/ 27215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44" name="Freeform 343"/>
            <p:cNvSpPr/>
            <p:nvPr/>
          </p:nvSpPr>
          <p:spPr bwMode="auto">
            <a:xfrm>
              <a:off x="2538763" y="1727776"/>
              <a:ext cx="241567" cy="97040"/>
            </a:xfrm>
            <a:custGeom>
              <a:avLst/>
              <a:gdLst>
                <a:gd name="T0" fmla="*/ 0 w 1366596"/>
                <a:gd name="T1" fmla="*/ 0 h 809868"/>
                <a:gd name="T2" fmla="*/ 241567 w 1366596"/>
                <a:gd name="T3" fmla="*/ 74985 h 809868"/>
                <a:gd name="T4" fmla="*/ 152911 w 1366596"/>
                <a:gd name="T5" fmla="*/ 97040 h 809868"/>
                <a:gd name="T6" fmla="*/ 813 w 1366596"/>
                <a:gd name="T7" fmla="*/ 51277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45" name="Freeform 344"/>
            <p:cNvSpPr/>
            <p:nvPr/>
          </p:nvSpPr>
          <p:spPr bwMode="auto">
            <a:xfrm>
              <a:off x="2090595" y="1730144"/>
              <a:ext cx="238387" cy="97039"/>
            </a:xfrm>
            <a:custGeom>
              <a:avLst/>
              <a:gdLst>
                <a:gd name="T0" fmla="*/ 235133 w 1348191"/>
                <a:gd name="T1" fmla="*/ 0 h 791462"/>
                <a:gd name="T2" fmla="*/ 238387 w 1348191"/>
                <a:gd name="T3" fmla="*/ 46827 h 791462"/>
                <a:gd name="T4" fmla="*/ 86242 w 1348191"/>
                <a:gd name="T5" fmla="*/ 97039 h 791462"/>
                <a:gd name="T6" fmla="*/ 0 w 1348191"/>
                <a:gd name="T7" fmla="*/ 75036 h 791462"/>
                <a:gd name="T8" fmla="*/ 235133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cxnSp>
          <p:nvCxnSpPr>
            <p:cNvPr id="346" name="Straight Connector 345"/>
            <p:cNvCxnSpPr>
              <a:cxnSpLocks noChangeShapeType="1"/>
              <a:endCxn id="341" idx="2"/>
            </p:cNvCxnSpPr>
            <p:nvPr/>
          </p:nvCxnSpPr>
          <p:spPr bwMode="auto">
            <a:xfrm flipH="1" flipV="1">
              <a:off x="1871277" y="1737243"/>
              <a:ext cx="3180" cy="12307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7" name="Straight Connector 346"/>
            <p:cNvCxnSpPr>
              <a:cxnSpLocks noChangeShapeType="1"/>
            </p:cNvCxnSpPr>
            <p:nvPr/>
          </p:nvCxnSpPr>
          <p:spPr bwMode="auto">
            <a:xfrm flipH="1" flipV="1">
              <a:off x="2996468" y="1734877"/>
              <a:ext cx="3180" cy="12307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1759" name="Group 347"/>
          <p:cNvGrpSpPr/>
          <p:nvPr/>
        </p:nvGrpSpPr>
        <p:grpSpPr>
          <a:xfrm>
            <a:off x="7265988" y="5613400"/>
            <a:ext cx="565150" cy="293688"/>
            <a:chOff x="1871277" y="1576300"/>
            <a:chExt cx="1128371" cy="437861"/>
          </a:xfrm>
        </p:grpSpPr>
        <p:sp>
          <p:nvSpPr>
            <p:cNvPr id="349" name="Oval 348"/>
            <p:cNvSpPr>
              <a:spLocks noChangeArrowheads="1"/>
            </p:cNvSpPr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50" name="Rectangle 349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51" name="Oval 350"/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52" name="Freeform 351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-1" fmla="*/ 1486231 w 2944854"/>
                <a:gd name="connsiteY0-2" fmla="*/ 727041 h 1316375"/>
                <a:gd name="connsiteX1-3" fmla="*/ 257675 w 2944854"/>
                <a:gd name="connsiteY1-4" fmla="*/ 1302232 h 1316375"/>
                <a:gd name="connsiteX2-5" fmla="*/ 0 w 2944854"/>
                <a:gd name="connsiteY2-6" fmla="*/ 1228607 h 1316375"/>
                <a:gd name="connsiteX3-7" fmla="*/ 911064 w 2944854"/>
                <a:gd name="connsiteY3-8" fmla="*/ 837478 h 1316375"/>
                <a:gd name="connsiteX4-9" fmla="*/ 883456 w 2944854"/>
                <a:gd name="connsiteY4-10" fmla="*/ 450949 h 1316375"/>
                <a:gd name="connsiteX5-11" fmla="*/ 161047 w 2944854"/>
                <a:gd name="connsiteY5-12" fmla="*/ 119640 h 1316375"/>
                <a:gd name="connsiteX6-13" fmla="*/ 404917 w 2944854"/>
                <a:gd name="connsiteY6-14" fmla="*/ 50617 h 1316375"/>
                <a:gd name="connsiteX7-15" fmla="*/ 1477028 w 2944854"/>
                <a:gd name="connsiteY7-16" fmla="*/ 501566 h 1316375"/>
                <a:gd name="connsiteX8-17" fmla="*/ 2572146 w 2944854"/>
                <a:gd name="connsiteY8-18" fmla="*/ 0 h 1316375"/>
                <a:gd name="connsiteX9-19" fmla="*/ 2875834 w 2944854"/>
                <a:gd name="connsiteY9-20" fmla="*/ 96632 h 1316375"/>
                <a:gd name="connsiteX10-21" fmla="*/ 2079803 w 2944854"/>
                <a:gd name="connsiteY10-22" fmla="*/ 432543 h 1316375"/>
                <a:gd name="connsiteX11-23" fmla="*/ 2240850 w 2944854"/>
                <a:gd name="connsiteY11-24" fmla="*/ 920305 h 1316375"/>
                <a:gd name="connsiteX12-25" fmla="*/ 2944854 w 2944854"/>
                <a:gd name="connsiteY12-26" fmla="*/ 1228607 h 1316375"/>
                <a:gd name="connsiteX13-27" fmla="*/ 2756623 w 2944854"/>
                <a:gd name="connsiteY13-28" fmla="*/ 1316375 h 1316375"/>
                <a:gd name="connsiteX14-29" fmla="*/ 1486231 w 2944854"/>
                <a:gd name="connsiteY14-30" fmla="*/ 727041 h 1316375"/>
                <a:gd name="connsiteX0-31" fmla="*/ 1486231 w 3024520"/>
                <a:gd name="connsiteY0-32" fmla="*/ 727041 h 1316375"/>
                <a:gd name="connsiteX1-33" fmla="*/ 257675 w 3024520"/>
                <a:gd name="connsiteY1-34" fmla="*/ 1302232 h 1316375"/>
                <a:gd name="connsiteX2-35" fmla="*/ 0 w 3024520"/>
                <a:gd name="connsiteY2-36" fmla="*/ 1228607 h 1316375"/>
                <a:gd name="connsiteX3-37" fmla="*/ 911064 w 3024520"/>
                <a:gd name="connsiteY3-38" fmla="*/ 837478 h 1316375"/>
                <a:gd name="connsiteX4-39" fmla="*/ 883456 w 3024520"/>
                <a:gd name="connsiteY4-40" fmla="*/ 450949 h 1316375"/>
                <a:gd name="connsiteX5-41" fmla="*/ 161047 w 3024520"/>
                <a:gd name="connsiteY5-42" fmla="*/ 119640 h 1316375"/>
                <a:gd name="connsiteX6-43" fmla="*/ 404917 w 3024520"/>
                <a:gd name="connsiteY6-44" fmla="*/ 50617 h 1316375"/>
                <a:gd name="connsiteX7-45" fmla="*/ 1477028 w 3024520"/>
                <a:gd name="connsiteY7-46" fmla="*/ 501566 h 1316375"/>
                <a:gd name="connsiteX8-47" fmla="*/ 2572146 w 3024520"/>
                <a:gd name="connsiteY8-48" fmla="*/ 0 h 1316375"/>
                <a:gd name="connsiteX9-49" fmla="*/ 2875834 w 3024520"/>
                <a:gd name="connsiteY9-50" fmla="*/ 96632 h 1316375"/>
                <a:gd name="connsiteX10-51" fmla="*/ 2079803 w 3024520"/>
                <a:gd name="connsiteY10-52" fmla="*/ 432543 h 1316375"/>
                <a:gd name="connsiteX11-53" fmla="*/ 2240850 w 3024520"/>
                <a:gd name="connsiteY11-54" fmla="*/ 920305 h 1316375"/>
                <a:gd name="connsiteX12-55" fmla="*/ 3024520 w 3024520"/>
                <a:gd name="connsiteY12-56" fmla="*/ 1228607 h 1316375"/>
                <a:gd name="connsiteX13-57" fmla="*/ 2756623 w 3024520"/>
                <a:gd name="connsiteY13-58" fmla="*/ 1316375 h 1316375"/>
                <a:gd name="connsiteX14-59" fmla="*/ 1486231 w 3024520"/>
                <a:gd name="connsiteY14-60" fmla="*/ 727041 h 1316375"/>
                <a:gd name="connsiteX0-61" fmla="*/ 1537780 w 3076069"/>
                <a:gd name="connsiteY0-62" fmla="*/ 727041 h 1316375"/>
                <a:gd name="connsiteX1-63" fmla="*/ 309224 w 3076069"/>
                <a:gd name="connsiteY1-64" fmla="*/ 1302232 h 1316375"/>
                <a:gd name="connsiteX2-65" fmla="*/ 0 w 3076069"/>
                <a:gd name="connsiteY2-66" fmla="*/ 1228607 h 1316375"/>
                <a:gd name="connsiteX3-67" fmla="*/ 962613 w 3076069"/>
                <a:gd name="connsiteY3-68" fmla="*/ 837478 h 1316375"/>
                <a:gd name="connsiteX4-69" fmla="*/ 935005 w 3076069"/>
                <a:gd name="connsiteY4-70" fmla="*/ 450949 h 1316375"/>
                <a:gd name="connsiteX5-71" fmla="*/ 212596 w 3076069"/>
                <a:gd name="connsiteY5-72" fmla="*/ 119640 h 1316375"/>
                <a:gd name="connsiteX6-73" fmla="*/ 456466 w 3076069"/>
                <a:gd name="connsiteY6-74" fmla="*/ 50617 h 1316375"/>
                <a:gd name="connsiteX7-75" fmla="*/ 1528577 w 3076069"/>
                <a:gd name="connsiteY7-76" fmla="*/ 501566 h 1316375"/>
                <a:gd name="connsiteX8-77" fmla="*/ 2623695 w 3076069"/>
                <a:gd name="connsiteY8-78" fmla="*/ 0 h 1316375"/>
                <a:gd name="connsiteX9-79" fmla="*/ 2927383 w 3076069"/>
                <a:gd name="connsiteY9-80" fmla="*/ 96632 h 1316375"/>
                <a:gd name="connsiteX10-81" fmla="*/ 2131352 w 3076069"/>
                <a:gd name="connsiteY10-82" fmla="*/ 432543 h 1316375"/>
                <a:gd name="connsiteX11-83" fmla="*/ 2292399 w 3076069"/>
                <a:gd name="connsiteY11-84" fmla="*/ 920305 h 1316375"/>
                <a:gd name="connsiteX12-85" fmla="*/ 3076069 w 3076069"/>
                <a:gd name="connsiteY12-86" fmla="*/ 1228607 h 1316375"/>
                <a:gd name="connsiteX13-87" fmla="*/ 2808172 w 3076069"/>
                <a:gd name="connsiteY13-88" fmla="*/ 1316375 h 1316375"/>
                <a:gd name="connsiteX14-89" fmla="*/ 1537780 w 3076069"/>
                <a:gd name="connsiteY14-90" fmla="*/ 727041 h 1316375"/>
                <a:gd name="connsiteX0-91" fmla="*/ 1537780 w 3076069"/>
                <a:gd name="connsiteY0-92" fmla="*/ 727041 h 1321259"/>
                <a:gd name="connsiteX1-93" fmla="*/ 313981 w 3076069"/>
                <a:gd name="connsiteY1-94" fmla="*/ 1321259 h 1321259"/>
                <a:gd name="connsiteX2-95" fmla="*/ 0 w 3076069"/>
                <a:gd name="connsiteY2-96" fmla="*/ 1228607 h 1321259"/>
                <a:gd name="connsiteX3-97" fmla="*/ 962613 w 3076069"/>
                <a:gd name="connsiteY3-98" fmla="*/ 837478 h 1321259"/>
                <a:gd name="connsiteX4-99" fmla="*/ 935005 w 3076069"/>
                <a:gd name="connsiteY4-100" fmla="*/ 450949 h 1321259"/>
                <a:gd name="connsiteX5-101" fmla="*/ 212596 w 3076069"/>
                <a:gd name="connsiteY5-102" fmla="*/ 119640 h 1321259"/>
                <a:gd name="connsiteX6-103" fmla="*/ 456466 w 3076069"/>
                <a:gd name="connsiteY6-104" fmla="*/ 50617 h 1321259"/>
                <a:gd name="connsiteX7-105" fmla="*/ 1528577 w 3076069"/>
                <a:gd name="connsiteY7-106" fmla="*/ 501566 h 1321259"/>
                <a:gd name="connsiteX8-107" fmla="*/ 2623695 w 3076069"/>
                <a:gd name="connsiteY8-108" fmla="*/ 0 h 1321259"/>
                <a:gd name="connsiteX9-109" fmla="*/ 2927383 w 3076069"/>
                <a:gd name="connsiteY9-110" fmla="*/ 96632 h 1321259"/>
                <a:gd name="connsiteX10-111" fmla="*/ 2131352 w 3076069"/>
                <a:gd name="connsiteY10-112" fmla="*/ 432543 h 1321259"/>
                <a:gd name="connsiteX11-113" fmla="*/ 2292399 w 3076069"/>
                <a:gd name="connsiteY11-114" fmla="*/ 920305 h 1321259"/>
                <a:gd name="connsiteX12-115" fmla="*/ 3076069 w 3076069"/>
                <a:gd name="connsiteY12-116" fmla="*/ 1228607 h 1321259"/>
                <a:gd name="connsiteX13-117" fmla="*/ 2808172 w 3076069"/>
                <a:gd name="connsiteY13-118" fmla="*/ 1316375 h 1321259"/>
                <a:gd name="connsiteX14-119" fmla="*/ 1537780 w 3076069"/>
                <a:gd name="connsiteY14-120" fmla="*/ 727041 h 1321259"/>
                <a:gd name="connsiteX0-121" fmla="*/ 1537780 w 3076069"/>
                <a:gd name="connsiteY0-122" fmla="*/ 750825 h 1321259"/>
                <a:gd name="connsiteX1-123" fmla="*/ 313981 w 3076069"/>
                <a:gd name="connsiteY1-124" fmla="*/ 1321259 h 1321259"/>
                <a:gd name="connsiteX2-125" fmla="*/ 0 w 3076069"/>
                <a:gd name="connsiteY2-126" fmla="*/ 1228607 h 1321259"/>
                <a:gd name="connsiteX3-127" fmla="*/ 962613 w 3076069"/>
                <a:gd name="connsiteY3-128" fmla="*/ 837478 h 1321259"/>
                <a:gd name="connsiteX4-129" fmla="*/ 935005 w 3076069"/>
                <a:gd name="connsiteY4-130" fmla="*/ 450949 h 1321259"/>
                <a:gd name="connsiteX5-131" fmla="*/ 212596 w 3076069"/>
                <a:gd name="connsiteY5-132" fmla="*/ 119640 h 1321259"/>
                <a:gd name="connsiteX6-133" fmla="*/ 456466 w 3076069"/>
                <a:gd name="connsiteY6-134" fmla="*/ 50617 h 1321259"/>
                <a:gd name="connsiteX7-135" fmla="*/ 1528577 w 3076069"/>
                <a:gd name="connsiteY7-136" fmla="*/ 501566 h 1321259"/>
                <a:gd name="connsiteX8-137" fmla="*/ 2623695 w 3076069"/>
                <a:gd name="connsiteY8-138" fmla="*/ 0 h 1321259"/>
                <a:gd name="connsiteX9-139" fmla="*/ 2927383 w 3076069"/>
                <a:gd name="connsiteY9-140" fmla="*/ 96632 h 1321259"/>
                <a:gd name="connsiteX10-141" fmla="*/ 2131352 w 3076069"/>
                <a:gd name="connsiteY10-142" fmla="*/ 432543 h 1321259"/>
                <a:gd name="connsiteX11-143" fmla="*/ 2292399 w 3076069"/>
                <a:gd name="connsiteY11-144" fmla="*/ 920305 h 1321259"/>
                <a:gd name="connsiteX12-145" fmla="*/ 3076069 w 3076069"/>
                <a:gd name="connsiteY12-146" fmla="*/ 1228607 h 1321259"/>
                <a:gd name="connsiteX13-147" fmla="*/ 2808172 w 3076069"/>
                <a:gd name="connsiteY13-148" fmla="*/ 1316375 h 1321259"/>
                <a:gd name="connsiteX14-149" fmla="*/ 1537780 w 3076069"/>
                <a:gd name="connsiteY14-150" fmla="*/ 750825 h 13212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53" name="Freeform 352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T0" fmla="*/ 0 w 3723451"/>
                <a:gd name="T1" fmla="*/ 27215 h 932950"/>
                <a:gd name="T2" fmla="*/ 116562 w 3723451"/>
                <a:gd name="T3" fmla="*/ 321 h 932950"/>
                <a:gd name="T4" fmla="*/ 330164 w 3723451"/>
                <a:gd name="T5" fmla="*/ 62070 h 932950"/>
                <a:gd name="T6" fmla="*/ 533943 w 3723451"/>
                <a:gd name="T7" fmla="*/ 0 h 932950"/>
                <a:gd name="T8" fmla="*/ 662444 w 3723451"/>
                <a:gd name="T9" fmla="*/ 24700 h 932950"/>
                <a:gd name="T10" fmla="*/ 566839 w 3723451"/>
                <a:gd name="T11" fmla="*/ 55072 h 932950"/>
                <a:gd name="T12" fmla="*/ 536059 w 3723451"/>
                <a:gd name="T13" fmla="*/ 46883 h 932950"/>
                <a:gd name="T14" fmla="*/ 333917 w 3723451"/>
                <a:gd name="T15" fmla="*/ 111241 h 932950"/>
                <a:gd name="T16" fmla="*/ 126604 w 3723451"/>
                <a:gd name="T17" fmla="*/ 49251 h 932950"/>
                <a:gd name="T18" fmla="*/ 93086 w 3723451"/>
                <a:gd name="T19" fmla="*/ 55941 h 932950"/>
                <a:gd name="T20" fmla="*/ 0 w 3723451"/>
                <a:gd name="T21" fmla="*/ 27215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54" name="Freeform 353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T0" fmla="*/ 0 w 1366596"/>
                <a:gd name="T1" fmla="*/ 0 h 809868"/>
                <a:gd name="T2" fmla="*/ 244057 w 1366596"/>
                <a:gd name="T3" fmla="*/ 74985 h 809868"/>
                <a:gd name="T4" fmla="*/ 154487 w 1366596"/>
                <a:gd name="T5" fmla="*/ 97040 h 809868"/>
                <a:gd name="T6" fmla="*/ 822 w 1366596"/>
                <a:gd name="T7" fmla="*/ 51277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55" name="Freeform 354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T0" fmla="*/ 237599 w 1348191"/>
                <a:gd name="T1" fmla="*/ 0 h 791462"/>
                <a:gd name="T2" fmla="*/ 240888 w 1348191"/>
                <a:gd name="T3" fmla="*/ 46827 h 791462"/>
                <a:gd name="T4" fmla="*/ 87147 w 1348191"/>
                <a:gd name="T5" fmla="*/ 97039 h 791462"/>
                <a:gd name="T6" fmla="*/ 0 w 1348191"/>
                <a:gd name="T7" fmla="*/ 75036 h 791462"/>
                <a:gd name="T8" fmla="*/ 237599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cxnSp>
          <p:nvCxnSpPr>
            <p:cNvPr id="356" name="Straight Connector 355"/>
            <p:cNvCxnSpPr>
              <a:cxnSpLocks noChangeShapeType="1"/>
              <a:endCxn id="351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7" name="Straight Connector 356"/>
            <p:cNvCxnSpPr>
              <a:cxnSpLocks noChangeShapeType="1"/>
            </p:cNvCxnSpPr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4" name="Group 23"/>
          <p:cNvGrpSpPr/>
          <p:nvPr/>
        </p:nvGrpSpPr>
        <p:grpSpPr>
          <a:xfrm>
            <a:off x="3281363" y="2330450"/>
            <a:ext cx="5270500" cy="3805238"/>
            <a:chOff x="1757805" y="2331054"/>
            <a:chExt cx="5270058" cy="3804634"/>
          </a:xfrm>
        </p:grpSpPr>
        <p:sp>
          <p:nvSpPr>
            <p:cNvPr id="268" name="Freeform 267"/>
            <p:cNvSpPr/>
            <p:nvPr/>
          </p:nvSpPr>
          <p:spPr>
            <a:xfrm>
              <a:off x="1776853" y="4829382"/>
              <a:ext cx="1220685" cy="920604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-1" fmla="*/ 139870 w 1040633"/>
                <a:gd name="connsiteY0-2" fmla="*/ 1191723 h 1219697"/>
                <a:gd name="connsiteX1-3" fmla="*/ 0 w 1040633"/>
                <a:gd name="connsiteY1-4" fmla="*/ 0 h 1219697"/>
                <a:gd name="connsiteX2-5" fmla="*/ 1040633 w 1040633"/>
                <a:gd name="connsiteY2-6" fmla="*/ 16785 h 1219697"/>
                <a:gd name="connsiteX3-7" fmla="*/ 833625 w 1040633"/>
                <a:gd name="connsiteY3-8" fmla="*/ 1219697 h 1219697"/>
                <a:gd name="connsiteX4-9" fmla="*/ 139870 w 1040633"/>
                <a:gd name="connsiteY4-10" fmla="*/ 1191723 h 1219697"/>
                <a:gd name="connsiteX0-11" fmla="*/ 139870 w 1040633"/>
                <a:gd name="connsiteY0-12" fmla="*/ 1191723 h 1219697"/>
                <a:gd name="connsiteX1-13" fmla="*/ 0 w 1040633"/>
                <a:gd name="connsiteY1-14" fmla="*/ 0 h 1219697"/>
                <a:gd name="connsiteX2-15" fmla="*/ 1040633 w 1040633"/>
                <a:gd name="connsiteY2-16" fmla="*/ 16785 h 1219697"/>
                <a:gd name="connsiteX3-17" fmla="*/ 833625 w 1040633"/>
                <a:gd name="connsiteY3-18" fmla="*/ 1219697 h 1219697"/>
                <a:gd name="connsiteX4-19" fmla="*/ 139870 w 1040633"/>
                <a:gd name="connsiteY4-20" fmla="*/ 1191723 h 1219697"/>
                <a:gd name="connsiteX0-21" fmla="*/ 139870 w 1040633"/>
                <a:gd name="connsiteY0-22" fmla="*/ 1191723 h 1219697"/>
                <a:gd name="connsiteX1-23" fmla="*/ 0 w 1040633"/>
                <a:gd name="connsiteY1-24" fmla="*/ 0 h 1219697"/>
                <a:gd name="connsiteX2-25" fmla="*/ 1040633 w 1040633"/>
                <a:gd name="connsiteY2-26" fmla="*/ 16785 h 1219697"/>
                <a:gd name="connsiteX3-27" fmla="*/ 833625 w 1040633"/>
                <a:gd name="connsiteY3-28" fmla="*/ 1219697 h 1219697"/>
                <a:gd name="connsiteX4-29" fmla="*/ 139870 w 1040633"/>
                <a:gd name="connsiteY4-30" fmla="*/ 1191723 h 1219697"/>
                <a:gd name="connsiteX0-31" fmla="*/ 139870 w 1040633"/>
                <a:gd name="connsiteY0-32" fmla="*/ 1191723 h 1219697"/>
                <a:gd name="connsiteX1-33" fmla="*/ 0 w 1040633"/>
                <a:gd name="connsiteY1-34" fmla="*/ 0 h 1219697"/>
                <a:gd name="connsiteX2-35" fmla="*/ 1040633 w 1040633"/>
                <a:gd name="connsiteY2-36" fmla="*/ 16785 h 1219697"/>
                <a:gd name="connsiteX3-37" fmla="*/ 833625 w 1040633"/>
                <a:gd name="connsiteY3-38" fmla="*/ 1219697 h 1219697"/>
                <a:gd name="connsiteX4-39" fmla="*/ 139870 w 1040633"/>
                <a:gd name="connsiteY4-40" fmla="*/ 1191723 h 1219697"/>
                <a:gd name="connsiteX0-41" fmla="*/ 139870 w 1040633"/>
                <a:gd name="connsiteY0-42" fmla="*/ 1191723 h 1219697"/>
                <a:gd name="connsiteX1-43" fmla="*/ 0 w 1040633"/>
                <a:gd name="connsiteY1-44" fmla="*/ 0 h 1219697"/>
                <a:gd name="connsiteX2-45" fmla="*/ 1040633 w 1040633"/>
                <a:gd name="connsiteY2-46" fmla="*/ 16785 h 1219697"/>
                <a:gd name="connsiteX3-47" fmla="*/ 833625 w 1040633"/>
                <a:gd name="connsiteY3-48" fmla="*/ 1219697 h 1219697"/>
                <a:gd name="connsiteX4-49" fmla="*/ 418712 w 1040633"/>
                <a:gd name="connsiteY4-50" fmla="*/ 1189324 h 1219697"/>
                <a:gd name="connsiteX5" fmla="*/ 139870 w 1040633"/>
                <a:gd name="connsiteY5" fmla="*/ 1191723 h 1219697"/>
                <a:gd name="connsiteX0-51" fmla="*/ 139870 w 1040633"/>
                <a:gd name="connsiteY0-52" fmla="*/ 1191723 h 1355926"/>
                <a:gd name="connsiteX1-53" fmla="*/ 0 w 1040633"/>
                <a:gd name="connsiteY1-54" fmla="*/ 0 h 1355926"/>
                <a:gd name="connsiteX2-55" fmla="*/ 1040633 w 1040633"/>
                <a:gd name="connsiteY2-56" fmla="*/ 16785 h 1355926"/>
                <a:gd name="connsiteX3-57" fmla="*/ 833625 w 1040633"/>
                <a:gd name="connsiteY3-58" fmla="*/ 1219697 h 1355926"/>
                <a:gd name="connsiteX4-59" fmla="*/ 139870 w 1040633"/>
                <a:gd name="connsiteY4-60" fmla="*/ 1191723 h 1355926"/>
                <a:gd name="connsiteX0-61" fmla="*/ 139870 w 1040633"/>
                <a:gd name="connsiteY0-62" fmla="*/ 1191723 h 1289901"/>
                <a:gd name="connsiteX1-63" fmla="*/ 0 w 1040633"/>
                <a:gd name="connsiteY1-64" fmla="*/ 0 h 1289901"/>
                <a:gd name="connsiteX2-65" fmla="*/ 1040633 w 1040633"/>
                <a:gd name="connsiteY2-66" fmla="*/ 16785 h 1289901"/>
                <a:gd name="connsiteX3-67" fmla="*/ 833625 w 1040633"/>
                <a:gd name="connsiteY3-68" fmla="*/ 1219697 h 1289901"/>
                <a:gd name="connsiteX4-69" fmla="*/ 139870 w 1040633"/>
                <a:gd name="connsiteY4-70" fmla="*/ 1191723 h 1289901"/>
                <a:gd name="connsiteX0-71" fmla="*/ 139870 w 1040633"/>
                <a:gd name="connsiteY0-72" fmla="*/ 1191723 h 1219697"/>
                <a:gd name="connsiteX1-73" fmla="*/ 0 w 1040633"/>
                <a:gd name="connsiteY1-74" fmla="*/ 0 h 1219697"/>
                <a:gd name="connsiteX2-75" fmla="*/ 1040633 w 1040633"/>
                <a:gd name="connsiteY2-76" fmla="*/ 16785 h 1219697"/>
                <a:gd name="connsiteX3-77" fmla="*/ 833625 w 1040633"/>
                <a:gd name="connsiteY3-78" fmla="*/ 1219697 h 1219697"/>
                <a:gd name="connsiteX4-79" fmla="*/ 139870 w 1040633"/>
                <a:gd name="connsiteY4-80" fmla="*/ 1191723 h 1219697"/>
                <a:gd name="connsiteX0-81" fmla="*/ 139870 w 1040633"/>
                <a:gd name="connsiteY0-82" fmla="*/ 1191723 h 1191723"/>
                <a:gd name="connsiteX1-83" fmla="*/ 0 w 1040633"/>
                <a:gd name="connsiteY1-84" fmla="*/ 0 h 1191723"/>
                <a:gd name="connsiteX2-85" fmla="*/ 1040633 w 1040633"/>
                <a:gd name="connsiteY2-86" fmla="*/ 16785 h 1191723"/>
                <a:gd name="connsiteX3-87" fmla="*/ 671988 w 1040633"/>
                <a:gd name="connsiteY3-88" fmla="*/ 1158121 h 1191723"/>
                <a:gd name="connsiteX4-89" fmla="*/ 139870 w 1040633"/>
                <a:gd name="connsiteY4-90" fmla="*/ 1191723 h 1191723"/>
                <a:gd name="connsiteX0-91" fmla="*/ 363082 w 1040633"/>
                <a:gd name="connsiteY0-92" fmla="*/ 1160935 h 1160935"/>
                <a:gd name="connsiteX1-93" fmla="*/ 0 w 1040633"/>
                <a:gd name="connsiteY1-94" fmla="*/ 0 h 1160935"/>
                <a:gd name="connsiteX2-95" fmla="*/ 1040633 w 1040633"/>
                <a:gd name="connsiteY2-96" fmla="*/ 16785 h 1160935"/>
                <a:gd name="connsiteX3-97" fmla="*/ 671988 w 1040633"/>
                <a:gd name="connsiteY3-98" fmla="*/ 1158121 h 1160935"/>
                <a:gd name="connsiteX4-99" fmla="*/ 363082 w 1040633"/>
                <a:gd name="connsiteY4-100" fmla="*/ 1160935 h 1160935"/>
                <a:gd name="connsiteX0-101" fmla="*/ 363082 w 1040633"/>
                <a:gd name="connsiteY0-102" fmla="*/ 1160935 h 1160935"/>
                <a:gd name="connsiteX1-103" fmla="*/ 0 w 1040633"/>
                <a:gd name="connsiteY1-104" fmla="*/ 0 h 1160935"/>
                <a:gd name="connsiteX2-105" fmla="*/ 1040633 w 1040633"/>
                <a:gd name="connsiteY2-106" fmla="*/ 16785 h 1160935"/>
                <a:gd name="connsiteX3-107" fmla="*/ 671988 w 1040633"/>
                <a:gd name="connsiteY3-108" fmla="*/ 1158121 h 1160935"/>
                <a:gd name="connsiteX4-109" fmla="*/ 363082 w 1040633"/>
                <a:gd name="connsiteY4-110" fmla="*/ 1160935 h 1160935"/>
                <a:gd name="connsiteX0-111" fmla="*/ 363082 w 1040633"/>
                <a:gd name="connsiteY0-112" fmla="*/ 1160935 h 1160935"/>
                <a:gd name="connsiteX1-113" fmla="*/ 0 w 1040633"/>
                <a:gd name="connsiteY1-114" fmla="*/ 0 h 1160935"/>
                <a:gd name="connsiteX2-115" fmla="*/ 1040633 w 1040633"/>
                <a:gd name="connsiteY2-116" fmla="*/ 16785 h 1160935"/>
                <a:gd name="connsiteX3-117" fmla="*/ 671988 w 1040633"/>
                <a:gd name="connsiteY3-118" fmla="*/ 1158121 h 1160935"/>
                <a:gd name="connsiteX4-119" fmla="*/ 363082 w 1040633"/>
                <a:gd name="connsiteY4-120" fmla="*/ 1160935 h 1160935"/>
                <a:gd name="connsiteX0-121" fmla="*/ 363082 w 1040633"/>
                <a:gd name="connsiteY0-122" fmla="*/ 1160935 h 1160935"/>
                <a:gd name="connsiteX1-123" fmla="*/ 0 w 1040633"/>
                <a:gd name="connsiteY1-124" fmla="*/ 0 h 1160935"/>
                <a:gd name="connsiteX2-125" fmla="*/ 1040633 w 1040633"/>
                <a:gd name="connsiteY2-126" fmla="*/ 16785 h 1160935"/>
                <a:gd name="connsiteX3-127" fmla="*/ 671988 w 1040633"/>
                <a:gd name="connsiteY3-128" fmla="*/ 1158121 h 1160935"/>
                <a:gd name="connsiteX4-129" fmla="*/ 363082 w 1040633"/>
                <a:gd name="connsiteY4-130" fmla="*/ 1160935 h 1160935"/>
                <a:gd name="connsiteX0-131" fmla="*/ 363082 w 1040633"/>
                <a:gd name="connsiteY0-132" fmla="*/ 1160935 h 1160935"/>
                <a:gd name="connsiteX1-133" fmla="*/ 0 w 1040633"/>
                <a:gd name="connsiteY1-134" fmla="*/ 0 h 1160935"/>
                <a:gd name="connsiteX2-135" fmla="*/ 1040633 w 1040633"/>
                <a:gd name="connsiteY2-136" fmla="*/ 16785 h 1160935"/>
                <a:gd name="connsiteX3-137" fmla="*/ 671988 w 1040633"/>
                <a:gd name="connsiteY3-138" fmla="*/ 1158121 h 1160935"/>
                <a:gd name="connsiteX4-139" fmla="*/ 363082 w 1040633"/>
                <a:gd name="connsiteY4-140" fmla="*/ 1160935 h 1160935"/>
                <a:gd name="connsiteX0-141" fmla="*/ 363082 w 1040633"/>
                <a:gd name="connsiteY0-142" fmla="*/ 1160935 h 1160935"/>
                <a:gd name="connsiteX1-143" fmla="*/ 0 w 1040633"/>
                <a:gd name="connsiteY1-144" fmla="*/ 0 h 1160935"/>
                <a:gd name="connsiteX2-145" fmla="*/ 1040633 w 1040633"/>
                <a:gd name="connsiteY2-146" fmla="*/ 16785 h 1160935"/>
                <a:gd name="connsiteX3-147" fmla="*/ 671988 w 1040633"/>
                <a:gd name="connsiteY3-148" fmla="*/ 1158121 h 1160935"/>
                <a:gd name="connsiteX4-149" fmla="*/ 363082 w 1040633"/>
                <a:gd name="connsiteY4-150" fmla="*/ 1160935 h 1160935"/>
                <a:gd name="connsiteX0-151" fmla="*/ 363082 w 1040633"/>
                <a:gd name="connsiteY0-152" fmla="*/ 1160935 h 1160935"/>
                <a:gd name="connsiteX1-153" fmla="*/ 0 w 1040633"/>
                <a:gd name="connsiteY1-154" fmla="*/ 0 h 1160935"/>
                <a:gd name="connsiteX2-155" fmla="*/ 1040633 w 1040633"/>
                <a:gd name="connsiteY2-156" fmla="*/ 16785 h 1160935"/>
                <a:gd name="connsiteX3-157" fmla="*/ 671988 w 1040633"/>
                <a:gd name="connsiteY3-158" fmla="*/ 1158121 h 1160935"/>
                <a:gd name="connsiteX4-159" fmla="*/ 363082 w 1040633"/>
                <a:gd name="connsiteY4-160" fmla="*/ 1160935 h 1160935"/>
                <a:gd name="connsiteX0-161" fmla="*/ 363082 w 1040633"/>
                <a:gd name="connsiteY0-162" fmla="*/ 1160935 h 1160935"/>
                <a:gd name="connsiteX1-163" fmla="*/ 0 w 1040633"/>
                <a:gd name="connsiteY1-164" fmla="*/ 0 h 1160935"/>
                <a:gd name="connsiteX2-165" fmla="*/ 1040633 w 1040633"/>
                <a:gd name="connsiteY2-166" fmla="*/ 16785 h 1160935"/>
                <a:gd name="connsiteX3-167" fmla="*/ 569478 w 1040633"/>
                <a:gd name="connsiteY3-168" fmla="*/ 1158121 h 1160935"/>
                <a:gd name="connsiteX4-169" fmla="*/ 363082 w 1040633"/>
                <a:gd name="connsiteY4-170" fmla="*/ 1160935 h 1160935"/>
                <a:gd name="connsiteX0-171" fmla="*/ 363082 w 1040633"/>
                <a:gd name="connsiteY0-172" fmla="*/ 1160935 h 1160935"/>
                <a:gd name="connsiteX1-173" fmla="*/ 0 w 1040633"/>
                <a:gd name="connsiteY1-174" fmla="*/ 0 h 1160935"/>
                <a:gd name="connsiteX2-175" fmla="*/ 1040633 w 1040633"/>
                <a:gd name="connsiteY2-176" fmla="*/ 16785 h 1160935"/>
                <a:gd name="connsiteX3-177" fmla="*/ 569478 w 1040633"/>
                <a:gd name="connsiteY3-178" fmla="*/ 1158121 h 1160935"/>
                <a:gd name="connsiteX4-179" fmla="*/ 363082 w 1040633"/>
                <a:gd name="connsiteY4-180" fmla="*/ 1160935 h 1160935"/>
                <a:gd name="connsiteX0-181" fmla="*/ 448507 w 1040633"/>
                <a:gd name="connsiteY0-182" fmla="*/ 1160935 h 1160935"/>
                <a:gd name="connsiteX1-183" fmla="*/ 0 w 1040633"/>
                <a:gd name="connsiteY1-184" fmla="*/ 0 h 1160935"/>
                <a:gd name="connsiteX2-185" fmla="*/ 1040633 w 1040633"/>
                <a:gd name="connsiteY2-186" fmla="*/ 16785 h 1160935"/>
                <a:gd name="connsiteX3-187" fmla="*/ 569478 w 1040633"/>
                <a:gd name="connsiteY3-188" fmla="*/ 1158121 h 1160935"/>
                <a:gd name="connsiteX4-189" fmla="*/ 448507 w 1040633"/>
                <a:gd name="connsiteY4-190" fmla="*/ 1160935 h 1160935"/>
                <a:gd name="connsiteX0-191" fmla="*/ 448507 w 1040633"/>
                <a:gd name="connsiteY0-192" fmla="*/ 1160935 h 1160935"/>
                <a:gd name="connsiteX1-193" fmla="*/ 0 w 1040633"/>
                <a:gd name="connsiteY1-194" fmla="*/ 0 h 1160935"/>
                <a:gd name="connsiteX2-195" fmla="*/ 1040633 w 1040633"/>
                <a:gd name="connsiteY2-196" fmla="*/ 16785 h 1160935"/>
                <a:gd name="connsiteX3-197" fmla="*/ 569478 w 1040633"/>
                <a:gd name="connsiteY3-198" fmla="*/ 1158121 h 1160935"/>
                <a:gd name="connsiteX4-199" fmla="*/ 448507 w 1040633"/>
                <a:gd name="connsiteY4-200" fmla="*/ 1160935 h 1160935"/>
                <a:gd name="connsiteX0-201" fmla="*/ 448507 w 1040633"/>
                <a:gd name="connsiteY0-202" fmla="*/ 1160935 h 1160935"/>
                <a:gd name="connsiteX1-203" fmla="*/ 0 w 1040633"/>
                <a:gd name="connsiteY1-204" fmla="*/ 0 h 1160935"/>
                <a:gd name="connsiteX2-205" fmla="*/ 1040633 w 1040633"/>
                <a:gd name="connsiteY2-206" fmla="*/ 16785 h 1160935"/>
                <a:gd name="connsiteX3-207" fmla="*/ 569478 w 1040633"/>
                <a:gd name="connsiteY3-208" fmla="*/ 1158121 h 1160935"/>
                <a:gd name="connsiteX4-209" fmla="*/ 448507 w 1040633"/>
                <a:gd name="connsiteY4-210" fmla="*/ 1160935 h 1160935"/>
                <a:gd name="connsiteX0-211" fmla="*/ 448507 w 1325315"/>
                <a:gd name="connsiteY0-212" fmla="*/ 1160935 h 1160935"/>
                <a:gd name="connsiteX1-213" fmla="*/ 0 w 1325315"/>
                <a:gd name="connsiteY1-214" fmla="*/ 0 h 1160935"/>
                <a:gd name="connsiteX2-215" fmla="*/ 1040633 w 1325315"/>
                <a:gd name="connsiteY2-216" fmla="*/ 16785 h 1160935"/>
                <a:gd name="connsiteX3-217" fmla="*/ 1214315 w 1325315"/>
                <a:gd name="connsiteY3-218" fmla="*/ 1064597 h 1160935"/>
                <a:gd name="connsiteX4-219" fmla="*/ 448507 w 1325315"/>
                <a:gd name="connsiteY4-220" fmla="*/ 1160935 h 1160935"/>
                <a:gd name="connsiteX0-221" fmla="*/ 448507 w 1214315"/>
                <a:gd name="connsiteY0-222" fmla="*/ 1160935 h 1160935"/>
                <a:gd name="connsiteX1-223" fmla="*/ 0 w 1214315"/>
                <a:gd name="connsiteY1-224" fmla="*/ 0 h 1160935"/>
                <a:gd name="connsiteX2-225" fmla="*/ 1040633 w 1214315"/>
                <a:gd name="connsiteY2-226" fmla="*/ 16785 h 1160935"/>
                <a:gd name="connsiteX3-227" fmla="*/ 1214315 w 1214315"/>
                <a:gd name="connsiteY3-228" fmla="*/ 1064597 h 1160935"/>
                <a:gd name="connsiteX4-229" fmla="*/ 448507 w 1214315"/>
                <a:gd name="connsiteY4-230" fmla="*/ 1160935 h 1160935"/>
                <a:gd name="connsiteX0-231" fmla="*/ 448507 w 1214315"/>
                <a:gd name="connsiteY0-232" fmla="*/ 1160935 h 1160935"/>
                <a:gd name="connsiteX1-233" fmla="*/ 0 w 1214315"/>
                <a:gd name="connsiteY1-234" fmla="*/ 0 h 1160935"/>
                <a:gd name="connsiteX2-235" fmla="*/ 1040633 w 1214315"/>
                <a:gd name="connsiteY2-236" fmla="*/ 16785 h 1160935"/>
                <a:gd name="connsiteX3-237" fmla="*/ 1214315 w 1214315"/>
                <a:gd name="connsiteY3-238" fmla="*/ 1064597 h 1160935"/>
                <a:gd name="connsiteX4-239" fmla="*/ 448507 w 1214315"/>
                <a:gd name="connsiteY4-240" fmla="*/ 1160935 h 1160935"/>
                <a:gd name="connsiteX0-241" fmla="*/ 1053964 w 1214315"/>
                <a:gd name="connsiteY0-242" fmla="*/ 1136323 h 1136323"/>
                <a:gd name="connsiteX1-243" fmla="*/ 0 w 1214315"/>
                <a:gd name="connsiteY1-244" fmla="*/ 0 h 1136323"/>
                <a:gd name="connsiteX2-245" fmla="*/ 1040633 w 1214315"/>
                <a:gd name="connsiteY2-246" fmla="*/ 16785 h 1136323"/>
                <a:gd name="connsiteX3-247" fmla="*/ 1214315 w 1214315"/>
                <a:gd name="connsiteY3-248" fmla="*/ 1064597 h 1136323"/>
                <a:gd name="connsiteX4-249" fmla="*/ 1053964 w 1214315"/>
                <a:gd name="connsiteY4-250" fmla="*/ 1136323 h 1136323"/>
                <a:gd name="connsiteX0-251" fmla="*/ 1053964 w 1214315"/>
                <a:gd name="connsiteY0-252" fmla="*/ 1136323 h 1136323"/>
                <a:gd name="connsiteX1-253" fmla="*/ 0 w 1214315"/>
                <a:gd name="connsiteY1-254" fmla="*/ 0 h 1136323"/>
                <a:gd name="connsiteX2-255" fmla="*/ 1040633 w 1214315"/>
                <a:gd name="connsiteY2-256" fmla="*/ 16785 h 1136323"/>
                <a:gd name="connsiteX3-257" fmla="*/ 1214315 w 1214315"/>
                <a:gd name="connsiteY3-258" fmla="*/ 1064597 h 1136323"/>
                <a:gd name="connsiteX4-259" fmla="*/ 1053964 w 1214315"/>
                <a:gd name="connsiteY4-260" fmla="*/ 1136323 h 1136323"/>
                <a:gd name="connsiteX0-261" fmla="*/ 1053964 w 1214315"/>
                <a:gd name="connsiteY0-262" fmla="*/ 1136323 h 1136323"/>
                <a:gd name="connsiteX1-263" fmla="*/ 0 w 1214315"/>
                <a:gd name="connsiteY1-264" fmla="*/ 0 h 1136323"/>
                <a:gd name="connsiteX2-265" fmla="*/ 1040633 w 1214315"/>
                <a:gd name="connsiteY2-266" fmla="*/ 16785 h 1136323"/>
                <a:gd name="connsiteX3-267" fmla="*/ 1214315 w 1214315"/>
                <a:gd name="connsiteY3-268" fmla="*/ 1064597 h 1136323"/>
                <a:gd name="connsiteX4-269" fmla="*/ 1053964 w 1214315"/>
                <a:gd name="connsiteY4-270" fmla="*/ 1136323 h 1136323"/>
                <a:gd name="connsiteX0-271" fmla="*/ 1060159 w 1220510"/>
                <a:gd name="connsiteY0-272" fmla="*/ 1119627 h 1119627"/>
                <a:gd name="connsiteX1-273" fmla="*/ 0 w 1220510"/>
                <a:gd name="connsiteY1-274" fmla="*/ 249694 h 1119627"/>
                <a:gd name="connsiteX2-275" fmla="*/ 1046828 w 1220510"/>
                <a:gd name="connsiteY2-276" fmla="*/ 89 h 1119627"/>
                <a:gd name="connsiteX3-277" fmla="*/ 1220510 w 1220510"/>
                <a:gd name="connsiteY3-278" fmla="*/ 1047901 h 1119627"/>
                <a:gd name="connsiteX4-279" fmla="*/ 1060159 w 1220510"/>
                <a:gd name="connsiteY4-280" fmla="*/ 1119627 h 1119627"/>
                <a:gd name="connsiteX0-281" fmla="*/ 1060159 w 1220510"/>
                <a:gd name="connsiteY0-282" fmla="*/ 1119627 h 1119627"/>
                <a:gd name="connsiteX1-283" fmla="*/ 0 w 1220510"/>
                <a:gd name="connsiteY1-284" fmla="*/ 249694 h 1119627"/>
                <a:gd name="connsiteX2-285" fmla="*/ 1046828 w 1220510"/>
                <a:gd name="connsiteY2-286" fmla="*/ 89 h 1119627"/>
                <a:gd name="connsiteX3-287" fmla="*/ 1220510 w 1220510"/>
                <a:gd name="connsiteY3-288" fmla="*/ 1047901 h 1119627"/>
                <a:gd name="connsiteX4-289" fmla="*/ 1060159 w 1220510"/>
                <a:gd name="connsiteY4-290" fmla="*/ 1119627 h 1119627"/>
                <a:gd name="connsiteX0-291" fmla="*/ 1060159 w 1220510"/>
                <a:gd name="connsiteY0-292" fmla="*/ 1119627 h 1119627"/>
                <a:gd name="connsiteX1-293" fmla="*/ 0 w 1220510"/>
                <a:gd name="connsiteY1-294" fmla="*/ 249694 h 1119627"/>
                <a:gd name="connsiteX2-295" fmla="*/ 1046828 w 1220510"/>
                <a:gd name="connsiteY2-296" fmla="*/ 89 h 1119627"/>
                <a:gd name="connsiteX3-297" fmla="*/ 1220510 w 1220510"/>
                <a:gd name="connsiteY3-298" fmla="*/ 1047901 h 1119627"/>
                <a:gd name="connsiteX4-299" fmla="*/ 1060159 w 1220510"/>
                <a:gd name="connsiteY4-300" fmla="*/ 1119627 h 1119627"/>
                <a:gd name="connsiteX0-301" fmla="*/ 1060159 w 1220510"/>
                <a:gd name="connsiteY0-302" fmla="*/ 921649 h 921649"/>
                <a:gd name="connsiteX1-303" fmla="*/ 0 w 1220510"/>
                <a:gd name="connsiteY1-304" fmla="*/ 51716 h 921649"/>
                <a:gd name="connsiteX2-305" fmla="*/ 1059218 w 1220510"/>
                <a:gd name="connsiteY2-306" fmla="*/ 355 h 921649"/>
                <a:gd name="connsiteX3-307" fmla="*/ 1220510 w 1220510"/>
                <a:gd name="connsiteY3-308" fmla="*/ 849923 h 921649"/>
                <a:gd name="connsiteX4-309" fmla="*/ 1060159 w 1220510"/>
                <a:gd name="connsiteY4-310" fmla="*/ 921649 h 921649"/>
                <a:gd name="connsiteX0-311" fmla="*/ 1060159 w 1220510"/>
                <a:gd name="connsiteY0-312" fmla="*/ 921649 h 921649"/>
                <a:gd name="connsiteX1-313" fmla="*/ 0 w 1220510"/>
                <a:gd name="connsiteY1-314" fmla="*/ 51716 h 921649"/>
                <a:gd name="connsiteX2-315" fmla="*/ 1059218 w 1220510"/>
                <a:gd name="connsiteY2-316" fmla="*/ 355 h 921649"/>
                <a:gd name="connsiteX3-317" fmla="*/ 1220510 w 1220510"/>
                <a:gd name="connsiteY3-318" fmla="*/ 849923 h 921649"/>
                <a:gd name="connsiteX4-319" fmla="*/ 1060159 w 1220510"/>
                <a:gd name="connsiteY4-320" fmla="*/ 921649 h 921649"/>
                <a:gd name="connsiteX0-321" fmla="*/ 1060159 w 1220510"/>
                <a:gd name="connsiteY0-322" fmla="*/ 921649 h 921649"/>
                <a:gd name="connsiteX1-323" fmla="*/ 0 w 1220510"/>
                <a:gd name="connsiteY1-324" fmla="*/ 51716 h 921649"/>
                <a:gd name="connsiteX2-325" fmla="*/ 1059218 w 1220510"/>
                <a:gd name="connsiteY2-326" fmla="*/ 355 h 921649"/>
                <a:gd name="connsiteX3-327" fmla="*/ 1220510 w 1220510"/>
                <a:gd name="connsiteY3-328" fmla="*/ 849923 h 921649"/>
                <a:gd name="connsiteX4-329" fmla="*/ 1060159 w 1220510"/>
                <a:gd name="connsiteY4-330" fmla="*/ 921649 h 92164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220510" h="921649">
                  <a:moveTo>
                    <a:pt x="1060159" y="921649"/>
                  </a:moveTo>
                  <a:cubicBezTo>
                    <a:pt x="166591" y="183345"/>
                    <a:pt x="908943" y="790884"/>
                    <a:pt x="0" y="51716"/>
                  </a:cubicBezTo>
                  <a:cubicBezTo>
                    <a:pt x="346878" y="57311"/>
                    <a:pt x="712340" y="-5240"/>
                    <a:pt x="1059218" y="355"/>
                  </a:cubicBezTo>
                  <a:cubicBezTo>
                    <a:pt x="1192967" y="751903"/>
                    <a:pt x="1090859" y="157699"/>
                    <a:pt x="1220510" y="849923"/>
                  </a:cubicBezTo>
                  <a:cubicBezTo>
                    <a:pt x="1126090" y="855456"/>
                    <a:pt x="1222187" y="863235"/>
                    <a:pt x="1060159" y="92164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272" name="Freeform 271"/>
            <p:cNvSpPr/>
            <p:nvPr/>
          </p:nvSpPr>
          <p:spPr>
            <a:xfrm>
              <a:off x="6102428" y="4916682"/>
              <a:ext cx="925435" cy="757117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-1" fmla="*/ 139870 w 1040633"/>
                <a:gd name="connsiteY0-2" fmla="*/ 1191723 h 1219697"/>
                <a:gd name="connsiteX1-3" fmla="*/ 0 w 1040633"/>
                <a:gd name="connsiteY1-4" fmla="*/ 0 h 1219697"/>
                <a:gd name="connsiteX2-5" fmla="*/ 1040633 w 1040633"/>
                <a:gd name="connsiteY2-6" fmla="*/ 16785 h 1219697"/>
                <a:gd name="connsiteX3-7" fmla="*/ 833625 w 1040633"/>
                <a:gd name="connsiteY3-8" fmla="*/ 1219697 h 1219697"/>
                <a:gd name="connsiteX4-9" fmla="*/ 139870 w 1040633"/>
                <a:gd name="connsiteY4-10" fmla="*/ 1191723 h 1219697"/>
                <a:gd name="connsiteX0-11" fmla="*/ 139870 w 1040633"/>
                <a:gd name="connsiteY0-12" fmla="*/ 1191723 h 1219697"/>
                <a:gd name="connsiteX1-13" fmla="*/ 0 w 1040633"/>
                <a:gd name="connsiteY1-14" fmla="*/ 0 h 1219697"/>
                <a:gd name="connsiteX2-15" fmla="*/ 1040633 w 1040633"/>
                <a:gd name="connsiteY2-16" fmla="*/ 16785 h 1219697"/>
                <a:gd name="connsiteX3-17" fmla="*/ 833625 w 1040633"/>
                <a:gd name="connsiteY3-18" fmla="*/ 1219697 h 1219697"/>
                <a:gd name="connsiteX4-19" fmla="*/ 139870 w 1040633"/>
                <a:gd name="connsiteY4-20" fmla="*/ 1191723 h 1219697"/>
                <a:gd name="connsiteX0-21" fmla="*/ 139870 w 1040633"/>
                <a:gd name="connsiteY0-22" fmla="*/ 1191723 h 1219697"/>
                <a:gd name="connsiteX1-23" fmla="*/ 0 w 1040633"/>
                <a:gd name="connsiteY1-24" fmla="*/ 0 h 1219697"/>
                <a:gd name="connsiteX2-25" fmla="*/ 1040633 w 1040633"/>
                <a:gd name="connsiteY2-26" fmla="*/ 16785 h 1219697"/>
                <a:gd name="connsiteX3-27" fmla="*/ 833625 w 1040633"/>
                <a:gd name="connsiteY3-28" fmla="*/ 1219697 h 1219697"/>
                <a:gd name="connsiteX4-29" fmla="*/ 139870 w 1040633"/>
                <a:gd name="connsiteY4-30" fmla="*/ 1191723 h 1219697"/>
                <a:gd name="connsiteX0-31" fmla="*/ 139870 w 1040633"/>
                <a:gd name="connsiteY0-32" fmla="*/ 1191723 h 1219697"/>
                <a:gd name="connsiteX1-33" fmla="*/ 0 w 1040633"/>
                <a:gd name="connsiteY1-34" fmla="*/ 0 h 1219697"/>
                <a:gd name="connsiteX2-35" fmla="*/ 1040633 w 1040633"/>
                <a:gd name="connsiteY2-36" fmla="*/ 16785 h 1219697"/>
                <a:gd name="connsiteX3-37" fmla="*/ 833625 w 1040633"/>
                <a:gd name="connsiteY3-38" fmla="*/ 1219697 h 1219697"/>
                <a:gd name="connsiteX4-39" fmla="*/ 139870 w 1040633"/>
                <a:gd name="connsiteY4-40" fmla="*/ 1191723 h 1219697"/>
                <a:gd name="connsiteX0-41" fmla="*/ 139870 w 1040633"/>
                <a:gd name="connsiteY0-42" fmla="*/ 1191723 h 1219697"/>
                <a:gd name="connsiteX1-43" fmla="*/ 0 w 1040633"/>
                <a:gd name="connsiteY1-44" fmla="*/ 0 h 1219697"/>
                <a:gd name="connsiteX2-45" fmla="*/ 1040633 w 1040633"/>
                <a:gd name="connsiteY2-46" fmla="*/ 16785 h 1219697"/>
                <a:gd name="connsiteX3-47" fmla="*/ 833625 w 1040633"/>
                <a:gd name="connsiteY3-48" fmla="*/ 1219697 h 1219697"/>
                <a:gd name="connsiteX4-49" fmla="*/ 418712 w 1040633"/>
                <a:gd name="connsiteY4-50" fmla="*/ 1189324 h 1219697"/>
                <a:gd name="connsiteX5" fmla="*/ 139870 w 1040633"/>
                <a:gd name="connsiteY5" fmla="*/ 1191723 h 1219697"/>
                <a:gd name="connsiteX0-51" fmla="*/ 139870 w 1040633"/>
                <a:gd name="connsiteY0-52" fmla="*/ 1191723 h 1355926"/>
                <a:gd name="connsiteX1-53" fmla="*/ 0 w 1040633"/>
                <a:gd name="connsiteY1-54" fmla="*/ 0 h 1355926"/>
                <a:gd name="connsiteX2-55" fmla="*/ 1040633 w 1040633"/>
                <a:gd name="connsiteY2-56" fmla="*/ 16785 h 1355926"/>
                <a:gd name="connsiteX3-57" fmla="*/ 833625 w 1040633"/>
                <a:gd name="connsiteY3-58" fmla="*/ 1219697 h 1355926"/>
                <a:gd name="connsiteX4-59" fmla="*/ 139870 w 1040633"/>
                <a:gd name="connsiteY4-60" fmla="*/ 1191723 h 1355926"/>
                <a:gd name="connsiteX0-61" fmla="*/ 139870 w 1040633"/>
                <a:gd name="connsiteY0-62" fmla="*/ 1191723 h 1289901"/>
                <a:gd name="connsiteX1-63" fmla="*/ 0 w 1040633"/>
                <a:gd name="connsiteY1-64" fmla="*/ 0 h 1289901"/>
                <a:gd name="connsiteX2-65" fmla="*/ 1040633 w 1040633"/>
                <a:gd name="connsiteY2-66" fmla="*/ 16785 h 1289901"/>
                <a:gd name="connsiteX3-67" fmla="*/ 833625 w 1040633"/>
                <a:gd name="connsiteY3-68" fmla="*/ 1219697 h 1289901"/>
                <a:gd name="connsiteX4-69" fmla="*/ 139870 w 1040633"/>
                <a:gd name="connsiteY4-70" fmla="*/ 1191723 h 1289901"/>
                <a:gd name="connsiteX0-71" fmla="*/ 139870 w 1040633"/>
                <a:gd name="connsiteY0-72" fmla="*/ 1191723 h 1219697"/>
                <a:gd name="connsiteX1-73" fmla="*/ 0 w 1040633"/>
                <a:gd name="connsiteY1-74" fmla="*/ 0 h 1219697"/>
                <a:gd name="connsiteX2-75" fmla="*/ 1040633 w 1040633"/>
                <a:gd name="connsiteY2-76" fmla="*/ 16785 h 1219697"/>
                <a:gd name="connsiteX3-77" fmla="*/ 833625 w 1040633"/>
                <a:gd name="connsiteY3-78" fmla="*/ 1219697 h 1219697"/>
                <a:gd name="connsiteX4-79" fmla="*/ 139870 w 1040633"/>
                <a:gd name="connsiteY4-80" fmla="*/ 1191723 h 1219697"/>
                <a:gd name="connsiteX0-81" fmla="*/ 139870 w 1040633"/>
                <a:gd name="connsiteY0-82" fmla="*/ 1191723 h 1191723"/>
                <a:gd name="connsiteX1-83" fmla="*/ 0 w 1040633"/>
                <a:gd name="connsiteY1-84" fmla="*/ 0 h 1191723"/>
                <a:gd name="connsiteX2-85" fmla="*/ 1040633 w 1040633"/>
                <a:gd name="connsiteY2-86" fmla="*/ 16785 h 1191723"/>
                <a:gd name="connsiteX3-87" fmla="*/ 671988 w 1040633"/>
                <a:gd name="connsiteY3-88" fmla="*/ 1158121 h 1191723"/>
                <a:gd name="connsiteX4-89" fmla="*/ 139870 w 1040633"/>
                <a:gd name="connsiteY4-90" fmla="*/ 1191723 h 1191723"/>
                <a:gd name="connsiteX0-91" fmla="*/ 363082 w 1040633"/>
                <a:gd name="connsiteY0-92" fmla="*/ 1160935 h 1160935"/>
                <a:gd name="connsiteX1-93" fmla="*/ 0 w 1040633"/>
                <a:gd name="connsiteY1-94" fmla="*/ 0 h 1160935"/>
                <a:gd name="connsiteX2-95" fmla="*/ 1040633 w 1040633"/>
                <a:gd name="connsiteY2-96" fmla="*/ 16785 h 1160935"/>
                <a:gd name="connsiteX3-97" fmla="*/ 671988 w 1040633"/>
                <a:gd name="connsiteY3-98" fmla="*/ 1158121 h 1160935"/>
                <a:gd name="connsiteX4-99" fmla="*/ 363082 w 1040633"/>
                <a:gd name="connsiteY4-100" fmla="*/ 1160935 h 1160935"/>
                <a:gd name="connsiteX0-101" fmla="*/ 363082 w 1040633"/>
                <a:gd name="connsiteY0-102" fmla="*/ 1160935 h 1160935"/>
                <a:gd name="connsiteX1-103" fmla="*/ 0 w 1040633"/>
                <a:gd name="connsiteY1-104" fmla="*/ 0 h 1160935"/>
                <a:gd name="connsiteX2-105" fmla="*/ 1040633 w 1040633"/>
                <a:gd name="connsiteY2-106" fmla="*/ 16785 h 1160935"/>
                <a:gd name="connsiteX3-107" fmla="*/ 671988 w 1040633"/>
                <a:gd name="connsiteY3-108" fmla="*/ 1158121 h 1160935"/>
                <a:gd name="connsiteX4-109" fmla="*/ 363082 w 1040633"/>
                <a:gd name="connsiteY4-110" fmla="*/ 1160935 h 1160935"/>
                <a:gd name="connsiteX0-111" fmla="*/ 363082 w 1040633"/>
                <a:gd name="connsiteY0-112" fmla="*/ 1160935 h 1160935"/>
                <a:gd name="connsiteX1-113" fmla="*/ 0 w 1040633"/>
                <a:gd name="connsiteY1-114" fmla="*/ 0 h 1160935"/>
                <a:gd name="connsiteX2-115" fmla="*/ 1040633 w 1040633"/>
                <a:gd name="connsiteY2-116" fmla="*/ 16785 h 1160935"/>
                <a:gd name="connsiteX3-117" fmla="*/ 671988 w 1040633"/>
                <a:gd name="connsiteY3-118" fmla="*/ 1158121 h 1160935"/>
                <a:gd name="connsiteX4-119" fmla="*/ 363082 w 1040633"/>
                <a:gd name="connsiteY4-120" fmla="*/ 1160935 h 1160935"/>
                <a:gd name="connsiteX0-121" fmla="*/ 363082 w 1040633"/>
                <a:gd name="connsiteY0-122" fmla="*/ 1160935 h 1160935"/>
                <a:gd name="connsiteX1-123" fmla="*/ 0 w 1040633"/>
                <a:gd name="connsiteY1-124" fmla="*/ 0 h 1160935"/>
                <a:gd name="connsiteX2-125" fmla="*/ 1040633 w 1040633"/>
                <a:gd name="connsiteY2-126" fmla="*/ 16785 h 1160935"/>
                <a:gd name="connsiteX3-127" fmla="*/ 671988 w 1040633"/>
                <a:gd name="connsiteY3-128" fmla="*/ 1158121 h 1160935"/>
                <a:gd name="connsiteX4-129" fmla="*/ 363082 w 1040633"/>
                <a:gd name="connsiteY4-130" fmla="*/ 1160935 h 1160935"/>
                <a:gd name="connsiteX0-131" fmla="*/ 363082 w 1040633"/>
                <a:gd name="connsiteY0-132" fmla="*/ 1160935 h 1160935"/>
                <a:gd name="connsiteX1-133" fmla="*/ 0 w 1040633"/>
                <a:gd name="connsiteY1-134" fmla="*/ 0 h 1160935"/>
                <a:gd name="connsiteX2-135" fmla="*/ 1040633 w 1040633"/>
                <a:gd name="connsiteY2-136" fmla="*/ 16785 h 1160935"/>
                <a:gd name="connsiteX3-137" fmla="*/ 671988 w 1040633"/>
                <a:gd name="connsiteY3-138" fmla="*/ 1158121 h 1160935"/>
                <a:gd name="connsiteX4-139" fmla="*/ 363082 w 1040633"/>
                <a:gd name="connsiteY4-140" fmla="*/ 1160935 h 1160935"/>
                <a:gd name="connsiteX0-141" fmla="*/ 363082 w 1040633"/>
                <a:gd name="connsiteY0-142" fmla="*/ 1160935 h 1160935"/>
                <a:gd name="connsiteX1-143" fmla="*/ 0 w 1040633"/>
                <a:gd name="connsiteY1-144" fmla="*/ 0 h 1160935"/>
                <a:gd name="connsiteX2-145" fmla="*/ 1040633 w 1040633"/>
                <a:gd name="connsiteY2-146" fmla="*/ 16785 h 1160935"/>
                <a:gd name="connsiteX3-147" fmla="*/ 671988 w 1040633"/>
                <a:gd name="connsiteY3-148" fmla="*/ 1158121 h 1160935"/>
                <a:gd name="connsiteX4-149" fmla="*/ 363082 w 1040633"/>
                <a:gd name="connsiteY4-150" fmla="*/ 1160935 h 1160935"/>
                <a:gd name="connsiteX0-151" fmla="*/ 363082 w 1040633"/>
                <a:gd name="connsiteY0-152" fmla="*/ 1160935 h 1160935"/>
                <a:gd name="connsiteX1-153" fmla="*/ 0 w 1040633"/>
                <a:gd name="connsiteY1-154" fmla="*/ 0 h 1160935"/>
                <a:gd name="connsiteX2-155" fmla="*/ 1040633 w 1040633"/>
                <a:gd name="connsiteY2-156" fmla="*/ 16785 h 1160935"/>
                <a:gd name="connsiteX3-157" fmla="*/ 671988 w 1040633"/>
                <a:gd name="connsiteY3-158" fmla="*/ 1158121 h 1160935"/>
                <a:gd name="connsiteX4-159" fmla="*/ 363082 w 1040633"/>
                <a:gd name="connsiteY4-160" fmla="*/ 1160935 h 1160935"/>
                <a:gd name="connsiteX0-161" fmla="*/ 363082 w 778664"/>
                <a:gd name="connsiteY0-162" fmla="*/ 1160935 h 1160935"/>
                <a:gd name="connsiteX1-163" fmla="*/ 0 w 778664"/>
                <a:gd name="connsiteY1-164" fmla="*/ 0 h 1160935"/>
                <a:gd name="connsiteX2-165" fmla="*/ 778664 w 778664"/>
                <a:gd name="connsiteY2-166" fmla="*/ 130682 h 1160935"/>
                <a:gd name="connsiteX3-167" fmla="*/ 671988 w 778664"/>
                <a:gd name="connsiteY3-168" fmla="*/ 1158121 h 1160935"/>
                <a:gd name="connsiteX4-169" fmla="*/ 363082 w 778664"/>
                <a:gd name="connsiteY4-170" fmla="*/ 1160935 h 1160935"/>
                <a:gd name="connsiteX0-171" fmla="*/ 363082 w 778664"/>
                <a:gd name="connsiteY0-172" fmla="*/ 1160935 h 1160935"/>
                <a:gd name="connsiteX1-173" fmla="*/ 0 w 778664"/>
                <a:gd name="connsiteY1-174" fmla="*/ 0 h 1160935"/>
                <a:gd name="connsiteX2-175" fmla="*/ 778664 w 778664"/>
                <a:gd name="connsiteY2-176" fmla="*/ 130682 h 1160935"/>
                <a:gd name="connsiteX3-177" fmla="*/ 694768 w 778664"/>
                <a:gd name="connsiteY3-178" fmla="*/ 1112562 h 1160935"/>
                <a:gd name="connsiteX4-179" fmla="*/ 363082 w 778664"/>
                <a:gd name="connsiteY4-180" fmla="*/ 1160935 h 1160935"/>
                <a:gd name="connsiteX0-181" fmla="*/ 363082 w 778664"/>
                <a:gd name="connsiteY0-182" fmla="*/ 1160935 h 1160935"/>
                <a:gd name="connsiteX1-183" fmla="*/ 0 w 778664"/>
                <a:gd name="connsiteY1-184" fmla="*/ 0 h 1160935"/>
                <a:gd name="connsiteX2-185" fmla="*/ 778664 w 778664"/>
                <a:gd name="connsiteY2-186" fmla="*/ 130682 h 1160935"/>
                <a:gd name="connsiteX3-187" fmla="*/ 694768 w 778664"/>
                <a:gd name="connsiteY3-188" fmla="*/ 1112562 h 1160935"/>
                <a:gd name="connsiteX4-189" fmla="*/ 363082 w 778664"/>
                <a:gd name="connsiteY4-190" fmla="*/ 1160935 h 1160935"/>
                <a:gd name="connsiteX0-191" fmla="*/ 397252 w 778664"/>
                <a:gd name="connsiteY0-192" fmla="*/ 1103987 h 1112562"/>
                <a:gd name="connsiteX1-193" fmla="*/ 0 w 778664"/>
                <a:gd name="connsiteY1-194" fmla="*/ 0 h 1112562"/>
                <a:gd name="connsiteX2-195" fmla="*/ 778664 w 778664"/>
                <a:gd name="connsiteY2-196" fmla="*/ 130682 h 1112562"/>
                <a:gd name="connsiteX3-197" fmla="*/ 694768 w 778664"/>
                <a:gd name="connsiteY3-198" fmla="*/ 1112562 h 1112562"/>
                <a:gd name="connsiteX4-199" fmla="*/ 397252 w 778664"/>
                <a:gd name="connsiteY4-200" fmla="*/ 1103987 h 1112562"/>
                <a:gd name="connsiteX0-201" fmla="*/ 397252 w 778664"/>
                <a:gd name="connsiteY0-202" fmla="*/ 1103987 h 1112562"/>
                <a:gd name="connsiteX1-203" fmla="*/ 0 w 778664"/>
                <a:gd name="connsiteY1-204" fmla="*/ 0 h 1112562"/>
                <a:gd name="connsiteX2-205" fmla="*/ 778664 w 778664"/>
                <a:gd name="connsiteY2-206" fmla="*/ 130682 h 1112562"/>
                <a:gd name="connsiteX3-207" fmla="*/ 694768 w 778664"/>
                <a:gd name="connsiteY3-208" fmla="*/ 1112562 h 1112562"/>
                <a:gd name="connsiteX4-209" fmla="*/ 397252 w 778664"/>
                <a:gd name="connsiteY4-210" fmla="*/ 1103987 h 1112562"/>
                <a:gd name="connsiteX0-211" fmla="*/ 397252 w 778664"/>
                <a:gd name="connsiteY0-212" fmla="*/ 1103987 h 1112562"/>
                <a:gd name="connsiteX1-213" fmla="*/ 0 w 778664"/>
                <a:gd name="connsiteY1-214" fmla="*/ 0 h 1112562"/>
                <a:gd name="connsiteX2-215" fmla="*/ 778664 w 778664"/>
                <a:gd name="connsiteY2-216" fmla="*/ 130682 h 1112562"/>
                <a:gd name="connsiteX3-217" fmla="*/ 694768 w 778664"/>
                <a:gd name="connsiteY3-218" fmla="*/ 1112562 h 1112562"/>
                <a:gd name="connsiteX4-219" fmla="*/ 397252 w 778664"/>
                <a:gd name="connsiteY4-220" fmla="*/ 1103987 h 1112562"/>
                <a:gd name="connsiteX0-221" fmla="*/ 123893 w 505305"/>
                <a:gd name="connsiteY0-222" fmla="*/ 973305 h 981880"/>
                <a:gd name="connsiteX1-223" fmla="*/ 0 w 505305"/>
                <a:gd name="connsiteY1-224" fmla="*/ 28773 h 981880"/>
                <a:gd name="connsiteX2-225" fmla="*/ 505305 w 505305"/>
                <a:gd name="connsiteY2-226" fmla="*/ 0 h 981880"/>
                <a:gd name="connsiteX3-227" fmla="*/ 421409 w 505305"/>
                <a:gd name="connsiteY3-228" fmla="*/ 981880 h 981880"/>
                <a:gd name="connsiteX4-229" fmla="*/ 123893 w 505305"/>
                <a:gd name="connsiteY4-230" fmla="*/ 973305 h 981880"/>
                <a:gd name="connsiteX0-231" fmla="*/ 123893 w 505305"/>
                <a:gd name="connsiteY0-232" fmla="*/ 973305 h 981880"/>
                <a:gd name="connsiteX1-233" fmla="*/ 0 w 505305"/>
                <a:gd name="connsiteY1-234" fmla="*/ 28773 h 981880"/>
                <a:gd name="connsiteX2-235" fmla="*/ 505305 w 505305"/>
                <a:gd name="connsiteY2-236" fmla="*/ 0 h 981880"/>
                <a:gd name="connsiteX3-237" fmla="*/ 421409 w 505305"/>
                <a:gd name="connsiteY3-238" fmla="*/ 981880 h 981880"/>
                <a:gd name="connsiteX4-239" fmla="*/ 123893 w 505305"/>
                <a:gd name="connsiteY4-240" fmla="*/ 973305 h 981880"/>
                <a:gd name="connsiteX0-241" fmla="*/ 123893 w 505305"/>
                <a:gd name="connsiteY0-242" fmla="*/ 973305 h 981880"/>
                <a:gd name="connsiteX1-243" fmla="*/ 0 w 505305"/>
                <a:gd name="connsiteY1-244" fmla="*/ 28773 h 981880"/>
                <a:gd name="connsiteX2-245" fmla="*/ 505305 w 505305"/>
                <a:gd name="connsiteY2-246" fmla="*/ 0 h 981880"/>
                <a:gd name="connsiteX3-247" fmla="*/ 421409 w 505305"/>
                <a:gd name="connsiteY3-248" fmla="*/ 981880 h 981880"/>
                <a:gd name="connsiteX4-249" fmla="*/ 123893 w 505305"/>
                <a:gd name="connsiteY4-250" fmla="*/ 973305 h 981880"/>
                <a:gd name="connsiteX0-251" fmla="*/ 123893 w 505305"/>
                <a:gd name="connsiteY0-252" fmla="*/ 973305 h 981880"/>
                <a:gd name="connsiteX1-253" fmla="*/ 0 w 505305"/>
                <a:gd name="connsiteY1-254" fmla="*/ 28773 h 981880"/>
                <a:gd name="connsiteX2-255" fmla="*/ 505305 w 505305"/>
                <a:gd name="connsiteY2-256" fmla="*/ 0 h 981880"/>
                <a:gd name="connsiteX3-257" fmla="*/ 421409 w 505305"/>
                <a:gd name="connsiteY3-258" fmla="*/ 981880 h 981880"/>
                <a:gd name="connsiteX4-259" fmla="*/ 123893 w 505305"/>
                <a:gd name="connsiteY4-260" fmla="*/ 973305 h 981880"/>
                <a:gd name="connsiteX0-261" fmla="*/ 118198 w 499610"/>
                <a:gd name="connsiteY0-262" fmla="*/ 973305 h 981880"/>
                <a:gd name="connsiteX1-263" fmla="*/ 0 w 499610"/>
                <a:gd name="connsiteY1-264" fmla="*/ 11688 h 981880"/>
                <a:gd name="connsiteX2-265" fmla="*/ 499610 w 499610"/>
                <a:gd name="connsiteY2-266" fmla="*/ 0 h 981880"/>
                <a:gd name="connsiteX3-267" fmla="*/ 415714 w 499610"/>
                <a:gd name="connsiteY3-268" fmla="*/ 981880 h 981880"/>
                <a:gd name="connsiteX4-269" fmla="*/ 118198 w 499610"/>
                <a:gd name="connsiteY4-270" fmla="*/ 973305 h 981880"/>
                <a:gd name="connsiteX0-271" fmla="*/ 118198 w 499610"/>
                <a:gd name="connsiteY0-272" fmla="*/ 973305 h 981880"/>
                <a:gd name="connsiteX1-273" fmla="*/ 0 w 499610"/>
                <a:gd name="connsiteY1-274" fmla="*/ 11688 h 981880"/>
                <a:gd name="connsiteX2-275" fmla="*/ 499610 w 499610"/>
                <a:gd name="connsiteY2-276" fmla="*/ 0 h 981880"/>
                <a:gd name="connsiteX3-277" fmla="*/ 415714 w 499610"/>
                <a:gd name="connsiteY3-278" fmla="*/ 981880 h 981880"/>
                <a:gd name="connsiteX4-279" fmla="*/ 118198 w 499610"/>
                <a:gd name="connsiteY4-280" fmla="*/ 973305 h 981880"/>
                <a:gd name="connsiteX0-281" fmla="*/ 118198 w 499610"/>
                <a:gd name="connsiteY0-282" fmla="*/ 973305 h 981880"/>
                <a:gd name="connsiteX1-283" fmla="*/ 0 w 499610"/>
                <a:gd name="connsiteY1-284" fmla="*/ 11688 h 981880"/>
                <a:gd name="connsiteX2-285" fmla="*/ 499610 w 499610"/>
                <a:gd name="connsiteY2-286" fmla="*/ 0 h 981880"/>
                <a:gd name="connsiteX3-287" fmla="*/ 415714 w 499610"/>
                <a:gd name="connsiteY3-288" fmla="*/ 981880 h 981880"/>
                <a:gd name="connsiteX4-289" fmla="*/ 118198 w 499610"/>
                <a:gd name="connsiteY4-290" fmla="*/ 973305 h 981880"/>
                <a:gd name="connsiteX0-291" fmla="*/ 118198 w 499610"/>
                <a:gd name="connsiteY0-292" fmla="*/ 973305 h 981880"/>
                <a:gd name="connsiteX1-293" fmla="*/ 0 w 499610"/>
                <a:gd name="connsiteY1-294" fmla="*/ 11688 h 981880"/>
                <a:gd name="connsiteX2-295" fmla="*/ 499610 w 499610"/>
                <a:gd name="connsiteY2-296" fmla="*/ 0 h 981880"/>
                <a:gd name="connsiteX3-297" fmla="*/ 415714 w 499610"/>
                <a:gd name="connsiteY3-298" fmla="*/ 981880 h 981880"/>
                <a:gd name="connsiteX4-299" fmla="*/ 118198 w 499610"/>
                <a:gd name="connsiteY4-300" fmla="*/ 973305 h 981880"/>
                <a:gd name="connsiteX0-301" fmla="*/ 118198 w 499610"/>
                <a:gd name="connsiteY0-302" fmla="*/ 973305 h 981880"/>
                <a:gd name="connsiteX1-303" fmla="*/ 0 w 499610"/>
                <a:gd name="connsiteY1-304" fmla="*/ 11688 h 981880"/>
                <a:gd name="connsiteX2-305" fmla="*/ 499610 w 499610"/>
                <a:gd name="connsiteY2-306" fmla="*/ 0 h 981880"/>
                <a:gd name="connsiteX3-307" fmla="*/ 415714 w 499610"/>
                <a:gd name="connsiteY3-308" fmla="*/ 981880 h 981880"/>
                <a:gd name="connsiteX4-309" fmla="*/ 118198 w 499610"/>
                <a:gd name="connsiteY4-310" fmla="*/ 973305 h 981880"/>
                <a:gd name="connsiteX0-311" fmla="*/ 118198 w 499610"/>
                <a:gd name="connsiteY0-312" fmla="*/ 973305 h 976186"/>
                <a:gd name="connsiteX1-313" fmla="*/ 0 w 499610"/>
                <a:gd name="connsiteY1-314" fmla="*/ 11688 h 976186"/>
                <a:gd name="connsiteX2-315" fmla="*/ 499610 w 499610"/>
                <a:gd name="connsiteY2-316" fmla="*/ 0 h 976186"/>
                <a:gd name="connsiteX3-317" fmla="*/ 273339 w 499610"/>
                <a:gd name="connsiteY3-318" fmla="*/ 976186 h 976186"/>
                <a:gd name="connsiteX4-319" fmla="*/ 118198 w 499610"/>
                <a:gd name="connsiteY4-320" fmla="*/ 973305 h 976186"/>
                <a:gd name="connsiteX0-321" fmla="*/ 118198 w 499610"/>
                <a:gd name="connsiteY0-322" fmla="*/ 973305 h 976186"/>
                <a:gd name="connsiteX1-323" fmla="*/ 0 w 499610"/>
                <a:gd name="connsiteY1-324" fmla="*/ 11688 h 976186"/>
                <a:gd name="connsiteX2-325" fmla="*/ 499610 w 499610"/>
                <a:gd name="connsiteY2-326" fmla="*/ 0 h 976186"/>
                <a:gd name="connsiteX3-327" fmla="*/ 273339 w 499610"/>
                <a:gd name="connsiteY3-328" fmla="*/ 976186 h 976186"/>
                <a:gd name="connsiteX4-329" fmla="*/ 118198 w 499610"/>
                <a:gd name="connsiteY4-330" fmla="*/ 973305 h 976186"/>
                <a:gd name="connsiteX0-331" fmla="*/ 197928 w 499610"/>
                <a:gd name="connsiteY0-332" fmla="*/ 973305 h 976186"/>
                <a:gd name="connsiteX1-333" fmla="*/ 0 w 499610"/>
                <a:gd name="connsiteY1-334" fmla="*/ 11688 h 976186"/>
                <a:gd name="connsiteX2-335" fmla="*/ 499610 w 499610"/>
                <a:gd name="connsiteY2-336" fmla="*/ 0 h 976186"/>
                <a:gd name="connsiteX3-337" fmla="*/ 273339 w 499610"/>
                <a:gd name="connsiteY3-338" fmla="*/ 976186 h 976186"/>
                <a:gd name="connsiteX4-339" fmla="*/ 197928 w 499610"/>
                <a:gd name="connsiteY4-340" fmla="*/ 973305 h 976186"/>
                <a:gd name="connsiteX0-341" fmla="*/ 197928 w 499610"/>
                <a:gd name="connsiteY0-342" fmla="*/ 973305 h 976186"/>
                <a:gd name="connsiteX1-343" fmla="*/ 0 w 499610"/>
                <a:gd name="connsiteY1-344" fmla="*/ 11688 h 976186"/>
                <a:gd name="connsiteX2-345" fmla="*/ 499610 w 499610"/>
                <a:gd name="connsiteY2-346" fmla="*/ 0 h 976186"/>
                <a:gd name="connsiteX3-347" fmla="*/ 273339 w 499610"/>
                <a:gd name="connsiteY3-348" fmla="*/ 976186 h 976186"/>
                <a:gd name="connsiteX4-349" fmla="*/ 197928 w 499610"/>
                <a:gd name="connsiteY4-350" fmla="*/ 973305 h 976186"/>
                <a:gd name="connsiteX0-351" fmla="*/ 197928 w 499610"/>
                <a:gd name="connsiteY0-352" fmla="*/ 973305 h 976186"/>
                <a:gd name="connsiteX1-353" fmla="*/ 0 w 499610"/>
                <a:gd name="connsiteY1-354" fmla="*/ 11688 h 976186"/>
                <a:gd name="connsiteX2-355" fmla="*/ 499610 w 499610"/>
                <a:gd name="connsiteY2-356" fmla="*/ 0 h 976186"/>
                <a:gd name="connsiteX3-357" fmla="*/ 273339 w 499610"/>
                <a:gd name="connsiteY3-358" fmla="*/ 976186 h 976186"/>
                <a:gd name="connsiteX4-359" fmla="*/ 197928 w 499610"/>
                <a:gd name="connsiteY4-360" fmla="*/ 973305 h 976186"/>
                <a:gd name="connsiteX0-361" fmla="*/ 197928 w 499610"/>
                <a:gd name="connsiteY0-362" fmla="*/ 973305 h 976186"/>
                <a:gd name="connsiteX1-363" fmla="*/ 0 w 499610"/>
                <a:gd name="connsiteY1-364" fmla="*/ 11688 h 976186"/>
                <a:gd name="connsiteX2-365" fmla="*/ 499610 w 499610"/>
                <a:gd name="connsiteY2-366" fmla="*/ 0 h 976186"/>
                <a:gd name="connsiteX3-367" fmla="*/ 273339 w 499610"/>
                <a:gd name="connsiteY3-368" fmla="*/ 976186 h 976186"/>
                <a:gd name="connsiteX4-369" fmla="*/ 197928 w 499610"/>
                <a:gd name="connsiteY4-370" fmla="*/ 973305 h 976186"/>
                <a:gd name="connsiteX0-371" fmla="*/ 23004 w 954755"/>
                <a:gd name="connsiteY0-372" fmla="*/ 943771 h 976186"/>
                <a:gd name="connsiteX1-373" fmla="*/ 455145 w 954755"/>
                <a:gd name="connsiteY1-374" fmla="*/ 11688 h 976186"/>
                <a:gd name="connsiteX2-375" fmla="*/ 954755 w 954755"/>
                <a:gd name="connsiteY2-376" fmla="*/ 0 h 976186"/>
                <a:gd name="connsiteX3-377" fmla="*/ 728484 w 954755"/>
                <a:gd name="connsiteY3-378" fmla="*/ 976186 h 976186"/>
                <a:gd name="connsiteX4-379" fmla="*/ 23004 w 954755"/>
                <a:gd name="connsiteY4-380" fmla="*/ 943771 h 976186"/>
                <a:gd name="connsiteX0-381" fmla="*/ 0 w 931751"/>
                <a:gd name="connsiteY0-382" fmla="*/ 943771 h 976186"/>
                <a:gd name="connsiteX1-383" fmla="*/ 432141 w 931751"/>
                <a:gd name="connsiteY1-384" fmla="*/ 11688 h 976186"/>
                <a:gd name="connsiteX2-385" fmla="*/ 931751 w 931751"/>
                <a:gd name="connsiteY2-386" fmla="*/ 0 h 976186"/>
                <a:gd name="connsiteX3-387" fmla="*/ 705480 w 931751"/>
                <a:gd name="connsiteY3-388" fmla="*/ 976186 h 976186"/>
                <a:gd name="connsiteX4-389" fmla="*/ 0 w 931751"/>
                <a:gd name="connsiteY4-390" fmla="*/ 943771 h 976186"/>
                <a:gd name="connsiteX0-391" fmla="*/ 0 w 931751"/>
                <a:gd name="connsiteY0-392" fmla="*/ 943771 h 976186"/>
                <a:gd name="connsiteX1-393" fmla="*/ 432141 w 931751"/>
                <a:gd name="connsiteY1-394" fmla="*/ 11688 h 976186"/>
                <a:gd name="connsiteX2-395" fmla="*/ 931751 w 931751"/>
                <a:gd name="connsiteY2-396" fmla="*/ 0 h 976186"/>
                <a:gd name="connsiteX3-397" fmla="*/ 705480 w 931751"/>
                <a:gd name="connsiteY3-398" fmla="*/ 976186 h 976186"/>
                <a:gd name="connsiteX4-399" fmla="*/ 0 w 931751"/>
                <a:gd name="connsiteY4-400" fmla="*/ 943771 h 976186"/>
                <a:gd name="connsiteX0-401" fmla="*/ 0 w 931751"/>
                <a:gd name="connsiteY0-402" fmla="*/ 943771 h 976186"/>
                <a:gd name="connsiteX1-403" fmla="*/ 432141 w 931751"/>
                <a:gd name="connsiteY1-404" fmla="*/ 11688 h 976186"/>
                <a:gd name="connsiteX2-405" fmla="*/ 931751 w 931751"/>
                <a:gd name="connsiteY2-406" fmla="*/ 0 h 976186"/>
                <a:gd name="connsiteX3-407" fmla="*/ 705480 w 931751"/>
                <a:gd name="connsiteY3-408" fmla="*/ 976186 h 976186"/>
                <a:gd name="connsiteX4-409" fmla="*/ 0 w 931751"/>
                <a:gd name="connsiteY4-410" fmla="*/ 943771 h 976186"/>
                <a:gd name="connsiteX0-411" fmla="*/ 0 w 931751"/>
                <a:gd name="connsiteY0-412" fmla="*/ 943771 h 966342"/>
                <a:gd name="connsiteX1-413" fmla="*/ 432141 w 931751"/>
                <a:gd name="connsiteY1-414" fmla="*/ 11688 h 966342"/>
                <a:gd name="connsiteX2-415" fmla="*/ 931751 w 931751"/>
                <a:gd name="connsiteY2-416" fmla="*/ 0 h 966342"/>
                <a:gd name="connsiteX3-417" fmla="*/ 183705 w 931751"/>
                <a:gd name="connsiteY3-418" fmla="*/ 966342 h 966342"/>
                <a:gd name="connsiteX4-419" fmla="*/ 0 w 931751"/>
                <a:gd name="connsiteY4-420" fmla="*/ 943771 h 966342"/>
                <a:gd name="connsiteX0-421" fmla="*/ 0 w 931751"/>
                <a:gd name="connsiteY0-422" fmla="*/ 943771 h 966342"/>
                <a:gd name="connsiteX1-423" fmla="*/ 432141 w 931751"/>
                <a:gd name="connsiteY1-424" fmla="*/ 11688 h 966342"/>
                <a:gd name="connsiteX2-425" fmla="*/ 931751 w 931751"/>
                <a:gd name="connsiteY2-426" fmla="*/ 0 h 966342"/>
                <a:gd name="connsiteX3-427" fmla="*/ 183705 w 931751"/>
                <a:gd name="connsiteY3-428" fmla="*/ 966342 h 966342"/>
                <a:gd name="connsiteX4-429" fmla="*/ 0 w 931751"/>
                <a:gd name="connsiteY4-430" fmla="*/ 943771 h 966342"/>
                <a:gd name="connsiteX0-431" fmla="*/ 0 w 931751"/>
                <a:gd name="connsiteY0-432" fmla="*/ 943771 h 966342"/>
                <a:gd name="connsiteX1-433" fmla="*/ 432141 w 931751"/>
                <a:gd name="connsiteY1-434" fmla="*/ 11688 h 966342"/>
                <a:gd name="connsiteX2-435" fmla="*/ 931751 w 931751"/>
                <a:gd name="connsiteY2-436" fmla="*/ 0 h 966342"/>
                <a:gd name="connsiteX3-437" fmla="*/ 183705 w 931751"/>
                <a:gd name="connsiteY3-438" fmla="*/ 966342 h 966342"/>
                <a:gd name="connsiteX4-439" fmla="*/ 0 w 931751"/>
                <a:gd name="connsiteY4-440" fmla="*/ 943771 h 966342"/>
                <a:gd name="connsiteX0-441" fmla="*/ 0 w 956363"/>
                <a:gd name="connsiteY0-442" fmla="*/ 932083 h 954654"/>
                <a:gd name="connsiteX1-443" fmla="*/ 432141 w 956363"/>
                <a:gd name="connsiteY1-444" fmla="*/ 0 h 954654"/>
                <a:gd name="connsiteX2-445" fmla="*/ 956363 w 956363"/>
                <a:gd name="connsiteY2-446" fmla="*/ 12924 h 954654"/>
                <a:gd name="connsiteX3-447" fmla="*/ 183705 w 956363"/>
                <a:gd name="connsiteY3-448" fmla="*/ 954654 h 954654"/>
                <a:gd name="connsiteX4-449" fmla="*/ 0 w 956363"/>
                <a:gd name="connsiteY4-450" fmla="*/ 932083 h 954654"/>
                <a:gd name="connsiteX0-451" fmla="*/ 0 w 956363"/>
                <a:gd name="connsiteY0-452" fmla="*/ 919226 h 941797"/>
                <a:gd name="connsiteX1-453" fmla="*/ 405840 w 956363"/>
                <a:gd name="connsiteY1-454" fmla="*/ 197551 h 941797"/>
                <a:gd name="connsiteX2-455" fmla="*/ 956363 w 956363"/>
                <a:gd name="connsiteY2-456" fmla="*/ 67 h 941797"/>
                <a:gd name="connsiteX3-457" fmla="*/ 183705 w 956363"/>
                <a:gd name="connsiteY3-458" fmla="*/ 941797 h 941797"/>
                <a:gd name="connsiteX4-459" fmla="*/ 0 w 956363"/>
                <a:gd name="connsiteY4-460" fmla="*/ 919226 h 941797"/>
                <a:gd name="connsiteX0-461" fmla="*/ 0 w 956363"/>
                <a:gd name="connsiteY0-462" fmla="*/ 919226 h 941797"/>
                <a:gd name="connsiteX1-463" fmla="*/ 405840 w 956363"/>
                <a:gd name="connsiteY1-464" fmla="*/ 197551 h 941797"/>
                <a:gd name="connsiteX2-465" fmla="*/ 956363 w 956363"/>
                <a:gd name="connsiteY2-466" fmla="*/ 67 h 941797"/>
                <a:gd name="connsiteX3-467" fmla="*/ 183705 w 956363"/>
                <a:gd name="connsiteY3-468" fmla="*/ 941797 h 941797"/>
                <a:gd name="connsiteX4-469" fmla="*/ 0 w 956363"/>
                <a:gd name="connsiteY4-470" fmla="*/ 919226 h 941797"/>
                <a:gd name="connsiteX0-471" fmla="*/ 0 w 956363"/>
                <a:gd name="connsiteY0-472" fmla="*/ 919226 h 941797"/>
                <a:gd name="connsiteX1-473" fmla="*/ 405840 w 956363"/>
                <a:gd name="connsiteY1-474" fmla="*/ 197551 h 941797"/>
                <a:gd name="connsiteX2-475" fmla="*/ 956363 w 956363"/>
                <a:gd name="connsiteY2-476" fmla="*/ 67 h 941797"/>
                <a:gd name="connsiteX3-477" fmla="*/ 183705 w 956363"/>
                <a:gd name="connsiteY3-478" fmla="*/ 941797 h 941797"/>
                <a:gd name="connsiteX4-479" fmla="*/ 0 w 956363"/>
                <a:gd name="connsiteY4-480" fmla="*/ 919226 h 941797"/>
                <a:gd name="connsiteX0-481" fmla="*/ 0 w 926304"/>
                <a:gd name="connsiteY0-482" fmla="*/ 735614 h 758185"/>
                <a:gd name="connsiteX1-483" fmla="*/ 405840 w 926304"/>
                <a:gd name="connsiteY1-484" fmla="*/ 13939 h 758185"/>
                <a:gd name="connsiteX2-485" fmla="*/ 926304 w 926304"/>
                <a:gd name="connsiteY2-486" fmla="*/ 563 h 758185"/>
                <a:gd name="connsiteX3-487" fmla="*/ 183705 w 926304"/>
                <a:gd name="connsiteY3-488" fmla="*/ 758185 h 758185"/>
                <a:gd name="connsiteX4-489" fmla="*/ 0 w 926304"/>
                <a:gd name="connsiteY4-490" fmla="*/ 735614 h 758185"/>
                <a:gd name="connsiteX0-491" fmla="*/ 0 w 926304"/>
                <a:gd name="connsiteY0-492" fmla="*/ 735614 h 758185"/>
                <a:gd name="connsiteX1-493" fmla="*/ 405840 w 926304"/>
                <a:gd name="connsiteY1-494" fmla="*/ 13939 h 758185"/>
                <a:gd name="connsiteX2-495" fmla="*/ 926304 w 926304"/>
                <a:gd name="connsiteY2-496" fmla="*/ 563 h 758185"/>
                <a:gd name="connsiteX3-497" fmla="*/ 183705 w 926304"/>
                <a:gd name="connsiteY3-498" fmla="*/ 758185 h 758185"/>
                <a:gd name="connsiteX4-499" fmla="*/ 0 w 926304"/>
                <a:gd name="connsiteY4-500" fmla="*/ 735614 h 758185"/>
                <a:gd name="connsiteX0-501" fmla="*/ 0 w 926304"/>
                <a:gd name="connsiteY0-502" fmla="*/ 735614 h 758185"/>
                <a:gd name="connsiteX1-503" fmla="*/ 405840 w 926304"/>
                <a:gd name="connsiteY1-504" fmla="*/ 13939 h 758185"/>
                <a:gd name="connsiteX2-505" fmla="*/ 926304 w 926304"/>
                <a:gd name="connsiteY2-506" fmla="*/ 563 h 758185"/>
                <a:gd name="connsiteX3-507" fmla="*/ 183705 w 926304"/>
                <a:gd name="connsiteY3-508" fmla="*/ 758185 h 758185"/>
                <a:gd name="connsiteX4-509" fmla="*/ 0 w 926304"/>
                <a:gd name="connsiteY4-510" fmla="*/ 735614 h 758185"/>
                <a:gd name="connsiteX0-511" fmla="*/ 0 w 926304"/>
                <a:gd name="connsiteY0-512" fmla="*/ 735614 h 758185"/>
                <a:gd name="connsiteX1-513" fmla="*/ 405840 w 926304"/>
                <a:gd name="connsiteY1-514" fmla="*/ 13939 h 758185"/>
                <a:gd name="connsiteX2-515" fmla="*/ 926304 w 926304"/>
                <a:gd name="connsiteY2-516" fmla="*/ 563 h 758185"/>
                <a:gd name="connsiteX3-517" fmla="*/ 183705 w 926304"/>
                <a:gd name="connsiteY3-518" fmla="*/ 758185 h 758185"/>
                <a:gd name="connsiteX4-519" fmla="*/ 0 w 926304"/>
                <a:gd name="connsiteY4-520" fmla="*/ 735614 h 75818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26304" h="758185">
                  <a:moveTo>
                    <a:pt x="0" y="735614"/>
                  </a:moveTo>
                  <a:cubicBezTo>
                    <a:pt x="309918" y="169731"/>
                    <a:pt x="59088" y="622691"/>
                    <a:pt x="405840" y="13939"/>
                  </a:cubicBezTo>
                  <a:cubicBezTo>
                    <a:pt x="580581" y="18247"/>
                    <a:pt x="751563" y="-3745"/>
                    <a:pt x="926304" y="563"/>
                  </a:cubicBezTo>
                  <a:cubicBezTo>
                    <a:pt x="312762" y="607705"/>
                    <a:pt x="474902" y="459041"/>
                    <a:pt x="183705" y="758185"/>
                  </a:cubicBezTo>
                  <a:cubicBezTo>
                    <a:pt x="49420" y="729549"/>
                    <a:pt x="196198" y="734148"/>
                    <a:pt x="0" y="735614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273" name="Freeform 272"/>
            <p:cNvSpPr/>
            <p:nvPr/>
          </p:nvSpPr>
          <p:spPr>
            <a:xfrm>
              <a:off x="5288109" y="4937315"/>
              <a:ext cx="725426" cy="1099963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-1" fmla="*/ 139870 w 1040633"/>
                <a:gd name="connsiteY0-2" fmla="*/ 1191723 h 1219697"/>
                <a:gd name="connsiteX1-3" fmla="*/ 0 w 1040633"/>
                <a:gd name="connsiteY1-4" fmla="*/ 0 h 1219697"/>
                <a:gd name="connsiteX2-5" fmla="*/ 1040633 w 1040633"/>
                <a:gd name="connsiteY2-6" fmla="*/ 16785 h 1219697"/>
                <a:gd name="connsiteX3-7" fmla="*/ 833625 w 1040633"/>
                <a:gd name="connsiteY3-8" fmla="*/ 1219697 h 1219697"/>
                <a:gd name="connsiteX4-9" fmla="*/ 139870 w 1040633"/>
                <a:gd name="connsiteY4-10" fmla="*/ 1191723 h 1219697"/>
                <a:gd name="connsiteX0-11" fmla="*/ 139870 w 1040633"/>
                <a:gd name="connsiteY0-12" fmla="*/ 1191723 h 1219697"/>
                <a:gd name="connsiteX1-13" fmla="*/ 0 w 1040633"/>
                <a:gd name="connsiteY1-14" fmla="*/ 0 h 1219697"/>
                <a:gd name="connsiteX2-15" fmla="*/ 1040633 w 1040633"/>
                <a:gd name="connsiteY2-16" fmla="*/ 16785 h 1219697"/>
                <a:gd name="connsiteX3-17" fmla="*/ 833625 w 1040633"/>
                <a:gd name="connsiteY3-18" fmla="*/ 1219697 h 1219697"/>
                <a:gd name="connsiteX4-19" fmla="*/ 139870 w 1040633"/>
                <a:gd name="connsiteY4-20" fmla="*/ 1191723 h 1219697"/>
                <a:gd name="connsiteX0-21" fmla="*/ 139870 w 1040633"/>
                <a:gd name="connsiteY0-22" fmla="*/ 1191723 h 1219697"/>
                <a:gd name="connsiteX1-23" fmla="*/ 0 w 1040633"/>
                <a:gd name="connsiteY1-24" fmla="*/ 0 h 1219697"/>
                <a:gd name="connsiteX2-25" fmla="*/ 1040633 w 1040633"/>
                <a:gd name="connsiteY2-26" fmla="*/ 16785 h 1219697"/>
                <a:gd name="connsiteX3-27" fmla="*/ 833625 w 1040633"/>
                <a:gd name="connsiteY3-28" fmla="*/ 1219697 h 1219697"/>
                <a:gd name="connsiteX4-29" fmla="*/ 139870 w 1040633"/>
                <a:gd name="connsiteY4-30" fmla="*/ 1191723 h 1219697"/>
                <a:gd name="connsiteX0-31" fmla="*/ 139870 w 1040633"/>
                <a:gd name="connsiteY0-32" fmla="*/ 1191723 h 1219697"/>
                <a:gd name="connsiteX1-33" fmla="*/ 0 w 1040633"/>
                <a:gd name="connsiteY1-34" fmla="*/ 0 h 1219697"/>
                <a:gd name="connsiteX2-35" fmla="*/ 1040633 w 1040633"/>
                <a:gd name="connsiteY2-36" fmla="*/ 16785 h 1219697"/>
                <a:gd name="connsiteX3-37" fmla="*/ 833625 w 1040633"/>
                <a:gd name="connsiteY3-38" fmla="*/ 1219697 h 1219697"/>
                <a:gd name="connsiteX4-39" fmla="*/ 139870 w 1040633"/>
                <a:gd name="connsiteY4-40" fmla="*/ 1191723 h 1219697"/>
                <a:gd name="connsiteX0-41" fmla="*/ 139870 w 1040633"/>
                <a:gd name="connsiteY0-42" fmla="*/ 1191723 h 1219697"/>
                <a:gd name="connsiteX1-43" fmla="*/ 0 w 1040633"/>
                <a:gd name="connsiteY1-44" fmla="*/ 0 h 1219697"/>
                <a:gd name="connsiteX2-45" fmla="*/ 1040633 w 1040633"/>
                <a:gd name="connsiteY2-46" fmla="*/ 16785 h 1219697"/>
                <a:gd name="connsiteX3-47" fmla="*/ 833625 w 1040633"/>
                <a:gd name="connsiteY3-48" fmla="*/ 1219697 h 1219697"/>
                <a:gd name="connsiteX4-49" fmla="*/ 418712 w 1040633"/>
                <a:gd name="connsiteY4-50" fmla="*/ 1189324 h 1219697"/>
                <a:gd name="connsiteX5" fmla="*/ 139870 w 1040633"/>
                <a:gd name="connsiteY5" fmla="*/ 1191723 h 1219697"/>
                <a:gd name="connsiteX0-51" fmla="*/ 139870 w 1040633"/>
                <a:gd name="connsiteY0-52" fmla="*/ 1191723 h 1355926"/>
                <a:gd name="connsiteX1-53" fmla="*/ 0 w 1040633"/>
                <a:gd name="connsiteY1-54" fmla="*/ 0 h 1355926"/>
                <a:gd name="connsiteX2-55" fmla="*/ 1040633 w 1040633"/>
                <a:gd name="connsiteY2-56" fmla="*/ 16785 h 1355926"/>
                <a:gd name="connsiteX3-57" fmla="*/ 833625 w 1040633"/>
                <a:gd name="connsiteY3-58" fmla="*/ 1219697 h 1355926"/>
                <a:gd name="connsiteX4-59" fmla="*/ 139870 w 1040633"/>
                <a:gd name="connsiteY4-60" fmla="*/ 1191723 h 1355926"/>
                <a:gd name="connsiteX0-61" fmla="*/ 139870 w 1040633"/>
                <a:gd name="connsiteY0-62" fmla="*/ 1191723 h 1289901"/>
                <a:gd name="connsiteX1-63" fmla="*/ 0 w 1040633"/>
                <a:gd name="connsiteY1-64" fmla="*/ 0 h 1289901"/>
                <a:gd name="connsiteX2-65" fmla="*/ 1040633 w 1040633"/>
                <a:gd name="connsiteY2-66" fmla="*/ 16785 h 1289901"/>
                <a:gd name="connsiteX3-67" fmla="*/ 833625 w 1040633"/>
                <a:gd name="connsiteY3-68" fmla="*/ 1219697 h 1289901"/>
                <a:gd name="connsiteX4-69" fmla="*/ 139870 w 1040633"/>
                <a:gd name="connsiteY4-70" fmla="*/ 1191723 h 1289901"/>
                <a:gd name="connsiteX0-71" fmla="*/ 139870 w 1040633"/>
                <a:gd name="connsiteY0-72" fmla="*/ 1191723 h 1219697"/>
                <a:gd name="connsiteX1-73" fmla="*/ 0 w 1040633"/>
                <a:gd name="connsiteY1-74" fmla="*/ 0 h 1219697"/>
                <a:gd name="connsiteX2-75" fmla="*/ 1040633 w 1040633"/>
                <a:gd name="connsiteY2-76" fmla="*/ 16785 h 1219697"/>
                <a:gd name="connsiteX3-77" fmla="*/ 833625 w 1040633"/>
                <a:gd name="connsiteY3-78" fmla="*/ 1219697 h 1219697"/>
                <a:gd name="connsiteX4-79" fmla="*/ 139870 w 1040633"/>
                <a:gd name="connsiteY4-80" fmla="*/ 1191723 h 1219697"/>
                <a:gd name="connsiteX0-81" fmla="*/ 139870 w 1040633"/>
                <a:gd name="connsiteY0-82" fmla="*/ 1191723 h 1191723"/>
                <a:gd name="connsiteX1-83" fmla="*/ 0 w 1040633"/>
                <a:gd name="connsiteY1-84" fmla="*/ 0 h 1191723"/>
                <a:gd name="connsiteX2-85" fmla="*/ 1040633 w 1040633"/>
                <a:gd name="connsiteY2-86" fmla="*/ 16785 h 1191723"/>
                <a:gd name="connsiteX3-87" fmla="*/ 671988 w 1040633"/>
                <a:gd name="connsiteY3-88" fmla="*/ 1158121 h 1191723"/>
                <a:gd name="connsiteX4-89" fmla="*/ 139870 w 1040633"/>
                <a:gd name="connsiteY4-90" fmla="*/ 1191723 h 1191723"/>
                <a:gd name="connsiteX0-91" fmla="*/ 363082 w 1040633"/>
                <a:gd name="connsiteY0-92" fmla="*/ 1160935 h 1160935"/>
                <a:gd name="connsiteX1-93" fmla="*/ 0 w 1040633"/>
                <a:gd name="connsiteY1-94" fmla="*/ 0 h 1160935"/>
                <a:gd name="connsiteX2-95" fmla="*/ 1040633 w 1040633"/>
                <a:gd name="connsiteY2-96" fmla="*/ 16785 h 1160935"/>
                <a:gd name="connsiteX3-97" fmla="*/ 671988 w 1040633"/>
                <a:gd name="connsiteY3-98" fmla="*/ 1158121 h 1160935"/>
                <a:gd name="connsiteX4-99" fmla="*/ 363082 w 1040633"/>
                <a:gd name="connsiteY4-100" fmla="*/ 1160935 h 1160935"/>
                <a:gd name="connsiteX0-101" fmla="*/ 363082 w 1040633"/>
                <a:gd name="connsiteY0-102" fmla="*/ 1160935 h 1160935"/>
                <a:gd name="connsiteX1-103" fmla="*/ 0 w 1040633"/>
                <a:gd name="connsiteY1-104" fmla="*/ 0 h 1160935"/>
                <a:gd name="connsiteX2-105" fmla="*/ 1040633 w 1040633"/>
                <a:gd name="connsiteY2-106" fmla="*/ 16785 h 1160935"/>
                <a:gd name="connsiteX3-107" fmla="*/ 671988 w 1040633"/>
                <a:gd name="connsiteY3-108" fmla="*/ 1158121 h 1160935"/>
                <a:gd name="connsiteX4-109" fmla="*/ 363082 w 1040633"/>
                <a:gd name="connsiteY4-110" fmla="*/ 1160935 h 1160935"/>
                <a:gd name="connsiteX0-111" fmla="*/ 363082 w 1040633"/>
                <a:gd name="connsiteY0-112" fmla="*/ 1160935 h 1160935"/>
                <a:gd name="connsiteX1-113" fmla="*/ 0 w 1040633"/>
                <a:gd name="connsiteY1-114" fmla="*/ 0 h 1160935"/>
                <a:gd name="connsiteX2-115" fmla="*/ 1040633 w 1040633"/>
                <a:gd name="connsiteY2-116" fmla="*/ 16785 h 1160935"/>
                <a:gd name="connsiteX3-117" fmla="*/ 671988 w 1040633"/>
                <a:gd name="connsiteY3-118" fmla="*/ 1158121 h 1160935"/>
                <a:gd name="connsiteX4-119" fmla="*/ 363082 w 1040633"/>
                <a:gd name="connsiteY4-120" fmla="*/ 1160935 h 1160935"/>
                <a:gd name="connsiteX0-121" fmla="*/ 363082 w 1040633"/>
                <a:gd name="connsiteY0-122" fmla="*/ 1160935 h 1160935"/>
                <a:gd name="connsiteX1-123" fmla="*/ 0 w 1040633"/>
                <a:gd name="connsiteY1-124" fmla="*/ 0 h 1160935"/>
                <a:gd name="connsiteX2-125" fmla="*/ 1040633 w 1040633"/>
                <a:gd name="connsiteY2-126" fmla="*/ 16785 h 1160935"/>
                <a:gd name="connsiteX3-127" fmla="*/ 671988 w 1040633"/>
                <a:gd name="connsiteY3-128" fmla="*/ 1158121 h 1160935"/>
                <a:gd name="connsiteX4-129" fmla="*/ 363082 w 1040633"/>
                <a:gd name="connsiteY4-130" fmla="*/ 1160935 h 1160935"/>
                <a:gd name="connsiteX0-131" fmla="*/ 363082 w 1040633"/>
                <a:gd name="connsiteY0-132" fmla="*/ 1160935 h 1160935"/>
                <a:gd name="connsiteX1-133" fmla="*/ 0 w 1040633"/>
                <a:gd name="connsiteY1-134" fmla="*/ 0 h 1160935"/>
                <a:gd name="connsiteX2-135" fmla="*/ 1040633 w 1040633"/>
                <a:gd name="connsiteY2-136" fmla="*/ 16785 h 1160935"/>
                <a:gd name="connsiteX3-137" fmla="*/ 671988 w 1040633"/>
                <a:gd name="connsiteY3-138" fmla="*/ 1158121 h 1160935"/>
                <a:gd name="connsiteX4-139" fmla="*/ 363082 w 1040633"/>
                <a:gd name="connsiteY4-140" fmla="*/ 1160935 h 1160935"/>
                <a:gd name="connsiteX0-141" fmla="*/ 363082 w 1040633"/>
                <a:gd name="connsiteY0-142" fmla="*/ 1160935 h 1160935"/>
                <a:gd name="connsiteX1-143" fmla="*/ 0 w 1040633"/>
                <a:gd name="connsiteY1-144" fmla="*/ 0 h 1160935"/>
                <a:gd name="connsiteX2-145" fmla="*/ 1040633 w 1040633"/>
                <a:gd name="connsiteY2-146" fmla="*/ 16785 h 1160935"/>
                <a:gd name="connsiteX3-147" fmla="*/ 671988 w 1040633"/>
                <a:gd name="connsiteY3-148" fmla="*/ 1158121 h 1160935"/>
                <a:gd name="connsiteX4-149" fmla="*/ 363082 w 1040633"/>
                <a:gd name="connsiteY4-150" fmla="*/ 1160935 h 1160935"/>
                <a:gd name="connsiteX0-151" fmla="*/ 363082 w 1040633"/>
                <a:gd name="connsiteY0-152" fmla="*/ 1160935 h 1160935"/>
                <a:gd name="connsiteX1-153" fmla="*/ 0 w 1040633"/>
                <a:gd name="connsiteY1-154" fmla="*/ 0 h 1160935"/>
                <a:gd name="connsiteX2-155" fmla="*/ 1040633 w 1040633"/>
                <a:gd name="connsiteY2-156" fmla="*/ 16785 h 1160935"/>
                <a:gd name="connsiteX3-157" fmla="*/ 671988 w 1040633"/>
                <a:gd name="connsiteY3-158" fmla="*/ 1158121 h 1160935"/>
                <a:gd name="connsiteX4-159" fmla="*/ 363082 w 1040633"/>
                <a:gd name="connsiteY4-160" fmla="*/ 1160935 h 1160935"/>
                <a:gd name="connsiteX0-161" fmla="*/ 363082 w 778664"/>
                <a:gd name="connsiteY0-162" fmla="*/ 1160935 h 1160935"/>
                <a:gd name="connsiteX1-163" fmla="*/ 0 w 778664"/>
                <a:gd name="connsiteY1-164" fmla="*/ 0 h 1160935"/>
                <a:gd name="connsiteX2-165" fmla="*/ 778664 w 778664"/>
                <a:gd name="connsiteY2-166" fmla="*/ 130682 h 1160935"/>
                <a:gd name="connsiteX3-167" fmla="*/ 671988 w 778664"/>
                <a:gd name="connsiteY3-168" fmla="*/ 1158121 h 1160935"/>
                <a:gd name="connsiteX4-169" fmla="*/ 363082 w 778664"/>
                <a:gd name="connsiteY4-170" fmla="*/ 1160935 h 1160935"/>
                <a:gd name="connsiteX0-171" fmla="*/ 363082 w 778664"/>
                <a:gd name="connsiteY0-172" fmla="*/ 1160935 h 1160935"/>
                <a:gd name="connsiteX1-173" fmla="*/ 0 w 778664"/>
                <a:gd name="connsiteY1-174" fmla="*/ 0 h 1160935"/>
                <a:gd name="connsiteX2-175" fmla="*/ 778664 w 778664"/>
                <a:gd name="connsiteY2-176" fmla="*/ 130682 h 1160935"/>
                <a:gd name="connsiteX3-177" fmla="*/ 694768 w 778664"/>
                <a:gd name="connsiteY3-178" fmla="*/ 1112562 h 1160935"/>
                <a:gd name="connsiteX4-179" fmla="*/ 363082 w 778664"/>
                <a:gd name="connsiteY4-180" fmla="*/ 1160935 h 1160935"/>
                <a:gd name="connsiteX0-181" fmla="*/ 363082 w 778664"/>
                <a:gd name="connsiteY0-182" fmla="*/ 1160935 h 1160935"/>
                <a:gd name="connsiteX1-183" fmla="*/ 0 w 778664"/>
                <a:gd name="connsiteY1-184" fmla="*/ 0 h 1160935"/>
                <a:gd name="connsiteX2-185" fmla="*/ 778664 w 778664"/>
                <a:gd name="connsiteY2-186" fmla="*/ 130682 h 1160935"/>
                <a:gd name="connsiteX3-187" fmla="*/ 694768 w 778664"/>
                <a:gd name="connsiteY3-188" fmla="*/ 1112562 h 1160935"/>
                <a:gd name="connsiteX4-189" fmla="*/ 363082 w 778664"/>
                <a:gd name="connsiteY4-190" fmla="*/ 1160935 h 1160935"/>
                <a:gd name="connsiteX0-191" fmla="*/ 397252 w 778664"/>
                <a:gd name="connsiteY0-192" fmla="*/ 1103987 h 1112562"/>
                <a:gd name="connsiteX1-193" fmla="*/ 0 w 778664"/>
                <a:gd name="connsiteY1-194" fmla="*/ 0 h 1112562"/>
                <a:gd name="connsiteX2-195" fmla="*/ 778664 w 778664"/>
                <a:gd name="connsiteY2-196" fmla="*/ 130682 h 1112562"/>
                <a:gd name="connsiteX3-197" fmla="*/ 694768 w 778664"/>
                <a:gd name="connsiteY3-198" fmla="*/ 1112562 h 1112562"/>
                <a:gd name="connsiteX4-199" fmla="*/ 397252 w 778664"/>
                <a:gd name="connsiteY4-200" fmla="*/ 1103987 h 1112562"/>
                <a:gd name="connsiteX0-201" fmla="*/ 397252 w 778664"/>
                <a:gd name="connsiteY0-202" fmla="*/ 1103987 h 1112562"/>
                <a:gd name="connsiteX1-203" fmla="*/ 0 w 778664"/>
                <a:gd name="connsiteY1-204" fmla="*/ 0 h 1112562"/>
                <a:gd name="connsiteX2-205" fmla="*/ 778664 w 778664"/>
                <a:gd name="connsiteY2-206" fmla="*/ 130682 h 1112562"/>
                <a:gd name="connsiteX3-207" fmla="*/ 694768 w 778664"/>
                <a:gd name="connsiteY3-208" fmla="*/ 1112562 h 1112562"/>
                <a:gd name="connsiteX4-209" fmla="*/ 397252 w 778664"/>
                <a:gd name="connsiteY4-210" fmla="*/ 1103987 h 1112562"/>
                <a:gd name="connsiteX0-211" fmla="*/ 397252 w 778664"/>
                <a:gd name="connsiteY0-212" fmla="*/ 1103987 h 1112562"/>
                <a:gd name="connsiteX1-213" fmla="*/ 0 w 778664"/>
                <a:gd name="connsiteY1-214" fmla="*/ 0 h 1112562"/>
                <a:gd name="connsiteX2-215" fmla="*/ 778664 w 778664"/>
                <a:gd name="connsiteY2-216" fmla="*/ 130682 h 1112562"/>
                <a:gd name="connsiteX3-217" fmla="*/ 694768 w 778664"/>
                <a:gd name="connsiteY3-218" fmla="*/ 1112562 h 1112562"/>
                <a:gd name="connsiteX4-219" fmla="*/ 397252 w 778664"/>
                <a:gd name="connsiteY4-220" fmla="*/ 1103987 h 1112562"/>
                <a:gd name="connsiteX0-221" fmla="*/ 123893 w 505305"/>
                <a:gd name="connsiteY0-222" fmla="*/ 973305 h 981880"/>
                <a:gd name="connsiteX1-223" fmla="*/ 0 w 505305"/>
                <a:gd name="connsiteY1-224" fmla="*/ 28773 h 981880"/>
                <a:gd name="connsiteX2-225" fmla="*/ 505305 w 505305"/>
                <a:gd name="connsiteY2-226" fmla="*/ 0 h 981880"/>
                <a:gd name="connsiteX3-227" fmla="*/ 421409 w 505305"/>
                <a:gd name="connsiteY3-228" fmla="*/ 981880 h 981880"/>
                <a:gd name="connsiteX4-229" fmla="*/ 123893 w 505305"/>
                <a:gd name="connsiteY4-230" fmla="*/ 973305 h 981880"/>
                <a:gd name="connsiteX0-231" fmla="*/ 123893 w 505305"/>
                <a:gd name="connsiteY0-232" fmla="*/ 973305 h 981880"/>
                <a:gd name="connsiteX1-233" fmla="*/ 0 w 505305"/>
                <a:gd name="connsiteY1-234" fmla="*/ 28773 h 981880"/>
                <a:gd name="connsiteX2-235" fmla="*/ 505305 w 505305"/>
                <a:gd name="connsiteY2-236" fmla="*/ 0 h 981880"/>
                <a:gd name="connsiteX3-237" fmla="*/ 421409 w 505305"/>
                <a:gd name="connsiteY3-238" fmla="*/ 981880 h 981880"/>
                <a:gd name="connsiteX4-239" fmla="*/ 123893 w 505305"/>
                <a:gd name="connsiteY4-240" fmla="*/ 973305 h 981880"/>
                <a:gd name="connsiteX0-241" fmla="*/ 123893 w 505305"/>
                <a:gd name="connsiteY0-242" fmla="*/ 973305 h 981880"/>
                <a:gd name="connsiteX1-243" fmla="*/ 0 w 505305"/>
                <a:gd name="connsiteY1-244" fmla="*/ 28773 h 981880"/>
                <a:gd name="connsiteX2-245" fmla="*/ 505305 w 505305"/>
                <a:gd name="connsiteY2-246" fmla="*/ 0 h 981880"/>
                <a:gd name="connsiteX3-247" fmla="*/ 421409 w 505305"/>
                <a:gd name="connsiteY3-248" fmla="*/ 981880 h 981880"/>
                <a:gd name="connsiteX4-249" fmla="*/ 123893 w 505305"/>
                <a:gd name="connsiteY4-250" fmla="*/ 973305 h 981880"/>
                <a:gd name="connsiteX0-251" fmla="*/ 123893 w 505305"/>
                <a:gd name="connsiteY0-252" fmla="*/ 973305 h 981880"/>
                <a:gd name="connsiteX1-253" fmla="*/ 0 w 505305"/>
                <a:gd name="connsiteY1-254" fmla="*/ 28773 h 981880"/>
                <a:gd name="connsiteX2-255" fmla="*/ 505305 w 505305"/>
                <a:gd name="connsiteY2-256" fmla="*/ 0 h 981880"/>
                <a:gd name="connsiteX3-257" fmla="*/ 421409 w 505305"/>
                <a:gd name="connsiteY3-258" fmla="*/ 981880 h 981880"/>
                <a:gd name="connsiteX4-259" fmla="*/ 123893 w 505305"/>
                <a:gd name="connsiteY4-260" fmla="*/ 973305 h 981880"/>
                <a:gd name="connsiteX0-261" fmla="*/ 118198 w 499610"/>
                <a:gd name="connsiteY0-262" fmla="*/ 973305 h 981880"/>
                <a:gd name="connsiteX1-263" fmla="*/ 0 w 499610"/>
                <a:gd name="connsiteY1-264" fmla="*/ 11688 h 981880"/>
                <a:gd name="connsiteX2-265" fmla="*/ 499610 w 499610"/>
                <a:gd name="connsiteY2-266" fmla="*/ 0 h 981880"/>
                <a:gd name="connsiteX3-267" fmla="*/ 415714 w 499610"/>
                <a:gd name="connsiteY3-268" fmla="*/ 981880 h 981880"/>
                <a:gd name="connsiteX4-269" fmla="*/ 118198 w 499610"/>
                <a:gd name="connsiteY4-270" fmla="*/ 973305 h 981880"/>
                <a:gd name="connsiteX0-271" fmla="*/ 118198 w 499610"/>
                <a:gd name="connsiteY0-272" fmla="*/ 973305 h 981880"/>
                <a:gd name="connsiteX1-273" fmla="*/ 0 w 499610"/>
                <a:gd name="connsiteY1-274" fmla="*/ 11688 h 981880"/>
                <a:gd name="connsiteX2-275" fmla="*/ 499610 w 499610"/>
                <a:gd name="connsiteY2-276" fmla="*/ 0 h 981880"/>
                <a:gd name="connsiteX3-277" fmla="*/ 415714 w 499610"/>
                <a:gd name="connsiteY3-278" fmla="*/ 981880 h 981880"/>
                <a:gd name="connsiteX4-279" fmla="*/ 118198 w 499610"/>
                <a:gd name="connsiteY4-280" fmla="*/ 973305 h 981880"/>
                <a:gd name="connsiteX0-281" fmla="*/ 118198 w 499610"/>
                <a:gd name="connsiteY0-282" fmla="*/ 973305 h 981880"/>
                <a:gd name="connsiteX1-283" fmla="*/ 0 w 499610"/>
                <a:gd name="connsiteY1-284" fmla="*/ 11688 h 981880"/>
                <a:gd name="connsiteX2-285" fmla="*/ 499610 w 499610"/>
                <a:gd name="connsiteY2-286" fmla="*/ 0 h 981880"/>
                <a:gd name="connsiteX3-287" fmla="*/ 415714 w 499610"/>
                <a:gd name="connsiteY3-288" fmla="*/ 981880 h 981880"/>
                <a:gd name="connsiteX4-289" fmla="*/ 118198 w 499610"/>
                <a:gd name="connsiteY4-290" fmla="*/ 973305 h 981880"/>
                <a:gd name="connsiteX0-291" fmla="*/ 118198 w 499610"/>
                <a:gd name="connsiteY0-292" fmla="*/ 973305 h 981880"/>
                <a:gd name="connsiteX1-293" fmla="*/ 0 w 499610"/>
                <a:gd name="connsiteY1-294" fmla="*/ 11688 h 981880"/>
                <a:gd name="connsiteX2-295" fmla="*/ 499610 w 499610"/>
                <a:gd name="connsiteY2-296" fmla="*/ 0 h 981880"/>
                <a:gd name="connsiteX3-297" fmla="*/ 415714 w 499610"/>
                <a:gd name="connsiteY3-298" fmla="*/ 981880 h 981880"/>
                <a:gd name="connsiteX4-299" fmla="*/ 118198 w 499610"/>
                <a:gd name="connsiteY4-300" fmla="*/ 973305 h 981880"/>
                <a:gd name="connsiteX0-301" fmla="*/ 118198 w 499610"/>
                <a:gd name="connsiteY0-302" fmla="*/ 973305 h 981880"/>
                <a:gd name="connsiteX1-303" fmla="*/ 0 w 499610"/>
                <a:gd name="connsiteY1-304" fmla="*/ 11688 h 981880"/>
                <a:gd name="connsiteX2-305" fmla="*/ 499610 w 499610"/>
                <a:gd name="connsiteY2-306" fmla="*/ 0 h 981880"/>
                <a:gd name="connsiteX3-307" fmla="*/ 415714 w 499610"/>
                <a:gd name="connsiteY3-308" fmla="*/ 981880 h 981880"/>
                <a:gd name="connsiteX4-309" fmla="*/ 118198 w 499610"/>
                <a:gd name="connsiteY4-310" fmla="*/ 973305 h 981880"/>
                <a:gd name="connsiteX0-311" fmla="*/ 118198 w 499610"/>
                <a:gd name="connsiteY0-312" fmla="*/ 973305 h 976186"/>
                <a:gd name="connsiteX1-313" fmla="*/ 0 w 499610"/>
                <a:gd name="connsiteY1-314" fmla="*/ 11688 h 976186"/>
                <a:gd name="connsiteX2-315" fmla="*/ 499610 w 499610"/>
                <a:gd name="connsiteY2-316" fmla="*/ 0 h 976186"/>
                <a:gd name="connsiteX3-317" fmla="*/ 273339 w 499610"/>
                <a:gd name="connsiteY3-318" fmla="*/ 976186 h 976186"/>
                <a:gd name="connsiteX4-319" fmla="*/ 118198 w 499610"/>
                <a:gd name="connsiteY4-320" fmla="*/ 973305 h 976186"/>
                <a:gd name="connsiteX0-321" fmla="*/ 118198 w 499610"/>
                <a:gd name="connsiteY0-322" fmla="*/ 973305 h 976186"/>
                <a:gd name="connsiteX1-323" fmla="*/ 0 w 499610"/>
                <a:gd name="connsiteY1-324" fmla="*/ 11688 h 976186"/>
                <a:gd name="connsiteX2-325" fmla="*/ 499610 w 499610"/>
                <a:gd name="connsiteY2-326" fmla="*/ 0 h 976186"/>
                <a:gd name="connsiteX3-327" fmla="*/ 273339 w 499610"/>
                <a:gd name="connsiteY3-328" fmla="*/ 976186 h 976186"/>
                <a:gd name="connsiteX4-329" fmla="*/ 118198 w 499610"/>
                <a:gd name="connsiteY4-330" fmla="*/ 973305 h 976186"/>
                <a:gd name="connsiteX0-331" fmla="*/ 197928 w 499610"/>
                <a:gd name="connsiteY0-332" fmla="*/ 973305 h 976186"/>
                <a:gd name="connsiteX1-333" fmla="*/ 0 w 499610"/>
                <a:gd name="connsiteY1-334" fmla="*/ 11688 h 976186"/>
                <a:gd name="connsiteX2-335" fmla="*/ 499610 w 499610"/>
                <a:gd name="connsiteY2-336" fmla="*/ 0 h 976186"/>
                <a:gd name="connsiteX3-337" fmla="*/ 273339 w 499610"/>
                <a:gd name="connsiteY3-338" fmla="*/ 976186 h 976186"/>
                <a:gd name="connsiteX4-339" fmla="*/ 197928 w 499610"/>
                <a:gd name="connsiteY4-340" fmla="*/ 973305 h 976186"/>
                <a:gd name="connsiteX0-341" fmla="*/ 197928 w 499610"/>
                <a:gd name="connsiteY0-342" fmla="*/ 973305 h 976186"/>
                <a:gd name="connsiteX1-343" fmla="*/ 0 w 499610"/>
                <a:gd name="connsiteY1-344" fmla="*/ 11688 h 976186"/>
                <a:gd name="connsiteX2-345" fmla="*/ 499610 w 499610"/>
                <a:gd name="connsiteY2-346" fmla="*/ 0 h 976186"/>
                <a:gd name="connsiteX3-347" fmla="*/ 273339 w 499610"/>
                <a:gd name="connsiteY3-348" fmla="*/ 976186 h 976186"/>
                <a:gd name="connsiteX4-349" fmla="*/ 197928 w 499610"/>
                <a:gd name="connsiteY4-350" fmla="*/ 973305 h 976186"/>
                <a:gd name="connsiteX0-351" fmla="*/ 197928 w 499610"/>
                <a:gd name="connsiteY0-352" fmla="*/ 973305 h 976186"/>
                <a:gd name="connsiteX1-353" fmla="*/ 0 w 499610"/>
                <a:gd name="connsiteY1-354" fmla="*/ 11688 h 976186"/>
                <a:gd name="connsiteX2-355" fmla="*/ 499610 w 499610"/>
                <a:gd name="connsiteY2-356" fmla="*/ 0 h 976186"/>
                <a:gd name="connsiteX3-357" fmla="*/ 273339 w 499610"/>
                <a:gd name="connsiteY3-358" fmla="*/ 976186 h 976186"/>
                <a:gd name="connsiteX4-359" fmla="*/ 197928 w 499610"/>
                <a:gd name="connsiteY4-360" fmla="*/ 973305 h 976186"/>
                <a:gd name="connsiteX0-361" fmla="*/ 197928 w 499610"/>
                <a:gd name="connsiteY0-362" fmla="*/ 973305 h 976186"/>
                <a:gd name="connsiteX1-363" fmla="*/ 0 w 499610"/>
                <a:gd name="connsiteY1-364" fmla="*/ 11688 h 976186"/>
                <a:gd name="connsiteX2-365" fmla="*/ 499610 w 499610"/>
                <a:gd name="connsiteY2-366" fmla="*/ 0 h 976186"/>
                <a:gd name="connsiteX3-367" fmla="*/ 273339 w 499610"/>
                <a:gd name="connsiteY3-368" fmla="*/ 976186 h 976186"/>
                <a:gd name="connsiteX4-369" fmla="*/ 197928 w 499610"/>
                <a:gd name="connsiteY4-370" fmla="*/ 973305 h 976186"/>
                <a:gd name="connsiteX0-371" fmla="*/ 27977 w 802211"/>
                <a:gd name="connsiteY0-372" fmla="*/ 815791 h 976186"/>
                <a:gd name="connsiteX1-373" fmla="*/ 302601 w 802211"/>
                <a:gd name="connsiteY1-374" fmla="*/ 11688 h 976186"/>
                <a:gd name="connsiteX2-375" fmla="*/ 802211 w 802211"/>
                <a:gd name="connsiteY2-376" fmla="*/ 0 h 976186"/>
                <a:gd name="connsiteX3-377" fmla="*/ 575940 w 802211"/>
                <a:gd name="connsiteY3-378" fmla="*/ 976186 h 976186"/>
                <a:gd name="connsiteX4-379" fmla="*/ 27977 w 802211"/>
                <a:gd name="connsiteY4-380" fmla="*/ 815791 h 976186"/>
                <a:gd name="connsiteX0-381" fmla="*/ 27977 w 802211"/>
                <a:gd name="connsiteY0-382" fmla="*/ 815791 h 815791"/>
                <a:gd name="connsiteX1-383" fmla="*/ 302601 w 802211"/>
                <a:gd name="connsiteY1-384" fmla="*/ 11688 h 815791"/>
                <a:gd name="connsiteX2-385" fmla="*/ 802211 w 802211"/>
                <a:gd name="connsiteY2-386" fmla="*/ 0 h 815791"/>
                <a:gd name="connsiteX3-387" fmla="*/ 236294 w 802211"/>
                <a:gd name="connsiteY3-388" fmla="*/ 808828 h 815791"/>
                <a:gd name="connsiteX4-389" fmla="*/ 27977 w 802211"/>
                <a:gd name="connsiteY4-390" fmla="*/ 815791 h 815791"/>
                <a:gd name="connsiteX0-391" fmla="*/ 27977 w 802211"/>
                <a:gd name="connsiteY0-392" fmla="*/ 815791 h 815791"/>
                <a:gd name="connsiteX1-393" fmla="*/ 302601 w 802211"/>
                <a:gd name="connsiteY1-394" fmla="*/ 11688 h 815791"/>
                <a:gd name="connsiteX2-395" fmla="*/ 802211 w 802211"/>
                <a:gd name="connsiteY2-396" fmla="*/ 0 h 815791"/>
                <a:gd name="connsiteX3-397" fmla="*/ 236294 w 802211"/>
                <a:gd name="connsiteY3-398" fmla="*/ 808828 h 815791"/>
                <a:gd name="connsiteX4-399" fmla="*/ 27977 w 802211"/>
                <a:gd name="connsiteY4-400" fmla="*/ 815791 h 815791"/>
                <a:gd name="connsiteX0-401" fmla="*/ 27977 w 802211"/>
                <a:gd name="connsiteY0-402" fmla="*/ 815791 h 815791"/>
                <a:gd name="connsiteX1-403" fmla="*/ 302601 w 802211"/>
                <a:gd name="connsiteY1-404" fmla="*/ 11688 h 815791"/>
                <a:gd name="connsiteX2-405" fmla="*/ 802211 w 802211"/>
                <a:gd name="connsiteY2-406" fmla="*/ 0 h 815791"/>
                <a:gd name="connsiteX3-407" fmla="*/ 236294 w 802211"/>
                <a:gd name="connsiteY3-408" fmla="*/ 808828 h 815791"/>
                <a:gd name="connsiteX4-409" fmla="*/ 27977 w 802211"/>
                <a:gd name="connsiteY4-410" fmla="*/ 815791 h 815791"/>
                <a:gd name="connsiteX0-411" fmla="*/ 27977 w 802211"/>
                <a:gd name="connsiteY0-412" fmla="*/ 828714 h 828714"/>
                <a:gd name="connsiteX1-413" fmla="*/ 302601 w 802211"/>
                <a:gd name="connsiteY1-414" fmla="*/ 0 h 828714"/>
                <a:gd name="connsiteX2-415" fmla="*/ 802211 w 802211"/>
                <a:gd name="connsiteY2-416" fmla="*/ 12923 h 828714"/>
                <a:gd name="connsiteX3-417" fmla="*/ 236294 w 802211"/>
                <a:gd name="connsiteY3-418" fmla="*/ 821751 h 828714"/>
                <a:gd name="connsiteX4-419" fmla="*/ 27977 w 802211"/>
                <a:gd name="connsiteY4-420" fmla="*/ 828714 h 828714"/>
                <a:gd name="connsiteX0-421" fmla="*/ 56213 w 830447"/>
                <a:gd name="connsiteY0-422" fmla="*/ 828714 h 828714"/>
                <a:gd name="connsiteX1-423" fmla="*/ 330837 w 830447"/>
                <a:gd name="connsiteY1-424" fmla="*/ 0 h 828714"/>
                <a:gd name="connsiteX2-425" fmla="*/ 830447 w 830447"/>
                <a:gd name="connsiteY2-426" fmla="*/ 12923 h 828714"/>
                <a:gd name="connsiteX3-427" fmla="*/ 264530 w 830447"/>
                <a:gd name="connsiteY3-428" fmla="*/ 821751 h 828714"/>
                <a:gd name="connsiteX4-429" fmla="*/ 56213 w 830447"/>
                <a:gd name="connsiteY4-430" fmla="*/ 828714 h 828714"/>
                <a:gd name="connsiteX0-431" fmla="*/ 64130 w 789139"/>
                <a:gd name="connsiteY0-432" fmla="*/ 794258 h 821751"/>
                <a:gd name="connsiteX1-433" fmla="*/ 289529 w 789139"/>
                <a:gd name="connsiteY1-434" fmla="*/ 0 h 821751"/>
                <a:gd name="connsiteX2-435" fmla="*/ 789139 w 789139"/>
                <a:gd name="connsiteY2-436" fmla="*/ 12923 h 821751"/>
                <a:gd name="connsiteX3-437" fmla="*/ 223222 w 789139"/>
                <a:gd name="connsiteY3-438" fmla="*/ 821751 h 821751"/>
                <a:gd name="connsiteX4-439" fmla="*/ 64130 w 789139"/>
                <a:gd name="connsiteY4-440" fmla="*/ 794258 h 821751"/>
                <a:gd name="connsiteX0-441" fmla="*/ 0 w 725009"/>
                <a:gd name="connsiteY0-442" fmla="*/ 794258 h 821751"/>
                <a:gd name="connsiteX1-443" fmla="*/ 225399 w 725009"/>
                <a:gd name="connsiteY1-444" fmla="*/ 0 h 821751"/>
                <a:gd name="connsiteX2-445" fmla="*/ 725009 w 725009"/>
                <a:gd name="connsiteY2-446" fmla="*/ 12923 h 821751"/>
                <a:gd name="connsiteX3-447" fmla="*/ 159092 w 725009"/>
                <a:gd name="connsiteY3-448" fmla="*/ 821751 h 821751"/>
                <a:gd name="connsiteX4-449" fmla="*/ 0 w 725009"/>
                <a:gd name="connsiteY4-450" fmla="*/ 794258 h 821751"/>
                <a:gd name="connsiteX0-451" fmla="*/ 0 w 725009"/>
                <a:gd name="connsiteY0-452" fmla="*/ 1203768 h 1231261"/>
                <a:gd name="connsiteX1-453" fmla="*/ 225399 w 725009"/>
                <a:gd name="connsiteY1-454" fmla="*/ 0 h 1231261"/>
                <a:gd name="connsiteX2-455" fmla="*/ 725009 w 725009"/>
                <a:gd name="connsiteY2-456" fmla="*/ 422433 h 1231261"/>
                <a:gd name="connsiteX3-457" fmla="*/ 159092 w 725009"/>
                <a:gd name="connsiteY3-458" fmla="*/ 1231261 h 1231261"/>
                <a:gd name="connsiteX4-459" fmla="*/ 0 w 725009"/>
                <a:gd name="connsiteY4-460" fmla="*/ 1203768 h 1231261"/>
                <a:gd name="connsiteX0-461" fmla="*/ 0 w 725009"/>
                <a:gd name="connsiteY0-462" fmla="*/ 1217334 h 1244827"/>
                <a:gd name="connsiteX1-463" fmla="*/ 225399 w 725009"/>
                <a:gd name="connsiteY1-464" fmla="*/ 13566 h 1244827"/>
                <a:gd name="connsiteX2-465" fmla="*/ 725009 w 725009"/>
                <a:gd name="connsiteY2-466" fmla="*/ 571 h 1244827"/>
                <a:gd name="connsiteX3-467" fmla="*/ 159092 w 725009"/>
                <a:gd name="connsiteY3-468" fmla="*/ 1244827 h 1244827"/>
                <a:gd name="connsiteX4-469" fmla="*/ 0 w 725009"/>
                <a:gd name="connsiteY4-470" fmla="*/ 1217334 h 1244827"/>
                <a:gd name="connsiteX0-471" fmla="*/ 0 w 725009"/>
                <a:gd name="connsiteY0-472" fmla="*/ 1217334 h 1244827"/>
                <a:gd name="connsiteX1-473" fmla="*/ 225399 w 725009"/>
                <a:gd name="connsiteY1-474" fmla="*/ 13566 h 1244827"/>
                <a:gd name="connsiteX2-475" fmla="*/ 725009 w 725009"/>
                <a:gd name="connsiteY2-476" fmla="*/ 571 h 1244827"/>
                <a:gd name="connsiteX3-477" fmla="*/ 159092 w 725009"/>
                <a:gd name="connsiteY3-478" fmla="*/ 1244827 h 1244827"/>
                <a:gd name="connsiteX4-479" fmla="*/ 0 w 725009"/>
                <a:gd name="connsiteY4-480" fmla="*/ 1217334 h 1244827"/>
                <a:gd name="connsiteX0-481" fmla="*/ 0 w 725009"/>
                <a:gd name="connsiteY0-482" fmla="*/ 1217334 h 1244827"/>
                <a:gd name="connsiteX1-483" fmla="*/ 225399 w 725009"/>
                <a:gd name="connsiteY1-484" fmla="*/ 13566 h 1244827"/>
                <a:gd name="connsiteX2-485" fmla="*/ 725009 w 725009"/>
                <a:gd name="connsiteY2-486" fmla="*/ 571 h 1244827"/>
                <a:gd name="connsiteX3-487" fmla="*/ 159092 w 725009"/>
                <a:gd name="connsiteY3-488" fmla="*/ 1244827 h 1244827"/>
                <a:gd name="connsiteX4-489" fmla="*/ 0 w 725009"/>
                <a:gd name="connsiteY4-490" fmla="*/ 1217334 h 1244827"/>
                <a:gd name="connsiteX0-491" fmla="*/ 0 w 725009"/>
                <a:gd name="connsiteY0-492" fmla="*/ 1217334 h 1244827"/>
                <a:gd name="connsiteX1-493" fmla="*/ 225399 w 725009"/>
                <a:gd name="connsiteY1-494" fmla="*/ 13566 h 1244827"/>
                <a:gd name="connsiteX2-495" fmla="*/ 725009 w 725009"/>
                <a:gd name="connsiteY2-496" fmla="*/ 571 h 1244827"/>
                <a:gd name="connsiteX3-497" fmla="*/ 159092 w 725009"/>
                <a:gd name="connsiteY3-498" fmla="*/ 1244827 h 1244827"/>
                <a:gd name="connsiteX4-499" fmla="*/ 0 w 725009"/>
                <a:gd name="connsiteY4-500" fmla="*/ 1217334 h 1244827"/>
                <a:gd name="connsiteX0-501" fmla="*/ 0 w 725009"/>
                <a:gd name="connsiteY0-502" fmla="*/ 1217334 h 1244827"/>
                <a:gd name="connsiteX1-503" fmla="*/ 225399 w 725009"/>
                <a:gd name="connsiteY1-504" fmla="*/ 13566 h 1244827"/>
                <a:gd name="connsiteX2-505" fmla="*/ 725009 w 725009"/>
                <a:gd name="connsiteY2-506" fmla="*/ 571 h 1244827"/>
                <a:gd name="connsiteX3-507" fmla="*/ 159092 w 725009"/>
                <a:gd name="connsiteY3-508" fmla="*/ 1244827 h 1244827"/>
                <a:gd name="connsiteX4-509" fmla="*/ 0 w 725009"/>
                <a:gd name="connsiteY4-510" fmla="*/ 1217334 h 1244827"/>
                <a:gd name="connsiteX0-511" fmla="*/ 0 w 725009"/>
                <a:gd name="connsiteY0-512" fmla="*/ 1217334 h 1244827"/>
                <a:gd name="connsiteX1-513" fmla="*/ 225399 w 725009"/>
                <a:gd name="connsiteY1-514" fmla="*/ 13566 h 1244827"/>
                <a:gd name="connsiteX2-515" fmla="*/ 725009 w 725009"/>
                <a:gd name="connsiteY2-516" fmla="*/ 571 h 1244827"/>
                <a:gd name="connsiteX3-517" fmla="*/ 159092 w 725009"/>
                <a:gd name="connsiteY3-518" fmla="*/ 1244827 h 1244827"/>
                <a:gd name="connsiteX4-519" fmla="*/ 0 w 725009"/>
                <a:gd name="connsiteY4-520" fmla="*/ 1217334 h 1244827"/>
                <a:gd name="connsiteX0-521" fmla="*/ 0 w 725009"/>
                <a:gd name="connsiteY0-522" fmla="*/ 1203768 h 1231261"/>
                <a:gd name="connsiteX1-523" fmla="*/ 225399 w 725009"/>
                <a:gd name="connsiteY1-524" fmla="*/ 0 h 1231261"/>
                <a:gd name="connsiteX2-525" fmla="*/ 725009 w 725009"/>
                <a:gd name="connsiteY2-526" fmla="*/ 129782 h 1231261"/>
                <a:gd name="connsiteX3-527" fmla="*/ 159092 w 725009"/>
                <a:gd name="connsiteY3-528" fmla="*/ 1231261 h 1231261"/>
                <a:gd name="connsiteX4-529" fmla="*/ 0 w 725009"/>
                <a:gd name="connsiteY4-530" fmla="*/ 1203768 h 1231261"/>
                <a:gd name="connsiteX0-531" fmla="*/ 0 w 725009"/>
                <a:gd name="connsiteY0-532" fmla="*/ 1203768 h 1231261"/>
                <a:gd name="connsiteX1-533" fmla="*/ 225399 w 725009"/>
                <a:gd name="connsiteY1-534" fmla="*/ 0 h 1231261"/>
                <a:gd name="connsiteX2-535" fmla="*/ 725009 w 725009"/>
                <a:gd name="connsiteY2-536" fmla="*/ 129782 h 1231261"/>
                <a:gd name="connsiteX3-537" fmla="*/ 159092 w 725009"/>
                <a:gd name="connsiteY3-538" fmla="*/ 1231261 h 1231261"/>
                <a:gd name="connsiteX4-539" fmla="*/ 0 w 725009"/>
                <a:gd name="connsiteY4-540" fmla="*/ 1203768 h 1231261"/>
                <a:gd name="connsiteX0-541" fmla="*/ 0 w 725009"/>
                <a:gd name="connsiteY0-542" fmla="*/ 1203768 h 1231261"/>
                <a:gd name="connsiteX1-543" fmla="*/ 225399 w 725009"/>
                <a:gd name="connsiteY1-544" fmla="*/ 0 h 1231261"/>
                <a:gd name="connsiteX2-545" fmla="*/ 725009 w 725009"/>
                <a:gd name="connsiteY2-546" fmla="*/ 129782 h 1231261"/>
                <a:gd name="connsiteX3-547" fmla="*/ 159092 w 725009"/>
                <a:gd name="connsiteY3-548" fmla="*/ 1231261 h 1231261"/>
                <a:gd name="connsiteX4-549" fmla="*/ 0 w 725009"/>
                <a:gd name="connsiteY4-550" fmla="*/ 1203768 h 1231261"/>
                <a:gd name="connsiteX0-551" fmla="*/ 0 w 725497"/>
                <a:gd name="connsiteY0-552" fmla="*/ 1279028 h 1306521"/>
                <a:gd name="connsiteX1-553" fmla="*/ 225399 w 725497"/>
                <a:gd name="connsiteY1-554" fmla="*/ 75260 h 1306521"/>
                <a:gd name="connsiteX2-555" fmla="*/ 396193 w 725497"/>
                <a:gd name="connsiteY2-556" fmla="*/ 156799 h 1306521"/>
                <a:gd name="connsiteX3-557" fmla="*/ 725009 w 725497"/>
                <a:gd name="connsiteY3-558" fmla="*/ 205042 h 1306521"/>
                <a:gd name="connsiteX4-559" fmla="*/ 159092 w 725497"/>
                <a:gd name="connsiteY4-560" fmla="*/ 1306521 h 1306521"/>
                <a:gd name="connsiteX5-561" fmla="*/ 0 w 725497"/>
                <a:gd name="connsiteY5-562" fmla="*/ 1279028 h 1306521"/>
                <a:gd name="connsiteX0-563" fmla="*/ 0 w 725239"/>
                <a:gd name="connsiteY0-564" fmla="*/ 1295668 h 1323161"/>
                <a:gd name="connsiteX1-565" fmla="*/ 225399 w 725239"/>
                <a:gd name="connsiteY1-566" fmla="*/ 91900 h 1323161"/>
                <a:gd name="connsiteX2-567" fmla="*/ 725009 w 725239"/>
                <a:gd name="connsiteY2-568" fmla="*/ 221682 h 1323161"/>
                <a:gd name="connsiteX3-569" fmla="*/ 159092 w 725239"/>
                <a:gd name="connsiteY3-570" fmla="*/ 1323161 h 1323161"/>
                <a:gd name="connsiteX4-571" fmla="*/ 0 w 725239"/>
                <a:gd name="connsiteY4-572" fmla="*/ 1295668 h 1323161"/>
                <a:gd name="connsiteX0-573" fmla="*/ 0 w 725221"/>
                <a:gd name="connsiteY0-574" fmla="*/ 1210552 h 1238045"/>
                <a:gd name="connsiteX1-575" fmla="*/ 191583 w 725221"/>
                <a:gd name="connsiteY1-576" fmla="*/ 153319 h 1238045"/>
                <a:gd name="connsiteX2-577" fmla="*/ 725009 w 725221"/>
                <a:gd name="connsiteY2-578" fmla="*/ 136566 h 1238045"/>
                <a:gd name="connsiteX3-579" fmla="*/ 159092 w 725221"/>
                <a:gd name="connsiteY3-580" fmla="*/ 1238045 h 1238045"/>
                <a:gd name="connsiteX4-581" fmla="*/ 0 w 725221"/>
                <a:gd name="connsiteY4-582" fmla="*/ 1210552 h 1238045"/>
                <a:gd name="connsiteX0-583" fmla="*/ 0 w 725305"/>
                <a:gd name="connsiteY0-584" fmla="*/ 1158512 h 1186005"/>
                <a:gd name="connsiteX1-585" fmla="*/ 191583 w 725305"/>
                <a:gd name="connsiteY1-586" fmla="*/ 101279 h 1186005"/>
                <a:gd name="connsiteX2-587" fmla="*/ 725009 w 725305"/>
                <a:gd name="connsiteY2-588" fmla="*/ 84526 h 1186005"/>
                <a:gd name="connsiteX3-589" fmla="*/ 159092 w 725305"/>
                <a:gd name="connsiteY3-590" fmla="*/ 1186005 h 1186005"/>
                <a:gd name="connsiteX4-591" fmla="*/ 0 w 725305"/>
                <a:gd name="connsiteY4-592" fmla="*/ 1158512 h 1186005"/>
                <a:gd name="connsiteX0-593" fmla="*/ 0 w 725009"/>
                <a:gd name="connsiteY0-594" fmla="*/ 1073986 h 1101479"/>
                <a:gd name="connsiteX1-595" fmla="*/ 191583 w 725009"/>
                <a:gd name="connsiteY1-596" fmla="*/ 16753 h 1101479"/>
                <a:gd name="connsiteX2-597" fmla="*/ 725009 w 725009"/>
                <a:gd name="connsiteY2-598" fmla="*/ 0 h 1101479"/>
                <a:gd name="connsiteX3-599" fmla="*/ 159092 w 725009"/>
                <a:gd name="connsiteY3-600" fmla="*/ 1101479 h 1101479"/>
                <a:gd name="connsiteX4-601" fmla="*/ 0 w 725009"/>
                <a:gd name="connsiteY4-602" fmla="*/ 1073986 h 1101479"/>
                <a:gd name="connsiteX0-603" fmla="*/ 0 w 725009"/>
                <a:gd name="connsiteY0-604" fmla="*/ 1073986 h 1101479"/>
                <a:gd name="connsiteX1-605" fmla="*/ 206612 w 725009"/>
                <a:gd name="connsiteY1-606" fmla="*/ 1724 h 1101479"/>
                <a:gd name="connsiteX2-607" fmla="*/ 725009 w 725009"/>
                <a:gd name="connsiteY2-608" fmla="*/ 0 h 1101479"/>
                <a:gd name="connsiteX3-609" fmla="*/ 159092 w 725009"/>
                <a:gd name="connsiteY3-610" fmla="*/ 1101479 h 1101479"/>
                <a:gd name="connsiteX4-611" fmla="*/ 0 w 725009"/>
                <a:gd name="connsiteY4-612" fmla="*/ 1073986 h 1101479"/>
                <a:gd name="connsiteX0-613" fmla="*/ 0 w 725009"/>
                <a:gd name="connsiteY0-614" fmla="*/ 1073986 h 1101479"/>
                <a:gd name="connsiteX1-615" fmla="*/ 206612 w 725009"/>
                <a:gd name="connsiteY1-616" fmla="*/ 1724 h 1101479"/>
                <a:gd name="connsiteX2-617" fmla="*/ 725009 w 725009"/>
                <a:gd name="connsiteY2-618" fmla="*/ 0 h 1101479"/>
                <a:gd name="connsiteX3-619" fmla="*/ 159092 w 725009"/>
                <a:gd name="connsiteY3-620" fmla="*/ 1101479 h 1101479"/>
                <a:gd name="connsiteX4-621" fmla="*/ 0 w 725009"/>
                <a:gd name="connsiteY4-622" fmla="*/ 1073986 h 1101479"/>
                <a:gd name="connsiteX0-623" fmla="*/ 0 w 725009"/>
                <a:gd name="connsiteY0-624" fmla="*/ 1073986 h 1101479"/>
                <a:gd name="connsiteX1-625" fmla="*/ 206612 w 725009"/>
                <a:gd name="connsiteY1-626" fmla="*/ 1724 h 1101479"/>
                <a:gd name="connsiteX2-627" fmla="*/ 725009 w 725009"/>
                <a:gd name="connsiteY2-628" fmla="*/ 0 h 1101479"/>
                <a:gd name="connsiteX3-629" fmla="*/ 159092 w 725009"/>
                <a:gd name="connsiteY3-630" fmla="*/ 1101479 h 1101479"/>
                <a:gd name="connsiteX4-631" fmla="*/ 0 w 725009"/>
                <a:gd name="connsiteY4-632" fmla="*/ 1073986 h 11014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725009" h="1101479">
                  <a:moveTo>
                    <a:pt x="0" y="1073986"/>
                  </a:moveTo>
                  <a:cubicBezTo>
                    <a:pt x="95638" y="589814"/>
                    <a:pt x="96800" y="618448"/>
                    <a:pt x="206612" y="1724"/>
                  </a:cubicBezTo>
                  <a:cubicBezTo>
                    <a:pt x="451440" y="14348"/>
                    <a:pt x="499346" y="35256"/>
                    <a:pt x="725009" y="0"/>
                  </a:cubicBezTo>
                  <a:cubicBezTo>
                    <a:pt x="326141" y="749497"/>
                    <a:pt x="642687" y="159790"/>
                    <a:pt x="159092" y="1101479"/>
                  </a:cubicBezTo>
                  <a:cubicBezTo>
                    <a:pt x="24807" y="1072843"/>
                    <a:pt x="92525" y="1088071"/>
                    <a:pt x="0" y="1073986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274" name="Freeform 273"/>
            <p:cNvSpPr/>
            <p:nvPr/>
          </p:nvSpPr>
          <p:spPr>
            <a:xfrm>
              <a:off x="4300767" y="4956362"/>
              <a:ext cx="514307" cy="577758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-1" fmla="*/ 139870 w 1040633"/>
                <a:gd name="connsiteY0-2" fmla="*/ 1191723 h 1219697"/>
                <a:gd name="connsiteX1-3" fmla="*/ 0 w 1040633"/>
                <a:gd name="connsiteY1-4" fmla="*/ 0 h 1219697"/>
                <a:gd name="connsiteX2-5" fmla="*/ 1040633 w 1040633"/>
                <a:gd name="connsiteY2-6" fmla="*/ 16785 h 1219697"/>
                <a:gd name="connsiteX3-7" fmla="*/ 833625 w 1040633"/>
                <a:gd name="connsiteY3-8" fmla="*/ 1219697 h 1219697"/>
                <a:gd name="connsiteX4-9" fmla="*/ 139870 w 1040633"/>
                <a:gd name="connsiteY4-10" fmla="*/ 1191723 h 1219697"/>
                <a:gd name="connsiteX0-11" fmla="*/ 139870 w 1040633"/>
                <a:gd name="connsiteY0-12" fmla="*/ 1191723 h 1219697"/>
                <a:gd name="connsiteX1-13" fmla="*/ 0 w 1040633"/>
                <a:gd name="connsiteY1-14" fmla="*/ 0 h 1219697"/>
                <a:gd name="connsiteX2-15" fmla="*/ 1040633 w 1040633"/>
                <a:gd name="connsiteY2-16" fmla="*/ 16785 h 1219697"/>
                <a:gd name="connsiteX3-17" fmla="*/ 833625 w 1040633"/>
                <a:gd name="connsiteY3-18" fmla="*/ 1219697 h 1219697"/>
                <a:gd name="connsiteX4-19" fmla="*/ 139870 w 1040633"/>
                <a:gd name="connsiteY4-20" fmla="*/ 1191723 h 1219697"/>
                <a:gd name="connsiteX0-21" fmla="*/ 139870 w 1040633"/>
                <a:gd name="connsiteY0-22" fmla="*/ 1191723 h 1219697"/>
                <a:gd name="connsiteX1-23" fmla="*/ 0 w 1040633"/>
                <a:gd name="connsiteY1-24" fmla="*/ 0 h 1219697"/>
                <a:gd name="connsiteX2-25" fmla="*/ 1040633 w 1040633"/>
                <a:gd name="connsiteY2-26" fmla="*/ 16785 h 1219697"/>
                <a:gd name="connsiteX3-27" fmla="*/ 833625 w 1040633"/>
                <a:gd name="connsiteY3-28" fmla="*/ 1219697 h 1219697"/>
                <a:gd name="connsiteX4-29" fmla="*/ 139870 w 1040633"/>
                <a:gd name="connsiteY4-30" fmla="*/ 1191723 h 1219697"/>
                <a:gd name="connsiteX0-31" fmla="*/ 139870 w 1040633"/>
                <a:gd name="connsiteY0-32" fmla="*/ 1191723 h 1219697"/>
                <a:gd name="connsiteX1-33" fmla="*/ 0 w 1040633"/>
                <a:gd name="connsiteY1-34" fmla="*/ 0 h 1219697"/>
                <a:gd name="connsiteX2-35" fmla="*/ 1040633 w 1040633"/>
                <a:gd name="connsiteY2-36" fmla="*/ 16785 h 1219697"/>
                <a:gd name="connsiteX3-37" fmla="*/ 833625 w 1040633"/>
                <a:gd name="connsiteY3-38" fmla="*/ 1219697 h 1219697"/>
                <a:gd name="connsiteX4-39" fmla="*/ 139870 w 1040633"/>
                <a:gd name="connsiteY4-40" fmla="*/ 1191723 h 1219697"/>
                <a:gd name="connsiteX0-41" fmla="*/ 139870 w 1040633"/>
                <a:gd name="connsiteY0-42" fmla="*/ 1191723 h 1219697"/>
                <a:gd name="connsiteX1-43" fmla="*/ 0 w 1040633"/>
                <a:gd name="connsiteY1-44" fmla="*/ 0 h 1219697"/>
                <a:gd name="connsiteX2-45" fmla="*/ 1040633 w 1040633"/>
                <a:gd name="connsiteY2-46" fmla="*/ 16785 h 1219697"/>
                <a:gd name="connsiteX3-47" fmla="*/ 833625 w 1040633"/>
                <a:gd name="connsiteY3-48" fmla="*/ 1219697 h 1219697"/>
                <a:gd name="connsiteX4-49" fmla="*/ 418712 w 1040633"/>
                <a:gd name="connsiteY4-50" fmla="*/ 1189324 h 1219697"/>
                <a:gd name="connsiteX5" fmla="*/ 139870 w 1040633"/>
                <a:gd name="connsiteY5" fmla="*/ 1191723 h 1219697"/>
                <a:gd name="connsiteX0-51" fmla="*/ 139870 w 1040633"/>
                <a:gd name="connsiteY0-52" fmla="*/ 1191723 h 1355926"/>
                <a:gd name="connsiteX1-53" fmla="*/ 0 w 1040633"/>
                <a:gd name="connsiteY1-54" fmla="*/ 0 h 1355926"/>
                <a:gd name="connsiteX2-55" fmla="*/ 1040633 w 1040633"/>
                <a:gd name="connsiteY2-56" fmla="*/ 16785 h 1355926"/>
                <a:gd name="connsiteX3-57" fmla="*/ 833625 w 1040633"/>
                <a:gd name="connsiteY3-58" fmla="*/ 1219697 h 1355926"/>
                <a:gd name="connsiteX4-59" fmla="*/ 139870 w 1040633"/>
                <a:gd name="connsiteY4-60" fmla="*/ 1191723 h 1355926"/>
                <a:gd name="connsiteX0-61" fmla="*/ 139870 w 1040633"/>
                <a:gd name="connsiteY0-62" fmla="*/ 1191723 h 1289901"/>
                <a:gd name="connsiteX1-63" fmla="*/ 0 w 1040633"/>
                <a:gd name="connsiteY1-64" fmla="*/ 0 h 1289901"/>
                <a:gd name="connsiteX2-65" fmla="*/ 1040633 w 1040633"/>
                <a:gd name="connsiteY2-66" fmla="*/ 16785 h 1289901"/>
                <a:gd name="connsiteX3-67" fmla="*/ 833625 w 1040633"/>
                <a:gd name="connsiteY3-68" fmla="*/ 1219697 h 1289901"/>
                <a:gd name="connsiteX4-69" fmla="*/ 139870 w 1040633"/>
                <a:gd name="connsiteY4-70" fmla="*/ 1191723 h 1289901"/>
                <a:gd name="connsiteX0-71" fmla="*/ 139870 w 1040633"/>
                <a:gd name="connsiteY0-72" fmla="*/ 1191723 h 1219697"/>
                <a:gd name="connsiteX1-73" fmla="*/ 0 w 1040633"/>
                <a:gd name="connsiteY1-74" fmla="*/ 0 h 1219697"/>
                <a:gd name="connsiteX2-75" fmla="*/ 1040633 w 1040633"/>
                <a:gd name="connsiteY2-76" fmla="*/ 16785 h 1219697"/>
                <a:gd name="connsiteX3-77" fmla="*/ 833625 w 1040633"/>
                <a:gd name="connsiteY3-78" fmla="*/ 1219697 h 1219697"/>
                <a:gd name="connsiteX4-79" fmla="*/ 139870 w 1040633"/>
                <a:gd name="connsiteY4-80" fmla="*/ 1191723 h 1219697"/>
                <a:gd name="connsiteX0-81" fmla="*/ 139870 w 1040633"/>
                <a:gd name="connsiteY0-82" fmla="*/ 1191723 h 1191723"/>
                <a:gd name="connsiteX1-83" fmla="*/ 0 w 1040633"/>
                <a:gd name="connsiteY1-84" fmla="*/ 0 h 1191723"/>
                <a:gd name="connsiteX2-85" fmla="*/ 1040633 w 1040633"/>
                <a:gd name="connsiteY2-86" fmla="*/ 16785 h 1191723"/>
                <a:gd name="connsiteX3-87" fmla="*/ 671988 w 1040633"/>
                <a:gd name="connsiteY3-88" fmla="*/ 1158121 h 1191723"/>
                <a:gd name="connsiteX4-89" fmla="*/ 139870 w 1040633"/>
                <a:gd name="connsiteY4-90" fmla="*/ 1191723 h 1191723"/>
                <a:gd name="connsiteX0-91" fmla="*/ 363082 w 1040633"/>
                <a:gd name="connsiteY0-92" fmla="*/ 1160935 h 1160935"/>
                <a:gd name="connsiteX1-93" fmla="*/ 0 w 1040633"/>
                <a:gd name="connsiteY1-94" fmla="*/ 0 h 1160935"/>
                <a:gd name="connsiteX2-95" fmla="*/ 1040633 w 1040633"/>
                <a:gd name="connsiteY2-96" fmla="*/ 16785 h 1160935"/>
                <a:gd name="connsiteX3-97" fmla="*/ 671988 w 1040633"/>
                <a:gd name="connsiteY3-98" fmla="*/ 1158121 h 1160935"/>
                <a:gd name="connsiteX4-99" fmla="*/ 363082 w 1040633"/>
                <a:gd name="connsiteY4-100" fmla="*/ 1160935 h 1160935"/>
                <a:gd name="connsiteX0-101" fmla="*/ 363082 w 1040633"/>
                <a:gd name="connsiteY0-102" fmla="*/ 1160935 h 1160935"/>
                <a:gd name="connsiteX1-103" fmla="*/ 0 w 1040633"/>
                <a:gd name="connsiteY1-104" fmla="*/ 0 h 1160935"/>
                <a:gd name="connsiteX2-105" fmla="*/ 1040633 w 1040633"/>
                <a:gd name="connsiteY2-106" fmla="*/ 16785 h 1160935"/>
                <a:gd name="connsiteX3-107" fmla="*/ 671988 w 1040633"/>
                <a:gd name="connsiteY3-108" fmla="*/ 1158121 h 1160935"/>
                <a:gd name="connsiteX4-109" fmla="*/ 363082 w 1040633"/>
                <a:gd name="connsiteY4-110" fmla="*/ 1160935 h 1160935"/>
                <a:gd name="connsiteX0-111" fmla="*/ 363082 w 1040633"/>
                <a:gd name="connsiteY0-112" fmla="*/ 1160935 h 1160935"/>
                <a:gd name="connsiteX1-113" fmla="*/ 0 w 1040633"/>
                <a:gd name="connsiteY1-114" fmla="*/ 0 h 1160935"/>
                <a:gd name="connsiteX2-115" fmla="*/ 1040633 w 1040633"/>
                <a:gd name="connsiteY2-116" fmla="*/ 16785 h 1160935"/>
                <a:gd name="connsiteX3-117" fmla="*/ 671988 w 1040633"/>
                <a:gd name="connsiteY3-118" fmla="*/ 1158121 h 1160935"/>
                <a:gd name="connsiteX4-119" fmla="*/ 363082 w 1040633"/>
                <a:gd name="connsiteY4-120" fmla="*/ 1160935 h 1160935"/>
                <a:gd name="connsiteX0-121" fmla="*/ 363082 w 1040633"/>
                <a:gd name="connsiteY0-122" fmla="*/ 1160935 h 1160935"/>
                <a:gd name="connsiteX1-123" fmla="*/ 0 w 1040633"/>
                <a:gd name="connsiteY1-124" fmla="*/ 0 h 1160935"/>
                <a:gd name="connsiteX2-125" fmla="*/ 1040633 w 1040633"/>
                <a:gd name="connsiteY2-126" fmla="*/ 16785 h 1160935"/>
                <a:gd name="connsiteX3-127" fmla="*/ 671988 w 1040633"/>
                <a:gd name="connsiteY3-128" fmla="*/ 1158121 h 1160935"/>
                <a:gd name="connsiteX4-129" fmla="*/ 363082 w 1040633"/>
                <a:gd name="connsiteY4-130" fmla="*/ 1160935 h 1160935"/>
                <a:gd name="connsiteX0-131" fmla="*/ 363082 w 1040633"/>
                <a:gd name="connsiteY0-132" fmla="*/ 1160935 h 1160935"/>
                <a:gd name="connsiteX1-133" fmla="*/ 0 w 1040633"/>
                <a:gd name="connsiteY1-134" fmla="*/ 0 h 1160935"/>
                <a:gd name="connsiteX2-135" fmla="*/ 1040633 w 1040633"/>
                <a:gd name="connsiteY2-136" fmla="*/ 16785 h 1160935"/>
                <a:gd name="connsiteX3-137" fmla="*/ 671988 w 1040633"/>
                <a:gd name="connsiteY3-138" fmla="*/ 1158121 h 1160935"/>
                <a:gd name="connsiteX4-139" fmla="*/ 363082 w 1040633"/>
                <a:gd name="connsiteY4-140" fmla="*/ 1160935 h 1160935"/>
                <a:gd name="connsiteX0-141" fmla="*/ 363082 w 1040633"/>
                <a:gd name="connsiteY0-142" fmla="*/ 1160935 h 1160935"/>
                <a:gd name="connsiteX1-143" fmla="*/ 0 w 1040633"/>
                <a:gd name="connsiteY1-144" fmla="*/ 0 h 1160935"/>
                <a:gd name="connsiteX2-145" fmla="*/ 1040633 w 1040633"/>
                <a:gd name="connsiteY2-146" fmla="*/ 16785 h 1160935"/>
                <a:gd name="connsiteX3-147" fmla="*/ 671988 w 1040633"/>
                <a:gd name="connsiteY3-148" fmla="*/ 1158121 h 1160935"/>
                <a:gd name="connsiteX4-149" fmla="*/ 363082 w 1040633"/>
                <a:gd name="connsiteY4-150" fmla="*/ 1160935 h 1160935"/>
                <a:gd name="connsiteX0-151" fmla="*/ 363082 w 1040633"/>
                <a:gd name="connsiteY0-152" fmla="*/ 1160935 h 1160935"/>
                <a:gd name="connsiteX1-153" fmla="*/ 0 w 1040633"/>
                <a:gd name="connsiteY1-154" fmla="*/ 0 h 1160935"/>
                <a:gd name="connsiteX2-155" fmla="*/ 1040633 w 1040633"/>
                <a:gd name="connsiteY2-156" fmla="*/ 16785 h 1160935"/>
                <a:gd name="connsiteX3-157" fmla="*/ 671988 w 1040633"/>
                <a:gd name="connsiteY3-158" fmla="*/ 1158121 h 1160935"/>
                <a:gd name="connsiteX4-159" fmla="*/ 363082 w 1040633"/>
                <a:gd name="connsiteY4-160" fmla="*/ 1160935 h 1160935"/>
                <a:gd name="connsiteX0-161" fmla="*/ 363082 w 778664"/>
                <a:gd name="connsiteY0-162" fmla="*/ 1160935 h 1160935"/>
                <a:gd name="connsiteX1-163" fmla="*/ 0 w 778664"/>
                <a:gd name="connsiteY1-164" fmla="*/ 0 h 1160935"/>
                <a:gd name="connsiteX2-165" fmla="*/ 778664 w 778664"/>
                <a:gd name="connsiteY2-166" fmla="*/ 130682 h 1160935"/>
                <a:gd name="connsiteX3-167" fmla="*/ 671988 w 778664"/>
                <a:gd name="connsiteY3-168" fmla="*/ 1158121 h 1160935"/>
                <a:gd name="connsiteX4-169" fmla="*/ 363082 w 778664"/>
                <a:gd name="connsiteY4-170" fmla="*/ 1160935 h 1160935"/>
                <a:gd name="connsiteX0-171" fmla="*/ 363082 w 778664"/>
                <a:gd name="connsiteY0-172" fmla="*/ 1160935 h 1160935"/>
                <a:gd name="connsiteX1-173" fmla="*/ 0 w 778664"/>
                <a:gd name="connsiteY1-174" fmla="*/ 0 h 1160935"/>
                <a:gd name="connsiteX2-175" fmla="*/ 778664 w 778664"/>
                <a:gd name="connsiteY2-176" fmla="*/ 130682 h 1160935"/>
                <a:gd name="connsiteX3-177" fmla="*/ 694768 w 778664"/>
                <a:gd name="connsiteY3-178" fmla="*/ 1112562 h 1160935"/>
                <a:gd name="connsiteX4-179" fmla="*/ 363082 w 778664"/>
                <a:gd name="connsiteY4-180" fmla="*/ 1160935 h 1160935"/>
                <a:gd name="connsiteX0-181" fmla="*/ 363082 w 778664"/>
                <a:gd name="connsiteY0-182" fmla="*/ 1160935 h 1160935"/>
                <a:gd name="connsiteX1-183" fmla="*/ 0 w 778664"/>
                <a:gd name="connsiteY1-184" fmla="*/ 0 h 1160935"/>
                <a:gd name="connsiteX2-185" fmla="*/ 778664 w 778664"/>
                <a:gd name="connsiteY2-186" fmla="*/ 130682 h 1160935"/>
                <a:gd name="connsiteX3-187" fmla="*/ 694768 w 778664"/>
                <a:gd name="connsiteY3-188" fmla="*/ 1112562 h 1160935"/>
                <a:gd name="connsiteX4-189" fmla="*/ 363082 w 778664"/>
                <a:gd name="connsiteY4-190" fmla="*/ 1160935 h 1160935"/>
                <a:gd name="connsiteX0-191" fmla="*/ 397252 w 778664"/>
                <a:gd name="connsiteY0-192" fmla="*/ 1103987 h 1112562"/>
                <a:gd name="connsiteX1-193" fmla="*/ 0 w 778664"/>
                <a:gd name="connsiteY1-194" fmla="*/ 0 h 1112562"/>
                <a:gd name="connsiteX2-195" fmla="*/ 778664 w 778664"/>
                <a:gd name="connsiteY2-196" fmla="*/ 130682 h 1112562"/>
                <a:gd name="connsiteX3-197" fmla="*/ 694768 w 778664"/>
                <a:gd name="connsiteY3-198" fmla="*/ 1112562 h 1112562"/>
                <a:gd name="connsiteX4-199" fmla="*/ 397252 w 778664"/>
                <a:gd name="connsiteY4-200" fmla="*/ 1103987 h 1112562"/>
                <a:gd name="connsiteX0-201" fmla="*/ 397252 w 778664"/>
                <a:gd name="connsiteY0-202" fmla="*/ 1103987 h 1112562"/>
                <a:gd name="connsiteX1-203" fmla="*/ 0 w 778664"/>
                <a:gd name="connsiteY1-204" fmla="*/ 0 h 1112562"/>
                <a:gd name="connsiteX2-205" fmla="*/ 778664 w 778664"/>
                <a:gd name="connsiteY2-206" fmla="*/ 130682 h 1112562"/>
                <a:gd name="connsiteX3-207" fmla="*/ 694768 w 778664"/>
                <a:gd name="connsiteY3-208" fmla="*/ 1112562 h 1112562"/>
                <a:gd name="connsiteX4-209" fmla="*/ 397252 w 778664"/>
                <a:gd name="connsiteY4-210" fmla="*/ 1103987 h 1112562"/>
                <a:gd name="connsiteX0-211" fmla="*/ 397252 w 778664"/>
                <a:gd name="connsiteY0-212" fmla="*/ 1103987 h 1112562"/>
                <a:gd name="connsiteX1-213" fmla="*/ 0 w 778664"/>
                <a:gd name="connsiteY1-214" fmla="*/ 0 h 1112562"/>
                <a:gd name="connsiteX2-215" fmla="*/ 778664 w 778664"/>
                <a:gd name="connsiteY2-216" fmla="*/ 130682 h 1112562"/>
                <a:gd name="connsiteX3-217" fmla="*/ 694768 w 778664"/>
                <a:gd name="connsiteY3-218" fmla="*/ 1112562 h 1112562"/>
                <a:gd name="connsiteX4-219" fmla="*/ 397252 w 778664"/>
                <a:gd name="connsiteY4-220" fmla="*/ 1103987 h 1112562"/>
                <a:gd name="connsiteX0-221" fmla="*/ 123893 w 505305"/>
                <a:gd name="connsiteY0-222" fmla="*/ 973305 h 981880"/>
                <a:gd name="connsiteX1-223" fmla="*/ 0 w 505305"/>
                <a:gd name="connsiteY1-224" fmla="*/ 28773 h 981880"/>
                <a:gd name="connsiteX2-225" fmla="*/ 505305 w 505305"/>
                <a:gd name="connsiteY2-226" fmla="*/ 0 h 981880"/>
                <a:gd name="connsiteX3-227" fmla="*/ 421409 w 505305"/>
                <a:gd name="connsiteY3-228" fmla="*/ 981880 h 981880"/>
                <a:gd name="connsiteX4-229" fmla="*/ 123893 w 505305"/>
                <a:gd name="connsiteY4-230" fmla="*/ 973305 h 981880"/>
                <a:gd name="connsiteX0-231" fmla="*/ 123893 w 505305"/>
                <a:gd name="connsiteY0-232" fmla="*/ 973305 h 981880"/>
                <a:gd name="connsiteX1-233" fmla="*/ 0 w 505305"/>
                <a:gd name="connsiteY1-234" fmla="*/ 28773 h 981880"/>
                <a:gd name="connsiteX2-235" fmla="*/ 505305 w 505305"/>
                <a:gd name="connsiteY2-236" fmla="*/ 0 h 981880"/>
                <a:gd name="connsiteX3-237" fmla="*/ 421409 w 505305"/>
                <a:gd name="connsiteY3-238" fmla="*/ 981880 h 981880"/>
                <a:gd name="connsiteX4-239" fmla="*/ 123893 w 505305"/>
                <a:gd name="connsiteY4-240" fmla="*/ 973305 h 981880"/>
                <a:gd name="connsiteX0-241" fmla="*/ 123893 w 505305"/>
                <a:gd name="connsiteY0-242" fmla="*/ 973305 h 981880"/>
                <a:gd name="connsiteX1-243" fmla="*/ 0 w 505305"/>
                <a:gd name="connsiteY1-244" fmla="*/ 28773 h 981880"/>
                <a:gd name="connsiteX2-245" fmla="*/ 505305 w 505305"/>
                <a:gd name="connsiteY2-246" fmla="*/ 0 h 981880"/>
                <a:gd name="connsiteX3-247" fmla="*/ 421409 w 505305"/>
                <a:gd name="connsiteY3-248" fmla="*/ 981880 h 981880"/>
                <a:gd name="connsiteX4-249" fmla="*/ 123893 w 505305"/>
                <a:gd name="connsiteY4-250" fmla="*/ 973305 h 981880"/>
                <a:gd name="connsiteX0-251" fmla="*/ 123893 w 505305"/>
                <a:gd name="connsiteY0-252" fmla="*/ 973305 h 981880"/>
                <a:gd name="connsiteX1-253" fmla="*/ 0 w 505305"/>
                <a:gd name="connsiteY1-254" fmla="*/ 28773 h 981880"/>
                <a:gd name="connsiteX2-255" fmla="*/ 505305 w 505305"/>
                <a:gd name="connsiteY2-256" fmla="*/ 0 h 981880"/>
                <a:gd name="connsiteX3-257" fmla="*/ 421409 w 505305"/>
                <a:gd name="connsiteY3-258" fmla="*/ 981880 h 981880"/>
                <a:gd name="connsiteX4-259" fmla="*/ 123893 w 505305"/>
                <a:gd name="connsiteY4-260" fmla="*/ 973305 h 981880"/>
                <a:gd name="connsiteX0-261" fmla="*/ 118198 w 499610"/>
                <a:gd name="connsiteY0-262" fmla="*/ 973305 h 981880"/>
                <a:gd name="connsiteX1-263" fmla="*/ 0 w 499610"/>
                <a:gd name="connsiteY1-264" fmla="*/ 11688 h 981880"/>
                <a:gd name="connsiteX2-265" fmla="*/ 499610 w 499610"/>
                <a:gd name="connsiteY2-266" fmla="*/ 0 h 981880"/>
                <a:gd name="connsiteX3-267" fmla="*/ 415714 w 499610"/>
                <a:gd name="connsiteY3-268" fmla="*/ 981880 h 981880"/>
                <a:gd name="connsiteX4-269" fmla="*/ 118198 w 499610"/>
                <a:gd name="connsiteY4-270" fmla="*/ 973305 h 981880"/>
                <a:gd name="connsiteX0-271" fmla="*/ 118198 w 499610"/>
                <a:gd name="connsiteY0-272" fmla="*/ 973305 h 981880"/>
                <a:gd name="connsiteX1-273" fmla="*/ 0 w 499610"/>
                <a:gd name="connsiteY1-274" fmla="*/ 11688 h 981880"/>
                <a:gd name="connsiteX2-275" fmla="*/ 499610 w 499610"/>
                <a:gd name="connsiteY2-276" fmla="*/ 0 h 981880"/>
                <a:gd name="connsiteX3-277" fmla="*/ 415714 w 499610"/>
                <a:gd name="connsiteY3-278" fmla="*/ 981880 h 981880"/>
                <a:gd name="connsiteX4-279" fmla="*/ 118198 w 499610"/>
                <a:gd name="connsiteY4-280" fmla="*/ 973305 h 981880"/>
                <a:gd name="connsiteX0-281" fmla="*/ 118198 w 499610"/>
                <a:gd name="connsiteY0-282" fmla="*/ 973305 h 981880"/>
                <a:gd name="connsiteX1-283" fmla="*/ 0 w 499610"/>
                <a:gd name="connsiteY1-284" fmla="*/ 11688 h 981880"/>
                <a:gd name="connsiteX2-285" fmla="*/ 499610 w 499610"/>
                <a:gd name="connsiteY2-286" fmla="*/ 0 h 981880"/>
                <a:gd name="connsiteX3-287" fmla="*/ 415714 w 499610"/>
                <a:gd name="connsiteY3-288" fmla="*/ 981880 h 981880"/>
                <a:gd name="connsiteX4-289" fmla="*/ 118198 w 499610"/>
                <a:gd name="connsiteY4-290" fmla="*/ 973305 h 981880"/>
                <a:gd name="connsiteX0-291" fmla="*/ 118198 w 499610"/>
                <a:gd name="connsiteY0-292" fmla="*/ 973305 h 981880"/>
                <a:gd name="connsiteX1-293" fmla="*/ 0 w 499610"/>
                <a:gd name="connsiteY1-294" fmla="*/ 11688 h 981880"/>
                <a:gd name="connsiteX2-295" fmla="*/ 499610 w 499610"/>
                <a:gd name="connsiteY2-296" fmla="*/ 0 h 981880"/>
                <a:gd name="connsiteX3-297" fmla="*/ 415714 w 499610"/>
                <a:gd name="connsiteY3-298" fmla="*/ 981880 h 981880"/>
                <a:gd name="connsiteX4-299" fmla="*/ 118198 w 499610"/>
                <a:gd name="connsiteY4-300" fmla="*/ 973305 h 981880"/>
                <a:gd name="connsiteX0-301" fmla="*/ 118198 w 499610"/>
                <a:gd name="connsiteY0-302" fmla="*/ 973305 h 981880"/>
                <a:gd name="connsiteX1-303" fmla="*/ 0 w 499610"/>
                <a:gd name="connsiteY1-304" fmla="*/ 11688 h 981880"/>
                <a:gd name="connsiteX2-305" fmla="*/ 499610 w 499610"/>
                <a:gd name="connsiteY2-306" fmla="*/ 0 h 981880"/>
                <a:gd name="connsiteX3-307" fmla="*/ 415714 w 499610"/>
                <a:gd name="connsiteY3-308" fmla="*/ 981880 h 981880"/>
                <a:gd name="connsiteX4-309" fmla="*/ 118198 w 499610"/>
                <a:gd name="connsiteY4-310" fmla="*/ 973305 h 981880"/>
                <a:gd name="connsiteX0-311" fmla="*/ 118198 w 499610"/>
                <a:gd name="connsiteY0-312" fmla="*/ 973305 h 976186"/>
                <a:gd name="connsiteX1-313" fmla="*/ 0 w 499610"/>
                <a:gd name="connsiteY1-314" fmla="*/ 11688 h 976186"/>
                <a:gd name="connsiteX2-315" fmla="*/ 499610 w 499610"/>
                <a:gd name="connsiteY2-316" fmla="*/ 0 h 976186"/>
                <a:gd name="connsiteX3-317" fmla="*/ 273339 w 499610"/>
                <a:gd name="connsiteY3-318" fmla="*/ 976186 h 976186"/>
                <a:gd name="connsiteX4-319" fmla="*/ 118198 w 499610"/>
                <a:gd name="connsiteY4-320" fmla="*/ 973305 h 976186"/>
                <a:gd name="connsiteX0-321" fmla="*/ 118198 w 499610"/>
                <a:gd name="connsiteY0-322" fmla="*/ 973305 h 976186"/>
                <a:gd name="connsiteX1-323" fmla="*/ 0 w 499610"/>
                <a:gd name="connsiteY1-324" fmla="*/ 11688 h 976186"/>
                <a:gd name="connsiteX2-325" fmla="*/ 499610 w 499610"/>
                <a:gd name="connsiteY2-326" fmla="*/ 0 h 976186"/>
                <a:gd name="connsiteX3-327" fmla="*/ 273339 w 499610"/>
                <a:gd name="connsiteY3-328" fmla="*/ 976186 h 976186"/>
                <a:gd name="connsiteX4-329" fmla="*/ 118198 w 499610"/>
                <a:gd name="connsiteY4-330" fmla="*/ 973305 h 976186"/>
                <a:gd name="connsiteX0-331" fmla="*/ 197928 w 499610"/>
                <a:gd name="connsiteY0-332" fmla="*/ 973305 h 976186"/>
                <a:gd name="connsiteX1-333" fmla="*/ 0 w 499610"/>
                <a:gd name="connsiteY1-334" fmla="*/ 11688 h 976186"/>
                <a:gd name="connsiteX2-335" fmla="*/ 499610 w 499610"/>
                <a:gd name="connsiteY2-336" fmla="*/ 0 h 976186"/>
                <a:gd name="connsiteX3-337" fmla="*/ 273339 w 499610"/>
                <a:gd name="connsiteY3-338" fmla="*/ 976186 h 976186"/>
                <a:gd name="connsiteX4-339" fmla="*/ 197928 w 499610"/>
                <a:gd name="connsiteY4-340" fmla="*/ 973305 h 976186"/>
                <a:gd name="connsiteX0-341" fmla="*/ 197928 w 499610"/>
                <a:gd name="connsiteY0-342" fmla="*/ 973305 h 976186"/>
                <a:gd name="connsiteX1-343" fmla="*/ 0 w 499610"/>
                <a:gd name="connsiteY1-344" fmla="*/ 11688 h 976186"/>
                <a:gd name="connsiteX2-345" fmla="*/ 499610 w 499610"/>
                <a:gd name="connsiteY2-346" fmla="*/ 0 h 976186"/>
                <a:gd name="connsiteX3-347" fmla="*/ 273339 w 499610"/>
                <a:gd name="connsiteY3-348" fmla="*/ 976186 h 976186"/>
                <a:gd name="connsiteX4-349" fmla="*/ 197928 w 499610"/>
                <a:gd name="connsiteY4-350" fmla="*/ 973305 h 976186"/>
                <a:gd name="connsiteX0-351" fmla="*/ 197928 w 499610"/>
                <a:gd name="connsiteY0-352" fmla="*/ 973305 h 976186"/>
                <a:gd name="connsiteX1-353" fmla="*/ 0 w 499610"/>
                <a:gd name="connsiteY1-354" fmla="*/ 11688 h 976186"/>
                <a:gd name="connsiteX2-355" fmla="*/ 499610 w 499610"/>
                <a:gd name="connsiteY2-356" fmla="*/ 0 h 976186"/>
                <a:gd name="connsiteX3-357" fmla="*/ 273339 w 499610"/>
                <a:gd name="connsiteY3-358" fmla="*/ 976186 h 976186"/>
                <a:gd name="connsiteX4-359" fmla="*/ 197928 w 499610"/>
                <a:gd name="connsiteY4-360" fmla="*/ 973305 h 976186"/>
                <a:gd name="connsiteX0-361" fmla="*/ 197928 w 499610"/>
                <a:gd name="connsiteY0-362" fmla="*/ 973305 h 976186"/>
                <a:gd name="connsiteX1-363" fmla="*/ 0 w 499610"/>
                <a:gd name="connsiteY1-364" fmla="*/ 11688 h 976186"/>
                <a:gd name="connsiteX2-365" fmla="*/ 499610 w 499610"/>
                <a:gd name="connsiteY2-366" fmla="*/ 0 h 976186"/>
                <a:gd name="connsiteX3-367" fmla="*/ 273339 w 499610"/>
                <a:gd name="connsiteY3-368" fmla="*/ 976186 h 976186"/>
                <a:gd name="connsiteX4-369" fmla="*/ 197928 w 499610"/>
                <a:gd name="connsiteY4-370" fmla="*/ 973305 h 976186"/>
                <a:gd name="connsiteX0-371" fmla="*/ 197928 w 503138"/>
                <a:gd name="connsiteY0-372" fmla="*/ 961687 h 964568"/>
                <a:gd name="connsiteX1-373" fmla="*/ 0 w 503138"/>
                <a:gd name="connsiteY1-374" fmla="*/ 70 h 964568"/>
                <a:gd name="connsiteX2-375" fmla="*/ 503138 w 503138"/>
                <a:gd name="connsiteY2-376" fmla="*/ 154187 h 964568"/>
                <a:gd name="connsiteX3-377" fmla="*/ 273339 w 503138"/>
                <a:gd name="connsiteY3-378" fmla="*/ 964568 h 964568"/>
                <a:gd name="connsiteX4-379" fmla="*/ 197928 w 503138"/>
                <a:gd name="connsiteY4-380" fmla="*/ 961687 h 964568"/>
                <a:gd name="connsiteX0-381" fmla="*/ 201456 w 506666"/>
                <a:gd name="connsiteY0-382" fmla="*/ 807500 h 810381"/>
                <a:gd name="connsiteX1-383" fmla="*/ 0 w 506666"/>
                <a:gd name="connsiteY1-384" fmla="*/ 15216 h 810381"/>
                <a:gd name="connsiteX2-385" fmla="*/ 506666 w 506666"/>
                <a:gd name="connsiteY2-386" fmla="*/ 0 h 810381"/>
                <a:gd name="connsiteX3-387" fmla="*/ 276867 w 506666"/>
                <a:gd name="connsiteY3-388" fmla="*/ 810381 h 810381"/>
                <a:gd name="connsiteX4-389" fmla="*/ 201456 w 506666"/>
                <a:gd name="connsiteY4-390" fmla="*/ 807500 h 810381"/>
                <a:gd name="connsiteX0-391" fmla="*/ 201456 w 506666"/>
                <a:gd name="connsiteY0-392" fmla="*/ 807500 h 811593"/>
                <a:gd name="connsiteX1-393" fmla="*/ 0 w 506666"/>
                <a:gd name="connsiteY1-394" fmla="*/ 15216 h 811593"/>
                <a:gd name="connsiteX2-395" fmla="*/ 506666 w 506666"/>
                <a:gd name="connsiteY2-396" fmla="*/ 0 h 811593"/>
                <a:gd name="connsiteX3-397" fmla="*/ 276867 w 506666"/>
                <a:gd name="connsiteY3-398" fmla="*/ 810381 h 811593"/>
                <a:gd name="connsiteX4-399" fmla="*/ 201456 w 506666"/>
                <a:gd name="connsiteY4-400" fmla="*/ 807500 h 811593"/>
                <a:gd name="connsiteX0-401" fmla="*/ 135576 w 506666"/>
                <a:gd name="connsiteY0-402" fmla="*/ 818480 h 818480"/>
                <a:gd name="connsiteX1-403" fmla="*/ 0 w 506666"/>
                <a:gd name="connsiteY1-404" fmla="*/ 15216 h 818480"/>
                <a:gd name="connsiteX2-405" fmla="*/ 506666 w 506666"/>
                <a:gd name="connsiteY2-406" fmla="*/ 0 h 818480"/>
                <a:gd name="connsiteX3-407" fmla="*/ 276867 w 506666"/>
                <a:gd name="connsiteY3-408" fmla="*/ 810381 h 818480"/>
                <a:gd name="connsiteX4-409" fmla="*/ 135576 w 506666"/>
                <a:gd name="connsiteY4-410" fmla="*/ 818480 h 818480"/>
                <a:gd name="connsiteX0-411" fmla="*/ 135576 w 506666"/>
                <a:gd name="connsiteY0-412" fmla="*/ 818480 h 818480"/>
                <a:gd name="connsiteX1-413" fmla="*/ 0 w 506666"/>
                <a:gd name="connsiteY1-414" fmla="*/ 15216 h 818480"/>
                <a:gd name="connsiteX2-415" fmla="*/ 506666 w 506666"/>
                <a:gd name="connsiteY2-416" fmla="*/ 0 h 818480"/>
                <a:gd name="connsiteX3-417" fmla="*/ 331766 w 506666"/>
                <a:gd name="connsiteY3-418" fmla="*/ 803061 h 818480"/>
                <a:gd name="connsiteX4-419" fmla="*/ 135576 w 506666"/>
                <a:gd name="connsiteY4-420" fmla="*/ 818480 h 818480"/>
                <a:gd name="connsiteX0-421" fmla="*/ 135576 w 506666"/>
                <a:gd name="connsiteY0-422" fmla="*/ 818480 h 818480"/>
                <a:gd name="connsiteX1-423" fmla="*/ 0 w 506666"/>
                <a:gd name="connsiteY1-424" fmla="*/ 15216 h 818480"/>
                <a:gd name="connsiteX2-425" fmla="*/ 506666 w 506666"/>
                <a:gd name="connsiteY2-426" fmla="*/ 0 h 818480"/>
                <a:gd name="connsiteX3-427" fmla="*/ 331766 w 506666"/>
                <a:gd name="connsiteY3-428" fmla="*/ 803061 h 818480"/>
                <a:gd name="connsiteX4-429" fmla="*/ 135576 w 506666"/>
                <a:gd name="connsiteY4-430" fmla="*/ 818480 h 818480"/>
                <a:gd name="connsiteX0-431" fmla="*/ 135576 w 506666"/>
                <a:gd name="connsiteY0-432" fmla="*/ 818480 h 818480"/>
                <a:gd name="connsiteX1-433" fmla="*/ 0 w 506666"/>
                <a:gd name="connsiteY1-434" fmla="*/ 15216 h 818480"/>
                <a:gd name="connsiteX2-435" fmla="*/ 506666 w 506666"/>
                <a:gd name="connsiteY2-436" fmla="*/ 0 h 818480"/>
                <a:gd name="connsiteX3-437" fmla="*/ 331766 w 506666"/>
                <a:gd name="connsiteY3-438" fmla="*/ 803061 h 818480"/>
                <a:gd name="connsiteX4-439" fmla="*/ 135576 w 506666"/>
                <a:gd name="connsiteY4-440" fmla="*/ 818480 h 818480"/>
                <a:gd name="connsiteX0-441" fmla="*/ 135576 w 506666"/>
                <a:gd name="connsiteY0-442" fmla="*/ 818480 h 818480"/>
                <a:gd name="connsiteX1-443" fmla="*/ 0 w 506666"/>
                <a:gd name="connsiteY1-444" fmla="*/ 7896 h 818480"/>
                <a:gd name="connsiteX2-445" fmla="*/ 506666 w 506666"/>
                <a:gd name="connsiteY2-446" fmla="*/ 0 h 818480"/>
                <a:gd name="connsiteX3-447" fmla="*/ 331766 w 506666"/>
                <a:gd name="connsiteY3-448" fmla="*/ 803061 h 818480"/>
                <a:gd name="connsiteX4-449" fmla="*/ 135576 w 506666"/>
                <a:gd name="connsiteY4-450" fmla="*/ 818480 h 818480"/>
                <a:gd name="connsiteX0-451" fmla="*/ 135576 w 506666"/>
                <a:gd name="connsiteY0-452" fmla="*/ 818480 h 818480"/>
                <a:gd name="connsiteX1-453" fmla="*/ 0 w 506666"/>
                <a:gd name="connsiteY1-454" fmla="*/ 7896 h 818480"/>
                <a:gd name="connsiteX2-455" fmla="*/ 506666 w 506666"/>
                <a:gd name="connsiteY2-456" fmla="*/ 0 h 818480"/>
                <a:gd name="connsiteX3-457" fmla="*/ 331766 w 506666"/>
                <a:gd name="connsiteY3-458" fmla="*/ 803061 h 818480"/>
                <a:gd name="connsiteX4-459" fmla="*/ 135576 w 506666"/>
                <a:gd name="connsiteY4-460" fmla="*/ 818480 h 818480"/>
                <a:gd name="connsiteX0-461" fmla="*/ 45472 w 559302"/>
                <a:gd name="connsiteY0-462" fmla="*/ 807500 h 807500"/>
                <a:gd name="connsiteX1-463" fmla="*/ 52636 w 559302"/>
                <a:gd name="connsiteY1-464" fmla="*/ 7896 h 807500"/>
                <a:gd name="connsiteX2-465" fmla="*/ 559302 w 559302"/>
                <a:gd name="connsiteY2-466" fmla="*/ 0 h 807500"/>
                <a:gd name="connsiteX3-467" fmla="*/ 384402 w 559302"/>
                <a:gd name="connsiteY3-468" fmla="*/ 803061 h 807500"/>
                <a:gd name="connsiteX4-469" fmla="*/ 45472 w 559302"/>
                <a:gd name="connsiteY4-470" fmla="*/ 807500 h 807500"/>
                <a:gd name="connsiteX0-471" fmla="*/ 21974 w 535804"/>
                <a:gd name="connsiteY0-472" fmla="*/ 807500 h 807500"/>
                <a:gd name="connsiteX1-473" fmla="*/ 29138 w 535804"/>
                <a:gd name="connsiteY1-474" fmla="*/ 7896 h 807500"/>
                <a:gd name="connsiteX2-475" fmla="*/ 535804 w 535804"/>
                <a:gd name="connsiteY2-476" fmla="*/ 0 h 807500"/>
                <a:gd name="connsiteX3-477" fmla="*/ 360904 w 535804"/>
                <a:gd name="connsiteY3-478" fmla="*/ 803061 h 807500"/>
                <a:gd name="connsiteX4-479" fmla="*/ 21974 w 535804"/>
                <a:gd name="connsiteY4-480" fmla="*/ 807500 h 807500"/>
                <a:gd name="connsiteX0-481" fmla="*/ 128256 w 506666"/>
                <a:gd name="connsiteY0-482" fmla="*/ 829461 h 829461"/>
                <a:gd name="connsiteX1-483" fmla="*/ 0 w 506666"/>
                <a:gd name="connsiteY1-484" fmla="*/ 7896 h 829461"/>
                <a:gd name="connsiteX2-485" fmla="*/ 506666 w 506666"/>
                <a:gd name="connsiteY2-486" fmla="*/ 0 h 829461"/>
                <a:gd name="connsiteX3-487" fmla="*/ 331766 w 506666"/>
                <a:gd name="connsiteY3-488" fmla="*/ 803061 h 829461"/>
                <a:gd name="connsiteX4-489" fmla="*/ 128256 w 506666"/>
                <a:gd name="connsiteY4-490" fmla="*/ 829461 h 829461"/>
                <a:gd name="connsiteX0-491" fmla="*/ 128256 w 506666"/>
                <a:gd name="connsiteY0-492" fmla="*/ 829461 h 829461"/>
                <a:gd name="connsiteX1-493" fmla="*/ 0 w 506666"/>
                <a:gd name="connsiteY1-494" fmla="*/ 7896 h 829461"/>
                <a:gd name="connsiteX2-495" fmla="*/ 506666 w 506666"/>
                <a:gd name="connsiteY2-496" fmla="*/ 0 h 829461"/>
                <a:gd name="connsiteX3-497" fmla="*/ 331766 w 506666"/>
                <a:gd name="connsiteY3-498" fmla="*/ 803061 h 829461"/>
                <a:gd name="connsiteX4-499" fmla="*/ 128256 w 506666"/>
                <a:gd name="connsiteY4-500" fmla="*/ 829461 h 829461"/>
                <a:gd name="connsiteX0-501" fmla="*/ 128256 w 506666"/>
                <a:gd name="connsiteY0-502" fmla="*/ 829461 h 829461"/>
                <a:gd name="connsiteX1-503" fmla="*/ 0 w 506666"/>
                <a:gd name="connsiteY1-504" fmla="*/ 7896 h 829461"/>
                <a:gd name="connsiteX2-505" fmla="*/ 506666 w 506666"/>
                <a:gd name="connsiteY2-506" fmla="*/ 0 h 829461"/>
                <a:gd name="connsiteX3-507" fmla="*/ 331766 w 506666"/>
                <a:gd name="connsiteY3-508" fmla="*/ 803061 h 829461"/>
                <a:gd name="connsiteX4-509" fmla="*/ 128256 w 506666"/>
                <a:gd name="connsiteY4-510" fmla="*/ 829461 h 829461"/>
                <a:gd name="connsiteX0-511" fmla="*/ 128256 w 506666"/>
                <a:gd name="connsiteY0-512" fmla="*/ 829461 h 830473"/>
                <a:gd name="connsiteX1-513" fmla="*/ 0 w 506666"/>
                <a:gd name="connsiteY1-514" fmla="*/ 7896 h 830473"/>
                <a:gd name="connsiteX2-515" fmla="*/ 506666 w 506666"/>
                <a:gd name="connsiteY2-516" fmla="*/ 0 h 830473"/>
                <a:gd name="connsiteX3-517" fmla="*/ 331766 w 506666"/>
                <a:gd name="connsiteY3-518" fmla="*/ 828681 h 830473"/>
                <a:gd name="connsiteX4-519" fmla="*/ 128256 w 506666"/>
                <a:gd name="connsiteY4-520" fmla="*/ 829461 h 830473"/>
                <a:gd name="connsiteX0-521" fmla="*/ 128256 w 506666"/>
                <a:gd name="connsiteY0-522" fmla="*/ 829461 h 830473"/>
                <a:gd name="connsiteX1-523" fmla="*/ 0 w 506666"/>
                <a:gd name="connsiteY1-524" fmla="*/ 7896 h 830473"/>
                <a:gd name="connsiteX2-525" fmla="*/ 506666 w 506666"/>
                <a:gd name="connsiteY2-526" fmla="*/ 0 h 830473"/>
                <a:gd name="connsiteX3-527" fmla="*/ 331766 w 506666"/>
                <a:gd name="connsiteY3-528" fmla="*/ 828681 h 830473"/>
                <a:gd name="connsiteX4-529" fmla="*/ 128256 w 506666"/>
                <a:gd name="connsiteY4-530" fmla="*/ 829461 h 830473"/>
                <a:gd name="connsiteX0-531" fmla="*/ 128256 w 506666"/>
                <a:gd name="connsiteY0-532" fmla="*/ 821565 h 822577"/>
                <a:gd name="connsiteX1-533" fmla="*/ 0 w 506666"/>
                <a:gd name="connsiteY1-534" fmla="*/ 0 h 822577"/>
                <a:gd name="connsiteX2-535" fmla="*/ 506666 w 506666"/>
                <a:gd name="connsiteY2-536" fmla="*/ 255115 h 822577"/>
                <a:gd name="connsiteX3-537" fmla="*/ 331766 w 506666"/>
                <a:gd name="connsiteY3-538" fmla="*/ 820785 h 822577"/>
                <a:gd name="connsiteX4-539" fmla="*/ 128256 w 506666"/>
                <a:gd name="connsiteY4-540" fmla="*/ 821565 h 822577"/>
                <a:gd name="connsiteX0-541" fmla="*/ 128256 w 506666"/>
                <a:gd name="connsiteY0-542" fmla="*/ 821565 h 822577"/>
                <a:gd name="connsiteX1-543" fmla="*/ 0 w 506666"/>
                <a:gd name="connsiteY1-544" fmla="*/ 0 h 822577"/>
                <a:gd name="connsiteX2-545" fmla="*/ 506666 w 506666"/>
                <a:gd name="connsiteY2-546" fmla="*/ 255115 h 822577"/>
                <a:gd name="connsiteX3-547" fmla="*/ 331766 w 506666"/>
                <a:gd name="connsiteY3-548" fmla="*/ 820785 h 822577"/>
                <a:gd name="connsiteX4-549" fmla="*/ 128256 w 506666"/>
                <a:gd name="connsiteY4-550" fmla="*/ 821565 h 822577"/>
                <a:gd name="connsiteX0-551" fmla="*/ 128256 w 506666"/>
                <a:gd name="connsiteY0-552" fmla="*/ 821565 h 822577"/>
                <a:gd name="connsiteX1-553" fmla="*/ 0 w 506666"/>
                <a:gd name="connsiteY1-554" fmla="*/ 0 h 822577"/>
                <a:gd name="connsiteX2-555" fmla="*/ 506666 w 506666"/>
                <a:gd name="connsiteY2-556" fmla="*/ 255115 h 822577"/>
                <a:gd name="connsiteX3-557" fmla="*/ 331766 w 506666"/>
                <a:gd name="connsiteY3-558" fmla="*/ 820785 h 822577"/>
                <a:gd name="connsiteX4-559" fmla="*/ 128256 w 506666"/>
                <a:gd name="connsiteY4-560" fmla="*/ 821565 h 822577"/>
                <a:gd name="connsiteX0-561" fmla="*/ 135770 w 514180"/>
                <a:gd name="connsiteY0-562" fmla="*/ 577341 h 578353"/>
                <a:gd name="connsiteX1-563" fmla="*/ 0 w 514180"/>
                <a:gd name="connsiteY1-564" fmla="*/ 0 h 578353"/>
                <a:gd name="connsiteX2-565" fmla="*/ 514180 w 514180"/>
                <a:gd name="connsiteY2-566" fmla="*/ 10891 h 578353"/>
                <a:gd name="connsiteX3-567" fmla="*/ 339280 w 514180"/>
                <a:gd name="connsiteY3-568" fmla="*/ 576561 h 578353"/>
                <a:gd name="connsiteX4-569" fmla="*/ 135770 w 514180"/>
                <a:gd name="connsiteY4-570" fmla="*/ 577341 h 578353"/>
                <a:gd name="connsiteX0-571" fmla="*/ 135770 w 514180"/>
                <a:gd name="connsiteY0-572" fmla="*/ 577341 h 578353"/>
                <a:gd name="connsiteX1-573" fmla="*/ 0 w 514180"/>
                <a:gd name="connsiteY1-574" fmla="*/ 0 h 578353"/>
                <a:gd name="connsiteX2-575" fmla="*/ 514180 w 514180"/>
                <a:gd name="connsiteY2-576" fmla="*/ 10891 h 578353"/>
                <a:gd name="connsiteX3-577" fmla="*/ 339280 w 514180"/>
                <a:gd name="connsiteY3-578" fmla="*/ 576561 h 578353"/>
                <a:gd name="connsiteX4-579" fmla="*/ 135770 w 514180"/>
                <a:gd name="connsiteY4-580" fmla="*/ 577341 h 578353"/>
                <a:gd name="connsiteX0-581" fmla="*/ 135770 w 514180"/>
                <a:gd name="connsiteY0-582" fmla="*/ 577341 h 578353"/>
                <a:gd name="connsiteX1-583" fmla="*/ 0 w 514180"/>
                <a:gd name="connsiteY1-584" fmla="*/ 0 h 578353"/>
                <a:gd name="connsiteX2-585" fmla="*/ 514180 w 514180"/>
                <a:gd name="connsiteY2-586" fmla="*/ 10891 h 578353"/>
                <a:gd name="connsiteX3-587" fmla="*/ 339280 w 514180"/>
                <a:gd name="connsiteY3-588" fmla="*/ 576561 h 578353"/>
                <a:gd name="connsiteX4-589" fmla="*/ 135770 w 514180"/>
                <a:gd name="connsiteY4-590" fmla="*/ 577341 h 5783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14180" h="578353">
                  <a:moveTo>
                    <a:pt x="135770" y="577341"/>
                  </a:moveTo>
                  <a:cubicBezTo>
                    <a:pt x="50587" y="214237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26658" y="280104"/>
                    <a:pt x="339280" y="576561"/>
                  </a:cubicBezTo>
                  <a:cubicBezTo>
                    <a:pt x="292835" y="580865"/>
                    <a:pt x="203869" y="575875"/>
                    <a:pt x="135770" y="577341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275" name="Freeform 274"/>
            <p:cNvSpPr/>
            <p:nvPr/>
          </p:nvSpPr>
          <p:spPr>
            <a:xfrm>
              <a:off x="3521369" y="4919856"/>
              <a:ext cx="593675" cy="1215832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-1" fmla="*/ 139870 w 1040633"/>
                <a:gd name="connsiteY0-2" fmla="*/ 1191723 h 1219697"/>
                <a:gd name="connsiteX1-3" fmla="*/ 0 w 1040633"/>
                <a:gd name="connsiteY1-4" fmla="*/ 0 h 1219697"/>
                <a:gd name="connsiteX2-5" fmla="*/ 1040633 w 1040633"/>
                <a:gd name="connsiteY2-6" fmla="*/ 16785 h 1219697"/>
                <a:gd name="connsiteX3-7" fmla="*/ 833625 w 1040633"/>
                <a:gd name="connsiteY3-8" fmla="*/ 1219697 h 1219697"/>
                <a:gd name="connsiteX4-9" fmla="*/ 139870 w 1040633"/>
                <a:gd name="connsiteY4-10" fmla="*/ 1191723 h 1219697"/>
                <a:gd name="connsiteX0-11" fmla="*/ 139870 w 1040633"/>
                <a:gd name="connsiteY0-12" fmla="*/ 1191723 h 1219697"/>
                <a:gd name="connsiteX1-13" fmla="*/ 0 w 1040633"/>
                <a:gd name="connsiteY1-14" fmla="*/ 0 h 1219697"/>
                <a:gd name="connsiteX2-15" fmla="*/ 1040633 w 1040633"/>
                <a:gd name="connsiteY2-16" fmla="*/ 16785 h 1219697"/>
                <a:gd name="connsiteX3-17" fmla="*/ 833625 w 1040633"/>
                <a:gd name="connsiteY3-18" fmla="*/ 1219697 h 1219697"/>
                <a:gd name="connsiteX4-19" fmla="*/ 139870 w 1040633"/>
                <a:gd name="connsiteY4-20" fmla="*/ 1191723 h 1219697"/>
                <a:gd name="connsiteX0-21" fmla="*/ 139870 w 1040633"/>
                <a:gd name="connsiteY0-22" fmla="*/ 1191723 h 1219697"/>
                <a:gd name="connsiteX1-23" fmla="*/ 0 w 1040633"/>
                <a:gd name="connsiteY1-24" fmla="*/ 0 h 1219697"/>
                <a:gd name="connsiteX2-25" fmla="*/ 1040633 w 1040633"/>
                <a:gd name="connsiteY2-26" fmla="*/ 16785 h 1219697"/>
                <a:gd name="connsiteX3-27" fmla="*/ 833625 w 1040633"/>
                <a:gd name="connsiteY3-28" fmla="*/ 1219697 h 1219697"/>
                <a:gd name="connsiteX4-29" fmla="*/ 139870 w 1040633"/>
                <a:gd name="connsiteY4-30" fmla="*/ 1191723 h 1219697"/>
                <a:gd name="connsiteX0-31" fmla="*/ 139870 w 1040633"/>
                <a:gd name="connsiteY0-32" fmla="*/ 1191723 h 1219697"/>
                <a:gd name="connsiteX1-33" fmla="*/ 0 w 1040633"/>
                <a:gd name="connsiteY1-34" fmla="*/ 0 h 1219697"/>
                <a:gd name="connsiteX2-35" fmla="*/ 1040633 w 1040633"/>
                <a:gd name="connsiteY2-36" fmla="*/ 16785 h 1219697"/>
                <a:gd name="connsiteX3-37" fmla="*/ 833625 w 1040633"/>
                <a:gd name="connsiteY3-38" fmla="*/ 1219697 h 1219697"/>
                <a:gd name="connsiteX4-39" fmla="*/ 139870 w 1040633"/>
                <a:gd name="connsiteY4-40" fmla="*/ 1191723 h 1219697"/>
                <a:gd name="connsiteX0-41" fmla="*/ 139870 w 1040633"/>
                <a:gd name="connsiteY0-42" fmla="*/ 1191723 h 1219697"/>
                <a:gd name="connsiteX1-43" fmla="*/ 0 w 1040633"/>
                <a:gd name="connsiteY1-44" fmla="*/ 0 h 1219697"/>
                <a:gd name="connsiteX2-45" fmla="*/ 1040633 w 1040633"/>
                <a:gd name="connsiteY2-46" fmla="*/ 16785 h 1219697"/>
                <a:gd name="connsiteX3-47" fmla="*/ 833625 w 1040633"/>
                <a:gd name="connsiteY3-48" fmla="*/ 1219697 h 1219697"/>
                <a:gd name="connsiteX4-49" fmla="*/ 418712 w 1040633"/>
                <a:gd name="connsiteY4-50" fmla="*/ 1189324 h 1219697"/>
                <a:gd name="connsiteX5" fmla="*/ 139870 w 1040633"/>
                <a:gd name="connsiteY5" fmla="*/ 1191723 h 1219697"/>
                <a:gd name="connsiteX0-51" fmla="*/ 139870 w 1040633"/>
                <a:gd name="connsiteY0-52" fmla="*/ 1191723 h 1355926"/>
                <a:gd name="connsiteX1-53" fmla="*/ 0 w 1040633"/>
                <a:gd name="connsiteY1-54" fmla="*/ 0 h 1355926"/>
                <a:gd name="connsiteX2-55" fmla="*/ 1040633 w 1040633"/>
                <a:gd name="connsiteY2-56" fmla="*/ 16785 h 1355926"/>
                <a:gd name="connsiteX3-57" fmla="*/ 833625 w 1040633"/>
                <a:gd name="connsiteY3-58" fmla="*/ 1219697 h 1355926"/>
                <a:gd name="connsiteX4-59" fmla="*/ 139870 w 1040633"/>
                <a:gd name="connsiteY4-60" fmla="*/ 1191723 h 1355926"/>
                <a:gd name="connsiteX0-61" fmla="*/ 139870 w 1040633"/>
                <a:gd name="connsiteY0-62" fmla="*/ 1191723 h 1289901"/>
                <a:gd name="connsiteX1-63" fmla="*/ 0 w 1040633"/>
                <a:gd name="connsiteY1-64" fmla="*/ 0 h 1289901"/>
                <a:gd name="connsiteX2-65" fmla="*/ 1040633 w 1040633"/>
                <a:gd name="connsiteY2-66" fmla="*/ 16785 h 1289901"/>
                <a:gd name="connsiteX3-67" fmla="*/ 833625 w 1040633"/>
                <a:gd name="connsiteY3-68" fmla="*/ 1219697 h 1289901"/>
                <a:gd name="connsiteX4-69" fmla="*/ 139870 w 1040633"/>
                <a:gd name="connsiteY4-70" fmla="*/ 1191723 h 1289901"/>
                <a:gd name="connsiteX0-71" fmla="*/ 139870 w 1040633"/>
                <a:gd name="connsiteY0-72" fmla="*/ 1191723 h 1219697"/>
                <a:gd name="connsiteX1-73" fmla="*/ 0 w 1040633"/>
                <a:gd name="connsiteY1-74" fmla="*/ 0 h 1219697"/>
                <a:gd name="connsiteX2-75" fmla="*/ 1040633 w 1040633"/>
                <a:gd name="connsiteY2-76" fmla="*/ 16785 h 1219697"/>
                <a:gd name="connsiteX3-77" fmla="*/ 833625 w 1040633"/>
                <a:gd name="connsiteY3-78" fmla="*/ 1219697 h 1219697"/>
                <a:gd name="connsiteX4-79" fmla="*/ 139870 w 1040633"/>
                <a:gd name="connsiteY4-80" fmla="*/ 1191723 h 1219697"/>
                <a:gd name="connsiteX0-81" fmla="*/ 139870 w 1040633"/>
                <a:gd name="connsiteY0-82" fmla="*/ 1191723 h 1191723"/>
                <a:gd name="connsiteX1-83" fmla="*/ 0 w 1040633"/>
                <a:gd name="connsiteY1-84" fmla="*/ 0 h 1191723"/>
                <a:gd name="connsiteX2-85" fmla="*/ 1040633 w 1040633"/>
                <a:gd name="connsiteY2-86" fmla="*/ 16785 h 1191723"/>
                <a:gd name="connsiteX3-87" fmla="*/ 671988 w 1040633"/>
                <a:gd name="connsiteY3-88" fmla="*/ 1158121 h 1191723"/>
                <a:gd name="connsiteX4-89" fmla="*/ 139870 w 1040633"/>
                <a:gd name="connsiteY4-90" fmla="*/ 1191723 h 1191723"/>
                <a:gd name="connsiteX0-91" fmla="*/ 363082 w 1040633"/>
                <a:gd name="connsiteY0-92" fmla="*/ 1160935 h 1160935"/>
                <a:gd name="connsiteX1-93" fmla="*/ 0 w 1040633"/>
                <a:gd name="connsiteY1-94" fmla="*/ 0 h 1160935"/>
                <a:gd name="connsiteX2-95" fmla="*/ 1040633 w 1040633"/>
                <a:gd name="connsiteY2-96" fmla="*/ 16785 h 1160935"/>
                <a:gd name="connsiteX3-97" fmla="*/ 671988 w 1040633"/>
                <a:gd name="connsiteY3-98" fmla="*/ 1158121 h 1160935"/>
                <a:gd name="connsiteX4-99" fmla="*/ 363082 w 1040633"/>
                <a:gd name="connsiteY4-100" fmla="*/ 1160935 h 1160935"/>
                <a:gd name="connsiteX0-101" fmla="*/ 363082 w 1040633"/>
                <a:gd name="connsiteY0-102" fmla="*/ 1160935 h 1160935"/>
                <a:gd name="connsiteX1-103" fmla="*/ 0 w 1040633"/>
                <a:gd name="connsiteY1-104" fmla="*/ 0 h 1160935"/>
                <a:gd name="connsiteX2-105" fmla="*/ 1040633 w 1040633"/>
                <a:gd name="connsiteY2-106" fmla="*/ 16785 h 1160935"/>
                <a:gd name="connsiteX3-107" fmla="*/ 671988 w 1040633"/>
                <a:gd name="connsiteY3-108" fmla="*/ 1158121 h 1160935"/>
                <a:gd name="connsiteX4-109" fmla="*/ 363082 w 1040633"/>
                <a:gd name="connsiteY4-110" fmla="*/ 1160935 h 1160935"/>
                <a:gd name="connsiteX0-111" fmla="*/ 363082 w 1040633"/>
                <a:gd name="connsiteY0-112" fmla="*/ 1160935 h 1160935"/>
                <a:gd name="connsiteX1-113" fmla="*/ 0 w 1040633"/>
                <a:gd name="connsiteY1-114" fmla="*/ 0 h 1160935"/>
                <a:gd name="connsiteX2-115" fmla="*/ 1040633 w 1040633"/>
                <a:gd name="connsiteY2-116" fmla="*/ 16785 h 1160935"/>
                <a:gd name="connsiteX3-117" fmla="*/ 671988 w 1040633"/>
                <a:gd name="connsiteY3-118" fmla="*/ 1158121 h 1160935"/>
                <a:gd name="connsiteX4-119" fmla="*/ 363082 w 1040633"/>
                <a:gd name="connsiteY4-120" fmla="*/ 1160935 h 1160935"/>
                <a:gd name="connsiteX0-121" fmla="*/ 363082 w 1040633"/>
                <a:gd name="connsiteY0-122" fmla="*/ 1160935 h 1160935"/>
                <a:gd name="connsiteX1-123" fmla="*/ 0 w 1040633"/>
                <a:gd name="connsiteY1-124" fmla="*/ 0 h 1160935"/>
                <a:gd name="connsiteX2-125" fmla="*/ 1040633 w 1040633"/>
                <a:gd name="connsiteY2-126" fmla="*/ 16785 h 1160935"/>
                <a:gd name="connsiteX3-127" fmla="*/ 671988 w 1040633"/>
                <a:gd name="connsiteY3-128" fmla="*/ 1158121 h 1160935"/>
                <a:gd name="connsiteX4-129" fmla="*/ 363082 w 1040633"/>
                <a:gd name="connsiteY4-130" fmla="*/ 1160935 h 1160935"/>
                <a:gd name="connsiteX0-131" fmla="*/ 363082 w 1040633"/>
                <a:gd name="connsiteY0-132" fmla="*/ 1160935 h 1160935"/>
                <a:gd name="connsiteX1-133" fmla="*/ 0 w 1040633"/>
                <a:gd name="connsiteY1-134" fmla="*/ 0 h 1160935"/>
                <a:gd name="connsiteX2-135" fmla="*/ 1040633 w 1040633"/>
                <a:gd name="connsiteY2-136" fmla="*/ 16785 h 1160935"/>
                <a:gd name="connsiteX3-137" fmla="*/ 671988 w 1040633"/>
                <a:gd name="connsiteY3-138" fmla="*/ 1158121 h 1160935"/>
                <a:gd name="connsiteX4-139" fmla="*/ 363082 w 1040633"/>
                <a:gd name="connsiteY4-140" fmla="*/ 1160935 h 1160935"/>
                <a:gd name="connsiteX0-141" fmla="*/ 363082 w 1040633"/>
                <a:gd name="connsiteY0-142" fmla="*/ 1160935 h 1160935"/>
                <a:gd name="connsiteX1-143" fmla="*/ 0 w 1040633"/>
                <a:gd name="connsiteY1-144" fmla="*/ 0 h 1160935"/>
                <a:gd name="connsiteX2-145" fmla="*/ 1040633 w 1040633"/>
                <a:gd name="connsiteY2-146" fmla="*/ 16785 h 1160935"/>
                <a:gd name="connsiteX3-147" fmla="*/ 671988 w 1040633"/>
                <a:gd name="connsiteY3-148" fmla="*/ 1158121 h 1160935"/>
                <a:gd name="connsiteX4-149" fmla="*/ 363082 w 1040633"/>
                <a:gd name="connsiteY4-150" fmla="*/ 1160935 h 1160935"/>
                <a:gd name="connsiteX0-151" fmla="*/ 363082 w 1040633"/>
                <a:gd name="connsiteY0-152" fmla="*/ 1160935 h 1160935"/>
                <a:gd name="connsiteX1-153" fmla="*/ 0 w 1040633"/>
                <a:gd name="connsiteY1-154" fmla="*/ 0 h 1160935"/>
                <a:gd name="connsiteX2-155" fmla="*/ 1040633 w 1040633"/>
                <a:gd name="connsiteY2-156" fmla="*/ 16785 h 1160935"/>
                <a:gd name="connsiteX3-157" fmla="*/ 671988 w 1040633"/>
                <a:gd name="connsiteY3-158" fmla="*/ 1158121 h 1160935"/>
                <a:gd name="connsiteX4-159" fmla="*/ 363082 w 1040633"/>
                <a:gd name="connsiteY4-160" fmla="*/ 1160935 h 1160935"/>
                <a:gd name="connsiteX0-161" fmla="*/ 363082 w 778664"/>
                <a:gd name="connsiteY0-162" fmla="*/ 1160935 h 1160935"/>
                <a:gd name="connsiteX1-163" fmla="*/ 0 w 778664"/>
                <a:gd name="connsiteY1-164" fmla="*/ 0 h 1160935"/>
                <a:gd name="connsiteX2-165" fmla="*/ 778664 w 778664"/>
                <a:gd name="connsiteY2-166" fmla="*/ 130682 h 1160935"/>
                <a:gd name="connsiteX3-167" fmla="*/ 671988 w 778664"/>
                <a:gd name="connsiteY3-168" fmla="*/ 1158121 h 1160935"/>
                <a:gd name="connsiteX4-169" fmla="*/ 363082 w 778664"/>
                <a:gd name="connsiteY4-170" fmla="*/ 1160935 h 1160935"/>
                <a:gd name="connsiteX0-171" fmla="*/ 363082 w 778664"/>
                <a:gd name="connsiteY0-172" fmla="*/ 1160935 h 1160935"/>
                <a:gd name="connsiteX1-173" fmla="*/ 0 w 778664"/>
                <a:gd name="connsiteY1-174" fmla="*/ 0 h 1160935"/>
                <a:gd name="connsiteX2-175" fmla="*/ 778664 w 778664"/>
                <a:gd name="connsiteY2-176" fmla="*/ 130682 h 1160935"/>
                <a:gd name="connsiteX3-177" fmla="*/ 694768 w 778664"/>
                <a:gd name="connsiteY3-178" fmla="*/ 1112562 h 1160935"/>
                <a:gd name="connsiteX4-179" fmla="*/ 363082 w 778664"/>
                <a:gd name="connsiteY4-180" fmla="*/ 1160935 h 1160935"/>
                <a:gd name="connsiteX0-181" fmla="*/ 363082 w 778664"/>
                <a:gd name="connsiteY0-182" fmla="*/ 1160935 h 1160935"/>
                <a:gd name="connsiteX1-183" fmla="*/ 0 w 778664"/>
                <a:gd name="connsiteY1-184" fmla="*/ 0 h 1160935"/>
                <a:gd name="connsiteX2-185" fmla="*/ 778664 w 778664"/>
                <a:gd name="connsiteY2-186" fmla="*/ 130682 h 1160935"/>
                <a:gd name="connsiteX3-187" fmla="*/ 694768 w 778664"/>
                <a:gd name="connsiteY3-188" fmla="*/ 1112562 h 1160935"/>
                <a:gd name="connsiteX4-189" fmla="*/ 363082 w 778664"/>
                <a:gd name="connsiteY4-190" fmla="*/ 1160935 h 1160935"/>
                <a:gd name="connsiteX0-191" fmla="*/ 397252 w 778664"/>
                <a:gd name="connsiteY0-192" fmla="*/ 1103987 h 1112562"/>
                <a:gd name="connsiteX1-193" fmla="*/ 0 w 778664"/>
                <a:gd name="connsiteY1-194" fmla="*/ 0 h 1112562"/>
                <a:gd name="connsiteX2-195" fmla="*/ 778664 w 778664"/>
                <a:gd name="connsiteY2-196" fmla="*/ 130682 h 1112562"/>
                <a:gd name="connsiteX3-197" fmla="*/ 694768 w 778664"/>
                <a:gd name="connsiteY3-198" fmla="*/ 1112562 h 1112562"/>
                <a:gd name="connsiteX4-199" fmla="*/ 397252 w 778664"/>
                <a:gd name="connsiteY4-200" fmla="*/ 1103987 h 1112562"/>
                <a:gd name="connsiteX0-201" fmla="*/ 397252 w 778664"/>
                <a:gd name="connsiteY0-202" fmla="*/ 1103987 h 1112562"/>
                <a:gd name="connsiteX1-203" fmla="*/ 0 w 778664"/>
                <a:gd name="connsiteY1-204" fmla="*/ 0 h 1112562"/>
                <a:gd name="connsiteX2-205" fmla="*/ 778664 w 778664"/>
                <a:gd name="connsiteY2-206" fmla="*/ 130682 h 1112562"/>
                <a:gd name="connsiteX3-207" fmla="*/ 694768 w 778664"/>
                <a:gd name="connsiteY3-208" fmla="*/ 1112562 h 1112562"/>
                <a:gd name="connsiteX4-209" fmla="*/ 397252 w 778664"/>
                <a:gd name="connsiteY4-210" fmla="*/ 1103987 h 1112562"/>
                <a:gd name="connsiteX0-211" fmla="*/ 397252 w 778664"/>
                <a:gd name="connsiteY0-212" fmla="*/ 1103987 h 1112562"/>
                <a:gd name="connsiteX1-213" fmla="*/ 0 w 778664"/>
                <a:gd name="connsiteY1-214" fmla="*/ 0 h 1112562"/>
                <a:gd name="connsiteX2-215" fmla="*/ 778664 w 778664"/>
                <a:gd name="connsiteY2-216" fmla="*/ 130682 h 1112562"/>
                <a:gd name="connsiteX3-217" fmla="*/ 694768 w 778664"/>
                <a:gd name="connsiteY3-218" fmla="*/ 1112562 h 1112562"/>
                <a:gd name="connsiteX4-219" fmla="*/ 397252 w 778664"/>
                <a:gd name="connsiteY4-220" fmla="*/ 1103987 h 1112562"/>
                <a:gd name="connsiteX0-221" fmla="*/ 123893 w 505305"/>
                <a:gd name="connsiteY0-222" fmla="*/ 973305 h 981880"/>
                <a:gd name="connsiteX1-223" fmla="*/ 0 w 505305"/>
                <a:gd name="connsiteY1-224" fmla="*/ 28773 h 981880"/>
                <a:gd name="connsiteX2-225" fmla="*/ 505305 w 505305"/>
                <a:gd name="connsiteY2-226" fmla="*/ 0 h 981880"/>
                <a:gd name="connsiteX3-227" fmla="*/ 421409 w 505305"/>
                <a:gd name="connsiteY3-228" fmla="*/ 981880 h 981880"/>
                <a:gd name="connsiteX4-229" fmla="*/ 123893 w 505305"/>
                <a:gd name="connsiteY4-230" fmla="*/ 973305 h 981880"/>
                <a:gd name="connsiteX0-231" fmla="*/ 123893 w 505305"/>
                <a:gd name="connsiteY0-232" fmla="*/ 973305 h 981880"/>
                <a:gd name="connsiteX1-233" fmla="*/ 0 w 505305"/>
                <a:gd name="connsiteY1-234" fmla="*/ 28773 h 981880"/>
                <a:gd name="connsiteX2-235" fmla="*/ 505305 w 505305"/>
                <a:gd name="connsiteY2-236" fmla="*/ 0 h 981880"/>
                <a:gd name="connsiteX3-237" fmla="*/ 421409 w 505305"/>
                <a:gd name="connsiteY3-238" fmla="*/ 981880 h 981880"/>
                <a:gd name="connsiteX4-239" fmla="*/ 123893 w 505305"/>
                <a:gd name="connsiteY4-240" fmla="*/ 973305 h 981880"/>
                <a:gd name="connsiteX0-241" fmla="*/ 123893 w 505305"/>
                <a:gd name="connsiteY0-242" fmla="*/ 973305 h 981880"/>
                <a:gd name="connsiteX1-243" fmla="*/ 0 w 505305"/>
                <a:gd name="connsiteY1-244" fmla="*/ 28773 h 981880"/>
                <a:gd name="connsiteX2-245" fmla="*/ 505305 w 505305"/>
                <a:gd name="connsiteY2-246" fmla="*/ 0 h 981880"/>
                <a:gd name="connsiteX3-247" fmla="*/ 421409 w 505305"/>
                <a:gd name="connsiteY3-248" fmla="*/ 981880 h 981880"/>
                <a:gd name="connsiteX4-249" fmla="*/ 123893 w 505305"/>
                <a:gd name="connsiteY4-250" fmla="*/ 973305 h 981880"/>
                <a:gd name="connsiteX0-251" fmla="*/ 123893 w 505305"/>
                <a:gd name="connsiteY0-252" fmla="*/ 973305 h 981880"/>
                <a:gd name="connsiteX1-253" fmla="*/ 0 w 505305"/>
                <a:gd name="connsiteY1-254" fmla="*/ 28773 h 981880"/>
                <a:gd name="connsiteX2-255" fmla="*/ 505305 w 505305"/>
                <a:gd name="connsiteY2-256" fmla="*/ 0 h 981880"/>
                <a:gd name="connsiteX3-257" fmla="*/ 421409 w 505305"/>
                <a:gd name="connsiteY3-258" fmla="*/ 981880 h 981880"/>
                <a:gd name="connsiteX4-259" fmla="*/ 123893 w 505305"/>
                <a:gd name="connsiteY4-260" fmla="*/ 973305 h 981880"/>
                <a:gd name="connsiteX0-261" fmla="*/ 118198 w 499610"/>
                <a:gd name="connsiteY0-262" fmla="*/ 973305 h 981880"/>
                <a:gd name="connsiteX1-263" fmla="*/ 0 w 499610"/>
                <a:gd name="connsiteY1-264" fmla="*/ 11688 h 981880"/>
                <a:gd name="connsiteX2-265" fmla="*/ 499610 w 499610"/>
                <a:gd name="connsiteY2-266" fmla="*/ 0 h 981880"/>
                <a:gd name="connsiteX3-267" fmla="*/ 415714 w 499610"/>
                <a:gd name="connsiteY3-268" fmla="*/ 981880 h 981880"/>
                <a:gd name="connsiteX4-269" fmla="*/ 118198 w 499610"/>
                <a:gd name="connsiteY4-270" fmla="*/ 973305 h 981880"/>
                <a:gd name="connsiteX0-271" fmla="*/ 118198 w 499610"/>
                <a:gd name="connsiteY0-272" fmla="*/ 973305 h 981880"/>
                <a:gd name="connsiteX1-273" fmla="*/ 0 w 499610"/>
                <a:gd name="connsiteY1-274" fmla="*/ 11688 h 981880"/>
                <a:gd name="connsiteX2-275" fmla="*/ 499610 w 499610"/>
                <a:gd name="connsiteY2-276" fmla="*/ 0 h 981880"/>
                <a:gd name="connsiteX3-277" fmla="*/ 415714 w 499610"/>
                <a:gd name="connsiteY3-278" fmla="*/ 981880 h 981880"/>
                <a:gd name="connsiteX4-279" fmla="*/ 118198 w 499610"/>
                <a:gd name="connsiteY4-280" fmla="*/ 973305 h 981880"/>
                <a:gd name="connsiteX0-281" fmla="*/ 118198 w 499610"/>
                <a:gd name="connsiteY0-282" fmla="*/ 973305 h 981880"/>
                <a:gd name="connsiteX1-283" fmla="*/ 0 w 499610"/>
                <a:gd name="connsiteY1-284" fmla="*/ 11688 h 981880"/>
                <a:gd name="connsiteX2-285" fmla="*/ 499610 w 499610"/>
                <a:gd name="connsiteY2-286" fmla="*/ 0 h 981880"/>
                <a:gd name="connsiteX3-287" fmla="*/ 415714 w 499610"/>
                <a:gd name="connsiteY3-288" fmla="*/ 981880 h 981880"/>
                <a:gd name="connsiteX4-289" fmla="*/ 118198 w 499610"/>
                <a:gd name="connsiteY4-290" fmla="*/ 973305 h 981880"/>
                <a:gd name="connsiteX0-291" fmla="*/ 118198 w 499610"/>
                <a:gd name="connsiteY0-292" fmla="*/ 973305 h 981880"/>
                <a:gd name="connsiteX1-293" fmla="*/ 0 w 499610"/>
                <a:gd name="connsiteY1-294" fmla="*/ 11688 h 981880"/>
                <a:gd name="connsiteX2-295" fmla="*/ 499610 w 499610"/>
                <a:gd name="connsiteY2-296" fmla="*/ 0 h 981880"/>
                <a:gd name="connsiteX3-297" fmla="*/ 415714 w 499610"/>
                <a:gd name="connsiteY3-298" fmla="*/ 981880 h 981880"/>
                <a:gd name="connsiteX4-299" fmla="*/ 118198 w 499610"/>
                <a:gd name="connsiteY4-300" fmla="*/ 973305 h 981880"/>
                <a:gd name="connsiteX0-301" fmla="*/ 118198 w 499610"/>
                <a:gd name="connsiteY0-302" fmla="*/ 973305 h 981880"/>
                <a:gd name="connsiteX1-303" fmla="*/ 0 w 499610"/>
                <a:gd name="connsiteY1-304" fmla="*/ 11688 h 981880"/>
                <a:gd name="connsiteX2-305" fmla="*/ 499610 w 499610"/>
                <a:gd name="connsiteY2-306" fmla="*/ 0 h 981880"/>
                <a:gd name="connsiteX3-307" fmla="*/ 415714 w 499610"/>
                <a:gd name="connsiteY3-308" fmla="*/ 981880 h 981880"/>
                <a:gd name="connsiteX4-309" fmla="*/ 118198 w 499610"/>
                <a:gd name="connsiteY4-310" fmla="*/ 973305 h 981880"/>
                <a:gd name="connsiteX0-311" fmla="*/ 118198 w 499610"/>
                <a:gd name="connsiteY0-312" fmla="*/ 973305 h 976186"/>
                <a:gd name="connsiteX1-313" fmla="*/ 0 w 499610"/>
                <a:gd name="connsiteY1-314" fmla="*/ 11688 h 976186"/>
                <a:gd name="connsiteX2-315" fmla="*/ 499610 w 499610"/>
                <a:gd name="connsiteY2-316" fmla="*/ 0 h 976186"/>
                <a:gd name="connsiteX3-317" fmla="*/ 273339 w 499610"/>
                <a:gd name="connsiteY3-318" fmla="*/ 976186 h 976186"/>
                <a:gd name="connsiteX4-319" fmla="*/ 118198 w 499610"/>
                <a:gd name="connsiteY4-320" fmla="*/ 973305 h 976186"/>
                <a:gd name="connsiteX0-321" fmla="*/ 118198 w 499610"/>
                <a:gd name="connsiteY0-322" fmla="*/ 973305 h 976186"/>
                <a:gd name="connsiteX1-323" fmla="*/ 0 w 499610"/>
                <a:gd name="connsiteY1-324" fmla="*/ 11688 h 976186"/>
                <a:gd name="connsiteX2-325" fmla="*/ 499610 w 499610"/>
                <a:gd name="connsiteY2-326" fmla="*/ 0 h 976186"/>
                <a:gd name="connsiteX3-327" fmla="*/ 273339 w 499610"/>
                <a:gd name="connsiteY3-328" fmla="*/ 976186 h 976186"/>
                <a:gd name="connsiteX4-329" fmla="*/ 118198 w 499610"/>
                <a:gd name="connsiteY4-330" fmla="*/ 973305 h 976186"/>
                <a:gd name="connsiteX0-331" fmla="*/ 197928 w 499610"/>
                <a:gd name="connsiteY0-332" fmla="*/ 973305 h 976186"/>
                <a:gd name="connsiteX1-333" fmla="*/ 0 w 499610"/>
                <a:gd name="connsiteY1-334" fmla="*/ 11688 h 976186"/>
                <a:gd name="connsiteX2-335" fmla="*/ 499610 w 499610"/>
                <a:gd name="connsiteY2-336" fmla="*/ 0 h 976186"/>
                <a:gd name="connsiteX3-337" fmla="*/ 273339 w 499610"/>
                <a:gd name="connsiteY3-338" fmla="*/ 976186 h 976186"/>
                <a:gd name="connsiteX4-339" fmla="*/ 197928 w 499610"/>
                <a:gd name="connsiteY4-340" fmla="*/ 973305 h 976186"/>
                <a:gd name="connsiteX0-341" fmla="*/ 197928 w 499610"/>
                <a:gd name="connsiteY0-342" fmla="*/ 973305 h 976186"/>
                <a:gd name="connsiteX1-343" fmla="*/ 0 w 499610"/>
                <a:gd name="connsiteY1-344" fmla="*/ 11688 h 976186"/>
                <a:gd name="connsiteX2-345" fmla="*/ 499610 w 499610"/>
                <a:gd name="connsiteY2-346" fmla="*/ 0 h 976186"/>
                <a:gd name="connsiteX3-347" fmla="*/ 273339 w 499610"/>
                <a:gd name="connsiteY3-348" fmla="*/ 976186 h 976186"/>
                <a:gd name="connsiteX4-349" fmla="*/ 197928 w 499610"/>
                <a:gd name="connsiteY4-350" fmla="*/ 973305 h 976186"/>
                <a:gd name="connsiteX0-351" fmla="*/ 197928 w 499610"/>
                <a:gd name="connsiteY0-352" fmla="*/ 973305 h 976186"/>
                <a:gd name="connsiteX1-353" fmla="*/ 0 w 499610"/>
                <a:gd name="connsiteY1-354" fmla="*/ 11688 h 976186"/>
                <a:gd name="connsiteX2-355" fmla="*/ 499610 w 499610"/>
                <a:gd name="connsiteY2-356" fmla="*/ 0 h 976186"/>
                <a:gd name="connsiteX3-357" fmla="*/ 273339 w 499610"/>
                <a:gd name="connsiteY3-358" fmla="*/ 976186 h 976186"/>
                <a:gd name="connsiteX4-359" fmla="*/ 197928 w 499610"/>
                <a:gd name="connsiteY4-360" fmla="*/ 973305 h 976186"/>
                <a:gd name="connsiteX0-361" fmla="*/ 197928 w 499610"/>
                <a:gd name="connsiteY0-362" fmla="*/ 973305 h 976186"/>
                <a:gd name="connsiteX1-363" fmla="*/ 0 w 499610"/>
                <a:gd name="connsiteY1-364" fmla="*/ 11688 h 976186"/>
                <a:gd name="connsiteX2-365" fmla="*/ 499610 w 499610"/>
                <a:gd name="connsiteY2-366" fmla="*/ 0 h 976186"/>
                <a:gd name="connsiteX3-367" fmla="*/ 273339 w 499610"/>
                <a:gd name="connsiteY3-368" fmla="*/ 976186 h 976186"/>
                <a:gd name="connsiteX4-369" fmla="*/ 197928 w 499610"/>
                <a:gd name="connsiteY4-370" fmla="*/ 973305 h 976186"/>
                <a:gd name="connsiteX0-371" fmla="*/ 197928 w 621064"/>
                <a:gd name="connsiteY0-372" fmla="*/ 973305 h 973305"/>
                <a:gd name="connsiteX1-373" fmla="*/ 0 w 621064"/>
                <a:gd name="connsiteY1-374" fmla="*/ 11688 h 973305"/>
                <a:gd name="connsiteX2-375" fmla="*/ 499610 w 621064"/>
                <a:gd name="connsiteY2-376" fmla="*/ 0 h 973305"/>
                <a:gd name="connsiteX3-377" fmla="*/ 558839 w 621064"/>
                <a:gd name="connsiteY3-378" fmla="*/ 754682 h 973305"/>
                <a:gd name="connsiteX4-379" fmla="*/ 197928 w 621064"/>
                <a:gd name="connsiteY4-380" fmla="*/ 973305 h 973305"/>
                <a:gd name="connsiteX0-381" fmla="*/ 197928 w 558839"/>
                <a:gd name="connsiteY0-382" fmla="*/ 973305 h 973305"/>
                <a:gd name="connsiteX1-383" fmla="*/ 0 w 558839"/>
                <a:gd name="connsiteY1-384" fmla="*/ 11688 h 973305"/>
                <a:gd name="connsiteX2-385" fmla="*/ 499610 w 558839"/>
                <a:gd name="connsiteY2-386" fmla="*/ 0 h 973305"/>
                <a:gd name="connsiteX3-387" fmla="*/ 558839 w 558839"/>
                <a:gd name="connsiteY3-388" fmla="*/ 754682 h 973305"/>
                <a:gd name="connsiteX4-389" fmla="*/ 197928 w 558839"/>
                <a:gd name="connsiteY4-390" fmla="*/ 973305 h 973305"/>
                <a:gd name="connsiteX0-391" fmla="*/ 197928 w 558839"/>
                <a:gd name="connsiteY0-392" fmla="*/ 973305 h 973305"/>
                <a:gd name="connsiteX1-393" fmla="*/ 0 w 558839"/>
                <a:gd name="connsiteY1-394" fmla="*/ 11688 h 973305"/>
                <a:gd name="connsiteX2-395" fmla="*/ 499610 w 558839"/>
                <a:gd name="connsiteY2-396" fmla="*/ 0 h 973305"/>
                <a:gd name="connsiteX3-397" fmla="*/ 558839 w 558839"/>
                <a:gd name="connsiteY3-398" fmla="*/ 754682 h 973305"/>
                <a:gd name="connsiteX4-399" fmla="*/ 197928 w 558839"/>
                <a:gd name="connsiteY4-400" fmla="*/ 973305 h 973305"/>
                <a:gd name="connsiteX0-401" fmla="*/ 370213 w 558839"/>
                <a:gd name="connsiteY0-402" fmla="*/ 796102 h 796102"/>
                <a:gd name="connsiteX1-403" fmla="*/ 0 w 558839"/>
                <a:gd name="connsiteY1-404" fmla="*/ 11688 h 796102"/>
                <a:gd name="connsiteX2-405" fmla="*/ 499610 w 558839"/>
                <a:gd name="connsiteY2-406" fmla="*/ 0 h 796102"/>
                <a:gd name="connsiteX3-407" fmla="*/ 558839 w 558839"/>
                <a:gd name="connsiteY3-408" fmla="*/ 754682 h 796102"/>
                <a:gd name="connsiteX4-409" fmla="*/ 370213 w 558839"/>
                <a:gd name="connsiteY4-410" fmla="*/ 796102 h 796102"/>
                <a:gd name="connsiteX0-411" fmla="*/ 370213 w 558839"/>
                <a:gd name="connsiteY0-412" fmla="*/ 796102 h 796102"/>
                <a:gd name="connsiteX1-413" fmla="*/ 0 w 558839"/>
                <a:gd name="connsiteY1-414" fmla="*/ 11688 h 796102"/>
                <a:gd name="connsiteX2-415" fmla="*/ 499610 w 558839"/>
                <a:gd name="connsiteY2-416" fmla="*/ 0 h 796102"/>
                <a:gd name="connsiteX3-417" fmla="*/ 558839 w 558839"/>
                <a:gd name="connsiteY3-418" fmla="*/ 754682 h 796102"/>
                <a:gd name="connsiteX4-419" fmla="*/ 370213 w 558839"/>
                <a:gd name="connsiteY4-420" fmla="*/ 796102 h 796102"/>
                <a:gd name="connsiteX0-421" fmla="*/ 370213 w 558839"/>
                <a:gd name="connsiteY0-422" fmla="*/ 796102 h 796102"/>
                <a:gd name="connsiteX1-423" fmla="*/ 0 w 558839"/>
                <a:gd name="connsiteY1-424" fmla="*/ 11688 h 796102"/>
                <a:gd name="connsiteX2-425" fmla="*/ 499610 w 558839"/>
                <a:gd name="connsiteY2-426" fmla="*/ 0 h 796102"/>
                <a:gd name="connsiteX3-427" fmla="*/ 558839 w 558839"/>
                <a:gd name="connsiteY3-428" fmla="*/ 754682 h 796102"/>
                <a:gd name="connsiteX4-429" fmla="*/ 370213 w 558839"/>
                <a:gd name="connsiteY4-430" fmla="*/ 796102 h 796102"/>
                <a:gd name="connsiteX0-431" fmla="*/ 370213 w 558839"/>
                <a:gd name="connsiteY0-432" fmla="*/ 1315828 h 1315828"/>
                <a:gd name="connsiteX1-433" fmla="*/ 0 w 558839"/>
                <a:gd name="connsiteY1-434" fmla="*/ 531414 h 1315828"/>
                <a:gd name="connsiteX2-435" fmla="*/ 506930 w 558839"/>
                <a:gd name="connsiteY2-436" fmla="*/ 0 h 1315828"/>
                <a:gd name="connsiteX3-437" fmla="*/ 558839 w 558839"/>
                <a:gd name="connsiteY3-438" fmla="*/ 1274408 h 1315828"/>
                <a:gd name="connsiteX4-439" fmla="*/ 370213 w 558839"/>
                <a:gd name="connsiteY4-440" fmla="*/ 1315828 h 1315828"/>
                <a:gd name="connsiteX0-441" fmla="*/ 384853 w 573479"/>
                <a:gd name="connsiteY0-442" fmla="*/ 1326654 h 1326654"/>
                <a:gd name="connsiteX1-443" fmla="*/ 0 w 573479"/>
                <a:gd name="connsiteY1-444" fmla="*/ 554 h 1326654"/>
                <a:gd name="connsiteX2-445" fmla="*/ 521570 w 573479"/>
                <a:gd name="connsiteY2-446" fmla="*/ 10826 h 1326654"/>
                <a:gd name="connsiteX3-447" fmla="*/ 573479 w 573479"/>
                <a:gd name="connsiteY3-448" fmla="*/ 1285234 h 1326654"/>
                <a:gd name="connsiteX4-449" fmla="*/ 384853 w 573479"/>
                <a:gd name="connsiteY4-450" fmla="*/ 1326654 h 1326654"/>
                <a:gd name="connsiteX0-451" fmla="*/ 384853 w 573479"/>
                <a:gd name="connsiteY0-452" fmla="*/ 1326654 h 1326654"/>
                <a:gd name="connsiteX1-453" fmla="*/ 0 w 573479"/>
                <a:gd name="connsiteY1-454" fmla="*/ 554 h 1326654"/>
                <a:gd name="connsiteX2-455" fmla="*/ 521570 w 573479"/>
                <a:gd name="connsiteY2-456" fmla="*/ 10826 h 1326654"/>
                <a:gd name="connsiteX3-457" fmla="*/ 573479 w 573479"/>
                <a:gd name="connsiteY3-458" fmla="*/ 1285234 h 1326654"/>
                <a:gd name="connsiteX4-459" fmla="*/ 384853 w 573479"/>
                <a:gd name="connsiteY4-460" fmla="*/ 1326654 h 1326654"/>
                <a:gd name="connsiteX0-461" fmla="*/ 384853 w 573479"/>
                <a:gd name="connsiteY0-462" fmla="*/ 1326654 h 1326654"/>
                <a:gd name="connsiteX1-463" fmla="*/ 0 w 573479"/>
                <a:gd name="connsiteY1-464" fmla="*/ 554 h 1326654"/>
                <a:gd name="connsiteX2-465" fmla="*/ 521570 w 573479"/>
                <a:gd name="connsiteY2-466" fmla="*/ 10826 h 1326654"/>
                <a:gd name="connsiteX3-467" fmla="*/ 573479 w 573479"/>
                <a:gd name="connsiteY3-468" fmla="*/ 1285234 h 1326654"/>
                <a:gd name="connsiteX4-469" fmla="*/ 384853 w 573479"/>
                <a:gd name="connsiteY4-470" fmla="*/ 1326654 h 1326654"/>
                <a:gd name="connsiteX0-471" fmla="*/ 384853 w 573479"/>
                <a:gd name="connsiteY0-472" fmla="*/ 1326654 h 1326654"/>
                <a:gd name="connsiteX1-473" fmla="*/ 0 w 573479"/>
                <a:gd name="connsiteY1-474" fmla="*/ 554 h 1326654"/>
                <a:gd name="connsiteX2-475" fmla="*/ 521570 w 573479"/>
                <a:gd name="connsiteY2-476" fmla="*/ 10826 h 1326654"/>
                <a:gd name="connsiteX3-477" fmla="*/ 573479 w 573479"/>
                <a:gd name="connsiteY3-478" fmla="*/ 1285234 h 1326654"/>
                <a:gd name="connsiteX4-479" fmla="*/ 384853 w 573479"/>
                <a:gd name="connsiteY4-480" fmla="*/ 1326654 h 1326654"/>
                <a:gd name="connsiteX0-481" fmla="*/ 384853 w 573479"/>
                <a:gd name="connsiteY0-482" fmla="*/ 1326654 h 1326654"/>
                <a:gd name="connsiteX1-483" fmla="*/ 0 w 573479"/>
                <a:gd name="connsiteY1-484" fmla="*/ 554 h 1326654"/>
                <a:gd name="connsiteX2-485" fmla="*/ 521570 w 573479"/>
                <a:gd name="connsiteY2-486" fmla="*/ 10826 h 1326654"/>
                <a:gd name="connsiteX3-487" fmla="*/ 573479 w 573479"/>
                <a:gd name="connsiteY3-488" fmla="*/ 1285234 h 1326654"/>
                <a:gd name="connsiteX4-489" fmla="*/ 384853 w 573479"/>
                <a:gd name="connsiteY4-490" fmla="*/ 1326654 h 1326654"/>
                <a:gd name="connsiteX0-491" fmla="*/ 384853 w 573479"/>
                <a:gd name="connsiteY0-492" fmla="*/ 1326654 h 1326654"/>
                <a:gd name="connsiteX1-493" fmla="*/ 0 w 573479"/>
                <a:gd name="connsiteY1-494" fmla="*/ 554 h 1326654"/>
                <a:gd name="connsiteX2-495" fmla="*/ 521570 w 573479"/>
                <a:gd name="connsiteY2-496" fmla="*/ 10826 h 1326654"/>
                <a:gd name="connsiteX3-497" fmla="*/ 573479 w 573479"/>
                <a:gd name="connsiteY3-498" fmla="*/ 1285234 h 1326654"/>
                <a:gd name="connsiteX4-499" fmla="*/ 384853 w 573479"/>
                <a:gd name="connsiteY4-500" fmla="*/ 1326654 h 1326654"/>
                <a:gd name="connsiteX0-501" fmla="*/ 384853 w 588119"/>
                <a:gd name="connsiteY0-502" fmla="*/ 1326654 h 1326654"/>
                <a:gd name="connsiteX1-503" fmla="*/ 0 w 588119"/>
                <a:gd name="connsiteY1-504" fmla="*/ 554 h 1326654"/>
                <a:gd name="connsiteX2-505" fmla="*/ 521570 w 588119"/>
                <a:gd name="connsiteY2-506" fmla="*/ 10826 h 1326654"/>
                <a:gd name="connsiteX3-507" fmla="*/ 588119 w 588119"/>
                <a:gd name="connsiteY3-508" fmla="*/ 1321835 h 1326654"/>
                <a:gd name="connsiteX4-509" fmla="*/ 384853 w 588119"/>
                <a:gd name="connsiteY4-510" fmla="*/ 1326654 h 1326654"/>
                <a:gd name="connsiteX0-511" fmla="*/ 384853 w 588119"/>
                <a:gd name="connsiteY0-512" fmla="*/ 1326654 h 1326654"/>
                <a:gd name="connsiteX1-513" fmla="*/ 0 w 588119"/>
                <a:gd name="connsiteY1-514" fmla="*/ 554 h 1326654"/>
                <a:gd name="connsiteX2-515" fmla="*/ 521570 w 588119"/>
                <a:gd name="connsiteY2-516" fmla="*/ 10826 h 1326654"/>
                <a:gd name="connsiteX3-517" fmla="*/ 588119 w 588119"/>
                <a:gd name="connsiteY3-518" fmla="*/ 1321835 h 1326654"/>
                <a:gd name="connsiteX4-519" fmla="*/ 384853 w 588119"/>
                <a:gd name="connsiteY4-520" fmla="*/ 1326654 h 1326654"/>
                <a:gd name="connsiteX0-521" fmla="*/ 384853 w 588119"/>
                <a:gd name="connsiteY0-522" fmla="*/ 1326148 h 1326148"/>
                <a:gd name="connsiteX1-523" fmla="*/ 0 w 588119"/>
                <a:gd name="connsiteY1-524" fmla="*/ 48 h 1326148"/>
                <a:gd name="connsiteX2-525" fmla="*/ 521570 w 588119"/>
                <a:gd name="connsiteY2-526" fmla="*/ 228243 h 1326148"/>
                <a:gd name="connsiteX3-527" fmla="*/ 588119 w 588119"/>
                <a:gd name="connsiteY3-528" fmla="*/ 1321329 h 1326148"/>
                <a:gd name="connsiteX4-529" fmla="*/ 384853 w 588119"/>
                <a:gd name="connsiteY4-530" fmla="*/ 1326148 h 1326148"/>
                <a:gd name="connsiteX0-531" fmla="*/ 384853 w 588119"/>
                <a:gd name="connsiteY0-532" fmla="*/ 1326148 h 1326148"/>
                <a:gd name="connsiteX1-533" fmla="*/ 0 w 588119"/>
                <a:gd name="connsiteY1-534" fmla="*/ 48 h 1326148"/>
                <a:gd name="connsiteX2-535" fmla="*/ 521570 w 588119"/>
                <a:gd name="connsiteY2-536" fmla="*/ 228243 h 1326148"/>
                <a:gd name="connsiteX3-537" fmla="*/ 588119 w 588119"/>
                <a:gd name="connsiteY3-538" fmla="*/ 1321329 h 1326148"/>
                <a:gd name="connsiteX4-539" fmla="*/ 384853 w 588119"/>
                <a:gd name="connsiteY4-540" fmla="*/ 1326148 h 1326148"/>
                <a:gd name="connsiteX0-541" fmla="*/ 384853 w 588119"/>
                <a:gd name="connsiteY0-542" fmla="*/ 1326148 h 1326148"/>
                <a:gd name="connsiteX1-543" fmla="*/ 0 w 588119"/>
                <a:gd name="connsiteY1-544" fmla="*/ 48 h 1326148"/>
                <a:gd name="connsiteX2-545" fmla="*/ 521570 w 588119"/>
                <a:gd name="connsiteY2-546" fmla="*/ 228243 h 1326148"/>
                <a:gd name="connsiteX3-547" fmla="*/ 588119 w 588119"/>
                <a:gd name="connsiteY3-548" fmla="*/ 1321329 h 1326148"/>
                <a:gd name="connsiteX4-549" fmla="*/ 384853 w 588119"/>
                <a:gd name="connsiteY4-550" fmla="*/ 1326148 h 1326148"/>
                <a:gd name="connsiteX0-551" fmla="*/ 366066 w 569332"/>
                <a:gd name="connsiteY0-552" fmla="*/ 1097905 h 1097905"/>
                <a:gd name="connsiteX1-553" fmla="*/ 0 w 569332"/>
                <a:gd name="connsiteY1-554" fmla="*/ 4757 h 1097905"/>
                <a:gd name="connsiteX2-555" fmla="*/ 502783 w 569332"/>
                <a:gd name="connsiteY2-556" fmla="*/ 0 h 1097905"/>
                <a:gd name="connsiteX3-557" fmla="*/ 569332 w 569332"/>
                <a:gd name="connsiteY3-558" fmla="*/ 1093086 h 1097905"/>
                <a:gd name="connsiteX4-559" fmla="*/ 366066 w 569332"/>
                <a:gd name="connsiteY4-560" fmla="*/ 1097905 h 1097905"/>
                <a:gd name="connsiteX0-561" fmla="*/ 366066 w 569332"/>
                <a:gd name="connsiteY0-562" fmla="*/ 1097905 h 1097905"/>
                <a:gd name="connsiteX1-563" fmla="*/ 0 w 569332"/>
                <a:gd name="connsiteY1-564" fmla="*/ 4757 h 1097905"/>
                <a:gd name="connsiteX2-565" fmla="*/ 502783 w 569332"/>
                <a:gd name="connsiteY2-566" fmla="*/ 0 h 1097905"/>
                <a:gd name="connsiteX3-567" fmla="*/ 569332 w 569332"/>
                <a:gd name="connsiteY3-568" fmla="*/ 1093086 h 1097905"/>
                <a:gd name="connsiteX4-569" fmla="*/ 366066 w 569332"/>
                <a:gd name="connsiteY4-570" fmla="*/ 1097905 h 1097905"/>
                <a:gd name="connsiteX0-571" fmla="*/ 366066 w 569332"/>
                <a:gd name="connsiteY0-572" fmla="*/ 1097905 h 1097905"/>
                <a:gd name="connsiteX1-573" fmla="*/ 0 w 569332"/>
                <a:gd name="connsiteY1-574" fmla="*/ 4757 h 1097905"/>
                <a:gd name="connsiteX2-575" fmla="*/ 502783 w 569332"/>
                <a:gd name="connsiteY2-576" fmla="*/ 0 h 1097905"/>
                <a:gd name="connsiteX3-577" fmla="*/ 569332 w 569332"/>
                <a:gd name="connsiteY3-578" fmla="*/ 1093086 h 1097905"/>
                <a:gd name="connsiteX4-579" fmla="*/ 366066 w 569332"/>
                <a:gd name="connsiteY4-580" fmla="*/ 1097905 h 1097905"/>
                <a:gd name="connsiteX0-581" fmla="*/ 366066 w 594113"/>
                <a:gd name="connsiteY0-582" fmla="*/ 1097905 h 1179971"/>
                <a:gd name="connsiteX1-583" fmla="*/ 0 w 594113"/>
                <a:gd name="connsiteY1-584" fmla="*/ 4757 h 1179971"/>
                <a:gd name="connsiteX2-585" fmla="*/ 502783 w 594113"/>
                <a:gd name="connsiteY2-586" fmla="*/ 0 h 1179971"/>
                <a:gd name="connsiteX3-587" fmla="*/ 594113 w 594113"/>
                <a:gd name="connsiteY3-588" fmla="*/ 1179818 h 1179971"/>
                <a:gd name="connsiteX4-589" fmla="*/ 366066 w 594113"/>
                <a:gd name="connsiteY4-590" fmla="*/ 1097905 h 1179971"/>
                <a:gd name="connsiteX0-591" fmla="*/ 403236 w 594113"/>
                <a:gd name="connsiteY0-592" fmla="*/ 1215612 h 1215612"/>
                <a:gd name="connsiteX1-593" fmla="*/ 0 w 594113"/>
                <a:gd name="connsiteY1-594" fmla="*/ 4757 h 1215612"/>
                <a:gd name="connsiteX2-595" fmla="*/ 502783 w 594113"/>
                <a:gd name="connsiteY2-596" fmla="*/ 0 h 1215612"/>
                <a:gd name="connsiteX3-597" fmla="*/ 594113 w 594113"/>
                <a:gd name="connsiteY3-598" fmla="*/ 1179818 h 1215612"/>
                <a:gd name="connsiteX4-599" fmla="*/ 403236 w 594113"/>
                <a:gd name="connsiteY4-600" fmla="*/ 1215612 h 121561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94113" h="1215612">
                  <a:moveTo>
                    <a:pt x="403236" y="1215612"/>
                  </a:moveTo>
                  <a:cubicBezTo>
                    <a:pt x="223947" y="663007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57486" y="515061"/>
                    <a:pt x="594113" y="1179818"/>
                  </a:cubicBezTo>
                  <a:cubicBezTo>
                    <a:pt x="496428" y="1184123"/>
                    <a:pt x="599434" y="1214146"/>
                    <a:pt x="403236" y="1215612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grpSp>
          <p:nvGrpSpPr>
            <p:cNvPr id="31841" name="Group 17"/>
            <p:cNvGrpSpPr/>
            <p:nvPr/>
          </p:nvGrpSpPr>
          <p:grpSpPr>
            <a:xfrm>
              <a:off x="1757805" y="2331054"/>
              <a:ext cx="1079500" cy="2674334"/>
              <a:chOff x="1757805" y="2331054"/>
              <a:chExt cx="1079500" cy="2674334"/>
            </a:xfrm>
          </p:grpSpPr>
          <p:sp>
            <p:nvSpPr>
              <p:cNvPr id="108" name="Rectangle 107"/>
              <p:cNvSpPr/>
              <p:nvPr/>
            </p:nvSpPr>
            <p:spPr bwMode="auto">
              <a:xfrm rot="10800000">
                <a:off x="1789552" y="2580252"/>
                <a:ext cx="1027025" cy="1084090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31937" name="Group 104"/>
              <p:cNvGrpSpPr/>
              <p:nvPr/>
            </p:nvGrpSpPr>
            <p:grpSpPr>
              <a:xfrm>
                <a:off x="1782739" y="4616206"/>
                <a:ext cx="1034710" cy="389182"/>
                <a:chOff x="4128636" y="3606589"/>
                <a:chExt cx="568145" cy="338667"/>
              </a:xfrm>
            </p:grpSpPr>
            <p:sp>
              <p:nvSpPr>
                <p:cNvPr id="119" name="Oval 118"/>
                <p:cNvSpPr/>
                <p:nvPr/>
              </p:nvSpPr>
              <p:spPr>
                <a:xfrm>
                  <a:off x="4128891" y="3720271"/>
                  <a:ext cx="562182" cy="22514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20" name="Rectangle 119"/>
                <p:cNvSpPr/>
                <p:nvPr/>
              </p:nvSpPr>
              <p:spPr>
                <a:xfrm>
                  <a:off x="4128891" y="3720271"/>
                  <a:ext cx="562182" cy="11188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21" name="Oval 120"/>
                <p:cNvSpPr/>
                <p:nvPr/>
              </p:nvSpPr>
              <p:spPr>
                <a:xfrm>
                  <a:off x="4128891" y="3607011"/>
                  <a:ext cx="562182" cy="225140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cxnSp>
              <p:nvCxnSpPr>
                <p:cNvPr id="122" name="Straight Connector 121"/>
                <p:cNvCxnSpPr/>
                <p:nvPr/>
              </p:nvCxnSpPr>
              <p:spPr>
                <a:xfrm>
                  <a:off x="4691073" y="3720271"/>
                  <a:ext cx="0" cy="111880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Connector 122"/>
                <p:cNvCxnSpPr/>
                <p:nvPr/>
              </p:nvCxnSpPr>
              <p:spPr>
                <a:xfrm>
                  <a:off x="4128891" y="3720271"/>
                  <a:ext cx="0" cy="111880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7" name="Rectangle 146"/>
              <p:cNvSpPr/>
              <p:nvPr/>
            </p:nvSpPr>
            <p:spPr bwMode="auto">
              <a:xfrm>
                <a:off x="1802251" y="3602440"/>
                <a:ext cx="1027025" cy="1163452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  <a:alpha val="62000"/>
                    </a:schemeClr>
                  </a:gs>
                  <a:gs pos="54000">
                    <a:schemeClr val="accent2">
                      <a:lumMod val="40000"/>
                      <a:lumOff val="6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113" name="Straight Connector 112"/>
              <p:cNvCxnSpPr/>
              <p:nvPr/>
            </p:nvCxnSpPr>
            <p:spPr bwMode="auto">
              <a:xfrm>
                <a:off x="1781615" y="2805642"/>
                <a:ext cx="20636" cy="2020566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 bwMode="auto">
              <a:xfrm flipH="1">
                <a:off x="2818166" y="2805642"/>
                <a:ext cx="4762" cy="1976123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941" name="Group 9"/>
              <p:cNvGrpSpPr/>
              <p:nvPr/>
            </p:nvGrpSpPr>
            <p:grpSpPr>
              <a:xfrm>
                <a:off x="1757805" y="2331054"/>
                <a:ext cx="1079500" cy="430213"/>
                <a:chOff x="2183302" y="1574638"/>
                <a:chExt cx="1200154" cy="430181"/>
              </a:xfrm>
            </p:grpSpPr>
            <p:sp>
              <p:nvSpPr>
                <p:cNvPr id="369" name="Oval 368"/>
                <p:cNvSpPr/>
                <p:nvPr/>
              </p:nvSpPr>
              <p:spPr bwMode="auto">
                <a:xfrm flipV="1">
                  <a:off x="2186832" y="1690499"/>
                  <a:ext cx="1194758" cy="31425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20000"/>
                        <a:lumOff val="80000"/>
                      </a:schemeClr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solidFill>
                        <a:schemeClr val="tx1"/>
                      </a:solidFill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370" name="Rectangle 369"/>
                <p:cNvSpPr/>
                <p:nvPr/>
              </p:nvSpPr>
              <p:spPr bwMode="auto">
                <a:xfrm>
                  <a:off x="2183302" y="1734939"/>
                  <a:ext cx="1198287" cy="112686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371" name="Oval 370"/>
                <p:cNvSpPr>
                  <a:spLocks noChangeArrowheads="1"/>
                </p:cNvSpPr>
                <p:nvPr/>
              </p:nvSpPr>
              <p:spPr bwMode="auto">
                <a:xfrm flipV="1">
                  <a:off x="2183302" y="1574638"/>
                  <a:ext cx="1196523" cy="314252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chemeClr val="tx1"/>
                  </a:solidFill>
                  <a:rou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372" name="Freeform 371"/>
                <p:cNvSpPr/>
                <p:nvPr/>
              </p:nvSpPr>
              <p:spPr bwMode="auto">
                <a:xfrm>
                  <a:off x="2490374" y="1671453"/>
                  <a:ext cx="582379" cy="157125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-1" fmla="*/ 1486231 w 2944854"/>
                    <a:gd name="connsiteY0-2" fmla="*/ 727041 h 1316375"/>
                    <a:gd name="connsiteX1-3" fmla="*/ 257675 w 2944854"/>
                    <a:gd name="connsiteY1-4" fmla="*/ 1302232 h 1316375"/>
                    <a:gd name="connsiteX2-5" fmla="*/ 0 w 2944854"/>
                    <a:gd name="connsiteY2-6" fmla="*/ 1228607 h 1316375"/>
                    <a:gd name="connsiteX3-7" fmla="*/ 911064 w 2944854"/>
                    <a:gd name="connsiteY3-8" fmla="*/ 837478 h 1316375"/>
                    <a:gd name="connsiteX4-9" fmla="*/ 883456 w 2944854"/>
                    <a:gd name="connsiteY4-10" fmla="*/ 450949 h 1316375"/>
                    <a:gd name="connsiteX5-11" fmla="*/ 161047 w 2944854"/>
                    <a:gd name="connsiteY5-12" fmla="*/ 119640 h 1316375"/>
                    <a:gd name="connsiteX6-13" fmla="*/ 404917 w 2944854"/>
                    <a:gd name="connsiteY6-14" fmla="*/ 50617 h 1316375"/>
                    <a:gd name="connsiteX7-15" fmla="*/ 1477028 w 2944854"/>
                    <a:gd name="connsiteY7-16" fmla="*/ 501566 h 1316375"/>
                    <a:gd name="connsiteX8-17" fmla="*/ 2572146 w 2944854"/>
                    <a:gd name="connsiteY8-18" fmla="*/ 0 h 1316375"/>
                    <a:gd name="connsiteX9-19" fmla="*/ 2875834 w 2944854"/>
                    <a:gd name="connsiteY9-20" fmla="*/ 96632 h 1316375"/>
                    <a:gd name="connsiteX10-21" fmla="*/ 2079803 w 2944854"/>
                    <a:gd name="connsiteY10-22" fmla="*/ 432543 h 1316375"/>
                    <a:gd name="connsiteX11-23" fmla="*/ 2240850 w 2944854"/>
                    <a:gd name="connsiteY11-24" fmla="*/ 920305 h 1316375"/>
                    <a:gd name="connsiteX12-25" fmla="*/ 2944854 w 2944854"/>
                    <a:gd name="connsiteY12-26" fmla="*/ 1228607 h 1316375"/>
                    <a:gd name="connsiteX13-27" fmla="*/ 2756623 w 2944854"/>
                    <a:gd name="connsiteY13-28" fmla="*/ 1316375 h 1316375"/>
                    <a:gd name="connsiteX14-29" fmla="*/ 1486231 w 2944854"/>
                    <a:gd name="connsiteY14-30" fmla="*/ 727041 h 1316375"/>
                    <a:gd name="connsiteX0-31" fmla="*/ 1486231 w 3024520"/>
                    <a:gd name="connsiteY0-32" fmla="*/ 727041 h 1316375"/>
                    <a:gd name="connsiteX1-33" fmla="*/ 257675 w 3024520"/>
                    <a:gd name="connsiteY1-34" fmla="*/ 1302232 h 1316375"/>
                    <a:gd name="connsiteX2-35" fmla="*/ 0 w 3024520"/>
                    <a:gd name="connsiteY2-36" fmla="*/ 1228607 h 1316375"/>
                    <a:gd name="connsiteX3-37" fmla="*/ 911064 w 3024520"/>
                    <a:gd name="connsiteY3-38" fmla="*/ 837478 h 1316375"/>
                    <a:gd name="connsiteX4-39" fmla="*/ 883456 w 3024520"/>
                    <a:gd name="connsiteY4-40" fmla="*/ 450949 h 1316375"/>
                    <a:gd name="connsiteX5-41" fmla="*/ 161047 w 3024520"/>
                    <a:gd name="connsiteY5-42" fmla="*/ 119640 h 1316375"/>
                    <a:gd name="connsiteX6-43" fmla="*/ 404917 w 3024520"/>
                    <a:gd name="connsiteY6-44" fmla="*/ 50617 h 1316375"/>
                    <a:gd name="connsiteX7-45" fmla="*/ 1477028 w 3024520"/>
                    <a:gd name="connsiteY7-46" fmla="*/ 501566 h 1316375"/>
                    <a:gd name="connsiteX8-47" fmla="*/ 2572146 w 3024520"/>
                    <a:gd name="connsiteY8-48" fmla="*/ 0 h 1316375"/>
                    <a:gd name="connsiteX9-49" fmla="*/ 2875834 w 3024520"/>
                    <a:gd name="connsiteY9-50" fmla="*/ 96632 h 1316375"/>
                    <a:gd name="connsiteX10-51" fmla="*/ 2079803 w 3024520"/>
                    <a:gd name="connsiteY10-52" fmla="*/ 432543 h 1316375"/>
                    <a:gd name="connsiteX11-53" fmla="*/ 2240850 w 3024520"/>
                    <a:gd name="connsiteY11-54" fmla="*/ 920305 h 1316375"/>
                    <a:gd name="connsiteX12-55" fmla="*/ 3024520 w 3024520"/>
                    <a:gd name="connsiteY12-56" fmla="*/ 1228607 h 1316375"/>
                    <a:gd name="connsiteX13-57" fmla="*/ 2756623 w 3024520"/>
                    <a:gd name="connsiteY13-58" fmla="*/ 1316375 h 1316375"/>
                    <a:gd name="connsiteX14-59" fmla="*/ 1486231 w 3024520"/>
                    <a:gd name="connsiteY14-60" fmla="*/ 727041 h 1316375"/>
                    <a:gd name="connsiteX0-61" fmla="*/ 1537780 w 3076069"/>
                    <a:gd name="connsiteY0-62" fmla="*/ 727041 h 1316375"/>
                    <a:gd name="connsiteX1-63" fmla="*/ 309224 w 3076069"/>
                    <a:gd name="connsiteY1-64" fmla="*/ 1302232 h 1316375"/>
                    <a:gd name="connsiteX2-65" fmla="*/ 0 w 3076069"/>
                    <a:gd name="connsiteY2-66" fmla="*/ 1228607 h 1316375"/>
                    <a:gd name="connsiteX3-67" fmla="*/ 962613 w 3076069"/>
                    <a:gd name="connsiteY3-68" fmla="*/ 837478 h 1316375"/>
                    <a:gd name="connsiteX4-69" fmla="*/ 935005 w 3076069"/>
                    <a:gd name="connsiteY4-70" fmla="*/ 450949 h 1316375"/>
                    <a:gd name="connsiteX5-71" fmla="*/ 212596 w 3076069"/>
                    <a:gd name="connsiteY5-72" fmla="*/ 119640 h 1316375"/>
                    <a:gd name="connsiteX6-73" fmla="*/ 456466 w 3076069"/>
                    <a:gd name="connsiteY6-74" fmla="*/ 50617 h 1316375"/>
                    <a:gd name="connsiteX7-75" fmla="*/ 1528577 w 3076069"/>
                    <a:gd name="connsiteY7-76" fmla="*/ 501566 h 1316375"/>
                    <a:gd name="connsiteX8-77" fmla="*/ 2623695 w 3076069"/>
                    <a:gd name="connsiteY8-78" fmla="*/ 0 h 1316375"/>
                    <a:gd name="connsiteX9-79" fmla="*/ 2927383 w 3076069"/>
                    <a:gd name="connsiteY9-80" fmla="*/ 96632 h 1316375"/>
                    <a:gd name="connsiteX10-81" fmla="*/ 2131352 w 3076069"/>
                    <a:gd name="connsiteY10-82" fmla="*/ 432543 h 1316375"/>
                    <a:gd name="connsiteX11-83" fmla="*/ 2292399 w 3076069"/>
                    <a:gd name="connsiteY11-84" fmla="*/ 920305 h 1316375"/>
                    <a:gd name="connsiteX12-85" fmla="*/ 3076069 w 3076069"/>
                    <a:gd name="connsiteY12-86" fmla="*/ 1228607 h 1316375"/>
                    <a:gd name="connsiteX13-87" fmla="*/ 2808172 w 3076069"/>
                    <a:gd name="connsiteY13-88" fmla="*/ 1316375 h 1316375"/>
                    <a:gd name="connsiteX14-89" fmla="*/ 1537780 w 3076069"/>
                    <a:gd name="connsiteY14-90" fmla="*/ 727041 h 1316375"/>
                    <a:gd name="connsiteX0-91" fmla="*/ 1537780 w 3076069"/>
                    <a:gd name="connsiteY0-92" fmla="*/ 727041 h 1321259"/>
                    <a:gd name="connsiteX1-93" fmla="*/ 313981 w 3076069"/>
                    <a:gd name="connsiteY1-94" fmla="*/ 1321259 h 1321259"/>
                    <a:gd name="connsiteX2-95" fmla="*/ 0 w 3076069"/>
                    <a:gd name="connsiteY2-96" fmla="*/ 1228607 h 1321259"/>
                    <a:gd name="connsiteX3-97" fmla="*/ 962613 w 3076069"/>
                    <a:gd name="connsiteY3-98" fmla="*/ 837478 h 1321259"/>
                    <a:gd name="connsiteX4-99" fmla="*/ 935005 w 3076069"/>
                    <a:gd name="connsiteY4-100" fmla="*/ 450949 h 1321259"/>
                    <a:gd name="connsiteX5-101" fmla="*/ 212596 w 3076069"/>
                    <a:gd name="connsiteY5-102" fmla="*/ 119640 h 1321259"/>
                    <a:gd name="connsiteX6-103" fmla="*/ 456466 w 3076069"/>
                    <a:gd name="connsiteY6-104" fmla="*/ 50617 h 1321259"/>
                    <a:gd name="connsiteX7-105" fmla="*/ 1528577 w 3076069"/>
                    <a:gd name="connsiteY7-106" fmla="*/ 501566 h 1321259"/>
                    <a:gd name="connsiteX8-107" fmla="*/ 2623695 w 3076069"/>
                    <a:gd name="connsiteY8-108" fmla="*/ 0 h 1321259"/>
                    <a:gd name="connsiteX9-109" fmla="*/ 2927383 w 3076069"/>
                    <a:gd name="connsiteY9-110" fmla="*/ 96632 h 1321259"/>
                    <a:gd name="connsiteX10-111" fmla="*/ 2131352 w 3076069"/>
                    <a:gd name="connsiteY10-112" fmla="*/ 432543 h 1321259"/>
                    <a:gd name="connsiteX11-113" fmla="*/ 2292399 w 3076069"/>
                    <a:gd name="connsiteY11-114" fmla="*/ 920305 h 1321259"/>
                    <a:gd name="connsiteX12-115" fmla="*/ 3076069 w 3076069"/>
                    <a:gd name="connsiteY12-116" fmla="*/ 1228607 h 1321259"/>
                    <a:gd name="connsiteX13-117" fmla="*/ 2808172 w 3076069"/>
                    <a:gd name="connsiteY13-118" fmla="*/ 1316375 h 1321259"/>
                    <a:gd name="connsiteX14-119" fmla="*/ 1537780 w 3076069"/>
                    <a:gd name="connsiteY14-120" fmla="*/ 727041 h 1321259"/>
                    <a:gd name="connsiteX0-121" fmla="*/ 1537780 w 3076069"/>
                    <a:gd name="connsiteY0-122" fmla="*/ 750825 h 1321259"/>
                    <a:gd name="connsiteX1-123" fmla="*/ 313981 w 3076069"/>
                    <a:gd name="connsiteY1-124" fmla="*/ 1321259 h 1321259"/>
                    <a:gd name="connsiteX2-125" fmla="*/ 0 w 3076069"/>
                    <a:gd name="connsiteY2-126" fmla="*/ 1228607 h 1321259"/>
                    <a:gd name="connsiteX3-127" fmla="*/ 962613 w 3076069"/>
                    <a:gd name="connsiteY3-128" fmla="*/ 837478 h 1321259"/>
                    <a:gd name="connsiteX4-129" fmla="*/ 935005 w 3076069"/>
                    <a:gd name="connsiteY4-130" fmla="*/ 450949 h 1321259"/>
                    <a:gd name="connsiteX5-131" fmla="*/ 212596 w 3076069"/>
                    <a:gd name="connsiteY5-132" fmla="*/ 119640 h 1321259"/>
                    <a:gd name="connsiteX6-133" fmla="*/ 456466 w 3076069"/>
                    <a:gd name="connsiteY6-134" fmla="*/ 50617 h 1321259"/>
                    <a:gd name="connsiteX7-135" fmla="*/ 1528577 w 3076069"/>
                    <a:gd name="connsiteY7-136" fmla="*/ 501566 h 1321259"/>
                    <a:gd name="connsiteX8-137" fmla="*/ 2623695 w 3076069"/>
                    <a:gd name="connsiteY8-138" fmla="*/ 0 h 1321259"/>
                    <a:gd name="connsiteX9-139" fmla="*/ 2927383 w 3076069"/>
                    <a:gd name="connsiteY9-140" fmla="*/ 96632 h 1321259"/>
                    <a:gd name="connsiteX10-141" fmla="*/ 2131352 w 3076069"/>
                    <a:gd name="connsiteY10-142" fmla="*/ 432543 h 1321259"/>
                    <a:gd name="connsiteX11-143" fmla="*/ 2292399 w 3076069"/>
                    <a:gd name="connsiteY11-144" fmla="*/ 920305 h 1321259"/>
                    <a:gd name="connsiteX12-145" fmla="*/ 3076069 w 3076069"/>
                    <a:gd name="connsiteY12-146" fmla="*/ 1228607 h 1321259"/>
                    <a:gd name="connsiteX13-147" fmla="*/ 2808172 w 3076069"/>
                    <a:gd name="connsiteY13-148" fmla="*/ 1316375 h 1321259"/>
                    <a:gd name="connsiteX14-149" fmla="*/ 1537780 w 3076069"/>
                    <a:gd name="connsiteY14-150" fmla="*/ 750825 h 1321259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373" name="Freeform 372"/>
                <p:cNvSpPr/>
                <p:nvPr/>
              </p:nvSpPr>
              <p:spPr bwMode="auto">
                <a:xfrm>
                  <a:off x="2430372" y="1630188"/>
                  <a:ext cx="702384" cy="109512"/>
                </a:xfrm>
                <a:custGeom>
                  <a:avLst/>
                  <a:gdLst>
                    <a:gd name="T0" fmla="*/ 0 w 3723451"/>
                    <a:gd name="T1" fmla="*/ 26792 h 932950"/>
                    <a:gd name="T2" fmla="*/ 123590 w 3723451"/>
                    <a:gd name="T3" fmla="*/ 316 h 932950"/>
                    <a:gd name="T4" fmla="*/ 350070 w 3723451"/>
                    <a:gd name="T5" fmla="*/ 61105 h 932950"/>
                    <a:gd name="T6" fmla="*/ 566135 w 3723451"/>
                    <a:gd name="T7" fmla="*/ 0 h 932950"/>
                    <a:gd name="T8" fmla="*/ 702384 w 3723451"/>
                    <a:gd name="T9" fmla="*/ 24316 h 932950"/>
                    <a:gd name="T10" fmla="*/ 601015 w 3723451"/>
                    <a:gd name="T11" fmla="*/ 54216 h 932950"/>
                    <a:gd name="T12" fmla="*/ 568379 w 3723451"/>
                    <a:gd name="T13" fmla="*/ 46155 h 932950"/>
                    <a:gd name="T14" fmla="*/ 354049 w 3723451"/>
                    <a:gd name="T15" fmla="*/ 109512 h 932950"/>
                    <a:gd name="T16" fmla="*/ 134237 w 3723451"/>
                    <a:gd name="T17" fmla="*/ 48485 h 932950"/>
                    <a:gd name="T18" fmla="*/ 98698 w 3723451"/>
                    <a:gd name="T19" fmla="*/ 55072 h 932950"/>
                    <a:gd name="T20" fmla="*/ 0 w 3723451"/>
                    <a:gd name="T21" fmla="*/ 26792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374" name="Freeform 373"/>
                <p:cNvSpPr/>
                <p:nvPr/>
              </p:nvSpPr>
              <p:spPr bwMode="auto">
                <a:xfrm>
                  <a:off x="2892745" y="1723828"/>
                  <a:ext cx="257658" cy="95228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57658 w 1366596"/>
                    <a:gd name="T3" fmla="*/ 73585 h 809868"/>
                    <a:gd name="T4" fmla="*/ 163097 w 1366596"/>
                    <a:gd name="T5" fmla="*/ 95228 h 809868"/>
                    <a:gd name="T6" fmla="*/ 867 w 1366596"/>
                    <a:gd name="T7" fmla="*/ 50319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375" name="Freeform 374"/>
                <p:cNvSpPr/>
                <p:nvPr/>
              </p:nvSpPr>
              <p:spPr bwMode="auto">
                <a:xfrm>
                  <a:off x="2418018" y="1725416"/>
                  <a:ext cx="254129" cy="95228"/>
                </a:xfrm>
                <a:custGeom>
                  <a:avLst/>
                  <a:gdLst>
                    <a:gd name="T0" fmla="*/ 250660 w 1348191"/>
                    <a:gd name="T1" fmla="*/ 0 h 791462"/>
                    <a:gd name="T2" fmla="*/ 254129 w 1348191"/>
                    <a:gd name="T3" fmla="*/ 45953 h 791462"/>
                    <a:gd name="T4" fmla="*/ 91938 w 1348191"/>
                    <a:gd name="T5" fmla="*/ 95228 h 791462"/>
                    <a:gd name="T6" fmla="*/ 0 w 1348191"/>
                    <a:gd name="T7" fmla="*/ 73636 h 791462"/>
                    <a:gd name="T8" fmla="*/ 250660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cxnSp>
              <p:nvCxnSpPr>
                <p:cNvPr id="376" name="Straight Connector 375"/>
                <p:cNvCxnSpPr>
                  <a:cxnSpLocks noChangeShapeType="1"/>
                  <a:endCxn id="371" idx="2"/>
                </p:cNvCxnSpPr>
                <p:nvPr/>
              </p:nvCxnSpPr>
              <p:spPr bwMode="auto">
                <a:xfrm flipH="1" flipV="1">
                  <a:off x="2183302" y="1731764"/>
                  <a:ext cx="3530" cy="122209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77" name="Straight Connector 376"/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25" y="1728590"/>
                  <a:ext cx="3530" cy="122209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31842" name="Group 18"/>
            <p:cNvGrpSpPr/>
            <p:nvPr/>
          </p:nvGrpSpPr>
          <p:grpSpPr>
            <a:xfrm>
              <a:off x="3500438" y="3174091"/>
              <a:ext cx="522287" cy="1831297"/>
              <a:chOff x="3500438" y="3174091"/>
              <a:chExt cx="522287" cy="1831297"/>
            </a:xfrm>
          </p:grpSpPr>
          <p:sp>
            <p:nvSpPr>
              <p:cNvPr id="171" name="Rectangle 170"/>
              <p:cNvSpPr/>
              <p:nvPr/>
            </p:nvSpPr>
            <p:spPr bwMode="auto">
              <a:xfrm rot="10800000">
                <a:off x="3507320" y="3287221"/>
                <a:ext cx="498349" cy="306623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90" name="Straight Connector 89"/>
              <p:cNvCxnSpPr/>
              <p:nvPr/>
            </p:nvCxnSpPr>
            <p:spPr bwMode="auto">
              <a:xfrm flipH="1">
                <a:off x="4019802" y="3321497"/>
                <a:ext cx="1588" cy="1536456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1917" name="Picture 86" descr="router_top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500438" y="3194292"/>
                <a:ext cx="522287" cy="220475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grpSp>
            <p:nvGrpSpPr>
              <p:cNvPr id="31918" name="Group 82"/>
              <p:cNvGrpSpPr/>
              <p:nvPr/>
            </p:nvGrpSpPr>
            <p:grpSpPr>
              <a:xfrm>
                <a:off x="3511442" y="4783543"/>
                <a:ext cx="507858" cy="221845"/>
                <a:chOff x="4128636" y="3606589"/>
                <a:chExt cx="568145" cy="338667"/>
              </a:xfrm>
            </p:grpSpPr>
            <p:sp>
              <p:nvSpPr>
                <p:cNvPr id="97" name="Oval 96"/>
                <p:cNvSpPr/>
                <p:nvPr/>
              </p:nvSpPr>
              <p:spPr>
                <a:xfrm>
                  <a:off x="4129087" y="3720182"/>
                  <a:ext cx="568256" cy="225348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98" name="Rectangle 97"/>
                <p:cNvSpPr/>
                <p:nvPr/>
              </p:nvSpPr>
              <p:spPr>
                <a:xfrm>
                  <a:off x="4129087" y="3720182"/>
                  <a:ext cx="568256" cy="111462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99" name="Oval 98"/>
                <p:cNvSpPr/>
                <p:nvPr/>
              </p:nvSpPr>
              <p:spPr>
                <a:xfrm>
                  <a:off x="4129087" y="3606297"/>
                  <a:ext cx="568256" cy="225346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cxnSp>
              <p:nvCxnSpPr>
                <p:cNvPr id="100" name="Straight Connector 99"/>
                <p:cNvCxnSpPr/>
                <p:nvPr/>
              </p:nvCxnSpPr>
              <p:spPr>
                <a:xfrm>
                  <a:off x="4697343" y="3720182"/>
                  <a:ext cx="0" cy="11146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/>
                <p:cNvCxnSpPr/>
                <p:nvPr/>
              </p:nvCxnSpPr>
              <p:spPr>
                <a:xfrm>
                  <a:off x="4129087" y="3720182"/>
                  <a:ext cx="0" cy="11146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5" name="Rectangle 154"/>
              <p:cNvSpPr/>
              <p:nvPr/>
            </p:nvSpPr>
            <p:spPr bwMode="auto">
              <a:xfrm>
                <a:off x="3516608" y="3697675"/>
                <a:ext cx="498433" cy="1163452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174" name="Straight Connector 173"/>
              <p:cNvCxnSpPr>
                <a:stCxn id="381" idx="2"/>
              </p:cNvCxnSpPr>
              <p:nvPr/>
            </p:nvCxnSpPr>
            <p:spPr bwMode="auto">
              <a:xfrm flipH="1">
                <a:off x="3507083" y="3262769"/>
                <a:ext cx="4762" cy="1688832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921" name="Group 377"/>
              <p:cNvGrpSpPr/>
              <p:nvPr/>
            </p:nvGrpSpPr>
            <p:grpSpPr>
              <a:xfrm>
                <a:off x="3511057" y="3174091"/>
                <a:ext cx="504096" cy="242719"/>
                <a:chOff x="2183302" y="1574638"/>
                <a:chExt cx="1200154" cy="430218"/>
              </a:xfrm>
            </p:grpSpPr>
            <p:sp>
              <p:nvSpPr>
                <p:cNvPr id="379" name="Oval 378"/>
                <p:cNvSpPr/>
                <p:nvPr/>
              </p:nvSpPr>
              <p:spPr bwMode="auto">
                <a:xfrm flipV="1">
                  <a:off x="2188958" y="1689617"/>
                  <a:ext cx="1194231" cy="31509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solidFill>
                        <a:schemeClr val="tx1"/>
                      </a:solidFill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380" name="Rectangle 379"/>
                <p:cNvSpPr/>
                <p:nvPr/>
              </p:nvSpPr>
              <p:spPr bwMode="auto">
                <a:xfrm>
                  <a:off x="2185178" y="1734631"/>
                  <a:ext cx="1198011" cy="11253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381" name="Oval 380"/>
                <p:cNvSpPr>
                  <a:spLocks noChangeArrowheads="1"/>
                </p:cNvSpPr>
                <p:nvPr/>
              </p:nvSpPr>
              <p:spPr bwMode="auto">
                <a:xfrm flipV="1">
                  <a:off x="2185178" y="1574269"/>
                  <a:ext cx="1194231" cy="315099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chemeClr val="tx1"/>
                  </a:solidFill>
                  <a:rou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382" name="Freeform 381"/>
                <p:cNvSpPr/>
                <p:nvPr/>
              </p:nvSpPr>
              <p:spPr bwMode="auto">
                <a:xfrm>
                  <a:off x="2491295" y="1669924"/>
                  <a:ext cx="581999" cy="157549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-1" fmla="*/ 1486231 w 2944854"/>
                    <a:gd name="connsiteY0-2" fmla="*/ 727041 h 1316375"/>
                    <a:gd name="connsiteX1-3" fmla="*/ 257675 w 2944854"/>
                    <a:gd name="connsiteY1-4" fmla="*/ 1302232 h 1316375"/>
                    <a:gd name="connsiteX2-5" fmla="*/ 0 w 2944854"/>
                    <a:gd name="connsiteY2-6" fmla="*/ 1228607 h 1316375"/>
                    <a:gd name="connsiteX3-7" fmla="*/ 911064 w 2944854"/>
                    <a:gd name="connsiteY3-8" fmla="*/ 837478 h 1316375"/>
                    <a:gd name="connsiteX4-9" fmla="*/ 883456 w 2944854"/>
                    <a:gd name="connsiteY4-10" fmla="*/ 450949 h 1316375"/>
                    <a:gd name="connsiteX5-11" fmla="*/ 161047 w 2944854"/>
                    <a:gd name="connsiteY5-12" fmla="*/ 119640 h 1316375"/>
                    <a:gd name="connsiteX6-13" fmla="*/ 404917 w 2944854"/>
                    <a:gd name="connsiteY6-14" fmla="*/ 50617 h 1316375"/>
                    <a:gd name="connsiteX7-15" fmla="*/ 1477028 w 2944854"/>
                    <a:gd name="connsiteY7-16" fmla="*/ 501566 h 1316375"/>
                    <a:gd name="connsiteX8-17" fmla="*/ 2572146 w 2944854"/>
                    <a:gd name="connsiteY8-18" fmla="*/ 0 h 1316375"/>
                    <a:gd name="connsiteX9-19" fmla="*/ 2875834 w 2944854"/>
                    <a:gd name="connsiteY9-20" fmla="*/ 96632 h 1316375"/>
                    <a:gd name="connsiteX10-21" fmla="*/ 2079803 w 2944854"/>
                    <a:gd name="connsiteY10-22" fmla="*/ 432543 h 1316375"/>
                    <a:gd name="connsiteX11-23" fmla="*/ 2240850 w 2944854"/>
                    <a:gd name="connsiteY11-24" fmla="*/ 920305 h 1316375"/>
                    <a:gd name="connsiteX12-25" fmla="*/ 2944854 w 2944854"/>
                    <a:gd name="connsiteY12-26" fmla="*/ 1228607 h 1316375"/>
                    <a:gd name="connsiteX13-27" fmla="*/ 2756623 w 2944854"/>
                    <a:gd name="connsiteY13-28" fmla="*/ 1316375 h 1316375"/>
                    <a:gd name="connsiteX14-29" fmla="*/ 1486231 w 2944854"/>
                    <a:gd name="connsiteY14-30" fmla="*/ 727041 h 1316375"/>
                    <a:gd name="connsiteX0-31" fmla="*/ 1486231 w 3024520"/>
                    <a:gd name="connsiteY0-32" fmla="*/ 727041 h 1316375"/>
                    <a:gd name="connsiteX1-33" fmla="*/ 257675 w 3024520"/>
                    <a:gd name="connsiteY1-34" fmla="*/ 1302232 h 1316375"/>
                    <a:gd name="connsiteX2-35" fmla="*/ 0 w 3024520"/>
                    <a:gd name="connsiteY2-36" fmla="*/ 1228607 h 1316375"/>
                    <a:gd name="connsiteX3-37" fmla="*/ 911064 w 3024520"/>
                    <a:gd name="connsiteY3-38" fmla="*/ 837478 h 1316375"/>
                    <a:gd name="connsiteX4-39" fmla="*/ 883456 w 3024520"/>
                    <a:gd name="connsiteY4-40" fmla="*/ 450949 h 1316375"/>
                    <a:gd name="connsiteX5-41" fmla="*/ 161047 w 3024520"/>
                    <a:gd name="connsiteY5-42" fmla="*/ 119640 h 1316375"/>
                    <a:gd name="connsiteX6-43" fmla="*/ 404917 w 3024520"/>
                    <a:gd name="connsiteY6-44" fmla="*/ 50617 h 1316375"/>
                    <a:gd name="connsiteX7-45" fmla="*/ 1477028 w 3024520"/>
                    <a:gd name="connsiteY7-46" fmla="*/ 501566 h 1316375"/>
                    <a:gd name="connsiteX8-47" fmla="*/ 2572146 w 3024520"/>
                    <a:gd name="connsiteY8-48" fmla="*/ 0 h 1316375"/>
                    <a:gd name="connsiteX9-49" fmla="*/ 2875834 w 3024520"/>
                    <a:gd name="connsiteY9-50" fmla="*/ 96632 h 1316375"/>
                    <a:gd name="connsiteX10-51" fmla="*/ 2079803 w 3024520"/>
                    <a:gd name="connsiteY10-52" fmla="*/ 432543 h 1316375"/>
                    <a:gd name="connsiteX11-53" fmla="*/ 2240850 w 3024520"/>
                    <a:gd name="connsiteY11-54" fmla="*/ 920305 h 1316375"/>
                    <a:gd name="connsiteX12-55" fmla="*/ 3024520 w 3024520"/>
                    <a:gd name="connsiteY12-56" fmla="*/ 1228607 h 1316375"/>
                    <a:gd name="connsiteX13-57" fmla="*/ 2756623 w 3024520"/>
                    <a:gd name="connsiteY13-58" fmla="*/ 1316375 h 1316375"/>
                    <a:gd name="connsiteX14-59" fmla="*/ 1486231 w 3024520"/>
                    <a:gd name="connsiteY14-60" fmla="*/ 727041 h 1316375"/>
                    <a:gd name="connsiteX0-61" fmla="*/ 1537780 w 3076069"/>
                    <a:gd name="connsiteY0-62" fmla="*/ 727041 h 1316375"/>
                    <a:gd name="connsiteX1-63" fmla="*/ 309224 w 3076069"/>
                    <a:gd name="connsiteY1-64" fmla="*/ 1302232 h 1316375"/>
                    <a:gd name="connsiteX2-65" fmla="*/ 0 w 3076069"/>
                    <a:gd name="connsiteY2-66" fmla="*/ 1228607 h 1316375"/>
                    <a:gd name="connsiteX3-67" fmla="*/ 962613 w 3076069"/>
                    <a:gd name="connsiteY3-68" fmla="*/ 837478 h 1316375"/>
                    <a:gd name="connsiteX4-69" fmla="*/ 935005 w 3076069"/>
                    <a:gd name="connsiteY4-70" fmla="*/ 450949 h 1316375"/>
                    <a:gd name="connsiteX5-71" fmla="*/ 212596 w 3076069"/>
                    <a:gd name="connsiteY5-72" fmla="*/ 119640 h 1316375"/>
                    <a:gd name="connsiteX6-73" fmla="*/ 456466 w 3076069"/>
                    <a:gd name="connsiteY6-74" fmla="*/ 50617 h 1316375"/>
                    <a:gd name="connsiteX7-75" fmla="*/ 1528577 w 3076069"/>
                    <a:gd name="connsiteY7-76" fmla="*/ 501566 h 1316375"/>
                    <a:gd name="connsiteX8-77" fmla="*/ 2623695 w 3076069"/>
                    <a:gd name="connsiteY8-78" fmla="*/ 0 h 1316375"/>
                    <a:gd name="connsiteX9-79" fmla="*/ 2927383 w 3076069"/>
                    <a:gd name="connsiteY9-80" fmla="*/ 96632 h 1316375"/>
                    <a:gd name="connsiteX10-81" fmla="*/ 2131352 w 3076069"/>
                    <a:gd name="connsiteY10-82" fmla="*/ 432543 h 1316375"/>
                    <a:gd name="connsiteX11-83" fmla="*/ 2292399 w 3076069"/>
                    <a:gd name="connsiteY11-84" fmla="*/ 920305 h 1316375"/>
                    <a:gd name="connsiteX12-85" fmla="*/ 3076069 w 3076069"/>
                    <a:gd name="connsiteY12-86" fmla="*/ 1228607 h 1316375"/>
                    <a:gd name="connsiteX13-87" fmla="*/ 2808172 w 3076069"/>
                    <a:gd name="connsiteY13-88" fmla="*/ 1316375 h 1316375"/>
                    <a:gd name="connsiteX14-89" fmla="*/ 1537780 w 3076069"/>
                    <a:gd name="connsiteY14-90" fmla="*/ 727041 h 1316375"/>
                    <a:gd name="connsiteX0-91" fmla="*/ 1537780 w 3076069"/>
                    <a:gd name="connsiteY0-92" fmla="*/ 727041 h 1321259"/>
                    <a:gd name="connsiteX1-93" fmla="*/ 313981 w 3076069"/>
                    <a:gd name="connsiteY1-94" fmla="*/ 1321259 h 1321259"/>
                    <a:gd name="connsiteX2-95" fmla="*/ 0 w 3076069"/>
                    <a:gd name="connsiteY2-96" fmla="*/ 1228607 h 1321259"/>
                    <a:gd name="connsiteX3-97" fmla="*/ 962613 w 3076069"/>
                    <a:gd name="connsiteY3-98" fmla="*/ 837478 h 1321259"/>
                    <a:gd name="connsiteX4-99" fmla="*/ 935005 w 3076069"/>
                    <a:gd name="connsiteY4-100" fmla="*/ 450949 h 1321259"/>
                    <a:gd name="connsiteX5-101" fmla="*/ 212596 w 3076069"/>
                    <a:gd name="connsiteY5-102" fmla="*/ 119640 h 1321259"/>
                    <a:gd name="connsiteX6-103" fmla="*/ 456466 w 3076069"/>
                    <a:gd name="connsiteY6-104" fmla="*/ 50617 h 1321259"/>
                    <a:gd name="connsiteX7-105" fmla="*/ 1528577 w 3076069"/>
                    <a:gd name="connsiteY7-106" fmla="*/ 501566 h 1321259"/>
                    <a:gd name="connsiteX8-107" fmla="*/ 2623695 w 3076069"/>
                    <a:gd name="connsiteY8-108" fmla="*/ 0 h 1321259"/>
                    <a:gd name="connsiteX9-109" fmla="*/ 2927383 w 3076069"/>
                    <a:gd name="connsiteY9-110" fmla="*/ 96632 h 1321259"/>
                    <a:gd name="connsiteX10-111" fmla="*/ 2131352 w 3076069"/>
                    <a:gd name="connsiteY10-112" fmla="*/ 432543 h 1321259"/>
                    <a:gd name="connsiteX11-113" fmla="*/ 2292399 w 3076069"/>
                    <a:gd name="connsiteY11-114" fmla="*/ 920305 h 1321259"/>
                    <a:gd name="connsiteX12-115" fmla="*/ 3076069 w 3076069"/>
                    <a:gd name="connsiteY12-116" fmla="*/ 1228607 h 1321259"/>
                    <a:gd name="connsiteX13-117" fmla="*/ 2808172 w 3076069"/>
                    <a:gd name="connsiteY13-118" fmla="*/ 1316375 h 1321259"/>
                    <a:gd name="connsiteX14-119" fmla="*/ 1537780 w 3076069"/>
                    <a:gd name="connsiteY14-120" fmla="*/ 727041 h 1321259"/>
                    <a:gd name="connsiteX0-121" fmla="*/ 1537780 w 3076069"/>
                    <a:gd name="connsiteY0-122" fmla="*/ 750825 h 1321259"/>
                    <a:gd name="connsiteX1-123" fmla="*/ 313981 w 3076069"/>
                    <a:gd name="connsiteY1-124" fmla="*/ 1321259 h 1321259"/>
                    <a:gd name="connsiteX2-125" fmla="*/ 0 w 3076069"/>
                    <a:gd name="connsiteY2-126" fmla="*/ 1228607 h 1321259"/>
                    <a:gd name="connsiteX3-127" fmla="*/ 962613 w 3076069"/>
                    <a:gd name="connsiteY3-128" fmla="*/ 837478 h 1321259"/>
                    <a:gd name="connsiteX4-129" fmla="*/ 935005 w 3076069"/>
                    <a:gd name="connsiteY4-130" fmla="*/ 450949 h 1321259"/>
                    <a:gd name="connsiteX5-131" fmla="*/ 212596 w 3076069"/>
                    <a:gd name="connsiteY5-132" fmla="*/ 119640 h 1321259"/>
                    <a:gd name="connsiteX6-133" fmla="*/ 456466 w 3076069"/>
                    <a:gd name="connsiteY6-134" fmla="*/ 50617 h 1321259"/>
                    <a:gd name="connsiteX7-135" fmla="*/ 1528577 w 3076069"/>
                    <a:gd name="connsiteY7-136" fmla="*/ 501566 h 1321259"/>
                    <a:gd name="connsiteX8-137" fmla="*/ 2623695 w 3076069"/>
                    <a:gd name="connsiteY8-138" fmla="*/ 0 h 1321259"/>
                    <a:gd name="connsiteX9-139" fmla="*/ 2927383 w 3076069"/>
                    <a:gd name="connsiteY9-140" fmla="*/ 96632 h 1321259"/>
                    <a:gd name="connsiteX10-141" fmla="*/ 2131352 w 3076069"/>
                    <a:gd name="connsiteY10-142" fmla="*/ 432543 h 1321259"/>
                    <a:gd name="connsiteX11-143" fmla="*/ 2292399 w 3076069"/>
                    <a:gd name="connsiteY11-144" fmla="*/ 920305 h 1321259"/>
                    <a:gd name="connsiteX12-145" fmla="*/ 3076069 w 3076069"/>
                    <a:gd name="connsiteY12-146" fmla="*/ 1228607 h 1321259"/>
                    <a:gd name="connsiteX13-147" fmla="*/ 2808172 w 3076069"/>
                    <a:gd name="connsiteY13-148" fmla="*/ 1316375 h 1321259"/>
                    <a:gd name="connsiteX14-149" fmla="*/ 1537780 w 3076069"/>
                    <a:gd name="connsiteY14-150" fmla="*/ 750825 h 1321259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383" name="Freeform 382"/>
                <p:cNvSpPr/>
                <p:nvPr/>
              </p:nvSpPr>
              <p:spPr bwMode="auto">
                <a:xfrm>
                  <a:off x="2430828" y="1630537"/>
                  <a:ext cx="702933" cy="109721"/>
                </a:xfrm>
                <a:custGeom>
                  <a:avLst/>
                  <a:gdLst>
                    <a:gd name="T0" fmla="*/ 0 w 3723451"/>
                    <a:gd name="T1" fmla="*/ 26843 h 932950"/>
                    <a:gd name="T2" fmla="*/ 123686 w 3723451"/>
                    <a:gd name="T3" fmla="*/ 316 h 932950"/>
                    <a:gd name="T4" fmla="*/ 350344 w 3723451"/>
                    <a:gd name="T5" fmla="*/ 61221 h 932950"/>
                    <a:gd name="T6" fmla="*/ 566578 w 3723451"/>
                    <a:gd name="T7" fmla="*/ 0 h 932950"/>
                    <a:gd name="T8" fmla="*/ 702933 w 3723451"/>
                    <a:gd name="T9" fmla="*/ 24362 h 932950"/>
                    <a:gd name="T10" fmla="*/ 601485 w 3723451"/>
                    <a:gd name="T11" fmla="*/ 54319 h 932950"/>
                    <a:gd name="T12" fmla="*/ 568823 w 3723451"/>
                    <a:gd name="T13" fmla="*/ 46243 h 932950"/>
                    <a:gd name="T14" fmla="*/ 354326 w 3723451"/>
                    <a:gd name="T15" fmla="*/ 109721 h 932950"/>
                    <a:gd name="T16" fmla="*/ 134342 w 3723451"/>
                    <a:gd name="T17" fmla="*/ 48578 h 932950"/>
                    <a:gd name="T18" fmla="*/ 98775 w 3723451"/>
                    <a:gd name="T19" fmla="*/ 55177 h 932950"/>
                    <a:gd name="T20" fmla="*/ 0 w 3723451"/>
                    <a:gd name="T21" fmla="*/ 26843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384" name="Freeform 383"/>
                <p:cNvSpPr/>
                <p:nvPr/>
              </p:nvSpPr>
              <p:spPr bwMode="auto">
                <a:xfrm>
                  <a:off x="2891892" y="1723378"/>
                  <a:ext cx="260764" cy="95655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764 w 1366596"/>
                    <a:gd name="T3" fmla="*/ 73915 h 809868"/>
                    <a:gd name="T4" fmla="*/ 165063 w 1366596"/>
                    <a:gd name="T5" fmla="*/ 95655 h 809868"/>
                    <a:gd name="T6" fmla="*/ 878 w 1366596"/>
                    <a:gd name="T7" fmla="*/ 50545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385" name="Freeform 384"/>
                <p:cNvSpPr/>
                <p:nvPr/>
              </p:nvSpPr>
              <p:spPr bwMode="auto">
                <a:xfrm>
                  <a:off x="2419489" y="1726192"/>
                  <a:ext cx="253208" cy="92841"/>
                </a:xfrm>
                <a:custGeom>
                  <a:avLst/>
                  <a:gdLst>
                    <a:gd name="T0" fmla="*/ 249751 w 1348191"/>
                    <a:gd name="T1" fmla="*/ 0 h 791462"/>
                    <a:gd name="T2" fmla="*/ 253208 w 1348191"/>
                    <a:gd name="T3" fmla="*/ 44801 h 791462"/>
                    <a:gd name="T4" fmla="*/ 91604 w 1348191"/>
                    <a:gd name="T5" fmla="*/ 92841 h 791462"/>
                    <a:gd name="T6" fmla="*/ 0 w 1348191"/>
                    <a:gd name="T7" fmla="*/ 71790 h 791462"/>
                    <a:gd name="T8" fmla="*/ 249751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cxnSp>
              <p:nvCxnSpPr>
                <p:cNvPr id="386" name="Straight Connector 385"/>
                <p:cNvCxnSpPr>
                  <a:cxnSpLocks noChangeShapeType="1"/>
                  <a:endCxn id="381" idx="2"/>
                </p:cNvCxnSpPr>
                <p:nvPr/>
              </p:nvCxnSpPr>
              <p:spPr bwMode="auto">
                <a:xfrm flipH="1" flipV="1">
                  <a:off x="2185178" y="1731819"/>
                  <a:ext cx="3780" cy="120975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87" name="Straight Connector 386"/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409" y="1729005"/>
                  <a:ext cx="3780" cy="120976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31843" name="Group 19"/>
            <p:cNvGrpSpPr/>
            <p:nvPr/>
          </p:nvGrpSpPr>
          <p:grpSpPr>
            <a:xfrm>
              <a:off x="4299212" y="2486508"/>
              <a:ext cx="528376" cy="2517292"/>
              <a:chOff x="4299212" y="2486508"/>
              <a:chExt cx="528376" cy="2517292"/>
            </a:xfrm>
          </p:grpSpPr>
          <p:sp>
            <p:nvSpPr>
              <p:cNvPr id="439" name="Rectangle 438"/>
              <p:cNvSpPr/>
              <p:nvPr/>
            </p:nvSpPr>
            <p:spPr bwMode="auto">
              <a:xfrm rot="10800000">
                <a:off x="4315358" y="2675960"/>
                <a:ext cx="498350" cy="916575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440" name="Straight Connector 439"/>
              <p:cNvCxnSpPr/>
              <p:nvPr/>
            </p:nvCxnSpPr>
            <p:spPr bwMode="auto">
              <a:xfrm>
                <a:off x="4821424" y="2642154"/>
                <a:ext cx="6349" cy="2214211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895" name="Group 442"/>
              <p:cNvGrpSpPr/>
              <p:nvPr/>
            </p:nvGrpSpPr>
            <p:grpSpPr>
              <a:xfrm>
                <a:off x="4319479" y="4781999"/>
                <a:ext cx="507859" cy="221801"/>
                <a:chOff x="4128636" y="3606589"/>
                <a:chExt cx="568145" cy="338667"/>
              </a:xfrm>
            </p:grpSpPr>
            <p:sp>
              <p:nvSpPr>
                <p:cNvPr id="452" name="Oval 451"/>
                <p:cNvSpPr/>
                <p:nvPr/>
              </p:nvSpPr>
              <p:spPr>
                <a:xfrm>
                  <a:off x="4129012" y="3720139"/>
                  <a:ext cx="568256" cy="225391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453" name="Rectangle 452"/>
                <p:cNvSpPr/>
                <p:nvPr/>
              </p:nvSpPr>
              <p:spPr>
                <a:xfrm>
                  <a:off x="4129012" y="3720139"/>
                  <a:ext cx="568256" cy="111484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454" name="Oval 453"/>
                <p:cNvSpPr/>
                <p:nvPr/>
              </p:nvSpPr>
              <p:spPr>
                <a:xfrm>
                  <a:off x="4129012" y="3606230"/>
                  <a:ext cx="568256" cy="22539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cxnSp>
              <p:nvCxnSpPr>
                <p:cNvPr id="455" name="Straight Connector 454"/>
                <p:cNvCxnSpPr/>
                <p:nvPr/>
              </p:nvCxnSpPr>
              <p:spPr>
                <a:xfrm>
                  <a:off x="4697268" y="3720139"/>
                  <a:ext cx="0" cy="111484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6" name="Straight Connector 455"/>
                <p:cNvCxnSpPr/>
                <p:nvPr/>
              </p:nvCxnSpPr>
              <p:spPr>
                <a:xfrm>
                  <a:off x="4129012" y="3720139"/>
                  <a:ext cx="0" cy="111484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44" name="Rectangle 443"/>
              <p:cNvSpPr/>
              <p:nvPr/>
            </p:nvSpPr>
            <p:spPr bwMode="auto">
              <a:xfrm>
                <a:off x="4324577" y="3696087"/>
                <a:ext cx="498433" cy="116345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447" name="Straight Connector 446"/>
              <p:cNvCxnSpPr>
                <a:stCxn id="458" idx="2"/>
              </p:cNvCxnSpPr>
              <p:nvPr/>
            </p:nvCxnSpPr>
            <p:spPr bwMode="auto">
              <a:xfrm>
                <a:off x="4300767" y="2640568"/>
                <a:ext cx="14286" cy="230944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898" name="Group 456"/>
              <p:cNvGrpSpPr/>
              <p:nvPr/>
            </p:nvGrpSpPr>
            <p:grpSpPr>
              <a:xfrm>
                <a:off x="4299212" y="2486508"/>
                <a:ext cx="504825" cy="242888"/>
                <a:chOff x="2183302" y="1574638"/>
                <a:chExt cx="1200154" cy="430218"/>
              </a:xfrm>
            </p:grpSpPr>
            <p:sp>
              <p:nvSpPr>
                <p:cNvPr id="458" name="Oval 457"/>
                <p:cNvSpPr/>
                <p:nvPr/>
              </p:nvSpPr>
              <p:spPr bwMode="auto">
                <a:xfrm flipV="1">
                  <a:off x="2186998" y="1690077"/>
                  <a:ext cx="1196279" cy="3148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solidFill>
                        <a:schemeClr val="tx1"/>
                      </a:solidFill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459" name="Rectangle 458"/>
                <p:cNvSpPr/>
                <p:nvPr/>
              </p:nvSpPr>
              <p:spPr bwMode="auto">
                <a:xfrm>
                  <a:off x="2183224" y="1735060"/>
                  <a:ext cx="1200054" cy="112457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460" name="Oval 459"/>
                <p:cNvSpPr>
                  <a:spLocks noChangeArrowheads="1"/>
                </p:cNvSpPr>
                <p:nvPr/>
              </p:nvSpPr>
              <p:spPr bwMode="auto">
                <a:xfrm flipV="1">
                  <a:off x="2183224" y="1574808"/>
                  <a:ext cx="1196282" cy="3148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chemeClr val="tx1"/>
                  </a:solidFill>
                  <a:rou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461" name="Freeform 460"/>
                <p:cNvSpPr/>
                <p:nvPr/>
              </p:nvSpPr>
              <p:spPr bwMode="auto">
                <a:xfrm>
                  <a:off x="2488899" y="1670396"/>
                  <a:ext cx="584931" cy="1574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-1" fmla="*/ 1486231 w 2944854"/>
                    <a:gd name="connsiteY0-2" fmla="*/ 727041 h 1316375"/>
                    <a:gd name="connsiteX1-3" fmla="*/ 257675 w 2944854"/>
                    <a:gd name="connsiteY1-4" fmla="*/ 1302232 h 1316375"/>
                    <a:gd name="connsiteX2-5" fmla="*/ 0 w 2944854"/>
                    <a:gd name="connsiteY2-6" fmla="*/ 1228607 h 1316375"/>
                    <a:gd name="connsiteX3-7" fmla="*/ 911064 w 2944854"/>
                    <a:gd name="connsiteY3-8" fmla="*/ 837478 h 1316375"/>
                    <a:gd name="connsiteX4-9" fmla="*/ 883456 w 2944854"/>
                    <a:gd name="connsiteY4-10" fmla="*/ 450949 h 1316375"/>
                    <a:gd name="connsiteX5-11" fmla="*/ 161047 w 2944854"/>
                    <a:gd name="connsiteY5-12" fmla="*/ 119640 h 1316375"/>
                    <a:gd name="connsiteX6-13" fmla="*/ 404917 w 2944854"/>
                    <a:gd name="connsiteY6-14" fmla="*/ 50617 h 1316375"/>
                    <a:gd name="connsiteX7-15" fmla="*/ 1477028 w 2944854"/>
                    <a:gd name="connsiteY7-16" fmla="*/ 501566 h 1316375"/>
                    <a:gd name="connsiteX8-17" fmla="*/ 2572146 w 2944854"/>
                    <a:gd name="connsiteY8-18" fmla="*/ 0 h 1316375"/>
                    <a:gd name="connsiteX9-19" fmla="*/ 2875834 w 2944854"/>
                    <a:gd name="connsiteY9-20" fmla="*/ 96632 h 1316375"/>
                    <a:gd name="connsiteX10-21" fmla="*/ 2079803 w 2944854"/>
                    <a:gd name="connsiteY10-22" fmla="*/ 432543 h 1316375"/>
                    <a:gd name="connsiteX11-23" fmla="*/ 2240850 w 2944854"/>
                    <a:gd name="connsiteY11-24" fmla="*/ 920305 h 1316375"/>
                    <a:gd name="connsiteX12-25" fmla="*/ 2944854 w 2944854"/>
                    <a:gd name="connsiteY12-26" fmla="*/ 1228607 h 1316375"/>
                    <a:gd name="connsiteX13-27" fmla="*/ 2756623 w 2944854"/>
                    <a:gd name="connsiteY13-28" fmla="*/ 1316375 h 1316375"/>
                    <a:gd name="connsiteX14-29" fmla="*/ 1486231 w 2944854"/>
                    <a:gd name="connsiteY14-30" fmla="*/ 727041 h 1316375"/>
                    <a:gd name="connsiteX0-31" fmla="*/ 1486231 w 3024520"/>
                    <a:gd name="connsiteY0-32" fmla="*/ 727041 h 1316375"/>
                    <a:gd name="connsiteX1-33" fmla="*/ 257675 w 3024520"/>
                    <a:gd name="connsiteY1-34" fmla="*/ 1302232 h 1316375"/>
                    <a:gd name="connsiteX2-35" fmla="*/ 0 w 3024520"/>
                    <a:gd name="connsiteY2-36" fmla="*/ 1228607 h 1316375"/>
                    <a:gd name="connsiteX3-37" fmla="*/ 911064 w 3024520"/>
                    <a:gd name="connsiteY3-38" fmla="*/ 837478 h 1316375"/>
                    <a:gd name="connsiteX4-39" fmla="*/ 883456 w 3024520"/>
                    <a:gd name="connsiteY4-40" fmla="*/ 450949 h 1316375"/>
                    <a:gd name="connsiteX5-41" fmla="*/ 161047 w 3024520"/>
                    <a:gd name="connsiteY5-42" fmla="*/ 119640 h 1316375"/>
                    <a:gd name="connsiteX6-43" fmla="*/ 404917 w 3024520"/>
                    <a:gd name="connsiteY6-44" fmla="*/ 50617 h 1316375"/>
                    <a:gd name="connsiteX7-45" fmla="*/ 1477028 w 3024520"/>
                    <a:gd name="connsiteY7-46" fmla="*/ 501566 h 1316375"/>
                    <a:gd name="connsiteX8-47" fmla="*/ 2572146 w 3024520"/>
                    <a:gd name="connsiteY8-48" fmla="*/ 0 h 1316375"/>
                    <a:gd name="connsiteX9-49" fmla="*/ 2875834 w 3024520"/>
                    <a:gd name="connsiteY9-50" fmla="*/ 96632 h 1316375"/>
                    <a:gd name="connsiteX10-51" fmla="*/ 2079803 w 3024520"/>
                    <a:gd name="connsiteY10-52" fmla="*/ 432543 h 1316375"/>
                    <a:gd name="connsiteX11-53" fmla="*/ 2240850 w 3024520"/>
                    <a:gd name="connsiteY11-54" fmla="*/ 920305 h 1316375"/>
                    <a:gd name="connsiteX12-55" fmla="*/ 3024520 w 3024520"/>
                    <a:gd name="connsiteY12-56" fmla="*/ 1228607 h 1316375"/>
                    <a:gd name="connsiteX13-57" fmla="*/ 2756623 w 3024520"/>
                    <a:gd name="connsiteY13-58" fmla="*/ 1316375 h 1316375"/>
                    <a:gd name="connsiteX14-59" fmla="*/ 1486231 w 3024520"/>
                    <a:gd name="connsiteY14-60" fmla="*/ 727041 h 1316375"/>
                    <a:gd name="connsiteX0-61" fmla="*/ 1537780 w 3076069"/>
                    <a:gd name="connsiteY0-62" fmla="*/ 727041 h 1316375"/>
                    <a:gd name="connsiteX1-63" fmla="*/ 309224 w 3076069"/>
                    <a:gd name="connsiteY1-64" fmla="*/ 1302232 h 1316375"/>
                    <a:gd name="connsiteX2-65" fmla="*/ 0 w 3076069"/>
                    <a:gd name="connsiteY2-66" fmla="*/ 1228607 h 1316375"/>
                    <a:gd name="connsiteX3-67" fmla="*/ 962613 w 3076069"/>
                    <a:gd name="connsiteY3-68" fmla="*/ 837478 h 1316375"/>
                    <a:gd name="connsiteX4-69" fmla="*/ 935005 w 3076069"/>
                    <a:gd name="connsiteY4-70" fmla="*/ 450949 h 1316375"/>
                    <a:gd name="connsiteX5-71" fmla="*/ 212596 w 3076069"/>
                    <a:gd name="connsiteY5-72" fmla="*/ 119640 h 1316375"/>
                    <a:gd name="connsiteX6-73" fmla="*/ 456466 w 3076069"/>
                    <a:gd name="connsiteY6-74" fmla="*/ 50617 h 1316375"/>
                    <a:gd name="connsiteX7-75" fmla="*/ 1528577 w 3076069"/>
                    <a:gd name="connsiteY7-76" fmla="*/ 501566 h 1316375"/>
                    <a:gd name="connsiteX8-77" fmla="*/ 2623695 w 3076069"/>
                    <a:gd name="connsiteY8-78" fmla="*/ 0 h 1316375"/>
                    <a:gd name="connsiteX9-79" fmla="*/ 2927383 w 3076069"/>
                    <a:gd name="connsiteY9-80" fmla="*/ 96632 h 1316375"/>
                    <a:gd name="connsiteX10-81" fmla="*/ 2131352 w 3076069"/>
                    <a:gd name="connsiteY10-82" fmla="*/ 432543 h 1316375"/>
                    <a:gd name="connsiteX11-83" fmla="*/ 2292399 w 3076069"/>
                    <a:gd name="connsiteY11-84" fmla="*/ 920305 h 1316375"/>
                    <a:gd name="connsiteX12-85" fmla="*/ 3076069 w 3076069"/>
                    <a:gd name="connsiteY12-86" fmla="*/ 1228607 h 1316375"/>
                    <a:gd name="connsiteX13-87" fmla="*/ 2808172 w 3076069"/>
                    <a:gd name="connsiteY13-88" fmla="*/ 1316375 h 1316375"/>
                    <a:gd name="connsiteX14-89" fmla="*/ 1537780 w 3076069"/>
                    <a:gd name="connsiteY14-90" fmla="*/ 727041 h 1316375"/>
                    <a:gd name="connsiteX0-91" fmla="*/ 1537780 w 3076069"/>
                    <a:gd name="connsiteY0-92" fmla="*/ 727041 h 1321259"/>
                    <a:gd name="connsiteX1-93" fmla="*/ 313981 w 3076069"/>
                    <a:gd name="connsiteY1-94" fmla="*/ 1321259 h 1321259"/>
                    <a:gd name="connsiteX2-95" fmla="*/ 0 w 3076069"/>
                    <a:gd name="connsiteY2-96" fmla="*/ 1228607 h 1321259"/>
                    <a:gd name="connsiteX3-97" fmla="*/ 962613 w 3076069"/>
                    <a:gd name="connsiteY3-98" fmla="*/ 837478 h 1321259"/>
                    <a:gd name="connsiteX4-99" fmla="*/ 935005 w 3076069"/>
                    <a:gd name="connsiteY4-100" fmla="*/ 450949 h 1321259"/>
                    <a:gd name="connsiteX5-101" fmla="*/ 212596 w 3076069"/>
                    <a:gd name="connsiteY5-102" fmla="*/ 119640 h 1321259"/>
                    <a:gd name="connsiteX6-103" fmla="*/ 456466 w 3076069"/>
                    <a:gd name="connsiteY6-104" fmla="*/ 50617 h 1321259"/>
                    <a:gd name="connsiteX7-105" fmla="*/ 1528577 w 3076069"/>
                    <a:gd name="connsiteY7-106" fmla="*/ 501566 h 1321259"/>
                    <a:gd name="connsiteX8-107" fmla="*/ 2623695 w 3076069"/>
                    <a:gd name="connsiteY8-108" fmla="*/ 0 h 1321259"/>
                    <a:gd name="connsiteX9-109" fmla="*/ 2927383 w 3076069"/>
                    <a:gd name="connsiteY9-110" fmla="*/ 96632 h 1321259"/>
                    <a:gd name="connsiteX10-111" fmla="*/ 2131352 w 3076069"/>
                    <a:gd name="connsiteY10-112" fmla="*/ 432543 h 1321259"/>
                    <a:gd name="connsiteX11-113" fmla="*/ 2292399 w 3076069"/>
                    <a:gd name="connsiteY11-114" fmla="*/ 920305 h 1321259"/>
                    <a:gd name="connsiteX12-115" fmla="*/ 3076069 w 3076069"/>
                    <a:gd name="connsiteY12-116" fmla="*/ 1228607 h 1321259"/>
                    <a:gd name="connsiteX13-117" fmla="*/ 2808172 w 3076069"/>
                    <a:gd name="connsiteY13-118" fmla="*/ 1316375 h 1321259"/>
                    <a:gd name="connsiteX14-119" fmla="*/ 1537780 w 3076069"/>
                    <a:gd name="connsiteY14-120" fmla="*/ 727041 h 1321259"/>
                    <a:gd name="connsiteX0-121" fmla="*/ 1537780 w 3076069"/>
                    <a:gd name="connsiteY0-122" fmla="*/ 750825 h 1321259"/>
                    <a:gd name="connsiteX1-123" fmla="*/ 313981 w 3076069"/>
                    <a:gd name="connsiteY1-124" fmla="*/ 1321259 h 1321259"/>
                    <a:gd name="connsiteX2-125" fmla="*/ 0 w 3076069"/>
                    <a:gd name="connsiteY2-126" fmla="*/ 1228607 h 1321259"/>
                    <a:gd name="connsiteX3-127" fmla="*/ 962613 w 3076069"/>
                    <a:gd name="connsiteY3-128" fmla="*/ 837478 h 1321259"/>
                    <a:gd name="connsiteX4-129" fmla="*/ 935005 w 3076069"/>
                    <a:gd name="connsiteY4-130" fmla="*/ 450949 h 1321259"/>
                    <a:gd name="connsiteX5-131" fmla="*/ 212596 w 3076069"/>
                    <a:gd name="connsiteY5-132" fmla="*/ 119640 h 1321259"/>
                    <a:gd name="connsiteX6-133" fmla="*/ 456466 w 3076069"/>
                    <a:gd name="connsiteY6-134" fmla="*/ 50617 h 1321259"/>
                    <a:gd name="connsiteX7-135" fmla="*/ 1528577 w 3076069"/>
                    <a:gd name="connsiteY7-136" fmla="*/ 501566 h 1321259"/>
                    <a:gd name="connsiteX8-137" fmla="*/ 2623695 w 3076069"/>
                    <a:gd name="connsiteY8-138" fmla="*/ 0 h 1321259"/>
                    <a:gd name="connsiteX9-139" fmla="*/ 2927383 w 3076069"/>
                    <a:gd name="connsiteY9-140" fmla="*/ 96632 h 1321259"/>
                    <a:gd name="connsiteX10-141" fmla="*/ 2131352 w 3076069"/>
                    <a:gd name="connsiteY10-142" fmla="*/ 432543 h 1321259"/>
                    <a:gd name="connsiteX11-143" fmla="*/ 2292399 w 3076069"/>
                    <a:gd name="connsiteY11-144" fmla="*/ 920305 h 1321259"/>
                    <a:gd name="connsiteX12-145" fmla="*/ 3076069 w 3076069"/>
                    <a:gd name="connsiteY12-146" fmla="*/ 1228607 h 1321259"/>
                    <a:gd name="connsiteX13-147" fmla="*/ 2808172 w 3076069"/>
                    <a:gd name="connsiteY13-148" fmla="*/ 1316375 h 1321259"/>
                    <a:gd name="connsiteX14-149" fmla="*/ 1537780 w 3076069"/>
                    <a:gd name="connsiteY14-150" fmla="*/ 750825 h 1321259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462" name="Freeform 461"/>
                <p:cNvSpPr/>
                <p:nvPr/>
              </p:nvSpPr>
              <p:spPr bwMode="auto">
                <a:xfrm>
                  <a:off x="2428519" y="1631037"/>
                  <a:ext cx="705691" cy="109646"/>
                </a:xfrm>
                <a:custGeom>
                  <a:avLst/>
                  <a:gdLst>
                    <a:gd name="T0" fmla="*/ 0 w 3723451"/>
                    <a:gd name="T1" fmla="*/ 26825 h 932950"/>
                    <a:gd name="T2" fmla="*/ 124171 w 3723451"/>
                    <a:gd name="T3" fmla="*/ 316 h 932950"/>
                    <a:gd name="T4" fmla="*/ 351718 w 3723451"/>
                    <a:gd name="T5" fmla="*/ 61180 h 932950"/>
                    <a:gd name="T6" fmla="*/ 568801 w 3723451"/>
                    <a:gd name="T7" fmla="*/ 0 h 932950"/>
                    <a:gd name="T8" fmla="*/ 705691 w 3723451"/>
                    <a:gd name="T9" fmla="*/ 24345 h 932950"/>
                    <a:gd name="T10" fmla="*/ 603845 w 3723451"/>
                    <a:gd name="T11" fmla="*/ 54282 h 932950"/>
                    <a:gd name="T12" fmla="*/ 571055 w 3723451"/>
                    <a:gd name="T13" fmla="*/ 46211 h 932950"/>
                    <a:gd name="T14" fmla="*/ 355716 w 3723451"/>
                    <a:gd name="T15" fmla="*/ 109646 h 932950"/>
                    <a:gd name="T16" fmla="*/ 134869 w 3723451"/>
                    <a:gd name="T17" fmla="*/ 48545 h 932950"/>
                    <a:gd name="T18" fmla="*/ 99163 w 3723451"/>
                    <a:gd name="T19" fmla="*/ 55139 h 932950"/>
                    <a:gd name="T20" fmla="*/ 0 w 3723451"/>
                    <a:gd name="T21" fmla="*/ 26825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463" name="Freeform 462"/>
                <p:cNvSpPr/>
                <p:nvPr/>
              </p:nvSpPr>
              <p:spPr bwMode="auto">
                <a:xfrm>
                  <a:off x="2892690" y="1723814"/>
                  <a:ext cx="256615" cy="95588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56615 w 1366596"/>
                    <a:gd name="T3" fmla="*/ 73863 h 809868"/>
                    <a:gd name="T4" fmla="*/ 162436 w 1366596"/>
                    <a:gd name="T5" fmla="*/ 95588 h 809868"/>
                    <a:gd name="T6" fmla="*/ 864 w 1366596"/>
                    <a:gd name="T7" fmla="*/ 50510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464" name="Freeform 463"/>
                <p:cNvSpPr/>
                <p:nvPr/>
              </p:nvSpPr>
              <p:spPr bwMode="auto">
                <a:xfrm>
                  <a:off x="2417196" y="1726625"/>
                  <a:ext cx="252843" cy="92778"/>
                </a:xfrm>
                <a:custGeom>
                  <a:avLst/>
                  <a:gdLst>
                    <a:gd name="T0" fmla="*/ 249391 w 1348191"/>
                    <a:gd name="T1" fmla="*/ 0 h 791462"/>
                    <a:gd name="T2" fmla="*/ 252843 w 1348191"/>
                    <a:gd name="T3" fmla="*/ 44771 h 791462"/>
                    <a:gd name="T4" fmla="*/ 91472 w 1348191"/>
                    <a:gd name="T5" fmla="*/ 92778 h 791462"/>
                    <a:gd name="T6" fmla="*/ 0 w 1348191"/>
                    <a:gd name="T7" fmla="*/ 71741 h 791462"/>
                    <a:gd name="T8" fmla="*/ 249391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cxnSp>
              <p:nvCxnSpPr>
                <p:cNvPr id="465" name="Straight Connector 464"/>
                <p:cNvCxnSpPr>
                  <a:cxnSpLocks noChangeShapeType="1"/>
                  <a:endCxn id="460" idx="2"/>
                </p:cNvCxnSpPr>
                <p:nvPr/>
              </p:nvCxnSpPr>
              <p:spPr bwMode="auto">
                <a:xfrm flipH="1" flipV="1">
                  <a:off x="2183224" y="1732248"/>
                  <a:ext cx="3775" cy="120892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66" name="Straight Connector 465"/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505" y="1729437"/>
                  <a:ext cx="3773" cy="120890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31844" name="Group 20"/>
            <p:cNvGrpSpPr/>
            <p:nvPr/>
          </p:nvGrpSpPr>
          <p:grpSpPr>
            <a:xfrm>
              <a:off x="5491163" y="3179295"/>
              <a:ext cx="522287" cy="1824505"/>
              <a:chOff x="5491163" y="3179295"/>
              <a:chExt cx="522287" cy="1824505"/>
            </a:xfrm>
          </p:grpSpPr>
          <p:sp>
            <p:nvSpPr>
              <p:cNvPr id="468" name="Rectangle 467"/>
              <p:cNvSpPr/>
              <p:nvPr/>
            </p:nvSpPr>
            <p:spPr bwMode="auto">
              <a:xfrm rot="10800000">
                <a:off x="5498044" y="3266845"/>
                <a:ext cx="498349" cy="325689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469" name="Straight Connector 468"/>
              <p:cNvCxnSpPr>
                <a:stCxn id="489" idx="6"/>
              </p:cNvCxnSpPr>
              <p:nvPr/>
            </p:nvCxnSpPr>
            <p:spPr bwMode="auto">
              <a:xfrm>
                <a:off x="6004011" y="3267530"/>
                <a:ext cx="6349" cy="1582486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1872" name="Picture 469" descr="router_top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491163" y="3206725"/>
                <a:ext cx="522287" cy="22043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grpSp>
            <p:nvGrpSpPr>
              <p:cNvPr id="31873" name="Group 471"/>
              <p:cNvGrpSpPr/>
              <p:nvPr/>
            </p:nvGrpSpPr>
            <p:grpSpPr>
              <a:xfrm>
                <a:off x="5502167" y="4781999"/>
                <a:ext cx="507858" cy="221801"/>
                <a:chOff x="4128636" y="3606589"/>
                <a:chExt cx="568145" cy="338667"/>
              </a:xfrm>
            </p:grpSpPr>
            <p:sp>
              <p:nvSpPr>
                <p:cNvPr id="481" name="Oval 480"/>
                <p:cNvSpPr/>
                <p:nvPr/>
              </p:nvSpPr>
              <p:spPr>
                <a:xfrm>
                  <a:off x="4128900" y="3720139"/>
                  <a:ext cx="568256" cy="225391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482" name="Rectangle 481"/>
                <p:cNvSpPr/>
                <p:nvPr/>
              </p:nvSpPr>
              <p:spPr>
                <a:xfrm>
                  <a:off x="4128900" y="3720139"/>
                  <a:ext cx="568256" cy="111484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483" name="Oval 482"/>
                <p:cNvSpPr/>
                <p:nvPr/>
              </p:nvSpPr>
              <p:spPr>
                <a:xfrm>
                  <a:off x="4128900" y="3606230"/>
                  <a:ext cx="568256" cy="22539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cxnSp>
              <p:nvCxnSpPr>
                <p:cNvPr id="484" name="Straight Connector 483"/>
                <p:cNvCxnSpPr/>
                <p:nvPr/>
              </p:nvCxnSpPr>
              <p:spPr>
                <a:xfrm>
                  <a:off x="4697156" y="3720139"/>
                  <a:ext cx="0" cy="111484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5" name="Straight Connector 484"/>
                <p:cNvCxnSpPr/>
                <p:nvPr/>
              </p:nvCxnSpPr>
              <p:spPr>
                <a:xfrm>
                  <a:off x="4128900" y="3720139"/>
                  <a:ext cx="0" cy="111484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73" name="Rectangle 472"/>
              <p:cNvSpPr/>
              <p:nvPr/>
            </p:nvSpPr>
            <p:spPr bwMode="auto">
              <a:xfrm>
                <a:off x="5507166" y="3694500"/>
                <a:ext cx="498433" cy="1165040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476" name="Straight Connector 475"/>
              <p:cNvCxnSpPr>
                <a:stCxn id="31872" idx="1"/>
              </p:cNvCxnSpPr>
              <p:nvPr/>
            </p:nvCxnSpPr>
            <p:spPr bwMode="auto">
              <a:xfrm>
                <a:off x="5491292" y="3316735"/>
                <a:ext cx="6349" cy="163327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876" name="Group 485"/>
              <p:cNvGrpSpPr/>
              <p:nvPr/>
            </p:nvGrpSpPr>
            <p:grpSpPr>
              <a:xfrm>
                <a:off x="5500688" y="3179295"/>
                <a:ext cx="504825" cy="242888"/>
                <a:chOff x="2183302" y="1574638"/>
                <a:chExt cx="1200154" cy="430218"/>
              </a:xfrm>
            </p:grpSpPr>
            <p:sp>
              <p:nvSpPr>
                <p:cNvPr id="487" name="Oval 486"/>
                <p:cNvSpPr/>
                <p:nvPr/>
              </p:nvSpPr>
              <p:spPr bwMode="auto">
                <a:xfrm flipV="1">
                  <a:off x="2187379" y="1688754"/>
                  <a:ext cx="1196279" cy="3148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solidFill>
                        <a:schemeClr val="tx1"/>
                      </a:solidFill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488" name="Rectangle 487"/>
                <p:cNvSpPr/>
                <p:nvPr/>
              </p:nvSpPr>
              <p:spPr bwMode="auto">
                <a:xfrm>
                  <a:off x="2183606" y="1733737"/>
                  <a:ext cx="1200052" cy="112457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489" name="Oval 488"/>
                <p:cNvSpPr>
                  <a:spLocks noChangeArrowheads="1"/>
                </p:cNvSpPr>
                <p:nvPr/>
              </p:nvSpPr>
              <p:spPr bwMode="auto">
                <a:xfrm flipV="1">
                  <a:off x="2183606" y="1573485"/>
                  <a:ext cx="1196277" cy="3148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chemeClr val="tx1"/>
                  </a:solidFill>
                  <a:rou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490" name="Freeform 489"/>
                <p:cNvSpPr/>
                <p:nvPr/>
              </p:nvSpPr>
              <p:spPr bwMode="auto">
                <a:xfrm>
                  <a:off x="2489279" y="1669074"/>
                  <a:ext cx="584932" cy="1574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-1" fmla="*/ 1486231 w 2944854"/>
                    <a:gd name="connsiteY0-2" fmla="*/ 727041 h 1316375"/>
                    <a:gd name="connsiteX1-3" fmla="*/ 257675 w 2944854"/>
                    <a:gd name="connsiteY1-4" fmla="*/ 1302232 h 1316375"/>
                    <a:gd name="connsiteX2-5" fmla="*/ 0 w 2944854"/>
                    <a:gd name="connsiteY2-6" fmla="*/ 1228607 h 1316375"/>
                    <a:gd name="connsiteX3-7" fmla="*/ 911064 w 2944854"/>
                    <a:gd name="connsiteY3-8" fmla="*/ 837478 h 1316375"/>
                    <a:gd name="connsiteX4-9" fmla="*/ 883456 w 2944854"/>
                    <a:gd name="connsiteY4-10" fmla="*/ 450949 h 1316375"/>
                    <a:gd name="connsiteX5-11" fmla="*/ 161047 w 2944854"/>
                    <a:gd name="connsiteY5-12" fmla="*/ 119640 h 1316375"/>
                    <a:gd name="connsiteX6-13" fmla="*/ 404917 w 2944854"/>
                    <a:gd name="connsiteY6-14" fmla="*/ 50617 h 1316375"/>
                    <a:gd name="connsiteX7-15" fmla="*/ 1477028 w 2944854"/>
                    <a:gd name="connsiteY7-16" fmla="*/ 501566 h 1316375"/>
                    <a:gd name="connsiteX8-17" fmla="*/ 2572146 w 2944854"/>
                    <a:gd name="connsiteY8-18" fmla="*/ 0 h 1316375"/>
                    <a:gd name="connsiteX9-19" fmla="*/ 2875834 w 2944854"/>
                    <a:gd name="connsiteY9-20" fmla="*/ 96632 h 1316375"/>
                    <a:gd name="connsiteX10-21" fmla="*/ 2079803 w 2944854"/>
                    <a:gd name="connsiteY10-22" fmla="*/ 432543 h 1316375"/>
                    <a:gd name="connsiteX11-23" fmla="*/ 2240850 w 2944854"/>
                    <a:gd name="connsiteY11-24" fmla="*/ 920305 h 1316375"/>
                    <a:gd name="connsiteX12-25" fmla="*/ 2944854 w 2944854"/>
                    <a:gd name="connsiteY12-26" fmla="*/ 1228607 h 1316375"/>
                    <a:gd name="connsiteX13-27" fmla="*/ 2756623 w 2944854"/>
                    <a:gd name="connsiteY13-28" fmla="*/ 1316375 h 1316375"/>
                    <a:gd name="connsiteX14-29" fmla="*/ 1486231 w 2944854"/>
                    <a:gd name="connsiteY14-30" fmla="*/ 727041 h 1316375"/>
                    <a:gd name="connsiteX0-31" fmla="*/ 1486231 w 3024520"/>
                    <a:gd name="connsiteY0-32" fmla="*/ 727041 h 1316375"/>
                    <a:gd name="connsiteX1-33" fmla="*/ 257675 w 3024520"/>
                    <a:gd name="connsiteY1-34" fmla="*/ 1302232 h 1316375"/>
                    <a:gd name="connsiteX2-35" fmla="*/ 0 w 3024520"/>
                    <a:gd name="connsiteY2-36" fmla="*/ 1228607 h 1316375"/>
                    <a:gd name="connsiteX3-37" fmla="*/ 911064 w 3024520"/>
                    <a:gd name="connsiteY3-38" fmla="*/ 837478 h 1316375"/>
                    <a:gd name="connsiteX4-39" fmla="*/ 883456 w 3024520"/>
                    <a:gd name="connsiteY4-40" fmla="*/ 450949 h 1316375"/>
                    <a:gd name="connsiteX5-41" fmla="*/ 161047 w 3024520"/>
                    <a:gd name="connsiteY5-42" fmla="*/ 119640 h 1316375"/>
                    <a:gd name="connsiteX6-43" fmla="*/ 404917 w 3024520"/>
                    <a:gd name="connsiteY6-44" fmla="*/ 50617 h 1316375"/>
                    <a:gd name="connsiteX7-45" fmla="*/ 1477028 w 3024520"/>
                    <a:gd name="connsiteY7-46" fmla="*/ 501566 h 1316375"/>
                    <a:gd name="connsiteX8-47" fmla="*/ 2572146 w 3024520"/>
                    <a:gd name="connsiteY8-48" fmla="*/ 0 h 1316375"/>
                    <a:gd name="connsiteX9-49" fmla="*/ 2875834 w 3024520"/>
                    <a:gd name="connsiteY9-50" fmla="*/ 96632 h 1316375"/>
                    <a:gd name="connsiteX10-51" fmla="*/ 2079803 w 3024520"/>
                    <a:gd name="connsiteY10-52" fmla="*/ 432543 h 1316375"/>
                    <a:gd name="connsiteX11-53" fmla="*/ 2240850 w 3024520"/>
                    <a:gd name="connsiteY11-54" fmla="*/ 920305 h 1316375"/>
                    <a:gd name="connsiteX12-55" fmla="*/ 3024520 w 3024520"/>
                    <a:gd name="connsiteY12-56" fmla="*/ 1228607 h 1316375"/>
                    <a:gd name="connsiteX13-57" fmla="*/ 2756623 w 3024520"/>
                    <a:gd name="connsiteY13-58" fmla="*/ 1316375 h 1316375"/>
                    <a:gd name="connsiteX14-59" fmla="*/ 1486231 w 3024520"/>
                    <a:gd name="connsiteY14-60" fmla="*/ 727041 h 1316375"/>
                    <a:gd name="connsiteX0-61" fmla="*/ 1537780 w 3076069"/>
                    <a:gd name="connsiteY0-62" fmla="*/ 727041 h 1316375"/>
                    <a:gd name="connsiteX1-63" fmla="*/ 309224 w 3076069"/>
                    <a:gd name="connsiteY1-64" fmla="*/ 1302232 h 1316375"/>
                    <a:gd name="connsiteX2-65" fmla="*/ 0 w 3076069"/>
                    <a:gd name="connsiteY2-66" fmla="*/ 1228607 h 1316375"/>
                    <a:gd name="connsiteX3-67" fmla="*/ 962613 w 3076069"/>
                    <a:gd name="connsiteY3-68" fmla="*/ 837478 h 1316375"/>
                    <a:gd name="connsiteX4-69" fmla="*/ 935005 w 3076069"/>
                    <a:gd name="connsiteY4-70" fmla="*/ 450949 h 1316375"/>
                    <a:gd name="connsiteX5-71" fmla="*/ 212596 w 3076069"/>
                    <a:gd name="connsiteY5-72" fmla="*/ 119640 h 1316375"/>
                    <a:gd name="connsiteX6-73" fmla="*/ 456466 w 3076069"/>
                    <a:gd name="connsiteY6-74" fmla="*/ 50617 h 1316375"/>
                    <a:gd name="connsiteX7-75" fmla="*/ 1528577 w 3076069"/>
                    <a:gd name="connsiteY7-76" fmla="*/ 501566 h 1316375"/>
                    <a:gd name="connsiteX8-77" fmla="*/ 2623695 w 3076069"/>
                    <a:gd name="connsiteY8-78" fmla="*/ 0 h 1316375"/>
                    <a:gd name="connsiteX9-79" fmla="*/ 2927383 w 3076069"/>
                    <a:gd name="connsiteY9-80" fmla="*/ 96632 h 1316375"/>
                    <a:gd name="connsiteX10-81" fmla="*/ 2131352 w 3076069"/>
                    <a:gd name="connsiteY10-82" fmla="*/ 432543 h 1316375"/>
                    <a:gd name="connsiteX11-83" fmla="*/ 2292399 w 3076069"/>
                    <a:gd name="connsiteY11-84" fmla="*/ 920305 h 1316375"/>
                    <a:gd name="connsiteX12-85" fmla="*/ 3076069 w 3076069"/>
                    <a:gd name="connsiteY12-86" fmla="*/ 1228607 h 1316375"/>
                    <a:gd name="connsiteX13-87" fmla="*/ 2808172 w 3076069"/>
                    <a:gd name="connsiteY13-88" fmla="*/ 1316375 h 1316375"/>
                    <a:gd name="connsiteX14-89" fmla="*/ 1537780 w 3076069"/>
                    <a:gd name="connsiteY14-90" fmla="*/ 727041 h 1316375"/>
                    <a:gd name="connsiteX0-91" fmla="*/ 1537780 w 3076069"/>
                    <a:gd name="connsiteY0-92" fmla="*/ 727041 h 1321259"/>
                    <a:gd name="connsiteX1-93" fmla="*/ 313981 w 3076069"/>
                    <a:gd name="connsiteY1-94" fmla="*/ 1321259 h 1321259"/>
                    <a:gd name="connsiteX2-95" fmla="*/ 0 w 3076069"/>
                    <a:gd name="connsiteY2-96" fmla="*/ 1228607 h 1321259"/>
                    <a:gd name="connsiteX3-97" fmla="*/ 962613 w 3076069"/>
                    <a:gd name="connsiteY3-98" fmla="*/ 837478 h 1321259"/>
                    <a:gd name="connsiteX4-99" fmla="*/ 935005 w 3076069"/>
                    <a:gd name="connsiteY4-100" fmla="*/ 450949 h 1321259"/>
                    <a:gd name="connsiteX5-101" fmla="*/ 212596 w 3076069"/>
                    <a:gd name="connsiteY5-102" fmla="*/ 119640 h 1321259"/>
                    <a:gd name="connsiteX6-103" fmla="*/ 456466 w 3076069"/>
                    <a:gd name="connsiteY6-104" fmla="*/ 50617 h 1321259"/>
                    <a:gd name="connsiteX7-105" fmla="*/ 1528577 w 3076069"/>
                    <a:gd name="connsiteY7-106" fmla="*/ 501566 h 1321259"/>
                    <a:gd name="connsiteX8-107" fmla="*/ 2623695 w 3076069"/>
                    <a:gd name="connsiteY8-108" fmla="*/ 0 h 1321259"/>
                    <a:gd name="connsiteX9-109" fmla="*/ 2927383 w 3076069"/>
                    <a:gd name="connsiteY9-110" fmla="*/ 96632 h 1321259"/>
                    <a:gd name="connsiteX10-111" fmla="*/ 2131352 w 3076069"/>
                    <a:gd name="connsiteY10-112" fmla="*/ 432543 h 1321259"/>
                    <a:gd name="connsiteX11-113" fmla="*/ 2292399 w 3076069"/>
                    <a:gd name="connsiteY11-114" fmla="*/ 920305 h 1321259"/>
                    <a:gd name="connsiteX12-115" fmla="*/ 3076069 w 3076069"/>
                    <a:gd name="connsiteY12-116" fmla="*/ 1228607 h 1321259"/>
                    <a:gd name="connsiteX13-117" fmla="*/ 2808172 w 3076069"/>
                    <a:gd name="connsiteY13-118" fmla="*/ 1316375 h 1321259"/>
                    <a:gd name="connsiteX14-119" fmla="*/ 1537780 w 3076069"/>
                    <a:gd name="connsiteY14-120" fmla="*/ 727041 h 1321259"/>
                    <a:gd name="connsiteX0-121" fmla="*/ 1537780 w 3076069"/>
                    <a:gd name="connsiteY0-122" fmla="*/ 750825 h 1321259"/>
                    <a:gd name="connsiteX1-123" fmla="*/ 313981 w 3076069"/>
                    <a:gd name="connsiteY1-124" fmla="*/ 1321259 h 1321259"/>
                    <a:gd name="connsiteX2-125" fmla="*/ 0 w 3076069"/>
                    <a:gd name="connsiteY2-126" fmla="*/ 1228607 h 1321259"/>
                    <a:gd name="connsiteX3-127" fmla="*/ 962613 w 3076069"/>
                    <a:gd name="connsiteY3-128" fmla="*/ 837478 h 1321259"/>
                    <a:gd name="connsiteX4-129" fmla="*/ 935005 w 3076069"/>
                    <a:gd name="connsiteY4-130" fmla="*/ 450949 h 1321259"/>
                    <a:gd name="connsiteX5-131" fmla="*/ 212596 w 3076069"/>
                    <a:gd name="connsiteY5-132" fmla="*/ 119640 h 1321259"/>
                    <a:gd name="connsiteX6-133" fmla="*/ 456466 w 3076069"/>
                    <a:gd name="connsiteY6-134" fmla="*/ 50617 h 1321259"/>
                    <a:gd name="connsiteX7-135" fmla="*/ 1528577 w 3076069"/>
                    <a:gd name="connsiteY7-136" fmla="*/ 501566 h 1321259"/>
                    <a:gd name="connsiteX8-137" fmla="*/ 2623695 w 3076069"/>
                    <a:gd name="connsiteY8-138" fmla="*/ 0 h 1321259"/>
                    <a:gd name="connsiteX9-139" fmla="*/ 2927383 w 3076069"/>
                    <a:gd name="connsiteY9-140" fmla="*/ 96632 h 1321259"/>
                    <a:gd name="connsiteX10-141" fmla="*/ 2131352 w 3076069"/>
                    <a:gd name="connsiteY10-142" fmla="*/ 432543 h 1321259"/>
                    <a:gd name="connsiteX11-143" fmla="*/ 2292399 w 3076069"/>
                    <a:gd name="connsiteY11-144" fmla="*/ 920305 h 1321259"/>
                    <a:gd name="connsiteX12-145" fmla="*/ 3076069 w 3076069"/>
                    <a:gd name="connsiteY12-146" fmla="*/ 1228607 h 1321259"/>
                    <a:gd name="connsiteX13-147" fmla="*/ 2808172 w 3076069"/>
                    <a:gd name="connsiteY13-148" fmla="*/ 1316375 h 1321259"/>
                    <a:gd name="connsiteX14-149" fmla="*/ 1537780 w 3076069"/>
                    <a:gd name="connsiteY14-150" fmla="*/ 750825 h 1321259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491" name="Freeform 490"/>
                <p:cNvSpPr/>
                <p:nvPr/>
              </p:nvSpPr>
              <p:spPr bwMode="auto">
                <a:xfrm>
                  <a:off x="2428899" y="1629714"/>
                  <a:ext cx="705692" cy="109646"/>
                </a:xfrm>
                <a:custGeom>
                  <a:avLst/>
                  <a:gdLst>
                    <a:gd name="T0" fmla="*/ 0 w 3723451"/>
                    <a:gd name="T1" fmla="*/ 26825 h 932950"/>
                    <a:gd name="T2" fmla="*/ 124172 w 3723451"/>
                    <a:gd name="T3" fmla="*/ 316 h 932950"/>
                    <a:gd name="T4" fmla="*/ 351719 w 3723451"/>
                    <a:gd name="T5" fmla="*/ 61180 h 932950"/>
                    <a:gd name="T6" fmla="*/ 568801 w 3723451"/>
                    <a:gd name="T7" fmla="*/ 0 h 932950"/>
                    <a:gd name="T8" fmla="*/ 705692 w 3723451"/>
                    <a:gd name="T9" fmla="*/ 24345 h 932950"/>
                    <a:gd name="T10" fmla="*/ 603846 w 3723451"/>
                    <a:gd name="T11" fmla="*/ 54282 h 932950"/>
                    <a:gd name="T12" fmla="*/ 571056 w 3723451"/>
                    <a:gd name="T13" fmla="*/ 46211 h 932950"/>
                    <a:gd name="T14" fmla="*/ 355717 w 3723451"/>
                    <a:gd name="T15" fmla="*/ 109646 h 932950"/>
                    <a:gd name="T16" fmla="*/ 134869 w 3723451"/>
                    <a:gd name="T17" fmla="*/ 48545 h 932950"/>
                    <a:gd name="T18" fmla="*/ 99163 w 3723451"/>
                    <a:gd name="T19" fmla="*/ 55139 h 932950"/>
                    <a:gd name="T20" fmla="*/ 0 w 3723451"/>
                    <a:gd name="T21" fmla="*/ 26825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492" name="Freeform 491"/>
                <p:cNvSpPr/>
                <p:nvPr/>
              </p:nvSpPr>
              <p:spPr bwMode="auto">
                <a:xfrm>
                  <a:off x="2893071" y="1722492"/>
                  <a:ext cx="256615" cy="95588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56615 w 1366596"/>
                    <a:gd name="T3" fmla="*/ 73863 h 809868"/>
                    <a:gd name="T4" fmla="*/ 162436 w 1366596"/>
                    <a:gd name="T5" fmla="*/ 95588 h 809868"/>
                    <a:gd name="T6" fmla="*/ 864 w 1366596"/>
                    <a:gd name="T7" fmla="*/ 50510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493" name="Freeform 492"/>
                <p:cNvSpPr/>
                <p:nvPr/>
              </p:nvSpPr>
              <p:spPr bwMode="auto">
                <a:xfrm>
                  <a:off x="2417579" y="1725302"/>
                  <a:ext cx="252840" cy="92778"/>
                </a:xfrm>
                <a:custGeom>
                  <a:avLst/>
                  <a:gdLst>
                    <a:gd name="T0" fmla="*/ 249388 w 1348191"/>
                    <a:gd name="T1" fmla="*/ 0 h 791462"/>
                    <a:gd name="T2" fmla="*/ 252840 w 1348191"/>
                    <a:gd name="T3" fmla="*/ 44771 h 791462"/>
                    <a:gd name="T4" fmla="*/ 91471 w 1348191"/>
                    <a:gd name="T5" fmla="*/ 92778 h 791462"/>
                    <a:gd name="T6" fmla="*/ 0 w 1348191"/>
                    <a:gd name="T7" fmla="*/ 71741 h 791462"/>
                    <a:gd name="T8" fmla="*/ 249388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cxnSp>
              <p:nvCxnSpPr>
                <p:cNvPr id="494" name="Straight Connector 493"/>
                <p:cNvCxnSpPr>
                  <a:cxnSpLocks noChangeShapeType="1"/>
                  <a:endCxn id="489" idx="2"/>
                </p:cNvCxnSpPr>
                <p:nvPr/>
              </p:nvCxnSpPr>
              <p:spPr bwMode="auto">
                <a:xfrm flipH="1" flipV="1">
                  <a:off x="2183606" y="1730925"/>
                  <a:ext cx="3773" cy="120892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95" name="Straight Connector 494"/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83" y="1728114"/>
                  <a:ext cx="3775" cy="120890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31845" name="Group 21"/>
            <p:cNvGrpSpPr/>
            <p:nvPr/>
          </p:nvGrpSpPr>
          <p:grpSpPr>
            <a:xfrm>
              <a:off x="6472366" y="2647932"/>
              <a:ext cx="522159" cy="2354282"/>
              <a:chOff x="6472366" y="2647932"/>
              <a:chExt cx="522159" cy="2354282"/>
            </a:xfrm>
          </p:grpSpPr>
          <p:sp>
            <p:nvSpPr>
              <p:cNvPr id="497" name="Rectangle 496"/>
              <p:cNvSpPr/>
              <p:nvPr/>
            </p:nvSpPr>
            <p:spPr bwMode="auto">
              <a:xfrm rot="10800000">
                <a:off x="6482296" y="2777838"/>
                <a:ext cx="498349" cy="722037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498" name="Straight Connector 497"/>
              <p:cNvCxnSpPr/>
              <p:nvPr/>
            </p:nvCxnSpPr>
            <p:spPr bwMode="auto">
              <a:xfrm>
                <a:off x="6994528" y="2846910"/>
                <a:ext cx="0" cy="199834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850" name="Group 500"/>
              <p:cNvGrpSpPr/>
              <p:nvPr/>
            </p:nvGrpSpPr>
            <p:grpSpPr>
              <a:xfrm>
                <a:off x="6486417" y="4766099"/>
                <a:ext cx="507858" cy="236115"/>
                <a:chOff x="4128636" y="3606589"/>
                <a:chExt cx="568145" cy="338667"/>
              </a:xfrm>
            </p:grpSpPr>
            <p:sp>
              <p:nvSpPr>
                <p:cNvPr id="510" name="Oval 509"/>
                <p:cNvSpPr/>
                <p:nvPr/>
              </p:nvSpPr>
              <p:spPr>
                <a:xfrm>
                  <a:off x="4128808" y="3720125"/>
                  <a:ext cx="568256" cy="22538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11" name="Rectangle 510"/>
                <p:cNvSpPr/>
                <p:nvPr/>
              </p:nvSpPr>
              <p:spPr>
                <a:xfrm>
                  <a:off x="4128808" y="3720125"/>
                  <a:ext cx="568256" cy="111556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12" name="Oval 511"/>
                <p:cNvSpPr/>
                <p:nvPr/>
              </p:nvSpPr>
              <p:spPr>
                <a:xfrm>
                  <a:off x="4128808" y="3606294"/>
                  <a:ext cx="568256" cy="22538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cxnSp>
              <p:nvCxnSpPr>
                <p:cNvPr id="513" name="Straight Connector 512"/>
                <p:cNvCxnSpPr/>
                <p:nvPr/>
              </p:nvCxnSpPr>
              <p:spPr>
                <a:xfrm>
                  <a:off x="4697064" y="3720125"/>
                  <a:ext cx="0" cy="111556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4" name="Straight Connector 513"/>
                <p:cNvCxnSpPr/>
                <p:nvPr/>
              </p:nvCxnSpPr>
              <p:spPr>
                <a:xfrm>
                  <a:off x="4128808" y="3720125"/>
                  <a:ext cx="0" cy="111556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2" name="Rectangle 501"/>
              <p:cNvSpPr/>
              <p:nvPr/>
            </p:nvSpPr>
            <p:spPr bwMode="auto">
              <a:xfrm>
                <a:off x="6491333" y="3610376"/>
                <a:ext cx="498433" cy="123805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505" name="Straight Connector 504"/>
              <p:cNvCxnSpPr/>
              <p:nvPr/>
            </p:nvCxnSpPr>
            <p:spPr bwMode="auto">
              <a:xfrm>
                <a:off x="6472285" y="2818340"/>
                <a:ext cx="9524" cy="2126912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853" name="Group 514"/>
              <p:cNvGrpSpPr/>
              <p:nvPr/>
            </p:nvGrpSpPr>
            <p:grpSpPr>
              <a:xfrm>
                <a:off x="6478146" y="2647932"/>
                <a:ext cx="504825" cy="242887"/>
                <a:chOff x="2183302" y="1574638"/>
                <a:chExt cx="1200154" cy="430218"/>
              </a:xfrm>
            </p:grpSpPr>
            <p:sp>
              <p:nvSpPr>
                <p:cNvPr id="516" name="Oval 515"/>
                <p:cNvSpPr/>
                <p:nvPr/>
              </p:nvSpPr>
              <p:spPr bwMode="auto">
                <a:xfrm flipV="1">
                  <a:off x="2188237" y="1690921"/>
                  <a:ext cx="1196279" cy="31488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solidFill>
                        <a:schemeClr val="tx1"/>
                      </a:solidFill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17" name="Rectangle 516"/>
                <p:cNvSpPr/>
                <p:nvPr/>
              </p:nvSpPr>
              <p:spPr bwMode="auto">
                <a:xfrm>
                  <a:off x="2184464" y="1735904"/>
                  <a:ext cx="1200052" cy="112457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18" name="Oval 517"/>
                <p:cNvSpPr>
                  <a:spLocks noChangeArrowheads="1"/>
                </p:cNvSpPr>
                <p:nvPr/>
              </p:nvSpPr>
              <p:spPr bwMode="auto">
                <a:xfrm flipV="1">
                  <a:off x="2184464" y="1575651"/>
                  <a:ext cx="1196277" cy="314881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chemeClr val="tx1"/>
                  </a:solidFill>
                  <a:rou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19" name="Freeform 518"/>
                <p:cNvSpPr/>
                <p:nvPr/>
              </p:nvSpPr>
              <p:spPr bwMode="auto">
                <a:xfrm>
                  <a:off x="2490137" y="1671240"/>
                  <a:ext cx="584932" cy="1574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-1" fmla="*/ 1486231 w 2944854"/>
                    <a:gd name="connsiteY0-2" fmla="*/ 727041 h 1316375"/>
                    <a:gd name="connsiteX1-3" fmla="*/ 257675 w 2944854"/>
                    <a:gd name="connsiteY1-4" fmla="*/ 1302232 h 1316375"/>
                    <a:gd name="connsiteX2-5" fmla="*/ 0 w 2944854"/>
                    <a:gd name="connsiteY2-6" fmla="*/ 1228607 h 1316375"/>
                    <a:gd name="connsiteX3-7" fmla="*/ 911064 w 2944854"/>
                    <a:gd name="connsiteY3-8" fmla="*/ 837478 h 1316375"/>
                    <a:gd name="connsiteX4-9" fmla="*/ 883456 w 2944854"/>
                    <a:gd name="connsiteY4-10" fmla="*/ 450949 h 1316375"/>
                    <a:gd name="connsiteX5-11" fmla="*/ 161047 w 2944854"/>
                    <a:gd name="connsiteY5-12" fmla="*/ 119640 h 1316375"/>
                    <a:gd name="connsiteX6-13" fmla="*/ 404917 w 2944854"/>
                    <a:gd name="connsiteY6-14" fmla="*/ 50617 h 1316375"/>
                    <a:gd name="connsiteX7-15" fmla="*/ 1477028 w 2944854"/>
                    <a:gd name="connsiteY7-16" fmla="*/ 501566 h 1316375"/>
                    <a:gd name="connsiteX8-17" fmla="*/ 2572146 w 2944854"/>
                    <a:gd name="connsiteY8-18" fmla="*/ 0 h 1316375"/>
                    <a:gd name="connsiteX9-19" fmla="*/ 2875834 w 2944854"/>
                    <a:gd name="connsiteY9-20" fmla="*/ 96632 h 1316375"/>
                    <a:gd name="connsiteX10-21" fmla="*/ 2079803 w 2944854"/>
                    <a:gd name="connsiteY10-22" fmla="*/ 432543 h 1316375"/>
                    <a:gd name="connsiteX11-23" fmla="*/ 2240850 w 2944854"/>
                    <a:gd name="connsiteY11-24" fmla="*/ 920305 h 1316375"/>
                    <a:gd name="connsiteX12-25" fmla="*/ 2944854 w 2944854"/>
                    <a:gd name="connsiteY12-26" fmla="*/ 1228607 h 1316375"/>
                    <a:gd name="connsiteX13-27" fmla="*/ 2756623 w 2944854"/>
                    <a:gd name="connsiteY13-28" fmla="*/ 1316375 h 1316375"/>
                    <a:gd name="connsiteX14-29" fmla="*/ 1486231 w 2944854"/>
                    <a:gd name="connsiteY14-30" fmla="*/ 727041 h 1316375"/>
                    <a:gd name="connsiteX0-31" fmla="*/ 1486231 w 3024520"/>
                    <a:gd name="connsiteY0-32" fmla="*/ 727041 h 1316375"/>
                    <a:gd name="connsiteX1-33" fmla="*/ 257675 w 3024520"/>
                    <a:gd name="connsiteY1-34" fmla="*/ 1302232 h 1316375"/>
                    <a:gd name="connsiteX2-35" fmla="*/ 0 w 3024520"/>
                    <a:gd name="connsiteY2-36" fmla="*/ 1228607 h 1316375"/>
                    <a:gd name="connsiteX3-37" fmla="*/ 911064 w 3024520"/>
                    <a:gd name="connsiteY3-38" fmla="*/ 837478 h 1316375"/>
                    <a:gd name="connsiteX4-39" fmla="*/ 883456 w 3024520"/>
                    <a:gd name="connsiteY4-40" fmla="*/ 450949 h 1316375"/>
                    <a:gd name="connsiteX5-41" fmla="*/ 161047 w 3024520"/>
                    <a:gd name="connsiteY5-42" fmla="*/ 119640 h 1316375"/>
                    <a:gd name="connsiteX6-43" fmla="*/ 404917 w 3024520"/>
                    <a:gd name="connsiteY6-44" fmla="*/ 50617 h 1316375"/>
                    <a:gd name="connsiteX7-45" fmla="*/ 1477028 w 3024520"/>
                    <a:gd name="connsiteY7-46" fmla="*/ 501566 h 1316375"/>
                    <a:gd name="connsiteX8-47" fmla="*/ 2572146 w 3024520"/>
                    <a:gd name="connsiteY8-48" fmla="*/ 0 h 1316375"/>
                    <a:gd name="connsiteX9-49" fmla="*/ 2875834 w 3024520"/>
                    <a:gd name="connsiteY9-50" fmla="*/ 96632 h 1316375"/>
                    <a:gd name="connsiteX10-51" fmla="*/ 2079803 w 3024520"/>
                    <a:gd name="connsiteY10-52" fmla="*/ 432543 h 1316375"/>
                    <a:gd name="connsiteX11-53" fmla="*/ 2240850 w 3024520"/>
                    <a:gd name="connsiteY11-54" fmla="*/ 920305 h 1316375"/>
                    <a:gd name="connsiteX12-55" fmla="*/ 3024520 w 3024520"/>
                    <a:gd name="connsiteY12-56" fmla="*/ 1228607 h 1316375"/>
                    <a:gd name="connsiteX13-57" fmla="*/ 2756623 w 3024520"/>
                    <a:gd name="connsiteY13-58" fmla="*/ 1316375 h 1316375"/>
                    <a:gd name="connsiteX14-59" fmla="*/ 1486231 w 3024520"/>
                    <a:gd name="connsiteY14-60" fmla="*/ 727041 h 1316375"/>
                    <a:gd name="connsiteX0-61" fmla="*/ 1537780 w 3076069"/>
                    <a:gd name="connsiteY0-62" fmla="*/ 727041 h 1316375"/>
                    <a:gd name="connsiteX1-63" fmla="*/ 309224 w 3076069"/>
                    <a:gd name="connsiteY1-64" fmla="*/ 1302232 h 1316375"/>
                    <a:gd name="connsiteX2-65" fmla="*/ 0 w 3076069"/>
                    <a:gd name="connsiteY2-66" fmla="*/ 1228607 h 1316375"/>
                    <a:gd name="connsiteX3-67" fmla="*/ 962613 w 3076069"/>
                    <a:gd name="connsiteY3-68" fmla="*/ 837478 h 1316375"/>
                    <a:gd name="connsiteX4-69" fmla="*/ 935005 w 3076069"/>
                    <a:gd name="connsiteY4-70" fmla="*/ 450949 h 1316375"/>
                    <a:gd name="connsiteX5-71" fmla="*/ 212596 w 3076069"/>
                    <a:gd name="connsiteY5-72" fmla="*/ 119640 h 1316375"/>
                    <a:gd name="connsiteX6-73" fmla="*/ 456466 w 3076069"/>
                    <a:gd name="connsiteY6-74" fmla="*/ 50617 h 1316375"/>
                    <a:gd name="connsiteX7-75" fmla="*/ 1528577 w 3076069"/>
                    <a:gd name="connsiteY7-76" fmla="*/ 501566 h 1316375"/>
                    <a:gd name="connsiteX8-77" fmla="*/ 2623695 w 3076069"/>
                    <a:gd name="connsiteY8-78" fmla="*/ 0 h 1316375"/>
                    <a:gd name="connsiteX9-79" fmla="*/ 2927383 w 3076069"/>
                    <a:gd name="connsiteY9-80" fmla="*/ 96632 h 1316375"/>
                    <a:gd name="connsiteX10-81" fmla="*/ 2131352 w 3076069"/>
                    <a:gd name="connsiteY10-82" fmla="*/ 432543 h 1316375"/>
                    <a:gd name="connsiteX11-83" fmla="*/ 2292399 w 3076069"/>
                    <a:gd name="connsiteY11-84" fmla="*/ 920305 h 1316375"/>
                    <a:gd name="connsiteX12-85" fmla="*/ 3076069 w 3076069"/>
                    <a:gd name="connsiteY12-86" fmla="*/ 1228607 h 1316375"/>
                    <a:gd name="connsiteX13-87" fmla="*/ 2808172 w 3076069"/>
                    <a:gd name="connsiteY13-88" fmla="*/ 1316375 h 1316375"/>
                    <a:gd name="connsiteX14-89" fmla="*/ 1537780 w 3076069"/>
                    <a:gd name="connsiteY14-90" fmla="*/ 727041 h 1316375"/>
                    <a:gd name="connsiteX0-91" fmla="*/ 1537780 w 3076069"/>
                    <a:gd name="connsiteY0-92" fmla="*/ 727041 h 1321259"/>
                    <a:gd name="connsiteX1-93" fmla="*/ 313981 w 3076069"/>
                    <a:gd name="connsiteY1-94" fmla="*/ 1321259 h 1321259"/>
                    <a:gd name="connsiteX2-95" fmla="*/ 0 w 3076069"/>
                    <a:gd name="connsiteY2-96" fmla="*/ 1228607 h 1321259"/>
                    <a:gd name="connsiteX3-97" fmla="*/ 962613 w 3076069"/>
                    <a:gd name="connsiteY3-98" fmla="*/ 837478 h 1321259"/>
                    <a:gd name="connsiteX4-99" fmla="*/ 935005 w 3076069"/>
                    <a:gd name="connsiteY4-100" fmla="*/ 450949 h 1321259"/>
                    <a:gd name="connsiteX5-101" fmla="*/ 212596 w 3076069"/>
                    <a:gd name="connsiteY5-102" fmla="*/ 119640 h 1321259"/>
                    <a:gd name="connsiteX6-103" fmla="*/ 456466 w 3076069"/>
                    <a:gd name="connsiteY6-104" fmla="*/ 50617 h 1321259"/>
                    <a:gd name="connsiteX7-105" fmla="*/ 1528577 w 3076069"/>
                    <a:gd name="connsiteY7-106" fmla="*/ 501566 h 1321259"/>
                    <a:gd name="connsiteX8-107" fmla="*/ 2623695 w 3076069"/>
                    <a:gd name="connsiteY8-108" fmla="*/ 0 h 1321259"/>
                    <a:gd name="connsiteX9-109" fmla="*/ 2927383 w 3076069"/>
                    <a:gd name="connsiteY9-110" fmla="*/ 96632 h 1321259"/>
                    <a:gd name="connsiteX10-111" fmla="*/ 2131352 w 3076069"/>
                    <a:gd name="connsiteY10-112" fmla="*/ 432543 h 1321259"/>
                    <a:gd name="connsiteX11-113" fmla="*/ 2292399 w 3076069"/>
                    <a:gd name="connsiteY11-114" fmla="*/ 920305 h 1321259"/>
                    <a:gd name="connsiteX12-115" fmla="*/ 3076069 w 3076069"/>
                    <a:gd name="connsiteY12-116" fmla="*/ 1228607 h 1321259"/>
                    <a:gd name="connsiteX13-117" fmla="*/ 2808172 w 3076069"/>
                    <a:gd name="connsiteY13-118" fmla="*/ 1316375 h 1321259"/>
                    <a:gd name="connsiteX14-119" fmla="*/ 1537780 w 3076069"/>
                    <a:gd name="connsiteY14-120" fmla="*/ 727041 h 1321259"/>
                    <a:gd name="connsiteX0-121" fmla="*/ 1537780 w 3076069"/>
                    <a:gd name="connsiteY0-122" fmla="*/ 750825 h 1321259"/>
                    <a:gd name="connsiteX1-123" fmla="*/ 313981 w 3076069"/>
                    <a:gd name="connsiteY1-124" fmla="*/ 1321259 h 1321259"/>
                    <a:gd name="connsiteX2-125" fmla="*/ 0 w 3076069"/>
                    <a:gd name="connsiteY2-126" fmla="*/ 1228607 h 1321259"/>
                    <a:gd name="connsiteX3-127" fmla="*/ 962613 w 3076069"/>
                    <a:gd name="connsiteY3-128" fmla="*/ 837478 h 1321259"/>
                    <a:gd name="connsiteX4-129" fmla="*/ 935005 w 3076069"/>
                    <a:gd name="connsiteY4-130" fmla="*/ 450949 h 1321259"/>
                    <a:gd name="connsiteX5-131" fmla="*/ 212596 w 3076069"/>
                    <a:gd name="connsiteY5-132" fmla="*/ 119640 h 1321259"/>
                    <a:gd name="connsiteX6-133" fmla="*/ 456466 w 3076069"/>
                    <a:gd name="connsiteY6-134" fmla="*/ 50617 h 1321259"/>
                    <a:gd name="connsiteX7-135" fmla="*/ 1528577 w 3076069"/>
                    <a:gd name="connsiteY7-136" fmla="*/ 501566 h 1321259"/>
                    <a:gd name="connsiteX8-137" fmla="*/ 2623695 w 3076069"/>
                    <a:gd name="connsiteY8-138" fmla="*/ 0 h 1321259"/>
                    <a:gd name="connsiteX9-139" fmla="*/ 2927383 w 3076069"/>
                    <a:gd name="connsiteY9-140" fmla="*/ 96632 h 1321259"/>
                    <a:gd name="connsiteX10-141" fmla="*/ 2131352 w 3076069"/>
                    <a:gd name="connsiteY10-142" fmla="*/ 432543 h 1321259"/>
                    <a:gd name="connsiteX11-143" fmla="*/ 2292399 w 3076069"/>
                    <a:gd name="connsiteY11-144" fmla="*/ 920305 h 1321259"/>
                    <a:gd name="connsiteX12-145" fmla="*/ 3076069 w 3076069"/>
                    <a:gd name="connsiteY12-146" fmla="*/ 1228607 h 1321259"/>
                    <a:gd name="connsiteX13-147" fmla="*/ 2808172 w 3076069"/>
                    <a:gd name="connsiteY13-148" fmla="*/ 1316375 h 1321259"/>
                    <a:gd name="connsiteX14-149" fmla="*/ 1537780 w 3076069"/>
                    <a:gd name="connsiteY14-150" fmla="*/ 750825 h 1321259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20" name="Freeform 519"/>
                <p:cNvSpPr/>
                <p:nvPr/>
              </p:nvSpPr>
              <p:spPr bwMode="auto">
                <a:xfrm>
                  <a:off x="2429757" y="1631880"/>
                  <a:ext cx="705692" cy="109647"/>
                </a:xfrm>
                <a:custGeom>
                  <a:avLst/>
                  <a:gdLst>
                    <a:gd name="T0" fmla="*/ 0 w 3723451"/>
                    <a:gd name="T1" fmla="*/ 26825 h 932950"/>
                    <a:gd name="T2" fmla="*/ 124172 w 3723451"/>
                    <a:gd name="T3" fmla="*/ 316 h 932950"/>
                    <a:gd name="T4" fmla="*/ 351719 w 3723451"/>
                    <a:gd name="T5" fmla="*/ 61180 h 932950"/>
                    <a:gd name="T6" fmla="*/ 568801 w 3723451"/>
                    <a:gd name="T7" fmla="*/ 0 h 932950"/>
                    <a:gd name="T8" fmla="*/ 705692 w 3723451"/>
                    <a:gd name="T9" fmla="*/ 24346 h 932950"/>
                    <a:gd name="T10" fmla="*/ 603846 w 3723451"/>
                    <a:gd name="T11" fmla="*/ 54283 h 932950"/>
                    <a:gd name="T12" fmla="*/ 571056 w 3723451"/>
                    <a:gd name="T13" fmla="*/ 46212 h 932950"/>
                    <a:gd name="T14" fmla="*/ 355717 w 3723451"/>
                    <a:gd name="T15" fmla="*/ 109647 h 932950"/>
                    <a:gd name="T16" fmla="*/ 134869 w 3723451"/>
                    <a:gd name="T17" fmla="*/ 48545 h 932950"/>
                    <a:gd name="T18" fmla="*/ 99163 w 3723451"/>
                    <a:gd name="T19" fmla="*/ 55140 h 932950"/>
                    <a:gd name="T20" fmla="*/ 0 w 3723451"/>
                    <a:gd name="T21" fmla="*/ 26825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21" name="Freeform 520"/>
                <p:cNvSpPr/>
                <p:nvPr/>
              </p:nvSpPr>
              <p:spPr bwMode="auto">
                <a:xfrm>
                  <a:off x="2893929" y="1724658"/>
                  <a:ext cx="256615" cy="95589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56615 w 1366596"/>
                    <a:gd name="T3" fmla="*/ 73864 h 809868"/>
                    <a:gd name="T4" fmla="*/ 162436 w 1366596"/>
                    <a:gd name="T5" fmla="*/ 95589 h 809868"/>
                    <a:gd name="T6" fmla="*/ 864 w 1366596"/>
                    <a:gd name="T7" fmla="*/ 50510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22" name="Freeform 521"/>
                <p:cNvSpPr/>
                <p:nvPr/>
              </p:nvSpPr>
              <p:spPr bwMode="auto">
                <a:xfrm>
                  <a:off x="2418437" y="1727469"/>
                  <a:ext cx="252840" cy="92778"/>
                </a:xfrm>
                <a:custGeom>
                  <a:avLst/>
                  <a:gdLst>
                    <a:gd name="T0" fmla="*/ 249388 w 1348191"/>
                    <a:gd name="T1" fmla="*/ 0 h 791462"/>
                    <a:gd name="T2" fmla="*/ 252840 w 1348191"/>
                    <a:gd name="T3" fmla="*/ 44771 h 791462"/>
                    <a:gd name="T4" fmla="*/ 91471 w 1348191"/>
                    <a:gd name="T5" fmla="*/ 92778 h 791462"/>
                    <a:gd name="T6" fmla="*/ 0 w 1348191"/>
                    <a:gd name="T7" fmla="*/ 71741 h 791462"/>
                    <a:gd name="T8" fmla="*/ 249388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cxnSp>
              <p:nvCxnSpPr>
                <p:cNvPr id="523" name="Straight Connector 522"/>
                <p:cNvCxnSpPr>
                  <a:cxnSpLocks noChangeShapeType="1"/>
                  <a:endCxn id="518" idx="2"/>
                </p:cNvCxnSpPr>
                <p:nvPr/>
              </p:nvCxnSpPr>
              <p:spPr bwMode="auto">
                <a:xfrm flipH="1" flipV="1">
                  <a:off x="2184464" y="1733091"/>
                  <a:ext cx="3773" cy="120893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24" name="Straight Connector 523"/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80741" y="1730281"/>
                  <a:ext cx="3775" cy="120891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</p:grpSp>
      <p:sp>
        <p:nvSpPr>
          <p:cNvPr id="31761" name="Text Box 167"/>
          <p:cNvSpPr txBox="1"/>
          <p:nvPr/>
        </p:nvSpPr>
        <p:spPr>
          <a:xfrm>
            <a:off x="2047875" y="52388"/>
            <a:ext cx="5653088" cy="8318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Per-router control plane</a:t>
            </a:r>
            <a:endParaRPr lang="en-US" altLang="zh-CN" sz="3600" b="1" dirty="0">
              <a:solidFill>
                <a:srgbClr val="000099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229" name="Group 228"/>
          <p:cNvGrpSpPr/>
          <p:nvPr/>
        </p:nvGrpSpPr>
        <p:grpSpPr>
          <a:xfrm>
            <a:off x="3322638" y="2686050"/>
            <a:ext cx="5141912" cy="879475"/>
            <a:chOff x="1837066" y="707349"/>
            <a:chExt cx="5142579" cy="879389"/>
          </a:xfrm>
        </p:grpSpPr>
        <p:sp>
          <p:nvSpPr>
            <p:cNvPr id="233" name="Oval 232"/>
            <p:cNvSpPr/>
            <p:nvPr/>
          </p:nvSpPr>
          <p:spPr>
            <a:xfrm>
              <a:off x="1867232" y="785129"/>
              <a:ext cx="954212" cy="492077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1823" name="TextBox 233"/>
            <p:cNvSpPr txBox="1"/>
            <p:nvPr/>
          </p:nvSpPr>
          <p:spPr>
            <a:xfrm>
              <a:off x="1837066" y="783191"/>
              <a:ext cx="1020043" cy="5231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Routing</a:t>
              </a:r>
              <a:endParaRPr lang="en-US" altLang="zh-CN" sz="1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Algorithm</a:t>
              </a:r>
              <a:endParaRPr lang="en-US" altLang="zh-CN" sz="1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cxnSp>
          <p:nvCxnSpPr>
            <p:cNvPr id="235" name="Straight Arrow Connector 234"/>
            <p:cNvCxnSpPr/>
            <p:nvPr/>
          </p:nvCxnSpPr>
          <p:spPr>
            <a:xfrm flipV="1">
              <a:off x="2834145" y="807352"/>
              <a:ext cx="1517847" cy="214291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Arrow Connector 235"/>
            <p:cNvCxnSpPr/>
            <p:nvPr/>
          </p:nvCxnSpPr>
          <p:spPr>
            <a:xfrm>
              <a:off x="2751585" y="1201014"/>
              <a:ext cx="797028" cy="279373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Arrow Connector 236"/>
            <p:cNvCxnSpPr/>
            <p:nvPr/>
          </p:nvCxnSpPr>
          <p:spPr>
            <a:xfrm>
              <a:off x="4685410" y="894656"/>
              <a:ext cx="892291" cy="509538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Arrow Connector 237"/>
            <p:cNvCxnSpPr/>
            <p:nvPr/>
          </p:nvCxnSpPr>
          <p:spPr>
            <a:xfrm>
              <a:off x="4801312" y="801003"/>
              <a:ext cx="1695670" cy="130162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9" name="Oval 238"/>
            <p:cNvSpPr/>
            <p:nvPr/>
          </p:nvSpPr>
          <p:spPr>
            <a:xfrm>
              <a:off x="6558903" y="894656"/>
              <a:ext cx="420742" cy="180957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240" name="Oval 239"/>
            <p:cNvSpPr/>
            <p:nvPr/>
          </p:nvSpPr>
          <p:spPr>
            <a:xfrm>
              <a:off x="5572938" y="1404194"/>
              <a:ext cx="420743" cy="182544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241" name="Oval 240"/>
            <p:cNvSpPr/>
            <p:nvPr/>
          </p:nvSpPr>
          <p:spPr>
            <a:xfrm>
              <a:off x="4367869" y="707349"/>
              <a:ext cx="420742" cy="182545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242" name="Oval 241"/>
            <p:cNvSpPr/>
            <p:nvPr/>
          </p:nvSpPr>
          <p:spPr>
            <a:xfrm>
              <a:off x="3572428" y="1402606"/>
              <a:ext cx="420743" cy="180957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cxnSp>
          <p:nvCxnSpPr>
            <p:cNvPr id="243" name="Straight Arrow Connector 242"/>
            <p:cNvCxnSpPr/>
            <p:nvPr/>
          </p:nvCxnSpPr>
          <p:spPr>
            <a:xfrm>
              <a:off x="2821444" y="1105773"/>
              <a:ext cx="2738792" cy="339692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Arrow Connector 243"/>
            <p:cNvCxnSpPr>
              <a:endCxn id="239" idx="2"/>
            </p:cNvCxnSpPr>
            <p:nvPr/>
          </p:nvCxnSpPr>
          <p:spPr>
            <a:xfrm flipV="1">
              <a:off x="3997933" y="985135"/>
              <a:ext cx="2560970" cy="469854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Arrow Connector 244"/>
            <p:cNvCxnSpPr/>
            <p:nvPr/>
          </p:nvCxnSpPr>
          <p:spPr>
            <a:xfrm flipV="1">
              <a:off x="3991582" y="1508959"/>
              <a:ext cx="1581355" cy="0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Arrow Connector 245"/>
            <p:cNvCxnSpPr/>
            <p:nvPr/>
          </p:nvCxnSpPr>
          <p:spPr>
            <a:xfrm flipV="1">
              <a:off x="5996856" y="1083550"/>
              <a:ext cx="750984" cy="396836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763" name="TextBox 257"/>
          <p:cNvSpPr txBox="1"/>
          <p:nvPr/>
        </p:nvSpPr>
        <p:spPr>
          <a:xfrm>
            <a:off x="582613" y="1025525"/>
            <a:ext cx="10955337" cy="1139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Individual routing algorithm components </a:t>
            </a:r>
            <a:r>
              <a:rPr lang="en-US" altLang="zh-CN" sz="2400" b="1" i="1" dirty="0">
                <a:solidFill>
                  <a:srgbClr val="00009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in each and every router </a:t>
            </a: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interact in the control plane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3081338" y="3074988"/>
            <a:ext cx="7666037" cy="1279525"/>
            <a:chOff x="1557338" y="3074988"/>
            <a:chExt cx="6412682" cy="1279211"/>
          </a:xfrm>
        </p:grpSpPr>
        <p:sp>
          <p:nvSpPr>
            <p:cNvPr id="31819" name="TextBox 232"/>
            <p:cNvSpPr txBox="1"/>
            <p:nvPr/>
          </p:nvSpPr>
          <p:spPr>
            <a:xfrm>
              <a:off x="7283496" y="3651250"/>
              <a:ext cx="614271" cy="7029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data</a:t>
              </a:r>
              <a:endPara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plane</a:t>
              </a:r>
              <a:endPara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31820" name="TextBox 233"/>
            <p:cNvSpPr txBox="1"/>
            <p:nvPr/>
          </p:nvSpPr>
          <p:spPr>
            <a:xfrm>
              <a:off x="7187433" y="3074988"/>
              <a:ext cx="782587" cy="7029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control</a:t>
              </a:r>
              <a:endPara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plane</a:t>
              </a:r>
              <a:endPara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cxnSp>
          <p:nvCxnSpPr>
            <p:cNvPr id="232" name="Straight Connector 231"/>
            <p:cNvCxnSpPr/>
            <p:nvPr/>
          </p:nvCxnSpPr>
          <p:spPr>
            <a:xfrm>
              <a:off x="1557338" y="3613018"/>
              <a:ext cx="5595992" cy="80943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3352800" y="3702050"/>
            <a:ext cx="5126038" cy="1120775"/>
            <a:chOff x="-4746102" y="4471477"/>
            <a:chExt cx="5126173" cy="1120753"/>
          </a:xfrm>
        </p:grpSpPr>
        <p:pic>
          <p:nvPicPr>
            <p:cNvPr id="31797" name="Picture 10" descr="fig42_table.pdf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4746102" y="4471477"/>
              <a:ext cx="966463" cy="966962"/>
            </a:xfrm>
            <a:prstGeom prst="rect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grpSp>
          <p:nvGrpSpPr>
            <p:cNvPr id="31798" name="Group 25"/>
            <p:cNvGrpSpPr/>
            <p:nvPr/>
          </p:nvGrpSpPr>
          <p:grpSpPr>
            <a:xfrm>
              <a:off x="-3025264" y="5228984"/>
              <a:ext cx="3405335" cy="363246"/>
              <a:chOff x="-3025264" y="5228984"/>
              <a:chExt cx="3405335" cy="363246"/>
            </a:xfrm>
          </p:grpSpPr>
          <p:grpSp>
            <p:nvGrpSpPr>
              <p:cNvPr id="31799" name="Group 241"/>
              <p:cNvGrpSpPr/>
              <p:nvPr/>
            </p:nvGrpSpPr>
            <p:grpSpPr>
              <a:xfrm>
                <a:off x="-3025264" y="5262858"/>
                <a:ext cx="430360" cy="329372"/>
                <a:chOff x="2931664" y="3912603"/>
                <a:chExt cx="430450" cy="329314"/>
              </a:xfrm>
            </p:grpSpPr>
            <p:sp>
              <p:nvSpPr>
                <p:cNvPr id="92" name="Rectangle 91"/>
                <p:cNvSpPr/>
                <p:nvPr/>
              </p:nvSpPr>
              <p:spPr>
                <a:xfrm>
                  <a:off x="2936485" y="3902258"/>
                  <a:ext cx="425550" cy="339659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cxnSp>
              <p:nvCxnSpPr>
                <p:cNvPr id="93" name="Straight Connector 92"/>
                <p:cNvCxnSpPr/>
                <p:nvPr/>
              </p:nvCxnSpPr>
              <p:spPr>
                <a:xfrm>
                  <a:off x="2931721" y="4003838"/>
                  <a:ext cx="425550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>
                  <a:off x="2931721" y="4067326"/>
                  <a:ext cx="425550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/>
                <p:cNvCxnSpPr>
                  <a:stCxn id="92" idx="2"/>
                </p:cNvCxnSpPr>
                <p:nvPr/>
              </p:nvCxnSpPr>
              <p:spPr>
                <a:xfrm flipH="1" flipV="1">
                  <a:off x="3147672" y="4003838"/>
                  <a:ext cx="1588" cy="238079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800" name="Group 444"/>
              <p:cNvGrpSpPr/>
              <p:nvPr/>
            </p:nvGrpSpPr>
            <p:grpSpPr>
              <a:xfrm>
                <a:off x="-2217227" y="5261364"/>
                <a:ext cx="430361" cy="329307"/>
                <a:chOff x="2931664" y="3912603"/>
                <a:chExt cx="430450" cy="329314"/>
              </a:xfrm>
            </p:grpSpPr>
            <p:sp>
              <p:nvSpPr>
                <p:cNvPr id="448" name="Rectangle 447"/>
                <p:cNvSpPr/>
                <p:nvPr/>
              </p:nvSpPr>
              <p:spPr>
                <a:xfrm>
                  <a:off x="2936506" y="3902163"/>
                  <a:ext cx="425549" cy="339726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cxnSp>
              <p:nvCxnSpPr>
                <p:cNvPr id="449" name="Straight Connector 448"/>
                <p:cNvCxnSpPr/>
                <p:nvPr/>
              </p:nvCxnSpPr>
              <p:spPr>
                <a:xfrm>
                  <a:off x="2931743" y="4003763"/>
                  <a:ext cx="425549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0" name="Straight Connector 449"/>
                <p:cNvCxnSpPr/>
                <p:nvPr/>
              </p:nvCxnSpPr>
              <p:spPr>
                <a:xfrm>
                  <a:off x="2931743" y="4067263"/>
                  <a:ext cx="425549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1" name="Straight Connector 450"/>
                <p:cNvCxnSpPr>
                  <a:stCxn id="448" idx="2"/>
                </p:cNvCxnSpPr>
                <p:nvPr/>
              </p:nvCxnSpPr>
              <p:spPr>
                <a:xfrm flipH="1" flipV="1">
                  <a:off x="3147693" y="4003763"/>
                  <a:ext cx="1587" cy="238126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801" name="Group 473"/>
              <p:cNvGrpSpPr/>
              <p:nvPr/>
            </p:nvGrpSpPr>
            <p:grpSpPr>
              <a:xfrm>
                <a:off x="-1034539" y="5261364"/>
                <a:ext cx="430360" cy="329307"/>
                <a:chOff x="2931664" y="3912603"/>
                <a:chExt cx="430450" cy="329314"/>
              </a:xfrm>
            </p:grpSpPr>
            <p:sp>
              <p:nvSpPr>
                <p:cNvPr id="477" name="Rectangle 476"/>
                <p:cNvSpPr/>
                <p:nvPr/>
              </p:nvSpPr>
              <p:spPr>
                <a:xfrm>
                  <a:off x="2936538" y="3902163"/>
                  <a:ext cx="425550" cy="339726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cxnSp>
              <p:nvCxnSpPr>
                <p:cNvPr id="478" name="Straight Connector 477"/>
                <p:cNvCxnSpPr/>
                <p:nvPr/>
              </p:nvCxnSpPr>
              <p:spPr>
                <a:xfrm>
                  <a:off x="2931774" y="4003763"/>
                  <a:ext cx="425550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9" name="Straight Connector 478"/>
                <p:cNvCxnSpPr/>
                <p:nvPr/>
              </p:nvCxnSpPr>
              <p:spPr>
                <a:xfrm>
                  <a:off x="2931774" y="4067263"/>
                  <a:ext cx="425550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0" name="Straight Connector 479"/>
                <p:cNvCxnSpPr>
                  <a:stCxn id="477" idx="2"/>
                </p:cNvCxnSpPr>
                <p:nvPr/>
              </p:nvCxnSpPr>
              <p:spPr>
                <a:xfrm flipH="1" flipV="1">
                  <a:off x="3147725" y="4003763"/>
                  <a:ext cx="1588" cy="238126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802" name="Group 502"/>
              <p:cNvGrpSpPr/>
              <p:nvPr/>
            </p:nvGrpSpPr>
            <p:grpSpPr>
              <a:xfrm>
                <a:off x="-50289" y="5228984"/>
                <a:ext cx="430360" cy="350559"/>
                <a:chOff x="2931664" y="3912603"/>
                <a:chExt cx="430450" cy="329314"/>
              </a:xfrm>
            </p:grpSpPr>
            <p:sp>
              <p:nvSpPr>
                <p:cNvPr id="506" name="Rectangle 505"/>
                <p:cNvSpPr/>
                <p:nvPr/>
              </p:nvSpPr>
              <p:spPr>
                <a:xfrm>
                  <a:off x="2936564" y="3912336"/>
                  <a:ext cx="425550" cy="329569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cxnSp>
              <p:nvCxnSpPr>
                <p:cNvPr id="507" name="Straight Connector 506"/>
                <p:cNvCxnSpPr/>
                <p:nvPr/>
              </p:nvCxnSpPr>
              <p:spPr>
                <a:xfrm>
                  <a:off x="2931800" y="4003303"/>
                  <a:ext cx="425550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8" name="Straight Connector 507"/>
                <p:cNvCxnSpPr/>
                <p:nvPr/>
              </p:nvCxnSpPr>
              <p:spPr>
                <a:xfrm>
                  <a:off x="2931800" y="4067428"/>
                  <a:ext cx="425550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9" name="Straight Connector 508"/>
                <p:cNvCxnSpPr>
                  <a:stCxn id="506" idx="2"/>
                </p:cNvCxnSpPr>
                <p:nvPr/>
              </p:nvCxnSpPr>
              <p:spPr>
                <a:xfrm flipH="1" flipV="1">
                  <a:off x="3147751" y="4003303"/>
                  <a:ext cx="1588" cy="238602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5" name="Group 24"/>
          <p:cNvGrpSpPr/>
          <p:nvPr/>
        </p:nvGrpSpPr>
        <p:grpSpPr>
          <a:xfrm>
            <a:off x="3806825" y="2882900"/>
            <a:ext cx="4437063" cy="1577975"/>
            <a:chOff x="-4267279" y="3655204"/>
            <a:chExt cx="4437063" cy="1578510"/>
          </a:xfrm>
        </p:grpSpPr>
        <p:cxnSp>
          <p:nvCxnSpPr>
            <p:cNvPr id="111" name="Straight Arrow Connector 110"/>
            <p:cNvCxnSpPr/>
            <p:nvPr/>
          </p:nvCxnSpPr>
          <p:spPr bwMode="auto">
            <a:xfrm>
              <a:off x="-4267279" y="4047450"/>
              <a:ext cx="0" cy="422418"/>
            </a:xfrm>
            <a:prstGeom prst="straightConnector1">
              <a:avLst/>
            </a:prstGeom>
            <a:ln w="12700">
              <a:solidFill>
                <a:srgbClr val="CC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>
              <a:cxnSpLocks noChangeShapeType="1"/>
            </p:cNvCxnSpPr>
            <p:nvPr/>
          </p:nvCxnSpPr>
          <p:spPr bwMode="auto">
            <a:xfrm flipH="1">
              <a:off x="-2808366" y="4361882"/>
              <a:ext cx="0" cy="871832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6" name="Straight Arrow Connector 445"/>
            <p:cNvCxnSpPr>
              <a:cxnSpLocks noChangeShapeType="1"/>
            </p:cNvCxnSpPr>
            <p:nvPr/>
          </p:nvCxnSpPr>
          <p:spPr bwMode="auto">
            <a:xfrm>
              <a:off x="-2006679" y="3655204"/>
              <a:ext cx="6350" cy="1576922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5" name="Straight Arrow Connector 474"/>
            <p:cNvCxnSpPr>
              <a:cxnSpLocks noChangeShapeType="1"/>
            </p:cNvCxnSpPr>
            <p:nvPr/>
          </p:nvCxnSpPr>
          <p:spPr bwMode="auto">
            <a:xfrm>
              <a:off x="-823991" y="4326945"/>
              <a:ext cx="6350" cy="905182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4" name="Straight Arrow Connector 503"/>
            <p:cNvCxnSpPr>
              <a:cxnSpLocks noChangeShapeType="1"/>
            </p:cNvCxnSpPr>
            <p:nvPr/>
          </p:nvCxnSpPr>
          <p:spPr bwMode="auto">
            <a:xfrm flipH="1">
              <a:off x="166609" y="3798127"/>
              <a:ext cx="3175" cy="1399062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1767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458787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5-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31768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Control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cxnSp>
        <p:nvCxnSpPr>
          <p:cNvPr id="227" name="Straight Connector 226"/>
          <p:cNvCxnSpPr/>
          <p:nvPr/>
        </p:nvCxnSpPr>
        <p:spPr>
          <a:xfrm flipH="1">
            <a:off x="2806700" y="5802313"/>
            <a:ext cx="1508125" cy="1588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770" name="TextBox 265"/>
          <p:cNvSpPr txBox="1"/>
          <p:nvPr/>
        </p:nvSpPr>
        <p:spPr>
          <a:xfrm>
            <a:off x="4722813" y="5473700"/>
            <a:ext cx="254000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31771" name="TextBox 281"/>
          <p:cNvSpPr txBox="1"/>
          <p:nvPr/>
        </p:nvSpPr>
        <p:spPr>
          <a:xfrm>
            <a:off x="4897438" y="5761038"/>
            <a:ext cx="279400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31772" name="Group 5"/>
          <p:cNvGrpSpPr/>
          <p:nvPr/>
        </p:nvGrpSpPr>
        <p:grpSpPr>
          <a:xfrm>
            <a:off x="2462213" y="5237163"/>
            <a:ext cx="1616075" cy="585787"/>
            <a:chOff x="-4079003" y="2717403"/>
            <a:chExt cx="1616718" cy="587237"/>
          </a:xfrm>
        </p:grpSpPr>
        <p:sp>
          <p:nvSpPr>
            <p:cNvPr id="31786" name="Rectangle 97"/>
            <p:cNvSpPr/>
            <p:nvPr/>
          </p:nvSpPr>
          <p:spPr>
            <a:xfrm>
              <a:off x="-4052413" y="2965119"/>
              <a:ext cx="1290538" cy="208750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31787" name="Rectangle 98"/>
            <p:cNvSpPr/>
            <p:nvPr/>
          </p:nvSpPr>
          <p:spPr>
            <a:xfrm>
              <a:off x="-4079003" y="2985994"/>
              <a:ext cx="1281675" cy="20875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31788" name="Line 99"/>
            <p:cNvSpPr/>
            <p:nvPr/>
          </p:nvSpPr>
          <p:spPr>
            <a:xfrm>
              <a:off x="-2933828" y="3101502"/>
              <a:ext cx="471543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789" name="Rectangle 104"/>
            <p:cNvSpPr/>
            <p:nvPr/>
          </p:nvSpPr>
          <p:spPr>
            <a:xfrm>
              <a:off x="-3377007" y="2988777"/>
              <a:ext cx="476861" cy="21014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31790" name="Text Box 105"/>
            <p:cNvSpPr txBox="1"/>
            <p:nvPr/>
          </p:nvSpPr>
          <p:spPr>
            <a:xfrm>
              <a:off x="-3430189" y="2965119"/>
              <a:ext cx="486223" cy="3395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0111</a:t>
              </a:r>
              <a:endPara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31791" name="Line 119"/>
            <p:cNvSpPr/>
            <p:nvPr/>
          </p:nvSpPr>
          <p:spPr>
            <a:xfrm>
              <a:off x="-3621642" y="2717403"/>
              <a:ext cx="405953" cy="3006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31773" name="Freeform 120"/>
          <p:cNvSpPr/>
          <p:nvPr/>
        </p:nvSpPr>
        <p:spPr>
          <a:xfrm>
            <a:off x="4017963" y="5668963"/>
            <a:ext cx="982662" cy="233362"/>
          </a:xfrm>
          <a:custGeom>
            <a:avLst/>
            <a:gdLst>
              <a:gd name="txL" fmla="*/ 0 w 554"/>
              <a:gd name="txT" fmla="*/ 0 h 167"/>
              <a:gd name="txR" fmla="*/ 554 w 554"/>
              <a:gd name="txB" fmla="*/ 167 h 167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554" h="167">
                <a:moveTo>
                  <a:pt x="0" y="10"/>
                </a:moveTo>
                <a:cubicBezTo>
                  <a:pt x="102" y="0"/>
                  <a:pt x="240" y="5"/>
                  <a:pt x="324" y="26"/>
                </a:cubicBezTo>
                <a:cubicBezTo>
                  <a:pt x="416" y="52"/>
                  <a:pt x="502" y="120"/>
                  <a:pt x="554" y="167"/>
                </a:cubicBezTo>
              </a:path>
            </a:pathLst>
          </a:custGeom>
          <a:noFill/>
          <a:ln w="57150" cap="flat" cmpd="sng">
            <a:solidFill>
              <a:srgbClr val="FF33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31774" name="Group 357"/>
          <p:cNvGrpSpPr/>
          <p:nvPr/>
        </p:nvGrpSpPr>
        <p:grpSpPr>
          <a:xfrm>
            <a:off x="4238625" y="5659438"/>
            <a:ext cx="565150" cy="293687"/>
            <a:chOff x="1871277" y="1576300"/>
            <a:chExt cx="1128371" cy="437861"/>
          </a:xfrm>
        </p:grpSpPr>
        <p:sp>
          <p:nvSpPr>
            <p:cNvPr id="359" name="Oval 358"/>
            <p:cNvSpPr>
              <a:spLocks noChangeArrowheads="1"/>
            </p:cNvSpPr>
            <p:nvPr/>
          </p:nvSpPr>
          <p:spPr bwMode="auto">
            <a:xfrm flipV="1">
              <a:off x="1874448" y="1694641"/>
              <a:ext cx="1125200" cy="31952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60" name="Rectangle 359"/>
            <p:cNvSpPr/>
            <p:nvPr/>
          </p:nvSpPr>
          <p:spPr bwMode="auto">
            <a:xfrm>
              <a:off x="1871277" y="1739610"/>
              <a:ext cx="1128371" cy="115975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61" name="Oval 360"/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202" cy="31952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62" name="Freeform 361"/>
            <p:cNvSpPr/>
            <p:nvPr/>
          </p:nvSpPr>
          <p:spPr bwMode="auto">
            <a:xfrm>
              <a:off x="2159710" y="1673339"/>
              <a:ext cx="548337" cy="160944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-1" fmla="*/ 1486231 w 2944854"/>
                <a:gd name="connsiteY0-2" fmla="*/ 727041 h 1316375"/>
                <a:gd name="connsiteX1-3" fmla="*/ 257675 w 2944854"/>
                <a:gd name="connsiteY1-4" fmla="*/ 1302232 h 1316375"/>
                <a:gd name="connsiteX2-5" fmla="*/ 0 w 2944854"/>
                <a:gd name="connsiteY2-6" fmla="*/ 1228607 h 1316375"/>
                <a:gd name="connsiteX3-7" fmla="*/ 911064 w 2944854"/>
                <a:gd name="connsiteY3-8" fmla="*/ 837478 h 1316375"/>
                <a:gd name="connsiteX4-9" fmla="*/ 883456 w 2944854"/>
                <a:gd name="connsiteY4-10" fmla="*/ 450949 h 1316375"/>
                <a:gd name="connsiteX5-11" fmla="*/ 161047 w 2944854"/>
                <a:gd name="connsiteY5-12" fmla="*/ 119640 h 1316375"/>
                <a:gd name="connsiteX6-13" fmla="*/ 404917 w 2944854"/>
                <a:gd name="connsiteY6-14" fmla="*/ 50617 h 1316375"/>
                <a:gd name="connsiteX7-15" fmla="*/ 1477028 w 2944854"/>
                <a:gd name="connsiteY7-16" fmla="*/ 501566 h 1316375"/>
                <a:gd name="connsiteX8-17" fmla="*/ 2572146 w 2944854"/>
                <a:gd name="connsiteY8-18" fmla="*/ 0 h 1316375"/>
                <a:gd name="connsiteX9-19" fmla="*/ 2875834 w 2944854"/>
                <a:gd name="connsiteY9-20" fmla="*/ 96632 h 1316375"/>
                <a:gd name="connsiteX10-21" fmla="*/ 2079803 w 2944854"/>
                <a:gd name="connsiteY10-22" fmla="*/ 432543 h 1316375"/>
                <a:gd name="connsiteX11-23" fmla="*/ 2240850 w 2944854"/>
                <a:gd name="connsiteY11-24" fmla="*/ 920305 h 1316375"/>
                <a:gd name="connsiteX12-25" fmla="*/ 2944854 w 2944854"/>
                <a:gd name="connsiteY12-26" fmla="*/ 1228607 h 1316375"/>
                <a:gd name="connsiteX13-27" fmla="*/ 2756623 w 2944854"/>
                <a:gd name="connsiteY13-28" fmla="*/ 1316375 h 1316375"/>
                <a:gd name="connsiteX14-29" fmla="*/ 1486231 w 2944854"/>
                <a:gd name="connsiteY14-30" fmla="*/ 727041 h 1316375"/>
                <a:gd name="connsiteX0-31" fmla="*/ 1486231 w 3024520"/>
                <a:gd name="connsiteY0-32" fmla="*/ 727041 h 1316375"/>
                <a:gd name="connsiteX1-33" fmla="*/ 257675 w 3024520"/>
                <a:gd name="connsiteY1-34" fmla="*/ 1302232 h 1316375"/>
                <a:gd name="connsiteX2-35" fmla="*/ 0 w 3024520"/>
                <a:gd name="connsiteY2-36" fmla="*/ 1228607 h 1316375"/>
                <a:gd name="connsiteX3-37" fmla="*/ 911064 w 3024520"/>
                <a:gd name="connsiteY3-38" fmla="*/ 837478 h 1316375"/>
                <a:gd name="connsiteX4-39" fmla="*/ 883456 w 3024520"/>
                <a:gd name="connsiteY4-40" fmla="*/ 450949 h 1316375"/>
                <a:gd name="connsiteX5-41" fmla="*/ 161047 w 3024520"/>
                <a:gd name="connsiteY5-42" fmla="*/ 119640 h 1316375"/>
                <a:gd name="connsiteX6-43" fmla="*/ 404917 w 3024520"/>
                <a:gd name="connsiteY6-44" fmla="*/ 50617 h 1316375"/>
                <a:gd name="connsiteX7-45" fmla="*/ 1477028 w 3024520"/>
                <a:gd name="connsiteY7-46" fmla="*/ 501566 h 1316375"/>
                <a:gd name="connsiteX8-47" fmla="*/ 2572146 w 3024520"/>
                <a:gd name="connsiteY8-48" fmla="*/ 0 h 1316375"/>
                <a:gd name="connsiteX9-49" fmla="*/ 2875834 w 3024520"/>
                <a:gd name="connsiteY9-50" fmla="*/ 96632 h 1316375"/>
                <a:gd name="connsiteX10-51" fmla="*/ 2079803 w 3024520"/>
                <a:gd name="connsiteY10-52" fmla="*/ 432543 h 1316375"/>
                <a:gd name="connsiteX11-53" fmla="*/ 2240850 w 3024520"/>
                <a:gd name="connsiteY11-54" fmla="*/ 920305 h 1316375"/>
                <a:gd name="connsiteX12-55" fmla="*/ 3024520 w 3024520"/>
                <a:gd name="connsiteY12-56" fmla="*/ 1228607 h 1316375"/>
                <a:gd name="connsiteX13-57" fmla="*/ 2756623 w 3024520"/>
                <a:gd name="connsiteY13-58" fmla="*/ 1316375 h 1316375"/>
                <a:gd name="connsiteX14-59" fmla="*/ 1486231 w 3024520"/>
                <a:gd name="connsiteY14-60" fmla="*/ 727041 h 1316375"/>
                <a:gd name="connsiteX0-61" fmla="*/ 1537780 w 3076069"/>
                <a:gd name="connsiteY0-62" fmla="*/ 727041 h 1316375"/>
                <a:gd name="connsiteX1-63" fmla="*/ 309224 w 3076069"/>
                <a:gd name="connsiteY1-64" fmla="*/ 1302232 h 1316375"/>
                <a:gd name="connsiteX2-65" fmla="*/ 0 w 3076069"/>
                <a:gd name="connsiteY2-66" fmla="*/ 1228607 h 1316375"/>
                <a:gd name="connsiteX3-67" fmla="*/ 962613 w 3076069"/>
                <a:gd name="connsiteY3-68" fmla="*/ 837478 h 1316375"/>
                <a:gd name="connsiteX4-69" fmla="*/ 935005 w 3076069"/>
                <a:gd name="connsiteY4-70" fmla="*/ 450949 h 1316375"/>
                <a:gd name="connsiteX5-71" fmla="*/ 212596 w 3076069"/>
                <a:gd name="connsiteY5-72" fmla="*/ 119640 h 1316375"/>
                <a:gd name="connsiteX6-73" fmla="*/ 456466 w 3076069"/>
                <a:gd name="connsiteY6-74" fmla="*/ 50617 h 1316375"/>
                <a:gd name="connsiteX7-75" fmla="*/ 1528577 w 3076069"/>
                <a:gd name="connsiteY7-76" fmla="*/ 501566 h 1316375"/>
                <a:gd name="connsiteX8-77" fmla="*/ 2623695 w 3076069"/>
                <a:gd name="connsiteY8-78" fmla="*/ 0 h 1316375"/>
                <a:gd name="connsiteX9-79" fmla="*/ 2927383 w 3076069"/>
                <a:gd name="connsiteY9-80" fmla="*/ 96632 h 1316375"/>
                <a:gd name="connsiteX10-81" fmla="*/ 2131352 w 3076069"/>
                <a:gd name="connsiteY10-82" fmla="*/ 432543 h 1316375"/>
                <a:gd name="connsiteX11-83" fmla="*/ 2292399 w 3076069"/>
                <a:gd name="connsiteY11-84" fmla="*/ 920305 h 1316375"/>
                <a:gd name="connsiteX12-85" fmla="*/ 3076069 w 3076069"/>
                <a:gd name="connsiteY12-86" fmla="*/ 1228607 h 1316375"/>
                <a:gd name="connsiteX13-87" fmla="*/ 2808172 w 3076069"/>
                <a:gd name="connsiteY13-88" fmla="*/ 1316375 h 1316375"/>
                <a:gd name="connsiteX14-89" fmla="*/ 1537780 w 3076069"/>
                <a:gd name="connsiteY14-90" fmla="*/ 727041 h 1316375"/>
                <a:gd name="connsiteX0-91" fmla="*/ 1537780 w 3076069"/>
                <a:gd name="connsiteY0-92" fmla="*/ 727041 h 1321259"/>
                <a:gd name="connsiteX1-93" fmla="*/ 313981 w 3076069"/>
                <a:gd name="connsiteY1-94" fmla="*/ 1321259 h 1321259"/>
                <a:gd name="connsiteX2-95" fmla="*/ 0 w 3076069"/>
                <a:gd name="connsiteY2-96" fmla="*/ 1228607 h 1321259"/>
                <a:gd name="connsiteX3-97" fmla="*/ 962613 w 3076069"/>
                <a:gd name="connsiteY3-98" fmla="*/ 837478 h 1321259"/>
                <a:gd name="connsiteX4-99" fmla="*/ 935005 w 3076069"/>
                <a:gd name="connsiteY4-100" fmla="*/ 450949 h 1321259"/>
                <a:gd name="connsiteX5-101" fmla="*/ 212596 w 3076069"/>
                <a:gd name="connsiteY5-102" fmla="*/ 119640 h 1321259"/>
                <a:gd name="connsiteX6-103" fmla="*/ 456466 w 3076069"/>
                <a:gd name="connsiteY6-104" fmla="*/ 50617 h 1321259"/>
                <a:gd name="connsiteX7-105" fmla="*/ 1528577 w 3076069"/>
                <a:gd name="connsiteY7-106" fmla="*/ 501566 h 1321259"/>
                <a:gd name="connsiteX8-107" fmla="*/ 2623695 w 3076069"/>
                <a:gd name="connsiteY8-108" fmla="*/ 0 h 1321259"/>
                <a:gd name="connsiteX9-109" fmla="*/ 2927383 w 3076069"/>
                <a:gd name="connsiteY9-110" fmla="*/ 96632 h 1321259"/>
                <a:gd name="connsiteX10-111" fmla="*/ 2131352 w 3076069"/>
                <a:gd name="connsiteY10-112" fmla="*/ 432543 h 1321259"/>
                <a:gd name="connsiteX11-113" fmla="*/ 2292399 w 3076069"/>
                <a:gd name="connsiteY11-114" fmla="*/ 920305 h 1321259"/>
                <a:gd name="connsiteX12-115" fmla="*/ 3076069 w 3076069"/>
                <a:gd name="connsiteY12-116" fmla="*/ 1228607 h 1321259"/>
                <a:gd name="connsiteX13-117" fmla="*/ 2808172 w 3076069"/>
                <a:gd name="connsiteY13-118" fmla="*/ 1316375 h 1321259"/>
                <a:gd name="connsiteX14-119" fmla="*/ 1537780 w 3076069"/>
                <a:gd name="connsiteY14-120" fmla="*/ 727041 h 1321259"/>
                <a:gd name="connsiteX0-121" fmla="*/ 1537780 w 3076069"/>
                <a:gd name="connsiteY0-122" fmla="*/ 750825 h 1321259"/>
                <a:gd name="connsiteX1-123" fmla="*/ 313981 w 3076069"/>
                <a:gd name="connsiteY1-124" fmla="*/ 1321259 h 1321259"/>
                <a:gd name="connsiteX2-125" fmla="*/ 0 w 3076069"/>
                <a:gd name="connsiteY2-126" fmla="*/ 1228607 h 1321259"/>
                <a:gd name="connsiteX3-127" fmla="*/ 962613 w 3076069"/>
                <a:gd name="connsiteY3-128" fmla="*/ 837478 h 1321259"/>
                <a:gd name="connsiteX4-129" fmla="*/ 935005 w 3076069"/>
                <a:gd name="connsiteY4-130" fmla="*/ 450949 h 1321259"/>
                <a:gd name="connsiteX5-131" fmla="*/ 212596 w 3076069"/>
                <a:gd name="connsiteY5-132" fmla="*/ 119640 h 1321259"/>
                <a:gd name="connsiteX6-133" fmla="*/ 456466 w 3076069"/>
                <a:gd name="connsiteY6-134" fmla="*/ 50617 h 1321259"/>
                <a:gd name="connsiteX7-135" fmla="*/ 1528577 w 3076069"/>
                <a:gd name="connsiteY7-136" fmla="*/ 501566 h 1321259"/>
                <a:gd name="connsiteX8-137" fmla="*/ 2623695 w 3076069"/>
                <a:gd name="connsiteY8-138" fmla="*/ 0 h 1321259"/>
                <a:gd name="connsiteX9-139" fmla="*/ 2927383 w 3076069"/>
                <a:gd name="connsiteY9-140" fmla="*/ 96632 h 1321259"/>
                <a:gd name="connsiteX10-141" fmla="*/ 2131352 w 3076069"/>
                <a:gd name="connsiteY10-142" fmla="*/ 432543 h 1321259"/>
                <a:gd name="connsiteX11-143" fmla="*/ 2292399 w 3076069"/>
                <a:gd name="connsiteY11-144" fmla="*/ 920305 h 1321259"/>
                <a:gd name="connsiteX12-145" fmla="*/ 3076069 w 3076069"/>
                <a:gd name="connsiteY12-146" fmla="*/ 1228607 h 1321259"/>
                <a:gd name="connsiteX13-147" fmla="*/ 2808172 w 3076069"/>
                <a:gd name="connsiteY13-148" fmla="*/ 1316375 h 1321259"/>
                <a:gd name="connsiteX14-149" fmla="*/ 1537780 w 3076069"/>
                <a:gd name="connsiteY14-150" fmla="*/ 750825 h 13212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63" name="Freeform 362"/>
            <p:cNvSpPr/>
            <p:nvPr/>
          </p:nvSpPr>
          <p:spPr bwMode="auto">
            <a:xfrm>
              <a:off x="2102657" y="1633104"/>
              <a:ext cx="662442" cy="111240"/>
            </a:xfrm>
            <a:custGeom>
              <a:avLst/>
              <a:gdLst>
                <a:gd name="T0" fmla="*/ 0 w 3723451"/>
                <a:gd name="T1" fmla="*/ 27215 h 932950"/>
                <a:gd name="T2" fmla="*/ 116561 w 3723451"/>
                <a:gd name="T3" fmla="*/ 321 h 932950"/>
                <a:gd name="T4" fmla="*/ 330163 w 3723451"/>
                <a:gd name="T5" fmla="*/ 62069 h 932950"/>
                <a:gd name="T6" fmla="*/ 533941 w 3723451"/>
                <a:gd name="T7" fmla="*/ 0 h 932950"/>
                <a:gd name="T8" fmla="*/ 662442 w 3723451"/>
                <a:gd name="T9" fmla="*/ 24699 h 932950"/>
                <a:gd name="T10" fmla="*/ 566838 w 3723451"/>
                <a:gd name="T11" fmla="*/ 55071 h 932950"/>
                <a:gd name="T12" fmla="*/ 536057 w 3723451"/>
                <a:gd name="T13" fmla="*/ 46883 h 932950"/>
                <a:gd name="T14" fmla="*/ 333916 w 3723451"/>
                <a:gd name="T15" fmla="*/ 111240 h 932950"/>
                <a:gd name="T16" fmla="*/ 126604 w 3723451"/>
                <a:gd name="T17" fmla="*/ 49250 h 932950"/>
                <a:gd name="T18" fmla="*/ 93085 w 3723451"/>
                <a:gd name="T19" fmla="*/ 55941 h 932950"/>
                <a:gd name="T20" fmla="*/ 0 w 3723451"/>
                <a:gd name="T21" fmla="*/ 27215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64" name="Freeform 363"/>
            <p:cNvSpPr/>
            <p:nvPr/>
          </p:nvSpPr>
          <p:spPr bwMode="auto">
            <a:xfrm>
              <a:off x="2536889" y="1727776"/>
              <a:ext cx="244059" cy="97039"/>
            </a:xfrm>
            <a:custGeom>
              <a:avLst/>
              <a:gdLst>
                <a:gd name="T0" fmla="*/ 0 w 1366596"/>
                <a:gd name="T1" fmla="*/ 0 h 809868"/>
                <a:gd name="T2" fmla="*/ 244059 w 1366596"/>
                <a:gd name="T3" fmla="*/ 74985 h 809868"/>
                <a:gd name="T4" fmla="*/ 154488 w 1366596"/>
                <a:gd name="T5" fmla="*/ 97039 h 809868"/>
                <a:gd name="T6" fmla="*/ 822 w 1366596"/>
                <a:gd name="T7" fmla="*/ 5127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65" name="Freeform 364"/>
            <p:cNvSpPr/>
            <p:nvPr/>
          </p:nvSpPr>
          <p:spPr bwMode="auto">
            <a:xfrm>
              <a:off x="2089979" y="1730143"/>
              <a:ext cx="240888" cy="97040"/>
            </a:xfrm>
            <a:custGeom>
              <a:avLst/>
              <a:gdLst>
                <a:gd name="T0" fmla="*/ 237599 w 1348191"/>
                <a:gd name="T1" fmla="*/ 0 h 791462"/>
                <a:gd name="T2" fmla="*/ 240888 w 1348191"/>
                <a:gd name="T3" fmla="*/ 46827 h 791462"/>
                <a:gd name="T4" fmla="*/ 87147 w 1348191"/>
                <a:gd name="T5" fmla="*/ 97040 h 791462"/>
                <a:gd name="T6" fmla="*/ 0 w 1348191"/>
                <a:gd name="T7" fmla="*/ 75037 h 791462"/>
                <a:gd name="T8" fmla="*/ 237599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cxnSp>
          <p:nvCxnSpPr>
            <p:cNvPr id="366" name="Straight Connector 365"/>
            <p:cNvCxnSpPr>
              <a:cxnSpLocks noChangeShapeType="1"/>
              <a:endCxn id="361" idx="2"/>
            </p:cNvCxnSpPr>
            <p:nvPr/>
          </p:nvCxnSpPr>
          <p:spPr bwMode="auto">
            <a:xfrm flipH="1" flipV="1">
              <a:off x="1871277" y="1737244"/>
              <a:ext cx="3171" cy="123075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7" name="Straight Connector 366"/>
            <p:cNvCxnSpPr>
              <a:cxnSpLocks noChangeShapeType="1"/>
            </p:cNvCxnSpPr>
            <p:nvPr/>
          </p:nvCxnSpPr>
          <p:spPr bwMode="auto">
            <a:xfrm flipH="1" flipV="1">
              <a:off x="2996479" y="1734876"/>
              <a:ext cx="3169" cy="123075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1775" name="TextBox 6"/>
          <p:cNvSpPr txBox="1"/>
          <p:nvPr/>
        </p:nvSpPr>
        <p:spPr>
          <a:xfrm>
            <a:off x="1655763" y="4659313"/>
            <a:ext cx="1992312" cy="703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values in arriving </a:t>
            </a:r>
            <a:endParaRPr lang="en-US" altLang="zh-CN" sz="1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packet header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31776" name="TextBox 282"/>
          <p:cNvSpPr txBox="1"/>
          <p:nvPr/>
        </p:nvSpPr>
        <p:spPr>
          <a:xfrm>
            <a:off x="4592638" y="5862638"/>
            <a:ext cx="279400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3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5" name="Group 24"/>
          <p:cNvGrpSpPr/>
          <p:nvPr/>
        </p:nvGrpSpPr>
        <p:grpSpPr>
          <a:xfrm>
            <a:off x="2978150" y="2020888"/>
            <a:ext cx="6027738" cy="1439862"/>
            <a:chOff x="1492879" y="2061336"/>
            <a:chExt cx="6027737" cy="1440135"/>
          </a:xfrm>
        </p:grpSpPr>
        <p:sp>
          <p:nvSpPr>
            <p:cNvPr id="388" name="Rectangle 387"/>
            <p:cNvSpPr/>
            <p:nvPr/>
          </p:nvSpPr>
          <p:spPr bwMode="auto">
            <a:xfrm>
              <a:off x="1929442" y="2064512"/>
              <a:ext cx="5043486" cy="10177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96" name="Freeform 395"/>
            <p:cNvSpPr/>
            <p:nvPr/>
          </p:nvSpPr>
          <p:spPr bwMode="auto">
            <a:xfrm>
              <a:off x="1740529" y="2067687"/>
              <a:ext cx="198438" cy="1386150"/>
            </a:xfrm>
            <a:custGeom>
              <a:avLst/>
              <a:gdLst>
                <a:gd name="connsiteX0" fmla="*/ 0 w 312616"/>
                <a:gd name="connsiteY0" fmla="*/ 644770 h 1367693"/>
                <a:gd name="connsiteX1" fmla="*/ 312616 w 312616"/>
                <a:gd name="connsiteY1" fmla="*/ 0 h 1367693"/>
                <a:gd name="connsiteX2" fmla="*/ 312616 w 312616"/>
                <a:gd name="connsiteY2" fmla="*/ 1016000 h 1367693"/>
                <a:gd name="connsiteX3" fmla="*/ 117231 w 312616"/>
                <a:gd name="connsiteY3" fmla="*/ 1367693 h 1367693"/>
                <a:gd name="connsiteX4" fmla="*/ 0 w 312616"/>
                <a:gd name="connsiteY4" fmla="*/ 644770 h 1367693"/>
                <a:gd name="connsiteX0-1" fmla="*/ 0 w 199855"/>
                <a:gd name="connsiteY0-2" fmla="*/ 733787 h 1367693"/>
                <a:gd name="connsiteX1-3" fmla="*/ 199855 w 199855"/>
                <a:gd name="connsiteY1-4" fmla="*/ 0 h 1367693"/>
                <a:gd name="connsiteX2-5" fmla="*/ 199855 w 199855"/>
                <a:gd name="connsiteY2-6" fmla="*/ 1016000 h 1367693"/>
                <a:gd name="connsiteX3-7" fmla="*/ 4470 w 199855"/>
                <a:gd name="connsiteY3-8" fmla="*/ 1367693 h 1367693"/>
                <a:gd name="connsiteX4-9" fmla="*/ 0 w 199855"/>
                <a:gd name="connsiteY4-10" fmla="*/ 733787 h 1367693"/>
                <a:gd name="connsiteX0-11" fmla="*/ 25203 w 225058"/>
                <a:gd name="connsiteY0-12" fmla="*/ 733787 h 1361758"/>
                <a:gd name="connsiteX1-13" fmla="*/ 225058 w 225058"/>
                <a:gd name="connsiteY1-14" fmla="*/ 0 h 1361758"/>
                <a:gd name="connsiteX2-15" fmla="*/ 225058 w 225058"/>
                <a:gd name="connsiteY2-16" fmla="*/ 1016000 h 1361758"/>
                <a:gd name="connsiteX3-17" fmla="*/ 0 w 225058"/>
                <a:gd name="connsiteY3-18" fmla="*/ 1361758 h 1361758"/>
                <a:gd name="connsiteX4-19" fmla="*/ 25203 w 225058"/>
                <a:gd name="connsiteY4-20" fmla="*/ 733787 h 1361758"/>
                <a:gd name="connsiteX0-21" fmla="*/ 25203 w 230992"/>
                <a:gd name="connsiteY0-22" fmla="*/ 787197 h 1415168"/>
                <a:gd name="connsiteX1-23" fmla="*/ 230992 w 230992"/>
                <a:gd name="connsiteY1-24" fmla="*/ 0 h 1415168"/>
                <a:gd name="connsiteX2-25" fmla="*/ 225058 w 230992"/>
                <a:gd name="connsiteY2-26" fmla="*/ 1069410 h 1415168"/>
                <a:gd name="connsiteX3-27" fmla="*/ 0 w 230992"/>
                <a:gd name="connsiteY3-28" fmla="*/ 1415168 h 1415168"/>
                <a:gd name="connsiteX4-29" fmla="*/ 25203 w 230992"/>
                <a:gd name="connsiteY4-30" fmla="*/ 787197 h 1415168"/>
                <a:gd name="connsiteX0-31" fmla="*/ 0 w 205789"/>
                <a:gd name="connsiteY0-32" fmla="*/ 787197 h 1427037"/>
                <a:gd name="connsiteX1-33" fmla="*/ 205789 w 205789"/>
                <a:gd name="connsiteY1-34" fmla="*/ 0 h 1427037"/>
                <a:gd name="connsiteX2-35" fmla="*/ 199855 w 205789"/>
                <a:gd name="connsiteY2-36" fmla="*/ 1069410 h 1427037"/>
                <a:gd name="connsiteX3-37" fmla="*/ 4471 w 205789"/>
                <a:gd name="connsiteY3-38" fmla="*/ 1427037 h 1427037"/>
                <a:gd name="connsiteX4-39" fmla="*/ 0 w 205789"/>
                <a:gd name="connsiteY4-40" fmla="*/ 787197 h 1427037"/>
                <a:gd name="connsiteX0-41" fmla="*/ 0 w 199855"/>
                <a:gd name="connsiteY0-42" fmla="*/ 745656 h 1385496"/>
                <a:gd name="connsiteX1-43" fmla="*/ 193920 w 199855"/>
                <a:gd name="connsiteY1-44" fmla="*/ 0 h 1385496"/>
                <a:gd name="connsiteX2-45" fmla="*/ 199855 w 199855"/>
                <a:gd name="connsiteY2-46" fmla="*/ 1027869 h 1385496"/>
                <a:gd name="connsiteX3-47" fmla="*/ 4471 w 199855"/>
                <a:gd name="connsiteY3-48" fmla="*/ 1385496 h 1385496"/>
                <a:gd name="connsiteX4-49" fmla="*/ 0 w 199855"/>
                <a:gd name="connsiteY4-50" fmla="*/ 745656 h 138549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99855" h="1385496">
                  <a:moveTo>
                    <a:pt x="0" y="745656"/>
                  </a:moveTo>
                  <a:lnTo>
                    <a:pt x="193920" y="0"/>
                  </a:lnTo>
                  <a:cubicBezTo>
                    <a:pt x="195898" y="342623"/>
                    <a:pt x="197877" y="685246"/>
                    <a:pt x="199855" y="1027869"/>
                  </a:cubicBezTo>
                  <a:lnTo>
                    <a:pt x="4471" y="1385496"/>
                  </a:lnTo>
                  <a:cubicBezTo>
                    <a:pt x="2981" y="1172216"/>
                    <a:pt x="1490" y="958936"/>
                    <a:pt x="0" y="745656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accent6">
                    <a:lumMod val="20000"/>
                    <a:lumOff val="80000"/>
                  </a:schemeClr>
                </a:gs>
              </a:gsLst>
              <a:lin ang="0" scaled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98" name="Freeform 397"/>
            <p:cNvSpPr/>
            <p:nvPr/>
          </p:nvSpPr>
          <p:spPr bwMode="auto">
            <a:xfrm flipH="1">
              <a:off x="6969753" y="2061336"/>
              <a:ext cx="219075" cy="1370272"/>
            </a:xfrm>
            <a:custGeom>
              <a:avLst/>
              <a:gdLst>
                <a:gd name="connsiteX0" fmla="*/ 0 w 312616"/>
                <a:gd name="connsiteY0" fmla="*/ 644770 h 1367693"/>
                <a:gd name="connsiteX1" fmla="*/ 312616 w 312616"/>
                <a:gd name="connsiteY1" fmla="*/ 0 h 1367693"/>
                <a:gd name="connsiteX2" fmla="*/ 312616 w 312616"/>
                <a:gd name="connsiteY2" fmla="*/ 1016000 h 1367693"/>
                <a:gd name="connsiteX3" fmla="*/ 117231 w 312616"/>
                <a:gd name="connsiteY3" fmla="*/ 1367693 h 1367693"/>
                <a:gd name="connsiteX4" fmla="*/ 0 w 312616"/>
                <a:gd name="connsiteY4" fmla="*/ 644770 h 1367693"/>
                <a:gd name="connsiteX0-1" fmla="*/ 0 w 199855"/>
                <a:gd name="connsiteY0-2" fmla="*/ 733787 h 1367693"/>
                <a:gd name="connsiteX1-3" fmla="*/ 199855 w 199855"/>
                <a:gd name="connsiteY1-4" fmla="*/ 0 h 1367693"/>
                <a:gd name="connsiteX2-5" fmla="*/ 199855 w 199855"/>
                <a:gd name="connsiteY2-6" fmla="*/ 1016000 h 1367693"/>
                <a:gd name="connsiteX3-7" fmla="*/ 4470 w 199855"/>
                <a:gd name="connsiteY3-8" fmla="*/ 1367693 h 1367693"/>
                <a:gd name="connsiteX4-9" fmla="*/ 0 w 199855"/>
                <a:gd name="connsiteY4-10" fmla="*/ 733787 h 1367693"/>
                <a:gd name="connsiteX0-11" fmla="*/ 25203 w 225058"/>
                <a:gd name="connsiteY0-12" fmla="*/ 733787 h 1361758"/>
                <a:gd name="connsiteX1-13" fmla="*/ 225058 w 225058"/>
                <a:gd name="connsiteY1-14" fmla="*/ 0 h 1361758"/>
                <a:gd name="connsiteX2-15" fmla="*/ 225058 w 225058"/>
                <a:gd name="connsiteY2-16" fmla="*/ 1016000 h 1361758"/>
                <a:gd name="connsiteX3-17" fmla="*/ 0 w 225058"/>
                <a:gd name="connsiteY3-18" fmla="*/ 1361758 h 1361758"/>
                <a:gd name="connsiteX4-19" fmla="*/ 25203 w 225058"/>
                <a:gd name="connsiteY4-20" fmla="*/ 733787 h 1361758"/>
                <a:gd name="connsiteX0-21" fmla="*/ 25203 w 230992"/>
                <a:gd name="connsiteY0-22" fmla="*/ 787197 h 1415168"/>
                <a:gd name="connsiteX1-23" fmla="*/ 230992 w 230992"/>
                <a:gd name="connsiteY1-24" fmla="*/ 0 h 1415168"/>
                <a:gd name="connsiteX2-25" fmla="*/ 225058 w 230992"/>
                <a:gd name="connsiteY2-26" fmla="*/ 1069410 h 1415168"/>
                <a:gd name="connsiteX3-27" fmla="*/ 0 w 230992"/>
                <a:gd name="connsiteY3-28" fmla="*/ 1415168 h 1415168"/>
                <a:gd name="connsiteX4-29" fmla="*/ 25203 w 230992"/>
                <a:gd name="connsiteY4-30" fmla="*/ 787197 h 1415168"/>
                <a:gd name="connsiteX0-31" fmla="*/ 0 w 205789"/>
                <a:gd name="connsiteY0-32" fmla="*/ 787197 h 1427037"/>
                <a:gd name="connsiteX1-33" fmla="*/ 205789 w 205789"/>
                <a:gd name="connsiteY1-34" fmla="*/ 0 h 1427037"/>
                <a:gd name="connsiteX2-35" fmla="*/ 199855 w 205789"/>
                <a:gd name="connsiteY2-36" fmla="*/ 1069410 h 1427037"/>
                <a:gd name="connsiteX3-37" fmla="*/ 4471 w 205789"/>
                <a:gd name="connsiteY3-38" fmla="*/ 1427037 h 1427037"/>
                <a:gd name="connsiteX4-39" fmla="*/ 0 w 205789"/>
                <a:gd name="connsiteY4-40" fmla="*/ 787197 h 1427037"/>
                <a:gd name="connsiteX0-41" fmla="*/ 0 w 199855"/>
                <a:gd name="connsiteY0-42" fmla="*/ 745656 h 1385496"/>
                <a:gd name="connsiteX1-43" fmla="*/ 193920 w 199855"/>
                <a:gd name="connsiteY1-44" fmla="*/ 0 h 1385496"/>
                <a:gd name="connsiteX2-45" fmla="*/ 199855 w 199855"/>
                <a:gd name="connsiteY2-46" fmla="*/ 1027869 h 1385496"/>
                <a:gd name="connsiteX3-47" fmla="*/ 4471 w 199855"/>
                <a:gd name="connsiteY3-48" fmla="*/ 1385496 h 1385496"/>
                <a:gd name="connsiteX4-49" fmla="*/ 0 w 199855"/>
                <a:gd name="connsiteY4-50" fmla="*/ 745656 h 1385496"/>
                <a:gd name="connsiteX0-51" fmla="*/ 0 w 219519"/>
                <a:gd name="connsiteY0-52" fmla="*/ 730359 h 1370199"/>
                <a:gd name="connsiteX1-53" fmla="*/ 219401 w 219519"/>
                <a:gd name="connsiteY1-54" fmla="*/ 0 h 1370199"/>
                <a:gd name="connsiteX2-55" fmla="*/ 199855 w 219519"/>
                <a:gd name="connsiteY2-56" fmla="*/ 1012572 h 1370199"/>
                <a:gd name="connsiteX3-57" fmla="*/ 4471 w 219519"/>
                <a:gd name="connsiteY3-58" fmla="*/ 1370199 h 1370199"/>
                <a:gd name="connsiteX4-59" fmla="*/ 0 w 219519"/>
                <a:gd name="connsiteY4-60" fmla="*/ 730359 h 1370199"/>
                <a:gd name="connsiteX0-61" fmla="*/ 0 w 219602"/>
                <a:gd name="connsiteY0-62" fmla="*/ 730359 h 1370199"/>
                <a:gd name="connsiteX1-63" fmla="*/ 219401 w 219602"/>
                <a:gd name="connsiteY1-64" fmla="*/ 0 h 1370199"/>
                <a:gd name="connsiteX2-65" fmla="*/ 210047 w 219602"/>
                <a:gd name="connsiteY2-66" fmla="*/ 1007473 h 1370199"/>
                <a:gd name="connsiteX3-67" fmla="*/ 4471 w 219602"/>
                <a:gd name="connsiteY3-68" fmla="*/ 1370199 h 1370199"/>
                <a:gd name="connsiteX4-69" fmla="*/ 0 w 219602"/>
                <a:gd name="connsiteY4-70" fmla="*/ 730359 h 1370199"/>
                <a:gd name="connsiteX0-71" fmla="*/ 0 w 220239"/>
                <a:gd name="connsiteY0-72" fmla="*/ 730359 h 1370199"/>
                <a:gd name="connsiteX1-73" fmla="*/ 219401 w 220239"/>
                <a:gd name="connsiteY1-74" fmla="*/ 0 h 1370199"/>
                <a:gd name="connsiteX2-75" fmla="*/ 220239 w 220239"/>
                <a:gd name="connsiteY2-76" fmla="*/ 1007473 h 1370199"/>
                <a:gd name="connsiteX3-77" fmla="*/ 4471 w 220239"/>
                <a:gd name="connsiteY3-78" fmla="*/ 1370199 h 1370199"/>
                <a:gd name="connsiteX4-79" fmla="*/ 0 w 220239"/>
                <a:gd name="connsiteY4-80" fmla="*/ 730359 h 137019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20239" h="1370199">
                  <a:moveTo>
                    <a:pt x="0" y="730359"/>
                  </a:moveTo>
                  <a:cubicBezTo>
                    <a:pt x="64640" y="481807"/>
                    <a:pt x="154761" y="248552"/>
                    <a:pt x="219401" y="0"/>
                  </a:cubicBezTo>
                  <a:cubicBezTo>
                    <a:pt x="221379" y="342623"/>
                    <a:pt x="218261" y="664850"/>
                    <a:pt x="220239" y="1007473"/>
                  </a:cubicBezTo>
                  <a:lnTo>
                    <a:pt x="4471" y="1370199"/>
                  </a:lnTo>
                  <a:cubicBezTo>
                    <a:pt x="2981" y="1156919"/>
                    <a:pt x="1490" y="943639"/>
                    <a:pt x="0" y="730359"/>
                  </a:cubicBezTo>
                  <a:close/>
                </a:path>
              </a:pathLst>
            </a:custGeom>
            <a:gradFill>
              <a:gsLst>
                <a:gs pos="0">
                  <a:schemeClr val="accent6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10800000" scaled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grpSp>
          <p:nvGrpSpPr>
            <p:cNvPr id="34086" name="Group 950"/>
            <p:cNvGrpSpPr/>
            <p:nvPr/>
          </p:nvGrpSpPr>
          <p:grpSpPr>
            <a:xfrm>
              <a:off x="1492879" y="2820676"/>
              <a:ext cx="338137" cy="653816"/>
              <a:chOff x="4140" y="429"/>
              <a:chExt cx="1425" cy="2396"/>
            </a:xfrm>
          </p:grpSpPr>
          <p:sp>
            <p:nvSpPr>
              <p:cNvPr id="34120" name="Freeform 951"/>
              <p:cNvSpPr/>
              <p:nvPr/>
            </p:nvSpPr>
            <p:spPr>
              <a:xfrm>
                <a:off x="5268" y="433"/>
                <a:ext cx="283" cy="2286"/>
              </a:xfrm>
              <a:custGeom>
                <a:avLst/>
                <a:gdLst>
                  <a:gd name="txL" fmla="*/ 0 w 354"/>
                  <a:gd name="txT" fmla="*/ 0 h 2742"/>
                  <a:gd name="txR" fmla="*/ 354 w 354"/>
                  <a:gd name="txB" fmla="*/ 2742 h 2742"/>
                </a:gdLst>
                <a:ahLst/>
                <a:cxnLst>
                  <a:cxn ang="0">
                    <a:pos x="2" y="0"/>
                  </a:cxn>
                  <a:cxn ang="0">
                    <a:pos x="2" y="7"/>
                  </a:cxn>
                  <a:cxn ang="0">
                    <a:pos x="2" y="48"/>
                  </a:cxn>
                  <a:cxn ang="0">
                    <a:pos x="0" y="50"/>
                  </a:cxn>
                  <a:cxn ang="0">
                    <a:pos x="2" y="0"/>
                  </a:cxn>
                </a:cxnLst>
                <a:rect l="txL" t="txT" r="txR" b="tx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>
                      <a:alpha val="100000"/>
                    </a:srgbClr>
                  </a:gs>
                  <a:gs pos="100000">
                    <a:srgbClr val="333333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4121" name="Rectangle 952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34122" name="Freeform 95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avLst/>
                <a:gdLst>
                  <a:gd name="txL" fmla="*/ 0 w 211"/>
                  <a:gd name="txT" fmla="*/ 0 h 2537"/>
                  <a:gd name="txR" fmla="*/ 211 w 211"/>
                  <a:gd name="txB" fmla="*/ 2537 h 2537"/>
                </a:gdLst>
                <a:ahLst/>
                <a:cxnLst>
                  <a:cxn ang="0">
                    <a:pos x="2" y="0"/>
                  </a:cxn>
                  <a:cxn ang="0">
                    <a:pos x="2" y="5"/>
                  </a:cxn>
                  <a:cxn ang="0">
                    <a:pos x="2" y="45"/>
                  </a:cxn>
                  <a:cxn ang="0">
                    <a:pos x="2" y="0"/>
                  </a:cxn>
                </a:cxnLst>
                <a:rect l="txL" t="txT" r="txR" b="tx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>
                      <a:alpha val="100000"/>
                    </a:srgbClr>
                  </a:gs>
                  <a:gs pos="100000">
                    <a:srgbClr val="F8F8F8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4123" name="Freeform 954"/>
              <p:cNvSpPr/>
              <p:nvPr/>
            </p:nvSpPr>
            <p:spPr>
              <a:xfrm>
                <a:off x="5284" y="1640"/>
                <a:ext cx="263" cy="189"/>
              </a:xfrm>
              <a:custGeom>
                <a:avLst/>
                <a:gdLst>
                  <a:gd name="txL" fmla="*/ 0 w 328"/>
                  <a:gd name="txT" fmla="*/ 0 h 226"/>
                  <a:gd name="txR" fmla="*/ 328 w 328"/>
                  <a:gd name="txB" fmla="*/ 226 h 226"/>
                </a:gdLst>
                <a:ahLst/>
                <a:cxnLst>
                  <a:cxn ang="0">
                    <a:pos x="2" y="0"/>
                  </a:cxn>
                  <a:cxn ang="0">
                    <a:pos x="2" y="3"/>
                  </a:cxn>
                  <a:cxn ang="0">
                    <a:pos x="2" y="5"/>
                  </a:cxn>
                  <a:cxn ang="0">
                    <a:pos x="0" y="3"/>
                  </a:cxn>
                  <a:cxn ang="0">
                    <a:pos x="2" y="0"/>
                  </a:cxn>
                </a:cxnLst>
                <a:rect l="txL" t="txT" r="txR" b="tx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4124" name="Rectangle 955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34125" name="Group 956"/>
              <p:cNvGrpSpPr/>
              <p:nvPr/>
            </p:nvGrpSpPr>
            <p:grpSpPr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4150" name="AutoShape 957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34151" name="AutoShape 958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  <p:sp>
            <p:nvSpPr>
              <p:cNvPr id="34126" name="Rectangle 959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34127" name="Group 960"/>
              <p:cNvGrpSpPr/>
              <p:nvPr/>
            </p:nvGrpSpPr>
            <p:grpSpPr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4148" name="AutoShape 961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34149" name="AutoShape 962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  <p:sp>
            <p:nvSpPr>
              <p:cNvPr id="34128" name="Rectangle 963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34129" name="Rectangle 964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34130" name="Group 965"/>
              <p:cNvGrpSpPr/>
              <p:nvPr/>
            </p:nvGrpSpPr>
            <p:grpSpPr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4146" name="AutoShape 966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34147" name="AutoShape 967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  <p:sp>
            <p:nvSpPr>
              <p:cNvPr id="34131" name="Freeform 968"/>
              <p:cNvSpPr/>
              <p:nvPr/>
            </p:nvSpPr>
            <p:spPr>
              <a:xfrm>
                <a:off x="5288" y="1354"/>
                <a:ext cx="263" cy="188"/>
              </a:xfrm>
              <a:custGeom>
                <a:avLst/>
                <a:gdLst>
                  <a:gd name="txL" fmla="*/ 0 w 328"/>
                  <a:gd name="txT" fmla="*/ 0 h 226"/>
                  <a:gd name="txR" fmla="*/ 328 w 328"/>
                  <a:gd name="txB" fmla="*/ 226 h 226"/>
                </a:gdLst>
                <a:ahLst/>
                <a:cxnLst>
                  <a:cxn ang="0">
                    <a:pos x="2" y="0"/>
                  </a:cxn>
                  <a:cxn ang="0">
                    <a:pos x="2" y="2"/>
                  </a:cxn>
                  <a:cxn ang="0">
                    <a:pos x="2" y="4"/>
                  </a:cxn>
                  <a:cxn ang="0">
                    <a:pos x="0" y="2"/>
                  </a:cxn>
                  <a:cxn ang="0">
                    <a:pos x="2" y="0"/>
                  </a:cxn>
                </a:cxnLst>
                <a:rect l="txL" t="txT" r="txR" b="tx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34132" name="Group 969"/>
              <p:cNvGrpSpPr/>
              <p:nvPr/>
            </p:nvGrpSpPr>
            <p:grpSpPr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4144" name="AutoShape 970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34145" name="AutoShape 971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  <p:sp>
            <p:nvSpPr>
              <p:cNvPr id="34133" name="Rectangle 972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  <a:tileRect/>
              </a:gra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34134" name="Freeform 97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avLst/>
                <a:gdLst>
                  <a:gd name="txL" fmla="*/ 0 w 296"/>
                  <a:gd name="txT" fmla="*/ 0 h 256"/>
                  <a:gd name="txR" fmla="*/ 296 w 296"/>
                  <a:gd name="txB" fmla="*/ 256 h 256"/>
                </a:gdLst>
                <a:ahLst/>
                <a:cxnLst>
                  <a:cxn ang="0">
                    <a:pos x="2" y="0"/>
                  </a:cxn>
                  <a:cxn ang="0">
                    <a:pos x="2" y="2"/>
                  </a:cxn>
                  <a:cxn ang="0">
                    <a:pos x="2" y="4"/>
                  </a:cxn>
                  <a:cxn ang="0">
                    <a:pos x="0" y="2"/>
                  </a:cxn>
                  <a:cxn ang="0">
                    <a:pos x="2" y="0"/>
                  </a:cxn>
                </a:cxnLst>
                <a:rect l="txL" t="txT" r="txR" b="tx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4135" name="Freeform 974"/>
              <p:cNvSpPr/>
              <p:nvPr/>
            </p:nvSpPr>
            <p:spPr>
              <a:xfrm>
                <a:off x="5315" y="680"/>
                <a:ext cx="244" cy="240"/>
              </a:xfrm>
              <a:custGeom>
                <a:avLst/>
                <a:gdLst>
                  <a:gd name="txL" fmla="*/ 0 w 304"/>
                  <a:gd name="txT" fmla="*/ 0 h 288"/>
                  <a:gd name="txR" fmla="*/ 304 w 304"/>
                  <a:gd name="txB" fmla="*/ 288 h 288"/>
                </a:gdLst>
                <a:ahLst/>
                <a:cxnLst>
                  <a:cxn ang="0">
                    <a:pos x="0" y="0"/>
                  </a:cxn>
                  <a:cxn ang="0">
                    <a:pos x="2" y="3"/>
                  </a:cxn>
                  <a:cxn ang="0">
                    <a:pos x="2" y="6"/>
                  </a:cxn>
                  <a:cxn ang="0">
                    <a:pos x="2" y="3"/>
                  </a:cxn>
                  <a:cxn ang="0">
                    <a:pos x="0" y="0"/>
                  </a:cxn>
                </a:cxnLst>
                <a:rect l="txL" t="txT" r="txR" b="tx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4136" name="Oval 975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34137" name="Freeform 976"/>
              <p:cNvSpPr/>
              <p:nvPr/>
            </p:nvSpPr>
            <p:spPr>
              <a:xfrm>
                <a:off x="5302" y="2614"/>
                <a:ext cx="245" cy="200"/>
              </a:xfrm>
              <a:custGeom>
                <a:avLst/>
                <a:gdLst>
                  <a:gd name="txL" fmla="*/ 0 w 306"/>
                  <a:gd name="txT" fmla="*/ 0 h 240"/>
                  <a:gd name="txR" fmla="*/ 306 w 306"/>
                  <a:gd name="txB" fmla="*/ 240 h 240"/>
                </a:gdLst>
                <a:ahLst/>
                <a:cxnLst>
                  <a:cxn ang="0">
                    <a:pos x="0" y="3"/>
                  </a:cxn>
                  <a:cxn ang="0">
                    <a:pos x="2" y="5"/>
                  </a:cxn>
                  <a:cxn ang="0">
                    <a:pos x="2" y="3"/>
                  </a:cxn>
                  <a:cxn ang="0">
                    <a:pos x="2" y="0"/>
                  </a:cxn>
                  <a:cxn ang="0">
                    <a:pos x="0" y="3"/>
                  </a:cxn>
                </a:cxnLst>
                <a:rect l="txL" t="txT" r="txR" b="tx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4138" name="AutoShape 977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34139" name="AutoShape 978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  <a:tileRect/>
              </a:gra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34140" name="Oval 979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34141" name="Oval 980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 eaLnBrk="1" hangingPunct="1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solidFill>
                    <a:srgbClr val="FF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34142" name="Oval 981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34143" name="Rectangle 982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34087" name="Group 950"/>
            <p:cNvGrpSpPr/>
            <p:nvPr/>
          </p:nvGrpSpPr>
          <p:grpSpPr>
            <a:xfrm>
              <a:off x="7182479" y="2847655"/>
              <a:ext cx="338137" cy="653816"/>
              <a:chOff x="4140" y="429"/>
              <a:chExt cx="1425" cy="2396"/>
            </a:xfrm>
          </p:grpSpPr>
          <p:sp>
            <p:nvSpPr>
              <p:cNvPr id="34088" name="Freeform 951"/>
              <p:cNvSpPr/>
              <p:nvPr/>
            </p:nvSpPr>
            <p:spPr>
              <a:xfrm>
                <a:off x="5268" y="433"/>
                <a:ext cx="283" cy="2286"/>
              </a:xfrm>
              <a:custGeom>
                <a:avLst/>
                <a:gdLst>
                  <a:gd name="txL" fmla="*/ 0 w 354"/>
                  <a:gd name="txT" fmla="*/ 0 h 2742"/>
                  <a:gd name="txR" fmla="*/ 354 w 354"/>
                  <a:gd name="txB" fmla="*/ 2742 h 2742"/>
                </a:gdLst>
                <a:ahLst/>
                <a:cxnLst>
                  <a:cxn ang="0">
                    <a:pos x="2" y="0"/>
                  </a:cxn>
                  <a:cxn ang="0">
                    <a:pos x="2" y="7"/>
                  </a:cxn>
                  <a:cxn ang="0">
                    <a:pos x="2" y="48"/>
                  </a:cxn>
                  <a:cxn ang="0">
                    <a:pos x="0" y="50"/>
                  </a:cxn>
                  <a:cxn ang="0">
                    <a:pos x="2" y="0"/>
                  </a:cxn>
                </a:cxnLst>
                <a:rect l="txL" t="txT" r="txR" b="tx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>
                      <a:alpha val="100000"/>
                    </a:srgbClr>
                  </a:gs>
                  <a:gs pos="100000">
                    <a:srgbClr val="333333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4089" name="Rectangle 952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34090" name="Freeform 95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avLst/>
                <a:gdLst>
                  <a:gd name="txL" fmla="*/ 0 w 211"/>
                  <a:gd name="txT" fmla="*/ 0 h 2537"/>
                  <a:gd name="txR" fmla="*/ 211 w 211"/>
                  <a:gd name="txB" fmla="*/ 2537 h 2537"/>
                </a:gdLst>
                <a:ahLst/>
                <a:cxnLst>
                  <a:cxn ang="0">
                    <a:pos x="2" y="0"/>
                  </a:cxn>
                  <a:cxn ang="0">
                    <a:pos x="2" y="5"/>
                  </a:cxn>
                  <a:cxn ang="0">
                    <a:pos x="2" y="45"/>
                  </a:cxn>
                  <a:cxn ang="0">
                    <a:pos x="2" y="0"/>
                  </a:cxn>
                </a:cxnLst>
                <a:rect l="txL" t="txT" r="txR" b="tx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>
                      <a:alpha val="100000"/>
                    </a:srgbClr>
                  </a:gs>
                  <a:gs pos="100000">
                    <a:srgbClr val="F8F8F8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4091" name="Freeform 954"/>
              <p:cNvSpPr/>
              <p:nvPr/>
            </p:nvSpPr>
            <p:spPr>
              <a:xfrm>
                <a:off x="5284" y="1640"/>
                <a:ext cx="263" cy="189"/>
              </a:xfrm>
              <a:custGeom>
                <a:avLst/>
                <a:gdLst>
                  <a:gd name="txL" fmla="*/ 0 w 328"/>
                  <a:gd name="txT" fmla="*/ 0 h 226"/>
                  <a:gd name="txR" fmla="*/ 328 w 328"/>
                  <a:gd name="txB" fmla="*/ 226 h 226"/>
                </a:gdLst>
                <a:ahLst/>
                <a:cxnLst>
                  <a:cxn ang="0">
                    <a:pos x="2" y="0"/>
                  </a:cxn>
                  <a:cxn ang="0">
                    <a:pos x="2" y="3"/>
                  </a:cxn>
                  <a:cxn ang="0">
                    <a:pos x="2" y="5"/>
                  </a:cxn>
                  <a:cxn ang="0">
                    <a:pos x="0" y="3"/>
                  </a:cxn>
                  <a:cxn ang="0">
                    <a:pos x="2" y="0"/>
                  </a:cxn>
                </a:cxnLst>
                <a:rect l="txL" t="txT" r="txR" b="tx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4092" name="Rectangle 955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34093" name="Group 956"/>
              <p:cNvGrpSpPr/>
              <p:nvPr/>
            </p:nvGrpSpPr>
            <p:grpSpPr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4118" name="AutoShape 957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34119" name="AutoShape 958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  <p:sp>
            <p:nvSpPr>
              <p:cNvPr id="34094" name="Rectangle 959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34095" name="Group 960"/>
              <p:cNvGrpSpPr/>
              <p:nvPr/>
            </p:nvGrpSpPr>
            <p:grpSpPr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4116" name="AutoShape 961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34117" name="AutoShape 962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  <p:sp>
            <p:nvSpPr>
              <p:cNvPr id="34096" name="Rectangle 963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34097" name="Rectangle 964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34098" name="Group 965"/>
              <p:cNvGrpSpPr/>
              <p:nvPr/>
            </p:nvGrpSpPr>
            <p:grpSpPr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4114" name="AutoShape 966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34115" name="AutoShape 967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  <p:sp>
            <p:nvSpPr>
              <p:cNvPr id="34099" name="Freeform 968"/>
              <p:cNvSpPr/>
              <p:nvPr/>
            </p:nvSpPr>
            <p:spPr>
              <a:xfrm>
                <a:off x="5288" y="1354"/>
                <a:ext cx="263" cy="188"/>
              </a:xfrm>
              <a:custGeom>
                <a:avLst/>
                <a:gdLst>
                  <a:gd name="txL" fmla="*/ 0 w 328"/>
                  <a:gd name="txT" fmla="*/ 0 h 226"/>
                  <a:gd name="txR" fmla="*/ 328 w 328"/>
                  <a:gd name="txB" fmla="*/ 226 h 226"/>
                </a:gdLst>
                <a:ahLst/>
                <a:cxnLst>
                  <a:cxn ang="0">
                    <a:pos x="2" y="0"/>
                  </a:cxn>
                  <a:cxn ang="0">
                    <a:pos x="2" y="2"/>
                  </a:cxn>
                  <a:cxn ang="0">
                    <a:pos x="2" y="4"/>
                  </a:cxn>
                  <a:cxn ang="0">
                    <a:pos x="0" y="2"/>
                  </a:cxn>
                  <a:cxn ang="0">
                    <a:pos x="2" y="0"/>
                  </a:cxn>
                </a:cxnLst>
                <a:rect l="txL" t="txT" r="txR" b="tx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34100" name="Group 969"/>
              <p:cNvGrpSpPr/>
              <p:nvPr/>
            </p:nvGrpSpPr>
            <p:grpSpPr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4112" name="AutoShape 970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34113" name="AutoShape 971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  <p:sp>
            <p:nvSpPr>
              <p:cNvPr id="34101" name="Rectangle 972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  <a:tileRect/>
              </a:gra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34102" name="Freeform 97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avLst/>
                <a:gdLst>
                  <a:gd name="txL" fmla="*/ 0 w 296"/>
                  <a:gd name="txT" fmla="*/ 0 h 256"/>
                  <a:gd name="txR" fmla="*/ 296 w 296"/>
                  <a:gd name="txB" fmla="*/ 256 h 256"/>
                </a:gdLst>
                <a:ahLst/>
                <a:cxnLst>
                  <a:cxn ang="0">
                    <a:pos x="2" y="0"/>
                  </a:cxn>
                  <a:cxn ang="0">
                    <a:pos x="2" y="2"/>
                  </a:cxn>
                  <a:cxn ang="0">
                    <a:pos x="2" y="4"/>
                  </a:cxn>
                  <a:cxn ang="0">
                    <a:pos x="0" y="2"/>
                  </a:cxn>
                  <a:cxn ang="0">
                    <a:pos x="2" y="0"/>
                  </a:cxn>
                </a:cxnLst>
                <a:rect l="txL" t="txT" r="txR" b="tx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4103" name="Freeform 974"/>
              <p:cNvSpPr/>
              <p:nvPr/>
            </p:nvSpPr>
            <p:spPr>
              <a:xfrm>
                <a:off x="5315" y="680"/>
                <a:ext cx="244" cy="240"/>
              </a:xfrm>
              <a:custGeom>
                <a:avLst/>
                <a:gdLst>
                  <a:gd name="txL" fmla="*/ 0 w 304"/>
                  <a:gd name="txT" fmla="*/ 0 h 288"/>
                  <a:gd name="txR" fmla="*/ 304 w 304"/>
                  <a:gd name="txB" fmla="*/ 288 h 288"/>
                </a:gdLst>
                <a:ahLst/>
                <a:cxnLst>
                  <a:cxn ang="0">
                    <a:pos x="0" y="0"/>
                  </a:cxn>
                  <a:cxn ang="0">
                    <a:pos x="2" y="3"/>
                  </a:cxn>
                  <a:cxn ang="0">
                    <a:pos x="2" y="6"/>
                  </a:cxn>
                  <a:cxn ang="0">
                    <a:pos x="2" y="3"/>
                  </a:cxn>
                  <a:cxn ang="0">
                    <a:pos x="0" y="0"/>
                  </a:cxn>
                </a:cxnLst>
                <a:rect l="txL" t="txT" r="txR" b="tx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4104" name="Oval 975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34105" name="Freeform 976"/>
              <p:cNvSpPr/>
              <p:nvPr/>
            </p:nvSpPr>
            <p:spPr>
              <a:xfrm>
                <a:off x="5302" y="2614"/>
                <a:ext cx="245" cy="200"/>
              </a:xfrm>
              <a:custGeom>
                <a:avLst/>
                <a:gdLst>
                  <a:gd name="txL" fmla="*/ 0 w 306"/>
                  <a:gd name="txT" fmla="*/ 0 h 240"/>
                  <a:gd name="txR" fmla="*/ 306 w 306"/>
                  <a:gd name="txB" fmla="*/ 240 h 240"/>
                </a:gdLst>
                <a:ahLst/>
                <a:cxnLst>
                  <a:cxn ang="0">
                    <a:pos x="0" y="3"/>
                  </a:cxn>
                  <a:cxn ang="0">
                    <a:pos x="2" y="5"/>
                  </a:cxn>
                  <a:cxn ang="0">
                    <a:pos x="2" y="3"/>
                  </a:cxn>
                  <a:cxn ang="0">
                    <a:pos x="2" y="0"/>
                  </a:cxn>
                  <a:cxn ang="0">
                    <a:pos x="0" y="3"/>
                  </a:cxn>
                </a:cxnLst>
                <a:rect l="txL" t="txT" r="txR" b="tx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4106" name="AutoShape 977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34107" name="AutoShape 978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  <a:tileRect/>
              </a:gra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34108" name="Oval 979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34109" name="Oval 980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 eaLnBrk="1" hangingPunct="1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solidFill>
                    <a:srgbClr val="FF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34110" name="Oval 981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34111" name="Rectangle 982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</p:grpSp>
      <p:sp>
        <p:nvSpPr>
          <p:cNvPr id="33795" name="Freeform 2"/>
          <p:cNvSpPr/>
          <p:nvPr/>
        </p:nvSpPr>
        <p:spPr>
          <a:xfrm>
            <a:off x="4116388" y="5749925"/>
            <a:ext cx="4027487" cy="9398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10001" h="10125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cxnSp>
        <p:nvCxnSpPr>
          <p:cNvPr id="148" name="Straight Connector 147"/>
          <p:cNvCxnSpPr/>
          <p:nvPr/>
        </p:nvCxnSpPr>
        <p:spPr>
          <a:xfrm flipV="1">
            <a:off x="4786313" y="5900738"/>
            <a:ext cx="1316038" cy="131763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/>
          <p:cNvCxnSpPr/>
          <p:nvPr/>
        </p:nvCxnSpPr>
        <p:spPr>
          <a:xfrm>
            <a:off x="4675188" y="6088063"/>
            <a:ext cx="2259013" cy="29845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/>
          <p:nvPr/>
        </p:nvCxnSpPr>
        <p:spPr>
          <a:xfrm>
            <a:off x="4687888" y="6192838"/>
            <a:ext cx="714375" cy="27622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/>
          <p:cNvCxnSpPr/>
          <p:nvPr/>
        </p:nvCxnSpPr>
        <p:spPr>
          <a:xfrm flipV="1">
            <a:off x="5705475" y="6386513"/>
            <a:ext cx="1247775" cy="8255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/>
          <p:cNvCxnSpPr/>
          <p:nvPr/>
        </p:nvCxnSpPr>
        <p:spPr>
          <a:xfrm>
            <a:off x="6365875" y="5934075"/>
            <a:ext cx="1057275" cy="12382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/>
          <p:nvPr/>
        </p:nvCxnSpPr>
        <p:spPr>
          <a:xfrm flipV="1">
            <a:off x="5649913" y="6088063"/>
            <a:ext cx="1790700" cy="29845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/>
          <p:nvPr/>
        </p:nvCxnSpPr>
        <p:spPr>
          <a:xfrm flipV="1">
            <a:off x="6977063" y="6116638"/>
            <a:ext cx="588963" cy="26987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/>
          <p:cNvCxnSpPr/>
          <p:nvPr/>
        </p:nvCxnSpPr>
        <p:spPr>
          <a:xfrm>
            <a:off x="6119813" y="5900738"/>
            <a:ext cx="814388" cy="40163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8261" name="Group 48260"/>
          <p:cNvGrpSpPr/>
          <p:nvPr/>
        </p:nvGrpSpPr>
        <p:grpSpPr>
          <a:xfrm>
            <a:off x="3049588" y="3003550"/>
            <a:ext cx="6978650" cy="1149350"/>
            <a:chOff x="1526216" y="3003498"/>
            <a:chExt cx="6978041" cy="1148694"/>
          </a:xfrm>
        </p:grpSpPr>
        <p:sp>
          <p:nvSpPr>
            <p:cNvPr id="34080" name="TextBox 399"/>
            <p:cNvSpPr txBox="1"/>
            <p:nvPr/>
          </p:nvSpPr>
          <p:spPr>
            <a:xfrm>
              <a:off x="7699229" y="3628973"/>
              <a:ext cx="625437" cy="5232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data</a:t>
              </a:r>
              <a:endParaRPr lang="en-US" altLang="zh-CN" sz="1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plane</a:t>
              </a:r>
              <a:endParaRPr lang="en-US" altLang="zh-CN" sz="1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34081" name="TextBox 400"/>
            <p:cNvSpPr txBox="1"/>
            <p:nvPr/>
          </p:nvSpPr>
          <p:spPr>
            <a:xfrm>
              <a:off x="7692126" y="3003498"/>
              <a:ext cx="782519" cy="5232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control</a:t>
              </a:r>
              <a:endParaRPr lang="en-US" altLang="zh-CN" sz="1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plane</a:t>
              </a:r>
              <a:endParaRPr lang="en-US" altLang="zh-CN" sz="1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cxnSp>
          <p:nvCxnSpPr>
            <p:cNvPr id="302" name="Straight Connector 301"/>
            <p:cNvCxnSpPr/>
            <p:nvPr/>
          </p:nvCxnSpPr>
          <p:spPr bwMode="auto">
            <a:xfrm flipV="1">
              <a:off x="1526216" y="3579432"/>
              <a:ext cx="6978041" cy="11106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3960813" y="2735263"/>
            <a:ext cx="4295775" cy="320675"/>
            <a:chOff x="2433511" y="2792111"/>
            <a:chExt cx="4296530" cy="320561"/>
          </a:xfrm>
        </p:grpSpPr>
        <p:grpSp>
          <p:nvGrpSpPr>
            <p:cNvPr id="34055" name="Group 401"/>
            <p:cNvGrpSpPr/>
            <p:nvPr/>
          </p:nvGrpSpPr>
          <p:grpSpPr>
            <a:xfrm>
              <a:off x="2433511" y="2794083"/>
              <a:ext cx="349250" cy="317387"/>
              <a:chOff x="2931664" y="3912603"/>
              <a:chExt cx="430450" cy="329314"/>
            </a:xfrm>
          </p:grpSpPr>
          <p:sp>
            <p:nvSpPr>
              <p:cNvPr id="403" name="Rectangle 402"/>
              <p:cNvSpPr/>
              <p:nvPr/>
            </p:nvSpPr>
            <p:spPr>
              <a:xfrm>
                <a:off x="2937534" y="3912203"/>
                <a:ext cx="424655" cy="32931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404" name="Straight Connector 403"/>
              <p:cNvCxnSpPr/>
              <p:nvPr/>
            </p:nvCxnSpPr>
            <p:spPr>
              <a:xfrm>
                <a:off x="2931664" y="4004411"/>
                <a:ext cx="424654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Straight Connector 404"/>
              <p:cNvCxnSpPr/>
              <p:nvPr/>
            </p:nvCxnSpPr>
            <p:spPr>
              <a:xfrm>
                <a:off x="2931664" y="4066980"/>
                <a:ext cx="424654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6" name="Straight Connector 405"/>
              <p:cNvCxnSpPr>
                <a:stCxn id="403" idx="2"/>
              </p:cNvCxnSpPr>
              <p:nvPr/>
            </p:nvCxnSpPr>
            <p:spPr>
              <a:xfrm flipH="1" flipV="1">
                <a:off x="3148883" y="4004411"/>
                <a:ext cx="0" cy="237106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056" name="Group 406"/>
            <p:cNvGrpSpPr/>
            <p:nvPr/>
          </p:nvGrpSpPr>
          <p:grpSpPr>
            <a:xfrm>
              <a:off x="3348666" y="2792111"/>
              <a:ext cx="350838" cy="317387"/>
              <a:chOff x="2931664" y="3912603"/>
              <a:chExt cx="430450" cy="329314"/>
            </a:xfrm>
          </p:grpSpPr>
          <p:sp>
            <p:nvSpPr>
              <p:cNvPr id="408" name="Rectangle 407"/>
              <p:cNvSpPr/>
              <p:nvPr/>
            </p:nvSpPr>
            <p:spPr>
              <a:xfrm>
                <a:off x="2936779" y="3912603"/>
                <a:ext cx="424681" cy="32931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409" name="Straight Connector 408"/>
              <p:cNvCxnSpPr/>
              <p:nvPr/>
            </p:nvCxnSpPr>
            <p:spPr>
              <a:xfrm>
                <a:off x="2930935" y="4004811"/>
                <a:ext cx="424681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" name="Straight Connector 409"/>
              <p:cNvCxnSpPr/>
              <p:nvPr/>
            </p:nvCxnSpPr>
            <p:spPr>
              <a:xfrm>
                <a:off x="2930935" y="4067381"/>
                <a:ext cx="424681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" name="Straight Connector 410"/>
              <p:cNvCxnSpPr>
                <a:stCxn id="408" idx="2"/>
              </p:cNvCxnSpPr>
              <p:nvPr/>
            </p:nvCxnSpPr>
            <p:spPr>
              <a:xfrm flipH="1" flipV="1">
                <a:off x="3147171" y="4004811"/>
                <a:ext cx="1949" cy="237106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057" name="Group 411"/>
            <p:cNvGrpSpPr/>
            <p:nvPr/>
          </p:nvGrpSpPr>
          <p:grpSpPr>
            <a:xfrm>
              <a:off x="4182104" y="2792111"/>
              <a:ext cx="350837" cy="317387"/>
              <a:chOff x="2931664" y="3912603"/>
              <a:chExt cx="430450" cy="329314"/>
            </a:xfrm>
          </p:grpSpPr>
          <p:sp>
            <p:nvSpPr>
              <p:cNvPr id="413" name="Rectangle 412"/>
              <p:cNvSpPr/>
              <p:nvPr/>
            </p:nvSpPr>
            <p:spPr>
              <a:xfrm>
                <a:off x="2936958" y="3912603"/>
                <a:ext cx="424682" cy="32931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414" name="Straight Connector 413"/>
              <p:cNvCxnSpPr/>
              <p:nvPr/>
            </p:nvCxnSpPr>
            <p:spPr>
              <a:xfrm>
                <a:off x="2931113" y="4004811"/>
                <a:ext cx="424682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5" name="Straight Connector 414"/>
              <p:cNvCxnSpPr/>
              <p:nvPr/>
            </p:nvCxnSpPr>
            <p:spPr>
              <a:xfrm>
                <a:off x="2931113" y="4067381"/>
                <a:ext cx="424682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6" name="Straight Connector 415"/>
              <p:cNvCxnSpPr>
                <a:stCxn id="413" idx="2"/>
              </p:cNvCxnSpPr>
              <p:nvPr/>
            </p:nvCxnSpPr>
            <p:spPr>
              <a:xfrm flipH="1" flipV="1">
                <a:off x="3147351" y="4004811"/>
                <a:ext cx="1947" cy="237106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058" name="Group 416"/>
            <p:cNvGrpSpPr/>
            <p:nvPr/>
          </p:nvGrpSpPr>
          <p:grpSpPr>
            <a:xfrm>
              <a:off x="5374316" y="2795285"/>
              <a:ext cx="349250" cy="317387"/>
              <a:chOff x="2931664" y="3912603"/>
              <a:chExt cx="430450" cy="329314"/>
            </a:xfrm>
          </p:grpSpPr>
          <p:sp>
            <p:nvSpPr>
              <p:cNvPr id="418" name="Rectangle 417"/>
              <p:cNvSpPr/>
              <p:nvPr/>
            </p:nvSpPr>
            <p:spPr>
              <a:xfrm>
                <a:off x="2937241" y="3912603"/>
                <a:ext cx="424655" cy="32931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419" name="Straight Connector 418"/>
              <p:cNvCxnSpPr/>
              <p:nvPr/>
            </p:nvCxnSpPr>
            <p:spPr>
              <a:xfrm>
                <a:off x="2931371" y="4004811"/>
                <a:ext cx="424654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" name="Straight Connector 419"/>
              <p:cNvCxnSpPr/>
              <p:nvPr/>
            </p:nvCxnSpPr>
            <p:spPr>
              <a:xfrm>
                <a:off x="2931371" y="4067381"/>
                <a:ext cx="424654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1" name="Straight Connector 420"/>
              <p:cNvCxnSpPr>
                <a:stCxn id="418" idx="2"/>
              </p:cNvCxnSpPr>
              <p:nvPr/>
            </p:nvCxnSpPr>
            <p:spPr>
              <a:xfrm flipH="1" flipV="1">
                <a:off x="3148590" y="4004811"/>
                <a:ext cx="0" cy="237106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059" name="Group 421"/>
            <p:cNvGrpSpPr/>
            <p:nvPr/>
          </p:nvGrpSpPr>
          <p:grpSpPr>
            <a:xfrm>
              <a:off x="6379204" y="2792111"/>
              <a:ext cx="350837" cy="317387"/>
              <a:chOff x="2931664" y="3912603"/>
              <a:chExt cx="430450" cy="329314"/>
            </a:xfrm>
          </p:grpSpPr>
          <p:sp>
            <p:nvSpPr>
              <p:cNvPr id="423" name="Rectangle 422"/>
              <p:cNvSpPr/>
              <p:nvPr/>
            </p:nvSpPr>
            <p:spPr>
              <a:xfrm>
                <a:off x="2937432" y="3912603"/>
                <a:ext cx="424682" cy="32931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424" name="Straight Connector 423"/>
              <p:cNvCxnSpPr/>
              <p:nvPr/>
            </p:nvCxnSpPr>
            <p:spPr>
              <a:xfrm>
                <a:off x="2931587" y="4004811"/>
                <a:ext cx="424682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Straight Connector 424"/>
              <p:cNvCxnSpPr/>
              <p:nvPr/>
            </p:nvCxnSpPr>
            <p:spPr>
              <a:xfrm>
                <a:off x="2931587" y="4067381"/>
                <a:ext cx="424682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6" name="Straight Connector 425"/>
              <p:cNvCxnSpPr>
                <a:stCxn id="423" idx="2"/>
              </p:cNvCxnSpPr>
              <p:nvPr/>
            </p:nvCxnSpPr>
            <p:spPr>
              <a:xfrm flipH="1" flipV="1">
                <a:off x="3147825" y="4004811"/>
                <a:ext cx="1947" cy="237106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8260" name="Group 48259"/>
          <p:cNvGrpSpPr/>
          <p:nvPr/>
        </p:nvGrpSpPr>
        <p:grpSpPr>
          <a:xfrm>
            <a:off x="3379788" y="3709988"/>
            <a:ext cx="5211762" cy="2740025"/>
            <a:chOff x="1856416" y="3709935"/>
            <a:chExt cx="5211763" cy="2739614"/>
          </a:xfrm>
        </p:grpSpPr>
        <p:sp>
          <p:nvSpPr>
            <p:cNvPr id="268" name="Freeform 267"/>
            <p:cNvSpPr/>
            <p:nvPr/>
          </p:nvSpPr>
          <p:spPr>
            <a:xfrm>
              <a:off x="1877053" y="5330529"/>
              <a:ext cx="1281113" cy="758711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-1" fmla="*/ 139870 w 1040633"/>
                <a:gd name="connsiteY0-2" fmla="*/ 1191723 h 1219697"/>
                <a:gd name="connsiteX1-3" fmla="*/ 0 w 1040633"/>
                <a:gd name="connsiteY1-4" fmla="*/ 0 h 1219697"/>
                <a:gd name="connsiteX2-5" fmla="*/ 1040633 w 1040633"/>
                <a:gd name="connsiteY2-6" fmla="*/ 16785 h 1219697"/>
                <a:gd name="connsiteX3-7" fmla="*/ 833625 w 1040633"/>
                <a:gd name="connsiteY3-8" fmla="*/ 1219697 h 1219697"/>
                <a:gd name="connsiteX4-9" fmla="*/ 139870 w 1040633"/>
                <a:gd name="connsiteY4-10" fmla="*/ 1191723 h 1219697"/>
                <a:gd name="connsiteX0-11" fmla="*/ 139870 w 1040633"/>
                <a:gd name="connsiteY0-12" fmla="*/ 1191723 h 1219697"/>
                <a:gd name="connsiteX1-13" fmla="*/ 0 w 1040633"/>
                <a:gd name="connsiteY1-14" fmla="*/ 0 h 1219697"/>
                <a:gd name="connsiteX2-15" fmla="*/ 1040633 w 1040633"/>
                <a:gd name="connsiteY2-16" fmla="*/ 16785 h 1219697"/>
                <a:gd name="connsiteX3-17" fmla="*/ 833625 w 1040633"/>
                <a:gd name="connsiteY3-18" fmla="*/ 1219697 h 1219697"/>
                <a:gd name="connsiteX4-19" fmla="*/ 139870 w 1040633"/>
                <a:gd name="connsiteY4-20" fmla="*/ 1191723 h 1219697"/>
                <a:gd name="connsiteX0-21" fmla="*/ 139870 w 1040633"/>
                <a:gd name="connsiteY0-22" fmla="*/ 1191723 h 1219697"/>
                <a:gd name="connsiteX1-23" fmla="*/ 0 w 1040633"/>
                <a:gd name="connsiteY1-24" fmla="*/ 0 h 1219697"/>
                <a:gd name="connsiteX2-25" fmla="*/ 1040633 w 1040633"/>
                <a:gd name="connsiteY2-26" fmla="*/ 16785 h 1219697"/>
                <a:gd name="connsiteX3-27" fmla="*/ 833625 w 1040633"/>
                <a:gd name="connsiteY3-28" fmla="*/ 1219697 h 1219697"/>
                <a:gd name="connsiteX4-29" fmla="*/ 139870 w 1040633"/>
                <a:gd name="connsiteY4-30" fmla="*/ 1191723 h 1219697"/>
                <a:gd name="connsiteX0-31" fmla="*/ 139870 w 1040633"/>
                <a:gd name="connsiteY0-32" fmla="*/ 1191723 h 1219697"/>
                <a:gd name="connsiteX1-33" fmla="*/ 0 w 1040633"/>
                <a:gd name="connsiteY1-34" fmla="*/ 0 h 1219697"/>
                <a:gd name="connsiteX2-35" fmla="*/ 1040633 w 1040633"/>
                <a:gd name="connsiteY2-36" fmla="*/ 16785 h 1219697"/>
                <a:gd name="connsiteX3-37" fmla="*/ 833625 w 1040633"/>
                <a:gd name="connsiteY3-38" fmla="*/ 1219697 h 1219697"/>
                <a:gd name="connsiteX4-39" fmla="*/ 139870 w 1040633"/>
                <a:gd name="connsiteY4-40" fmla="*/ 1191723 h 1219697"/>
                <a:gd name="connsiteX0-41" fmla="*/ 139870 w 1040633"/>
                <a:gd name="connsiteY0-42" fmla="*/ 1191723 h 1219697"/>
                <a:gd name="connsiteX1-43" fmla="*/ 0 w 1040633"/>
                <a:gd name="connsiteY1-44" fmla="*/ 0 h 1219697"/>
                <a:gd name="connsiteX2-45" fmla="*/ 1040633 w 1040633"/>
                <a:gd name="connsiteY2-46" fmla="*/ 16785 h 1219697"/>
                <a:gd name="connsiteX3-47" fmla="*/ 833625 w 1040633"/>
                <a:gd name="connsiteY3-48" fmla="*/ 1219697 h 1219697"/>
                <a:gd name="connsiteX4-49" fmla="*/ 418712 w 1040633"/>
                <a:gd name="connsiteY4-50" fmla="*/ 1189324 h 1219697"/>
                <a:gd name="connsiteX5" fmla="*/ 139870 w 1040633"/>
                <a:gd name="connsiteY5" fmla="*/ 1191723 h 1219697"/>
                <a:gd name="connsiteX0-51" fmla="*/ 139870 w 1040633"/>
                <a:gd name="connsiteY0-52" fmla="*/ 1191723 h 1355926"/>
                <a:gd name="connsiteX1-53" fmla="*/ 0 w 1040633"/>
                <a:gd name="connsiteY1-54" fmla="*/ 0 h 1355926"/>
                <a:gd name="connsiteX2-55" fmla="*/ 1040633 w 1040633"/>
                <a:gd name="connsiteY2-56" fmla="*/ 16785 h 1355926"/>
                <a:gd name="connsiteX3-57" fmla="*/ 833625 w 1040633"/>
                <a:gd name="connsiteY3-58" fmla="*/ 1219697 h 1355926"/>
                <a:gd name="connsiteX4-59" fmla="*/ 139870 w 1040633"/>
                <a:gd name="connsiteY4-60" fmla="*/ 1191723 h 1355926"/>
                <a:gd name="connsiteX0-61" fmla="*/ 139870 w 1040633"/>
                <a:gd name="connsiteY0-62" fmla="*/ 1191723 h 1289901"/>
                <a:gd name="connsiteX1-63" fmla="*/ 0 w 1040633"/>
                <a:gd name="connsiteY1-64" fmla="*/ 0 h 1289901"/>
                <a:gd name="connsiteX2-65" fmla="*/ 1040633 w 1040633"/>
                <a:gd name="connsiteY2-66" fmla="*/ 16785 h 1289901"/>
                <a:gd name="connsiteX3-67" fmla="*/ 833625 w 1040633"/>
                <a:gd name="connsiteY3-68" fmla="*/ 1219697 h 1289901"/>
                <a:gd name="connsiteX4-69" fmla="*/ 139870 w 1040633"/>
                <a:gd name="connsiteY4-70" fmla="*/ 1191723 h 1289901"/>
                <a:gd name="connsiteX0-71" fmla="*/ 139870 w 1040633"/>
                <a:gd name="connsiteY0-72" fmla="*/ 1191723 h 1219697"/>
                <a:gd name="connsiteX1-73" fmla="*/ 0 w 1040633"/>
                <a:gd name="connsiteY1-74" fmla="*/ 0 h 1219697"/>
                <a:gd name="connsiteX2-75" fmla="*/ 1040633 w 1040633"/>
                <a:gd name="connsiteY2-76" fmla="*/ 16785 h 1219697"/>
                <a:gd name="connsiteX3-77" fmla="*/ 833625 w 1040633"/>
                <a:gd name="connsiteY3-78" fmla="*/ 1219697 h 1219697"/>
                <a:gd name="connsiteX4-79" fmla="*/ 139870 w 1040633"/>
                <a:gd name="connsiteY4-80" fmla="*/ 1191723 h 1219697"/>
                <a:gd name="connsiteX0-81" fmla="*/ 139870 w 1040633"/>
                <a:gd name="connsiteY0-82" fmla="*/ 1191723 h 1191723"/>
                <a:gd name="connsiteX1-83" fmla="*/ 0 w 1040633"/>
                <a:gd name="connsiteY1-84" fmla="*/ 0 h 1191723"/>
                <a:gd name="connsiteX2-85" fmla="*/ 1040633 w 1040633"/>
                <a:gd name="connsiteY2-86" fmla="*/ 16785 h 1191723"/>
                <a:gd name="connsiteX3-87" fmla="*/ 671988 w 1040633"/>
                <a:gd name="connsiteY3-88" fmla="*/ 1158121 h 1191723"/>
                <a:gd name="connsiteX4-89" fmla="*/ 139870 w 1040633"/>
                <a:gd name="connsiteY4-90" fmla="*/ 1191723 h 1191723"/>
                <a:gd name="connsiteX0-91" fmla="*/ 363082 w 1040633"/>
                <a:gd name="connsiteY0-92" fmla="*/ 1160935 h 1160935"/>
                <a:gd name="connsiteX1-93" fmla="*/ 0 w 1040633"/>
                <a:gd name="connsiteY1-94" fmla="*/ 0 h 1160935"/>
                <a:gd name="connsiteX2-95" fmla="*/ 1040633 w 1040633"/>
                <a:gd name="connsiteY2-96" fmla="*/ 16785 h 1160935"/>
                <a:gd name="connsiteX3-97" fmla="*/ 671988 w 1040633"/>
                <a:gd name="connsiteY3-98" fmla="*/ 1158121 h 1160935"/>
                <a:gd name="connsiteX4-99" fmla="*/ 363082 w 1040633"/>
                <a:gd name="connsiteY4-100" fmla="*/ 1160935 h 1160935"/>
                <a:gd name="connsiteX0-101" fmla="*/ 363082 w 1040633"/>
                <a:gd name="connsiteY0-102" fmla="*/ 1160935 h 1160935"/>
                <a:gd name="connsiteX1-103" fmla="*/ 0 w 1040633"/>
                <a:gd name="connsiteY1-104" fmla="*/ 0 h 1160935"/>
                <a:gd name="connsiteX2-105" fmla="*/ 1040633 w 1040633"/>
                <a:gd name="connsiteY2-106" fmla="*/ 16785 h 1160935"/>
                <a:gd name="connsiteX3-107" fmla="*/ 671988 w 1040633"/>
                <a:gd name="connsiteY3-108" fmla="*/ 1158121 h 1160935"/>
                <a:gd name="connsiteX4-109" fmla="*/ 363082 w 1040633"/>
                <a:gd name="connsiteY4-110" fmla="*/ 1160935 h 1160935"/>
                <a:gd name="connsiteX0-111" fmla="*/ 363082 w 1040633"/>
                <a:gd name="connsiteY0-112" fmla="*/ 1160935 h 1160935"/>
                <a:gd name="connsiteX1-113" fmla="*/ 0 w 1040633"/>
                <a:gd name="connsiteY1-114" fmla="*/ 0 h 1160935"/>
                <a:gd name="connsiteX2-115" fmla="*/ 1040633 w 1040633"/>
                <a:gd name="connsiteY2-116" fmla="*/ 16785 h 1160935"/>
                <a:gd name="connsiteX3-117" fmla="*/ 671988 w 1040633"/>
                <a:gd name="connsiteY3-118" fmla="*/ 1158121 h 1160935"/>
                <a:gd name="connsiteX4-119" fmla="*/ 363082 w 1040633"/>
                <a:gd name="connsiteY4-120" fmla="*/ 1160935 h 1160935"/>
                <a:gd name="connsiteX0-121" fmla="*/ 363082 w 1040633"/>
                <a:gd name="connsiteY0-122" fmla="*/ 1160935 h 1160935"/>
                <a:gd name="connsiteX1-123" fmla="*/ 0 w 1040633"/>
                <a:gd name="connsiteY1-124" fmla="*/ 0 h 1160935"/>
                <a:gd name="connsiteX2-125" fmla="*/ 1040633 w 1040633"/>
                <a:gd name="connsiteY2-126" fmla="*/ 16785 h 1160935"/>
                <a:gd name="connsiteX3-127" fmla="*/ 671988 w 1040633"/>
                <a:gd name="connsiteY3-128" fmla="*/ 1158121 h 1160935"/>
                <a:gd name="connsiteX4-129" fmla="*/ 363082 w 1040633"/>
                <a:gd name="connsiteY4-130" fmla="*/ 1160935 h 1160935"/>
                <a:gd name="connsiteX0-131" fmla="*/ 363082 w 1040633"/>
                <a:gd name="connsiteY0-132" fmla="*/ 1160935 h 1160935"/>
                <a:gd name="connsiteX1-133" fmla="*/ 0 w 1040633"/>
                <a:gd name="connsiteY1-134" fmla="*/ 0 h 1160935"/>
                <a:gd name="connsiteX2-135" fmla="*/ 1040633 w 1040633"/>
                <a:gd name="connsiteY2-136" fmla="*/ 16785 h 1160935"/>
                <a:gd name="connsiteX3-137" fmla="*/ 671988 w 1040633"/>
                <a:gd name="connsiteY3-138" fmla="*/ 1158121 h 1160935"/>
                <a:gd name="connsiteX4-139" fmla="*/ 363082 w 1040633"/>
                <a:gd name="connsiteY4-140" fmla="*/ 1160935 h 1160935"/>
                <a:gd name="connsiteX0-141" fmla="*/ 363082 w 1040633"/>
                <a:gd name="connsiteY0-142" fmla="*/ 1160935 h 1160935"/>
                <a:gd name="connsiteX1-143" fmla="*/ 0 w 1040633"/>
                <a:gd name="connsiteY1-144" fmla="*/ 0 h 1160935"/>
                <a:gd name="connsiteX2-145" fmla="*/ 1040633 w 1040633"/>
                <a:gd name="connsiteY2-146" fmla="*/ 16785 h 1160935"/>
                <a:gd name="connsiteX3-147" fmla="*/ 671988 w 1040633"/>
                <a:gd name="connsiteY3-148" fmla="*/ 1158121 h 1160935"/>
                <a:gd name="connsiteX4-149" fmla="*/ 363082 w 1040633"/>
                <a:gd name="connsiteY4-150" fmla="*/ 1160935 h 1160935"/>
                <a:gd name="connsiteX0-151" fmla="*/ 363082 w 1040633"/>
                <a:gd name="connsiteY0-152" fmla="*/ 1160935 h 1160935"/>
                <a:gd name="connsiteX1-153" fmla="*/ 0 w 1040633"/>
                <a:gd name="connsiteY1-154" fmla="*/ 0 h 1160935"/>
                <a:gd name="connsiteX2-155" fmla="*/ 1040633 w 1040633"/>
                <a:gd name="connsiteY2-156" fmla="*/ 16785 h 1160935"/>
                <a:gd name="connsiteX3-157" fmla="*/ 671988 w 1040633"/>
                <a:gd name="connsiteY3-158" fmla="*/ 1158121 h 1160935"/>
                <a:gd name="connsiteX4-159" fmla="*/ 363082 w 1040633"/>
                <a:gd name="connsiteY4-160" fmla="*/ 1160935 h 1160935"/>
                <a:gd name="connsiteX0-161" fmla="*/ 363082 w 1040633"/>
                <a:gd name="connsiteY0-162" fmla="*/ 1160935 h 1160935"/>
                <a:gd name="connsiteX1-163" fmla="*/ 0 w 1040633"/>
                <a:gd name="connsiteY1-164" fmla="*/ 0 h 1160935"/>
                <a:gd name="connsiteX2-165" fmla="*/ 1040633 w 1040633"/>
                <a:gd name="connsiteY2-166" fmla="*/ 16785 h 1160935"/>
                <a:gd name="connsiteX3-167" fmla="*/ 569478 w 1040633"/>
                <a:gd name="connsiteY3-168" fmla="*/ 1158121 h 1160935"/>
                <a:gd name="connsiteX4-169" fmla="*/ 363082 w 1040633"/>
                <a:gd name="connsiteY4-170" fmla="*/ 1160935 h 1160935"/>
                <a:gd name="connsiteX0-171" fmla="*/ 363082 w 1040633"/>
                <a:gd name="connsiteY0-172" fmla="*/ 1160935 h 1160935"/>
                <a:gd name="connsiteX1-173" fmla="*/ 0 w 1040633"/>
                <a:gd name="connsiteY1-174" fmla="*/ 0 h 1160935"/>
                <a:gd name="connsiteX2-175" fmla="*/ 1040633 w 1040633"/>
                <a:gd name="connsiteY2-176" fmla="*/ 16785 h 1160935"/>
                <a:gd name="connsiteX3-177" fmla="*/ 569478 w 1040633"/>
                <a:gd name="connsiteY3-178" fmla="*/ 1158121 h 1160935"/>
                <a:gd name="connsiteX4-179" fmla="*/ 363082 w 1040633"/>
                <a:gd name="connsiteY4-180" fmla="*/ 1160935 h 1160935"/>
                <a:gd name="connsiteX0-181" fmla="*/ 448507 w 1040633"/>
                <a:gd name="connsiteY0-182" fmla="*/ 1160935 h 1160935"/>
                <a:gd name="connsiteX1-183" fmla="*/ 0 w 1040633"/>
                <a:gd name="connsiteY1-184" fmla="*/ 0 h 1160935"/>
                <a:gd name="connsiteX2-185" fmla="*/ 1040633 w 1040633"/>
                <a:gd name="connsiteY2-186" fmla="*/ 16785 h 1160935"/>
                <a:gd name="connsiteX3-187" fmla="*/ 569478 w 1040633"/>
                <a:gd name="connsiteY3-188" fmla="*/ 1158121 h 1160935"/>
                <a:gd name="connsiteX4-189" fmla="*/ 448507 w 1040633"/>
                <a:gd name="connsiteY4-190" fmla="*/ 1160935 h 1160935"/>
                <a:gd name="connsiteX0-191" fmla="*/ 448507 w 1040633"/>
                <a:gd name="connsiteY0-192" fmla="*/ 1160935 h 1160935"/>
                <a:gd name="connsiteX1-193" fmla="*/ 0 w 1040633"/>
                <a:gd name="connsiteY1-194" fmla="*/ 0 h 1160935"/>
                <a:gd name="connsiteX2-195" fmla="*/ 1040633 w 1040633"/>
                <a:gd name="connsiteY2-196" fmla="*/ 16785 h 1160935"/>
                <a:gd name="connsiteX3-197" fmla="*/ 569478 w 1040633"/>
                <a:gd name="connsiteY3-198" fmla="*/ 1158121 h 1160935"/>
                <a:gd name="connsiteX4-199" fmla="*/ 448507 w 1040633"/>
                <a:gd name="connsiteY4-200" fmla="*/ 1160935 h 1160935"/>
                <a:gd name="connsiteX0-201" fmla="*/ 448507 w 1040633"/>
                <a:gd name="connsiteY0-202" fmla="*/ 1160935 h 1160935"/>
                <a:gd name="connsiteX1-203" fmla="*/ 0 w 1040633"/>
                <a:gd name="connsiteY1-204" fmla="*/ 0 h 1160935"/>
                <a:gd name="connsiteX2-205" fmla="*/ 1040633 w 1040633"/>
                <a:gd name="connsiteY2-206" fmla="*/ 16785 h 1160935"/>
                <a:gd name="connsiteX3-207" fmla="*/ 569478 w 1040633"/>
                <a:gd name="connsiteY3-208" fmla="*/ 1158121 h 1160935"/>
                <a:gd name="connsiteX4-209" fmla="*/ 448507 w 1040633"/>
                <a:gd name="connsiteY4-210" fmla="*/ 1160935 h 1160935"/>
                <a:gd name="connsiteX0-211" fmla="*/ 448507 w 1325315"/>
                <a:gd name="connsiteY0-212" fmla="*/ 1160935 h 1160935"/>
                <a:gd name="connsiteX1-213" fmla="*/ 0 w 1325315"/>
                <a:gd name="connsiteY1-214" fmla="*/ 0 h 1160935"/>
                <a:gd name="connsiteX2-215" fmla="*/ 1040633 w 1325315"/>
                <a:gd name="connsiteY2-216" fmla="*/ 16785 h 1160935"/>
                <a:gd name="connsiteX3-217" fmla="*/ 1214315 w 1325315"/>
                <a:gd name="connsiteY3-218" fmla="*/ 1064597 h 1160935"/>
                <a:gd name="connsiteX4-219" fmla="*/ 448507 w 1325315"/>
                <a:gd name="connsiteY4-220" fmla="*/ 1160935 h 1160935"/>
                <a:gd name="connsiteX0-221" fmla="*/ 448507 w 1214315"/>
                <a:gd name="connsiteY0-222" fmla="*/ 1160935 h 1160935"/>
                <a:gd name="connsiteX1-223" fmla="*/ 0 w 1214315"/>
                <a:gd name="connsiteY1-224" fmla="*/ 0 h 1160935"/>
                <a:gd name="connsiteX2-225" fmla="*/ 1040633 w 1214315"/>
                <a:gd name="connsiteY2-226" fmla="*/ 16785 h 1160935"/>
                <a:gd name="connsiteX3-227" fmla="*/ 1214315 w 1214315"/>
                <a:gd name="connsiteY3-228" fmla="*/ 1064597 h 1160935"/>
                <a:gd name="connsiteX4-229" fmla="*/ 448507 w 1214315"/>
                <a:gd name="connsiteY4-230" fmla="*/ 1160935 h 1160935"/>
                <a:gd name="connsiteX0-231" fmla="*/ 448507 w 1214315"/>
                <a:gd name="connsiteY0-232" fmla="*/ 1160935 h 1160935"/>
                <a:gd name="connsiteX1-233" fmla="*/ 0 w 1214315"/>
                <a:gd name="connsiteY1-234" fmla="*/ 0 h 1160935"/>
                <a:gd name="connsiteX2-235" fmla="*/ 1040633 w 1214315"/>
                <a:gd name="connsiteY2-236" fmla="*/ 16785 h 1160935"/>
                <a:gd name="connsiteX3-237" fmla="*/ 1214315 w 1214315"/>
                <a:gd name="connsiteY3-238" fmla="*/ 1064597 h 1160935"/>
                <a:gd name="connsiteX4-239" fmla="*/ 448507 w 1214315"/>
                <a:gd name="connsiteY4-240" fmla="*/ 1160935 h 1160935"/>
                <a:gd name="connsiteX0-241" fmla="*/ 1053964 w 1214315"/>
                <a:gd name="connsiteY0-242" fmla="*/ 1136323 h 1136323"/>
                <a:gd name="connsiteX1-243" fmla="*/ 0 w 1214315"/>
                <a:gd name="connsiteY1-244" fmla="*/ 0 h 1136323"/>
                <a:gd name="connsiteX2-245" fmla="*/ 1040633 w 1214315"/>
                <a:gd name="connsiteY2-246" fmla="*/ 16785 h 1136323"/>
                <a:gd name="connsiteX3-247" fmla="*/ 1214315 w 1214315"/>
                <a:gd name="connsiteY3-248" fmla="*/ 1064597 h 1136323"/>
                <a:gd name="connsiteX4-249" fmla="*/ 1053964 w 1214315"/>
                <a:gd name="connsiteY4-250" fmla="*/ 1136323 h 1136323"/>
                <a:gd name="connsiteX0-251" fmla="*/ 1053964 w 1214315"/>
                <a:gd name="connsiteY0-252" fmla="*/ 1136323 h 1136323"/>
                <a:gd name="connsiteX1-253" fmla="*/ 0 w 1214315"/>
                <a:gd name="connsiteY1-254" fmla="*/ 0 h 1136323"/>
                <a:gd name="connsiteX2-255" fmla="*/ 1040633 w 1214315"/>
                <a:gd name="connsiteY2-256" fmla="*/ 16785 h 1136323"/>
                <a:gd name="connsiteX3-257" fmla="*/ 1214315 w 1214315"/>
                <a:gd name="connsiteY3-258" fmla="*/ 1064597 h 1136323"/>
                <a:gd name="connsiteX4-259" fmla="*/ 1053964 w 1214315"/>
                <a:gd name="connsiteY4-260" fmla="*/ 1136323 h 1136323"/>
                <a:gd name="connsiteX0-261" fmla="*/ 1053964 w 1214315"/>
                <a:gd name="connsiteY0-262" fmla="*/ 1136323 h 1136323"/>
                <a:gd name="connsiteX1-263" fmla="*/ 0 w 1214315"/>
                <a:gd name="connsiteY1-264" fmla="*/ 0 h 1136323"/>
                <a:gd name="connsiteX2-265" fmla="*/ 1040633 w 1214315"/>
                <a:gd name="connsiteY2-266" fmla="*/ 16785 h 1136323"/>
                <a:gd name="connsiteX3-267" fmla="*/ 1214315 w 1214315"/>
                <a:gd name="connsiteY3-268" fmla="*/ 1064597 h 1136323"/>
                <a:gd name="connsiteX4-269" fmla="*/ 1053964 w 1214315"/>
                <a:gd name="connsiteY4-270" fmla="*/ 1136323 h 1136323"/>
                <a:gd name="connsiteX0-271" fmla="*/ 1060159 w 1220510"/>
                <a:gd name="connsiteY0-272" fmla="*/ 1119627 h 1119627"/>
                <a:gd name="connsiteX1-273" fmla="*/ 0 w 1220510"/>
                <a:gd name="connsiteY1-274" fmla="*/ 249694 h 1119627"/>
                <a:gd name="connsiteX2-275" fmla="*/ 1046828 w 1220510"/>
                <a:gd name="connsiteY2-276" fmla="*/ 89 h 1119627"/>
                <a:gd name="connsiteX3-277" fmla="*/ 1220510 w 1220510"/>
                <a:gd name="connsiteY3-278" fmla="*/ 1047901 h 1119627"/>
                <a:gd name="connsiteX4-279" fmla="*/ 1060159 w 1220510"/>
                <a:gd name="connsiteY4-280" fmla="*/ 1119627 h 1119627"/>
                <a:gd name="connsiteX0-281" fmla="*/ 1060159 w 1220510"/>
                <a:gd name="connsiteY0-282" fmla="*/ 1119627 h 1119627"/>
                <a:gd name="connsiteX1-283" fmla="*/ 0 w 1220510"/>
                <a:gd name="connsiteY1-284" fmla="*/ 249694 h 1119627"/>
                <a:gd name="connsiteX2-285" fmla="*/ 1046828 w 1220510"/>
                <a:gd name="connsiteY2-286" fmla="*/ 89 h 1119627"/>
                <a:gd name="connsiteX3-287" fmla="*/ 1220510 w 1220510"/>
                <a:gd name="connsiteY3-288" fmla="*/ 1047901 h 1119627"/>
                <a:gd name="connsiteX4-289" fmla="*/ 1060159 w 1220510"/>
                <a:gd name="connsiteY4-290" fmla="*/ 1119627 h 1119627"/>
                <a:gd name="connsiteX0-291" fmla="*/ 1060159 w 1220510"/>
                <a:gd name="connsiteY0-292" fmla="*/ 1119627 h 1119627"/>
                <a:gd name="connsiteX1-293" fmla="*/ 0 w 1220510"/>
                <a:gd name="connsiteY1-294" fmla="*/ 249694 h 1119627"/>
                <a:gd name="connsiteX2-295" fmla="*/ 1046828 w 1220510"/>
                <a:gd name="connsiteY2-296" fmla="*/ 89 h 1119627"/>
                <a:gd name="connsiteX3-297" fmla="*/ 1220510 w 1220510"/>
                <a:gd name="connsiteY3-298" fmla="*/ 1047901 h 1119627"/>
                <a:gd name="connsiteX4-299" fmla="*/ 1060159 w 1220510"/>
                <a:gd name="connsiteY4-300" fmla="*/ 1119627 h 1119627"/>
                <a:gd name="connsiteX0-301" fmla="*/ 1060159 w 1220510"/>
                <a:gd name="connsiteY0-302" fmla="*/ 921649 h 921649"/>
                <a:gd name="connsiteX1-303" fmla="*/ 0 w 1220510"/>
                <a:gd name="connsiteY1-304" fmla="*/ 51716 h 921649"/>
                <a:gd name="connsiteX2-305" fmla="*/ 1059218 w 1220510"/>
                <a:gd name="connsiteY2-306" fmla="*/ 355 h 921649"/>
                <a:gd name="connsiteX3-307" fmla="*/ 1220510 w 1220510"/>
                <a:gd name="connsiteY3-308" fmla="*/ 849923 h 921649"/>
                <a:gd name="connsiteX4-309" fmla="*/ 1060159 w 1220510"/>
                <a:gd name="connsiteY4-310" fmla="*/ 921649 h 921649"/>
                <a:gd name="connsiteX0-311" fmla="*/ 1060159 w 1220510"/>
                <a:gd name="connsiteY0-312" fmla="*/ 921649 h 921649"/>
                <a:gd name="connsiteX1-313" fmla="*/ 0 w 1220510"/>
                <a:gd name="connsiteY1-314" fmla="*/ 51716 h 921649"/>
                <a:gd name="connsiteX2-315" fmla="*/ 1059218 w 1220510"/>
                <a:gd name="connsiteY2-316" fmla="*/ 355 h 921649"/>
                <a:gd name="connsiteX3-317" fmla="*/ 1220510 w 1220510"/>
                <a:gd name="connsiteY3-318" fmla="*/ 849923 h 921649"/>
                <a:gd name="connsiteX4-319" fmla="*/ 1060159 w 1220510"/>
                <a:gd name="connsiteY4-320" fmla="*/ 921649 h 921649"/>
                <a:gd name="connsiteX0-321" fmla="*/ 1060159 w 1220510"/>
                <a:gd name="connsiteY0-322" fmla="*/ 921649 h 921649"/>
                <a:gd name="connsiteX1-323" fmla="*/ 0 w 1220510"/>
                <a:gd name="connsiteY1-324" fmla="*/ 51716 h 921649"/>
                <a:gd name="connsiteX2-325" fmla="*/ 1059218 w 1220510"/>
                <a:gd name="connsiteY2-326" fmla="*/ 355 h 921649"/>
                <a:gd name="connsiteX3-327" fmla="*/ 1220510 w 1220510"/>
                <a:gd name="connsiteY3-328" fmla="*/ 849923 h 921649"/>
                <a:gd name="connsiteX4-329" fmla="*/ 1060159 w 1220510"/>
                <a:gd name="connsiteY4-330" fmla="*/ 921649 h 921649"/>
                <a:gd name="connsiteX0-331" fmla="*/ 1060159 w 1340486"/>
                <a:gd name="connsiteY0-332" fmla="*/ 921649 h 921649"/>
                <a:gd name="connsiteX1-333" fmla="*/ 0 w 1340486"/>
                <a:gd name="connsiteY1-334" fmla="*/ 51716 h 921649"/>
                <a:gd name="connsiteX2-335" fmla="*/ 1059218 w 1340486"/>
                <a:gd name="connsiteY2-336" fmla="*/ 355 h 921649"/>
                <a:gd name="connsiteX3-337" fmla="*/ 1340486 w 1340486"/>
                <a:gd name="connsiteY3-338" fmla="*/ 709789 h 921649"/>
                <a:gd name="connsiteX4-339" fmla="*/ 1060159 w 1340486"/>
                <a:gd name="connsiteY4-340" fmla="*/ 921649 h 921649"/>
                <a:gd name="connsiteX0-341" fmla="*/ 1060159 w 1340486"/>
                <a:gd name="connsiteY0-342" fmla="*/ 921649 h 921649"/>
                <a:gd name="connsiteX1-343" fmla="*/ 0 w 1340486"/>
                <a:gd name="connsiteY1-344" fmla="*/ 51716 h 921649"/>
                <a:gd name="connsiteX2-345" fmla="*/ 1059218 w 1340486"/>
                <a:gd name="connsiteY2-346" fmla="*/ 355 h 921649"/>
                <a:gd name="connsiteX3-347" fmla="*/ 1340486 w 1340486"/>
                <a:gd name="connsiteY3-348" fmla="*/ 709789 h 921649"/>
                <a:gd name="connsiteX4-349" fmla="*/ 1060159 w 1340486"/>
                <a:gd name="connsiteY4-350" fmla="*/ 921649 h 921649"/>
                <a:gd name="connsiteX0-351" fmla="*/ 1060159 w 1340486"/>
                <a:gd name="connsiteY0-352" fmla="*/ 921649 h 921649"/>
                <a:gd name="connsiteX1-353" fmla="*/ 0 w 1340486"/>
                <a:gd name="connsiteY1-354" fmla="*/ 51716 h 921649"/>
                <a:gd name="connsiteX2-355" fmla="*/ 1059218 w 1340486"/>
                <a:gd name="connsiteY2-356" fmla="*/ 355 h 921649"/>
                <a:gd name="connsiteX3-357" fmla="*/ 1340486 w 1340486"/>
                <a:gd name="connsiteY3-358" fmla="*/ 709789 h 921649"/>
                <a:gd name="connsiteX4-359" fmla="*/ 1060159 w 1340486"/>
                <a:gd name="connsiteY4-360" fmla="*/ 921649 h 921649"/>
                <a:gd name="connsiteX0-361" fmla="*/ 1025166 w 1340486"/>
                <a:gd name="connsiteY0-362" fmla="*/ 746482 h 746482"/>
                <a:gd name="connsiteX1-363" fmla="*/ 0 w 1340486"/>
                <a:gd name="connsiteY1-364" fmla="*/ 51716 h 746482"/>
                <a:gd name="connsiteX2-365" fmla="*/ 1059218 w 1340486"/>
                <a:gd name="connsiteY2-366" fmla="*/ 355 h 746482"/>
                <a:gd name="connsiteX3-367" fmla="*/ 1340486 w 1340486"/>
                <a:gd name="connsiteY3-368" fmla="*/ 709789 h 746482"/>
                <a:gd name="connsiteX4-369" fmla="*/ 1025166 w 1340486"/>
                <a:gd name="connsiteY4-370" fmla="*/ 746482 h 746482"/>
                <a:gd name="connsiteX0-371" fmla="*/ 1025166 w 1340486"/>
                <a:gd name="connsiteY0-372" fmla="*/ 746482 h 746482"/>
                <a:gd name="connsiteX1-373" fmla="*/ 0 w 1340486"/>
                <a:gd name="connsiteY1-374" fmla="*/ 51716 h 746482"/>
                <a:gd name="connsiteX2-375" fmla="*/ 1059218 w 1340486"/>
                <a:gd name="connsiteY2-376" fmla="*/ 355 h 746482"/>
                <a:gd name="connsiteX3-377" fmla="*/ 1340486 w 1340486"/>
                <a:gd name="connsiteY3-378" fmla="*/ 709789 h 746482"/>
                <a:gd name="connsiteX4-379" fmla="*/ 1025166 w 1340486"/>
                <a:gd name="connsiteY4-380" fmla="*/ 746482 h 746482"/>
                <a:gd name="connsiteX0-381" fmla="*/ 965179 w 1280499"/>
                <a:gd name="connsiteY0-382" fmla="*/ 759828 h 759828"/>
                <a:gd name="connsiteX1-383" fmla="*/ 0 w 1280499"/>
                <a:gd name="connsiteY1-384" fmla="*/ 0 h 759828"/>
                <a:gd name="connsiteX2-385" fmla="*/ 999231 w 1280499"/>
                <a:gd name="connsiteY2-386" fmla="*/ 13701 h 759828"/>
                <a:gd name="connsiteX3-387" fmla="*/ 1280499 w 1280499"/>
                <a:gd name="connsiteY3-388" fmla="*/ 723135 h 759828"/>
                <a:gd name="connsiteX4-389" fmla="*/ 965179 w 1280499"/>
                <a:gd name="connsiteY4-390" fmla="*/ 759828 h 759828"/>
                <a:gd name="connsiteX0-391" fmla="*/ 965179 w 1280499"/>
                <a:gd name="connsiteY0-392" fmla="*/ 759828 h 759828"/>
                <a:gd name="connsiteX1-393" fmla="*/ 0 w 1280499"/>
                <a:gd name="connsiteY1-394" fmla="*/ 0 h 759828"/>
                <a:gd name="connsiteX2-395" fmla="*/ 999231 w 1280499"/>
                <a:gd name="connsiteY2-396" fmla="*/ 13701 h 759828"/>
                <a:gd name="connsiteX3-397" fmla="*/ 1280499 w 1280499"/>
                <a:gd name="connsiteY3-398" fmla="*/ 723135 h 759828"/>
                <a:gd name="connsiteX4-399" fmla="*/ 965179 w 1280499"/>
                <a:gd name="connsiteY4-400" fmla="*/ 759828 h 75982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280499" h="759828">
                  <a:moveTo>
                    <a:pt x="965179" y="759828"/>
                  </a:moveTo>
                  <a:cubicBezTo>
                    <a:pt x="301565" y="231725"/>
                    <a:pt x="628999" y="498939"/>
                    <a:pt x="0" y="0"/>
                  </a:cubicBezTo>
                  <a:lnTo>
                    <a:pt x="999231" y="13701"/>
                  </a:lnTo>
                  <a:cubicBezTo>
                    <a:pt x="1112985" y="379881"/>
                    <a:pt x="1055867" y="236107"/>
                    <a:pt x="1280499" y="723135"/>
                  </a:cubicBezTo>
                  <a:cubicBezTo>
                    <a:pt x="1186079" y="728668"/>
                    <a:pt x="1127207" y="701414"/>
                    <a:pt x="965179" y="759828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272" name="Freeform 271"/>
            <p:cNvSpPr/>
            <p:nvPr/>
          </p:nvSpPr>
          <p:spPr>
            <a:xfrm>
              <a:off x="6202992" y="5428939"/>
              <a:ext cx="865187" cy="553955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-1" fmla="*/ 139870 w 1040633"/>
                <a:gd name="connsiteY0-2" fmla="*/ 1191723 h 1219697"/>
                <a:gd name="connsiteX1-3" fmla="*/ 0 w 1040633"/>
                <a:gd name="connsiteY1-4" fmla="*/ 0 h 1219697"/>
                <a:gd name="connsiteX2-5" fmla="*/ 1040633 w 1040633"/>
                <a:gd name="connsiteY2-6" fmla="*/ 16785 h 1219697"/>
                <a:gd name="connsiteX3-7" fmla="*/ 833625 w 1040633"/>
                <a:gd name="connsiteY3-8" fmla="*/ 1219697 h 1219697"/>
                <a:gd name="connsiteX4-9" fmla="*/ 139870 w 1040633"/>
                <a:gd name="connsiteY4-10" fmla="*/ 1191723 h 1219697"/>
                <a:gd name="connsiteX0-11" fmla="*/ 139870 w 1040633"/>
                <a:gd name="connsiteY0-12" fmla="*/ 1191723 h 1219697"/>
                <a:gd name="connsiteX1-13" fmla="*/ 0 w 1040633"/>
                <a:gd name="connsiteY1-14" fmla="*/ 0 h 1219697"/>
                <a:gd name="connsiteX2-15" fmla="*/ 1040633 w 1040633"/>
                <a:gd name="connsiteY2-16" fmla="*/ 16785 h 1219697"/>
                <a:gd name="connsiteX3-17" fmla="*/ 833625 w 1040633"/>
                <a:gd name="connsiteY3-18" fmla="*/ 1219697 h 1219697"/>
                <a:gd name="connsiteX4-19" fmla="*/ 139870 w 1040633"/>
                <a:gd name="connsiteY4-20" fmla="*/ 1191723 h 1219697"/>
                <a:gd name="connsiteX0-21" fmla="*/ 139870 w 1040633"/>
                <a:gd name="connsiteY0-22" fmla="*/ 1191723 h 1219697"/>
                <a:gd name="connsiteX1-23" fmla="*/ 0 w 1040633"/>
                <a:gd name="connsiteY1-24" fmla="*/ 0 h 1219697"/>
                <a:gd name="connsiteX2-25" fmla="*/ 1040633 w 1040633"/>
                <a:gd name="connsiteY2-26" fmla="*/ 16785 h 1219697"/>
                <a:gd name="connsiteX3-27" fmla="*/ 833625 w 1040633"/>
                <a:gd name="connsiteY3-28" fmla="*/ 1219697 h 1219697"/>
                <a:gd name="connsiteX4-29" fmla="*/ 139870 w 1040633"/>
                <a:gd name="connsiteY4-30" fmla="*/ 1191723 h 1219697"/>
                <a:gd name="connsiteX0-31" fmla="*/ 139870 w 1040633"/>
                <a:gd name="connsiteY0-32" fmla="*/ 1191723 h 1219697"/>
                <a:gd name="connsiteX1-33" fmla="*/ 0 w 1040633"/>
                <a:gd name="connsiteY1-34" fmla="*/ 0 h 1219697"/>
                <a:gd name="connsiteX2-35" fmla="*/ 1040633 w 1040633"/>
                <a:gd name="connsiteY2-36" fmla="*/ 16785 h 1219697"/>
                <a:gd name="connsiteX3-37" fmla="*/ 833625 w 1040633"/>
                <a:gd name="connsiteY3-38" fmla="*/ 1219697 h 1219697"/>
                <a:gd name="connsiteX4-39" fmla="*/ 139870 w 1040633"/>
                <a:gd name="connsiteY4-40" fmla="*/ 1191723 h 1219697"/>
                <a:gd name="connsiteX0-41" fmla="*/ 139870 w 1040633"/>
                <a:gd name="connsiteY0-42" fmla="*/ 1191723 h 1219697"/>
                <a:gd name="connsiteX1-43" fmla="*/ 0 w 1040633"/>
                <a:gd name="connsiteY1-44" fmla="*/ 0 h 1219697"/>
                <a:gd name="connsiteX2-45" fmla="*/ 1040633 w 1040633"/>
                <a:gd name="connsiteY2-46" fmla="*/ 16785 h 1219697"/>
                <a:gd name="connsiteX3-47" fmla="*/ 833625 w 1040633"/>
                <a:gd name="connsiteY3-48" fmla="*/ 1219697 h 1219697"/>
                <a:gd name="connsiteX4-49" fmla="*/ 418712 w 1040633"/>
                <a:gd name="connsiteY4-50" fmla="*/ 1189324 h 1219697"/>
                <a:gd name="connsiteX5" fmla="*/ 139870 w 1040633"/>
                <a:gd name="connsiteY5" fmla="*/ 1191723 h 1219697"/>
                <a:gd name="connsiteX0-51" fmla="*/ 139870 w 1040633"/>
                <a:gd name="connsiteY0-52" fmla="*/ 1191723 h 1355926"/>
                <a:gd name="connsiteX1-53" fmla="*/ 0 w 1040633"/>
                <a:gd name="connsiteY1-54" fmla="*/ 0 h 1355926"/>
                <a:gd name="connsiteX2-55" fmla="*/ 1040633 w 1040633"/>
                <a:gd name="connsiteY2-56" fmla="*/ 16785 h 1355926"/>
                <a:gd name="connsiteX3-57" fmla="*/ 833625 w 1040633"/>
                <a:gd name="connsiteY3-58" fmla="*/ 1219697 h 1355926"/>
                <a:gd name="connsiteX4-59" fmla="*/ 139870 w 1040633"/>
                <a:gd name="connsiteY4-60" fmla="*/ 1191723 h 1355926"/>
                <a:gd name="connsiteX0-61" fmla="*/ 139870 w 1040633"/>
                <a:gd name="connsiteY0-62" fmla="*/ 1191723 h 1289901"/>
                <a:gd name="connsiteX1-63" fmla="*/ 0 w 1040633"/>
                <a:gd name="connsiteY1-64" fmla="*/ 0 h 1289901"/>
                <a:gd name="connsiteX2-65" fmla="*/ 1040633 w 1040633"/>
                <a:gd name="connsiteY2-66" fmla="*/ 16785 h 1289901"/>
                <a:gd name="connsiteX3-67" fmla="*/ 833625 w 1040633"/>
                <a:gd name="connsiteY3-68" fmla="*/ 1219697 h 1289901"/>
                <a:gd name="connsiteX4-69" fmla="*/ 139870 w 1040633"/>
                <a:gd name="connsiteY4-70" fmla="*/ 1191723 h 1289901"/>
                <a:gd name="connsiteX0-71" fmla="*/ 139870 w 1040633"/>
                <a:gd name="connsiteY0-72" fmla="*/ 1191723 h 1219697"/>
                <a:gd name="connsiteX1-73" fmla="*/ 0 w 1040633"/>
                <a:gd name="connsiteY1-74" fmla="*/ 0 h 1219697"/>
                <a:gd name="connsiteX2-75" fmla="*/ 1040633 w 1040633"/>
                <a:gd name="connsiteY2-76" fmla="*/ 16785 h 1219697"/>
                <a:gd name="connsiteX3-77" fmla="*/ 833625 w 1040633"/>
                <a:gd name="connsiteY3-78" fmla="*/ 1219697 h 1219697"/>
                <a:gd name="connsiteX4-79" fmla="*/ 139870 w 1040633"/>
                <a:gd name="connsiteY4-80" fmla="*/ 1191723 h 1219697"/>
                <a:gd name="connsiteX0-81" fmla="*/ 139870 w 1040633"/>
                <a:gd name="connsiteY0-82" fmla="*/ 1191723 h 1191723"/>
                <a:gd name="connsiteX1-83" fmla="*/ 0 w 1040633"/>
                <a:gd name="connsiteY1-84" fmla="*/ 0 h 1191723"/>
                <a:gd name="connsiteX2-85" fmla="*/ 1040633 w 1040633"/>
                <a:gd name="connsiteY2-86" fmla="*/ 16785 h 1191723"/>
                <a:gd name="connsiteX3-87" fmla="*/ 671988 w 1040633"/>
                <a:gd name="connsiteY3-88" fmla="*/ 1158121 h 1191723"/>
                <a:gd name="connsiteX4-89" fmla="*/ 139870 w 1040633"/>
                <a:gd name="connsiteY4-90" fmla="*/ 1191723 h 1191723"/>
                <a:gd name="connsiteX0-91" fmla="*/ 363082 w 1040633"/>
                <a:gd name="connsiteY0-92" fmla="*/ 1160935 h 1160935"/>
                <a:gd name="connsiteX1-93" fmla="*/ 0 w 1040633"/>
                <a:gd name="connsiteY1-94" fmla="*/ 0 h 1160935"/>
                <a:gd name="connsiteX2-95" fmla="*/ 1040633 w 1040633"/>
                <a:gd name="connsiteY2-96" fmla="*/ 16785 h 1160935"/>
                <a:gd name="connsiteX3-97" fmla="*/ 671988 w 1040633"/>
                <a:gd name="connsiteY3-98" fmla="*/ 1158121 h 1160935"/>
                <a:gd name="connsiteX4-99" fmla="*/ 363082 w 1040633"/>
                <a:gd name="connsiteY4-100" fmla="*/ 1160935 h 1160935"/>
                <a:gd name="connsiteX0-101" fmla="*/ 363082 w 1040633"/>
                <a:gd name="connsiteY0-102" fmla="*/ 1160935 h 1160935"/>
                <a:gd name="connsiteX1-103" fmla="*/ 0 w 1040633"/>
                <a:gd name="connsiteY1-104" fmla="*/ 0 h 1160935"/>
                <a:gd name="connsiteX2-105" fmla="*/ 1040633 w 1040633"/>
                <a:gd name="connsiteY2-106" fmla="*/ 16785 h 1160935"/>
                <a:gd name="connsiteX3-107" fmla="*/ 671988 w 1040633"/>
                <a:gd name="connsiteY3-108" fmla="*/ 1158121 h 1160935"/>
                <a:gd name="connsiteX4-109" fmla="*/ 363082 w 1040633"/>
                <a:gd name="connsiteY4-110" fmla="*/ 1160935 h 1160935"/>
                <a:gd name="connsiteX0-111" fmla="*/ 363082 w 1040633"/>
                <a:gd name="connsiteY0-112" fmla="*/ 1160935 h 1160935"/>
                <a:gd name="connsiteX1-113" fmla="*/ 0 w 1040633"/>
                <a:gd name="connsiteY1-114" fmla="*/ 0 h 1160935"/>
                <a:gd name="connsiteX2-115" fmla="*/ 1040633 w 1040633"/>
                <a:gd name="connsiteY2-116" fmla="*/ 16785 h 1160935"/>
                <a:gd name="connsiteX3-117" fmla="*/ 671988 w 1040633"/>
                <a:gd name="connsiteY3-118" fmla="*/ 1158121 h 1160935"/>
                <a:gd name="connsiteX4-119" fmla="*/ 363082 w 1040633"/>
                <a:gd name="connsiteY4-120" fmla="*/ 1160935 h 1160935"/>
                <a:gd name="connsiteX0-121" fmla="*/ 363082 w 1040633"/>
                <a:gd name="connsiteY0-122" fmla="*/ 1160935 h 1160935"/>
                <a:gd name="connsiteX1-123" fmla="*/ 0 w 1040633"/>
                <a:gd name="connsiteY1-124" fmla="*/ 0 h 1160935"/>
                <a:gd name="connsiteX2-125" fmla="*/ 1040633 w 1040633"/>
                <a:gd name="connsiteY2-126" fmla="*/ 16785 h 1160935"/>
                <a:gd name="connsiteX3-127" fmla="*/ 671988 w 1040633"/>
                <a:gd name="connsiteY3-128" fmla="*/ 1158121 h 1160935"/>
                <a:gd name="connsiteX4-129" fmla="*/ 363082 w 1040633"/>
                <a:gd name="connsiteY4-130" fmla="*/ 1160935 h 1160935"/>
                <a:gd name="connsiteX0-131" fmla="*/ 363082 w 1040633"/>
                <a:gd name="connsiteY0-132" fmla="*/ 1160935 h 1160935"/>
                <a:gd name="connsiteX1-133" fmla="*/ 0 w 1040633"/>
                <a:gd name="connsiteY1-134" fmla="*/ 0 h 1160935"/>
                <a:gd name="connsiteX2-135" fmla="*/ 1040633 w 1040633"/>
                <a:gd name="connsiteY2-136" fmla="*/ 16785 h 1160935"/>
                <a:gd name="connsiteX3-137" fmla="*/ 671988 w 1040633"/>
                <a:gd name="connsiteY3-138" fmla="*/ 1158121 h 1160935"/>
                <a:gd name="connsiteX4-139" fmla="*/ 363082 w 1040633"/>
                <a:gd name="connsiteY4-140" fmla="*/ 1160935 h 1160935"/>
                <a:gd name="connsiteX0-141" fmla="*/ 363082 w 1040633"/>
                <a:gd name="connsiteY0-142" fmla="*/ 1160935 h 1160935"/>
                <a:gd name="connsiteX1-143" fmla="*/ 0 w 1040633"/>
                <a:gd name="connsiteY1-144" fmla="*/ 0 h 1160935"/>
                <a:gd name="connsiteX2-145" fmla="*/ 1040633 w 1040633"/>
                <a:gd name="connsiteY2-146" fmla="*/ 16785 h 1160935"/>
                <a:gd name="connsiteX3-147" fmla="*/ 671988 w 1040633"/>
                <a:gd name="connsiteY3-148" fmla="*/ 1158121 h 1160935"/>
                <a:gd name="connsiteX4-149" fmla="*/ 363082 w 1040633"/>
                <a:gd name="connsiteY4-150" fmla="*/ 1160935 h 1160935"/>
                <a:gd name="connsiteX0-151" fmla="*/ 363082 w 1040633"/>
                <a:gd name="connsiteY0-152" fmla="*/ 1160935 h 1160935"/>
                <a:gd name="connsiteX1-153" fmla="*/ 0 w 1040633"/>
                <a:gd name="connsiteY1-154" fmla="*/ 0 h 1160935"/>
                <a:gd name="connsiteX2-155" fmla="*/ 1040633 w 1040633"/>
                <a:gd name="connsiteY2-156" fmla="*/ 16785 h 1160935"/>
                <a:gd name="connsiteX3-157" fmla="*/ 671988 w 1040633"/>
                <a:gd name="connsiteY3-158" fmla="*/ 1158121 h 1160935"/>
                <a:gd name="connsiteX4-159" fmla="*/ 363082 w 1040633"/>
                <a:gd name="connsiteY4-160" fmla="*/ 1160935 h 1160935"/>
                <a:gd name="connsiteX0-161" fmla="*/ 363082 w 778664"/>
                <a:gd name="connsiteY0-162" fmla="*/ 1160935 h 1160935"/>
                <a:gd name="connsiteX1-163" fmla="*/ 0 w 778664"/>
                <a:gd name="connsiteY1-164" fmla="*/ 0 h 1160935"/>
                <a:gd name="connsiteX2-165" fmla="*/ 778664 w 778664"/>
                <a:gd name="connsiteY2-166" fmla="*/ 130682 h 1160935"/>
                <a:gd name="connsiteX3-167" fmla="*/ 671988 w 778664"/>
                <a:gd name="connsiteY3-168" fmla="*/ 1158121 h 1160935"/>
                <a:gd name="connsiteX4-169" fmla="*/ 363082 w 778664"/>
                <a:gd name="connsiteY4-170" fmla="*/ 1160935 h 1160935"/>
                <a:gd name="connsiteX0-171" fmla="*/ 363082 w 778664"/>
                <a:gd name="connsiteY0-172" fmla="*/ 1160935 h 1160935"/>
                <a:gd name="connsiteX1-173" fmla="*/ 0 w 778664"/>
                <a:gd name="connsiteY1-174" fmla="*/ 0 h 1160935"/>
                <a:gd name="connsiteX2-175" fmla="*/ 778664 w 778664"/>
                <a:gd name="connsiteY2-176" fmla="*/ 130682 h 1160935"/>
                <a:gd name="connsiteX3-177" fmla="*/ 694768 w 778664"/>
                <a:gd name="connsiteY3-178" fmla="*/ 1112562 h 1160935"/>
                <a:gd name="connsiteX4-179" fmla="*/ 363082 w 778664"/>
                <a:gd name="connsiteY4-180" fmla="*/ 1160935 h 1160935"/>
                <a:gd name="connsiteX0-181" fmla="*/ 363082 w 778664"/>
                <a:gd name="connsiteY0-182" fmla="*/ 1160935 h 1160935"/>
                <a:gd name="connsiteX1-183" fmla="*/ 0 w 778664"/>
                <a:gd name="connsiteY1-184" fmla="*/ 0 h 1160935"/>
                <a:gd name="connsiteX2-185" fmla="*/ 778664 w 778664"/>
                <a:gd name="connsiteY2-186" fmla="*/ 130682 h 1160935"/>
                <a:gd name="connsiteX3-187" fmla="*/ 694768 w 778664"/>
                <a:gd name="connsiteY3-188" fmla="*/ 1112562 h 1160935"/>
                <a:gd name="connsiteX4-189" fmla="*/ 363082 w 778664"/>
                <a:gd name="connsiteY4-190" fmla="*/ 1160935 h 1160935"/>
                <a:gd name="connsiteX0-191" fmla="*/ 397252 w 778664"/>
                <a:gd name="connsiteY0-192" fmla="*/ 1103987 h 1112562"/>
                <a:gd name="connsiteX1-193" fmla="*/ 0 w 778664"/>
                <a:gd name="connsiteY1-194" fmla="*/ 0 h 1112562"/>
                <a:gd name="connsiteX2-195" fmla="*/ 778664 w 778664"/>
                <a:gd name="connsiteY2-196" fmla="*/ 130682 h 1112562"/>
                <a:gd name="connsiteX3-197" fmla="*/ 694768 w 778664"/>
                <a:gd name="connsiteY3-198" fmla="*/ 1112562 h 1112562"/>
                <a:gd name="connsiteX4-199" fmla="*/ 397252 w 778664"/>
                <a:gd name="connsiteY4-200" fmla="*/ 1103987 h 1112562"/>
                <a:gd name="connsiteX0-201" fmla="*/ 397252 w 778664"/>
                <a:gd name="connsiteY0-202" fmla="*/ 1103987 h 1112562"/>
                <a:gd name="connsiteX1-203" fmla="*/ 0 w 778664"/>
                <a:gd name="connsiteY1-204" fmla="*/ 0 h 1112562"/>
                <a:gd name="connsiteX2-205" fmla="*/ 778664 w 778664"/>
                <a:gd name="connsiteY2-206" fmla="*/ 130682 h 1112562"/>
                <a:gd name="connsiteX3-207" fmla="*/ 694768 w 778664"/>
                <a:gd name="connsiteY3-208" fmla="*/ 1112562 h 1112562"/>
                <a:gd name="connsiteX4-209" fmla="*/ 397252 w 778664"/>
                <a:gd name="connsiteY4-210" fmla="*/ 1103987 h 1112562"/>
                <a:gd name="connsiteX0-211" fmla="*/ 397252 w 778664"/>
                <a:gd name="connsiteY0-212" fmla="*/ 1103987 h 1112562"/>
                <a:gd name="connsiteX1-213" fmla="*/ 0 w 778664"/>
                <a:gd name="connsiteY1-214" fmla="*/ 0 h 1112562"/>
                <a:gd name="connsiteX2-215" fmla="*/ 778664 w 778664"/>
                <a:gd name="connsiteY2-216" fmla="*/ 130682 h 1112562"/>
                <a:gd name="connsiteX3-217" fmla="*/ 694768 w 778664"/>
                <a:gd name="connsiteY3-218" fmla="*/ 1112562 h 1112562"/>
                <a:gd name="connsiteX4-219" fmla="*/ 397252 w 778664"/>
                <a:gd name="connsiteY4-220" fmla="*/ 1103987 h 1112562"/>
                <a:gd name="connsiteX0-221" fmla="*/ 123893 w 505305"/>
                <a:gd name="connsiteY0-222" fmla="*/ 973305 h 981880"/>
                <a:gd name="connsiteX1-223" fmla="*/ 0 w 505305"/>
                <a:gd name="connsiteY1-224" fmla="*/ 28773 h 981880"/>
                <a:gd name="connsiteX2-225" fmla="*/ 505305 w 505305"/>
                <a:gd name="connsiteY2-226" fmla="*/ 0 h 981880"/>
                <a:gd name="connsiteX3-227" fmla="*/ 421409 w 505305"/>
                <a:gd name="connsiteY3-228" fmla="*/ 981880 h 981880"/>
                <a:gd name="connsiteX4-229" fmla="*/ 123893 w 505305"/>
                <a:gd name="connsiteY4-230" fmla="*/ 973305 h 981880"/>
                <a:gd name="connsiteX0-231" fmla="*/ 123893 w 505305"/>
                <a:gd name="connsiteY0-232" fmla="*/ 973305 h 981880"/>
                <a:gd name="connsiteX1-233" fmla="*/ 0 w 505305"/>
                <a:gd name="connsiteY1-234" fmla="*/ 28773 h 981880"/>
                <a:gd name="connsiteX2-235" fmla="*/ 505305 w 505305"/>
                <a:gd name="connsiteY2-236" fmla="*/ 0 h 981880"/>
                <a:gd name="connsiteX3-237" fmla="*/ 421409 w 505305"/>
                <a:gd name="connsiteY3-238" fmla="*/ 981880 h 981880"/>
                <a:gd name="connsiteX4-239" fmla="*/ 123893 w 505305"/>
                <a:gd name="connsiteY4-240" fmla="*/ 973305 h 981880"/>
                <a:gd name="connsiteX0-241" fmla="*/ 123893 w 505305"/>
                <a:gd name="connsiteY0-242" fmla="*/ 973305 h 981880"/>
                <a:gd name="connsiteX1-243" fmla="*/ 0 w 505305"/>
                <a:gd name="connsiteY1-244" fmla="*/ 28773 h 981880"/>
                <a:gd name="connsiteX2-245" fmla="*/ 505305 w 505305"/>
                <a:gd name="connsiteY2-246" fmla="*/ 0 h 981880"/>
                <a:gd name="connsiteX3-247" fmla="*/ 421409 w 505305"/>
                <a:gd name="connsiteY3-248" fmla="*/ 981880 h 981880"/>
                <a:gd name="connsiteX4-249" fmla="*/ 123893 w 505305"/>
                <a:gd name="connsiteY4-250" fmla="*/ 973305 h 981880"/>
                <a:gd name="connsiteX0-251" fmla="*/ 123893 w 505305"/>
                <a:gd name="connsiteY0-252" fmla="*/ 973305 h 981880"/>
                <a:gd name="connsiteX1-253" fmla="*/ 0 w 505305"/>
                <a:gd name="connsiteY1-254" fmla="*/ 28773 h 981880"/>
                <a:gd name="connsiteX2-255" fmla="*/ 505305 w 505305"/>
                <a:gd name="connsiteY2-256" fmla="*/ 0 h 981880"/>
                <a:gd name="connsiteX3-257" fmla="*/ 421409 w 505305"/>
                <a:gd name="connsiteY3-258" fmla="*/ 981880 h 981880"/>
                <a:gd name="connsiteX4-259" fmla="*/ 123893 w 505305"/>
                <a:gd name="connsiteY4-260" fmla="*/ 973305 h 981880"/>
                <a:gd name="connsiteX0-261" fmla="*/ 118198 w 499610"/>
                <a:gd name="connsiteY0-262" fmla="*/ 973305 h 981880"/>
                <a:gd name="connsiteX1-263" fmla="*/ 0 w 499610"/>
                <a:gd name="connsiteY1-264" fmla="*/ 11688 h 981880"/>
                <a:gd name="connsiteX2-265" fmla="*/ 499610 w 499610"/>
                <a:gd name="connsiteY2-266" fmla="*/ 0 h 981880"/>
                <a:gd name="connsiteX3-267" fmla="*/ 415714 w 499610"/>
                <a:gd name="connsiteY3-268" fmla="*/ 981880 h 981880"/>
                <a:gd name="connsiteX4-269" fmla="*/ 118198 w 499610"/>
                <a:gd name="connsiteY4-270" fmla="*/ 973305 h 981880"/>
                <a:gd name="connsiteX0-271" fmla="*/ 118198 w 499610"/>
                <a:gd name="connsiteY0-272" fmla="*/ 973305 h 981880"/>
                <a:gd name="connsiteX1-273" fmla="*/ 0 w 499610"/>
                <a:gd name="connsiteY1-274" fmla="*/ 11688 h 981880"/>
                <a:gd name="connsiteX2-275" fmla="*/ 499610 w 499610"/>
                <a:gd name="connsiteY2-276" fmla="*/ 0 h 981880"/>
                <a:gd name="connsiteX3-277" fmla="*/ 415714 w 499610"/>
                <a:gd name="connsiteY3-278" fmla="*/ 981880 h 981880"/>
                <a:gd name="connsiteX4-279" fmla="*/ 118198 w 499610"/>
                <a:gd name="connsiteY4-280" fmla="*/ 973305 h 981880"/>
                <a:gd name="connsiteX0-281" fmla="*/ 118198 w 499610"/>
                <a:gd name="connsiteY0-282" fmla="*/ 973305 h 981880"/>
                <a:gd name="connsiteX1-283" fmla="*/ 0 w 499610"/>
                <a:gd name="connsiteY1-284" fmla="*/ 11688 h 981880"/>
                <a:gd name="connsiteX2-285" fmla="*/ 499610 w 499610"/>
                <a:gd name="connsiteY2-286" fmla="*/ 0 h 981880"/>
                <a:gd name="connsiteX3-287" fmla="*/ 415714 w 499610"/>
                <a:gd name="connsiteY3-288" fmla="*/ 981880 h 981880"/>
                <a:gd name="connsiteX4-289" fmla="*/ 118198 w 499610"/>
                <a:gd name="connsiteY4-290" fmla="*/ 973305 h 981880"/>
                <a:gd name="connsiteX0-291" fmla="*/ 118198 w 499610"/>
                <a:gd name="connsiteY0-292" fmla="*/ 973305 h 981880"/>
                <a:gd name="connsiteX1-293" fmla="*/ 0 w 499610"/>
                <a:gd name="connsiteY1-294" fmla="*/ 11688 h 981880"/>
                <a:gd name="connsiteX2-295" fmla="*/ 499610 w 499610"/>
                <a:gd name="connsiteY2-296" fmla="*/ 0 h 981880"/>
                <a:gd name="connsiteX3-297" fmla="*/ 415714 w 499610"/>
                <a:gd name="connsiteY3-298" fmla="*/ 981880 h 981880"/>
                <a:gd name="connsiteX4-299" fmla="*/ 118198 w 499610"/>
                <a:gd name="connsiteY4-300" fmla="*/ 973305 h 981880"/>
                <a:gd name="connsiteX0-301" fmla="*/ 118198 w 499610"/>
                <a:gd name="connsiteY0-302" fmla="*/ 973305 h 981880"/>
                <a:gd name="connsiteX1-303" fmla="*/ 0 w 499610"/>
                <a:gd name="connsiteY1-304" fmla="*/ 11688 h 981880"/>
                <a:gd name="connsiteX2-305" fmla="*/ 499610 w 499610"/>
                <a:gd name="connsiteY2-306" fmla="*/ 0 h 981880"/>
                <a:gd name="connsiteX3-307" fmla="*/ 415714 w 499610"/>
                <a:gd name="connsiteY3-308" fmla="*/ 981880 h 981880"/>
                <a:gd name="connsiteX4-309" fmla="*/ 118198 w 499610"/>
                <a:gd name="connsiteY4-310" fmla="*/ 973305 h 981880"/>
                <a:gd name="connsiteX0-311" fmla="*/ 118198 w 499610"/>
                <a:gd name="connsiteY0-312" fmla="*/ 973305 h 976186"/>
                <a:gd name="connsiteX1-313" fmla="*/ 0 w 499610"/>
                <a:gd name="connsiteY1-314" fmla="*/ 11688 h 976186"/>
                <a:gd name="connsiteX2-315" fmla="*/ 499610 w 499610"/>
                <a:gd name="connsiteY2-316" fmla="*/ 0 h 976186"/>
                <a:gd name="connsiteX3-317" fmla="*/ 273339 w 499610"/>
                <a:gd name="connsiteY3-318" fmla="*/ 976186 h 976186"/>
                <a:gd name="connsiteX4-319" fmla="*/ 118198 w 499610"/>
                <a:gd name="connsiteY4-320" fmla="*/ 973305 h 976186"/>
                <a:gd name="connsiteX0-321" fmla="*/ 118198 w 499610"/>
                <a:gd name="connsiteY0-322" fmla="*/ 973305 h 976186"/>
                <a:gd name="connsiteX1-323" fmla="*/ 0 w 499610"/>
                <a:gd name="connsiteY1-324" fmla="*/ 11688 h 976186"/>
                <a:gd name="connsiteX2-325" fmla="*/ 499610 w 499610"/>
                <a:gd name="connsiteY2-326" fmla="*/ 0 h 976186"/>
                <a:gd name="connsiteX3-327" fmla="*/ 273339 w 499610"/>
                <a:gd name="connsiteY3-328" fmla="*/ 976186 h 976186"/>
                <a:gd name="connsiteX4-329" fmla="*/ 118198 w 499610"/>
                <a:gd name="connsiteY4-330" fmla="*/ 973305 h 976186"/>
                <a:gd name="connsiteX0-331" fmla="*/ 197928 w 499610"/>
                <a:gd name="connsiteY0-332" fmla="*/ 973305 h 976186"/>
                <a:gd name="connsiteX1-333" fmla="*/ 0 w 499610"/>
                <a:gd name="connsiteY1-334" fmla="*/ 11688 h 976186"/>
                <a:gd name="connsiteX2-335" fmla="*/ 499610 w 499610"/>
                <a:gd name="connsiteY2-336" fmla="*/ 0 h 976186"/>
                <a:gd name="connsiteX3-337" fmla="*/ 273339 w 499610"/>
                <a:gd name="connsiteY3-338" fmla="*/ 976186 h 976186"/>
                <a:gd name="connsiteX4-339" fmla="*/ 197928 w 499610"/>
                <a:gd name="connsiteY4-340" fmla="*/ 973305 h 976186"/>
                <a:gd name="connsiteX0-341" fmla="*/ 197928 w 499610"/>
                <a:gd name="connsiteY0-342" fmla="*/ 973305 h 976186"/>
                <a:gd name="connsiteX1-343" fmla="*/ 0 w 499610"/>
                <a:gd name="connsiteY1-344" fmla="*/ 11688 h 976186"/>
                <a:gd name="connsiteX2-345" fmla="*/ 499610 w 499610"/>
                <a:gd name="connsiteY2-346" fmla="*/ 0 h 976186"/>
                <a:gd name="connsiteX3-347" fmla="*/ 273339 w 499610"/>
                <a:gd name="connsiteY3-348" fmla="*/ 976186 h 976186"/>
                <a:gd name="connsiteX4-349" fmla="*/ 197928 w 499610"/>
                <a:gd name="connsiteY4-350" fmla="*/ 973305 h 976186"/>
                <a:gd name="connsiteX0-351" fmla="*/ 197928 w 499610"/>
                <a:gd name="connsiteY0-352" fmla="*/ 973305 h 976186"/>
                <a:gd name="connsiteX1-353" fmla="*/ 0 w 499610"/>
                <a:gd name="connsiteY1-354" fmla="*/ 11688 h 976186"/>
                <a:gd name="connsiteX2-355" fmla="*/ 499610 w 499610"/>
                <a:gd name="connsiteY2-356" fmla="*/ 0 h 976186"/>
                <a:gd name="connsiteX3-357" fmla="*/ 273339 w 499610"/>
                <a:gd name="connsiteY3-358" fmla="*/ 976186 h 976186"/>
                <a:gd name="connsiteX4-359" fmla="*/ 197928 w 499610"/>
                <a:gd name="connsiteY4-360" fmla="*/ 973305 h 976186"/>
                <a:gd name="connsiteX0-361" fmla="*/ 197928 w 499610"/>
                <a:gd name="connsiteY0-362" fmla="*/ 973305 h 976186"/>
                <a:gd name="connsiteX1-363" fmla="*/ 0 w 499610"/>
                <a:gd name="connsiteY1-364" fmla="*/ 11688 h 976186"/>
                <a:gd name="connsiteX2-365" fmla="*/ 499610 w 499610"/>
                <a:gd name="connsiteY2-366" fmla="*/ 0 h 976186"/>
                <a:gd name="connsiteX3-367" fmla="*/ 273339 w 499610"/>
                <a:gd name="connsiteY3-368" fmla="*/ 976186 h 976186"/>
                <a:gd name="connsiteX4-369" fmla="*/ 197928 w 499610"/>
                <a:gd name="connsiteY4-370" fmla="*/ 973305 h 976186"/>
                <a:gd name="connsiteX0-371" fmla="*/ 23004 w 954755"/>
                <a:gd name="connsiteY0-372" fmla="*/ 943771 h 976186"/>
                <a:gd name="connsiteX1-373" fmla="*/ 455145 w 954755"/>
                <a:gd name="connsiteY1-374" fmla="*/ 11688 h 976186"/>
                <a:gd name="connsiteX2-375" fmla="*/ 954755 w 954755"/>
                <a:gd name="connsiteY2-376" fmla="*/ 0 h 976186"/>
                <a:gd name="connsiteX3-377" fmla="*/ 728484 w 954755"/>
                <a:gd name="connsiteY3-378" fmla="*/ 976186 h 976186"/>
                <a:gd name="connsiteX4-379" fmla="*/ 23004 w 954755"/>
                <a:gd name="connsiteY4-380" fmla="*/ 943771 h 976186"/>
                <a:gd name="connsiteX0-381" fmla="*/ 0 w 931751"/>
                <a:gd name="connsiteY0-382" fmla="*/ 943771 h 976186"/>
                <a:gd name="connsiteX1-383" fmla="*/ 432141 w 931751"/>
                <a:gd name="connsiteY1-384" fmla="*/ 11688 h 976186"/>
                <a:gd name="connsiteX2-385" fmla="*/ 931751 w 931751"/>
                <a:gd name="connsiteY2-386" fmla="*/ 0 h 976186"/>
                <a:gd name="connsiteX3-387" fmla="*/ 705480 w 931751"/>
                <a:gd name="connsiteY3-388" fmla="*/ 976186 h 976186"/>
                <a:gd name="connsiteX4-389" fmla="*/ 0 w 931751"/>
                <a:gd name="connsiteY4-390" fmla="*/ 943771 h 976186"/>
                <a:gd name="connsiteX0-391" fmla="*/ 0 w 931751"/>
                <a:gd name="connsiteY0-392" fmla="*/ 943771 h 976186"/>
                <a:gd name="connsiteX1-393" fmla="*/ 432141 w 931751"/>
                <a:gd name="connsiteY1-394" fmla="*/ 11688 h 976186"/>
                <a:gd name="connsiteX2-395" fmla="*/ 931751 w 931751"/>
                <a:gd name="connsiteY2-396" fmla="*/ 0 h 976186"/>
                <a:gd name="connsiteX3-397" fmla="*/ 705480 w 931751"/>
                <a:gd name="connsiteY3-398" fmla="*/ 976186 h 976186"/>
                <a:gd name="connsiteX4-399" fmla="*/ 0 w 931751"/>
                <a:gd name="connsiteY4-400" fmla="*/ 943771 h 976186"/>
                <a:gd name="connsiteX0-401" fmla="*/ 0 w 931751"/>
                <a:gd name="connsiteY0-402" fmla="*/ 943771 h 976186"/>
                <a:gd name="connsiteX1-403" fmla="*/ 432141 w 931751"/>
                <a:gd name="connsiteY1-404" fmla="*/ 11688 h 976186"/>
                <a:gd name="connsiteX2-405" fmla="*/ 931751 w 931751"/>
                <a:gd name="connsiteY2-406" fmla="*/ 0 h 976186"/>
                <a:gd name="connsiteX3-407" fmla="*/ 705480 w 931751"/>
                <a:gd name="connsiteY3-408" fmla="*/ 976186 h 976186"/>
                <a:gd name="connsiteX4-409" fmla="*/ 0 w 931751"/>
                <a:gd name="connsiteY4-410" fmla="*/ 943771 h 976186"/>
                <a:gd name="connsiteX0-411" fmla="*/ 0 w 931751"/>
                <a:gd name="connsiteY0-412" fmla="*/ 943771 h 966342"/>
                <a:gd name="connsiteX1-413" fmla="*/ 432141 w 931751"/>
                <a:gd name="connsiteY1-414" fmla="*/ 11688 h 966342"/>
                <a:gd name="connsiteX2-415" fmla="*/ 931751 w 931751"/>
                <a:gd name="connsiteY2-416" fmla="*/ 0 h 966342"/>
                <a:gd name="connsiteX3-417" fmla="*/ 183705 w 931751"/>
                <a:gd name="connsiteY3-418" fmla="*/ 966342 h 966342"/>
                <a:gd name="connsiteX4-419" fmla="*/ 0 w 931751"/>
                <a:gd name="connsiteY4-420" fmla="*/ 943771 h 966342"/>
                <a:gd name="connsiteX0-421" fmla="*/ 0 w 931751"/>
                <a:gd name="connsiteY0-422" fmla="*/ 943771 h 966342"/>
                <a:gd name="connsiteX1-423" fmla="*/ 432141 w 931751"/>
                <a:gd name="connsiteY1-424" fmla="*/ 11688 h 966342"/>
                <a:gd name="connsiteX2-425" fmla="*/ 931751 w 931751"/>
                <a:gd name="connsiteY2-426" fmla="*/ 0 h 966342"/>
                <a:gd name="connsiteX3-427" fmla="*/ 183705 w 931751"/>
                <a:gd name="connsiteY3-428" fmla="*/ 966342 h 966342"/>
                <a:gd name="connsiteX4-429" fmla="*/ 0 w 931751"/>
                <a:gd name="connsiteY4-430" fmla="*/ 943771 h 966342"/>
                <a:gd name="connsiteX0-431" fmla="*/ 0 w 931751"/>
                <a:gd name="connsiteY0-432" fmla="*/ 943771 h 966342"/>
                <a:gd name="connsiteX1-433" fmla="*/ 432141 w 931751"/>
                <a:gd name="connsiteY1-434" fmla="*/ 11688 h 966342"/>
                <a:gd name="connsiteX2-435" fmla="*/ 931751 w 931751"/>
                <a:gd name="connsiteY2-436" fmla="*/ 0 h 966342"/>
                <a:gd name="connsiteX3-437" fmla="*/ 183705 w 931751"/>
                <a:gd name="connsiteY3-438" fmla="*/ 966342 h 966342"/>
                <a:gd name="connsiteX4-439" fmla="*/ 0 w 931751"/>
                <a:gd name="connsiteY4-440" fmla="*/ 943771 h 966342"/>
                <a:gd name="connsiteX0-441" fmla="*/ 0 w 956363"/>
                <a:gd name="connsiteY0-442" fmla="*/ 932083 h 954654"/>
                <a:gd name="connsiteX1-443" fmla="*/ 432141 w 956363"/>
                <a:gd name="connsiteY1-444" fmla="*/ 0 h 954654"/>
                <a:gd name="connsiteX2-445" fmla="*/ 956363 w 956363"/>
                <a:gd name="connsiteY2-446" fmla="*/ 12924 h 954654"/>
                <a:gd name="connsiteX3-447" fmla="*/ 183705 w 956363"/>
                <a:gd name="connsiteY3-448" fmla="*/ 954654 h 954654"/>
                <a:gd name="connsiteX4-449" fmla="*/ 0 w 956363"/>
                <a:gd name="connsiteY4-450" fmla="*/ 932083 h 954654"/>
                <a:gd name="connsiteX0-451" fmla="*/ 0 w 956363"/>
                <a:gd name="connsiteY0-452" fmla="*/ 919226 h 941797"/>
                <a:gd name="connsiteX1-453" fmla="*/ 405840 w 956363"/>
                <a:gd name="connsiteY1-454" fmla="*/ 197551 h 941797"/>
                <a:gd name="connsiteX2-455" fmla="*/ 956363 w 956363"/>
                <a:gd name="connsiteY2-456" fmla="*/ 67 h 941797"/>
                <a:gd name="connsiteX3-457" fmla="*/ 183705 w 956363"/>
                <a:gd name="connsiteY3-458" fmla="*/ 941797 h 941797"/>
                <a:gd name="connsiteX4-459" fmla="*/ 0 w 956363"/>
                <a:gd name="connsiteY4-460" fmla="*/ 919226 h 941797"/>
                <a:gd name="connsiteX0-461" fmla="*/ 0 w 956363"/>
                <a:gd name="connsiteY0-462" fmla="*/ 919226 h 941797"/>
                <a:gd name="connsiteX1-463" fmla="*/ 405840 w 956363"/>
                <a:gd name="connsiteY1-464" fmla="*/ 197551 h 941797"/>
                <a:gd name="connsiteX2-465" fmla="*/ 956363 w 956363"/>
                <a:gd name="connsiteY2-466" fmla="*/ 67 h 941797"/>
                <a:gd name="connsiteX3-467" fmla="*/ 183705 w 956363"/>
                <a:gd name="connsiteY3-468" fmla="*/ 941797 h 941797"/>
                <a:gd name="connsiteX4-469" fmla="*/ 0 w 956363"/>
                <a:gd name="connsiteY4-470" fmla="*/ 919226 h 941797"/>
                <a:gd name="connsiteX0-471" fmla="*/ 0 w 956363"/>
                <a:gd name="connsiteY0-472" fmla="*/ 919226 h 941797"/>
                <a:gd name="connsiteX1-473" fmla="*/ 405840 w 956363"/>
                <a:gd name="connsiteY1-474" fmla="*/ 197551 h 941797"/>
                <a:gd name="connsiteX2-475" fmla="*/ 956363 w 956363"/>
                <a:gd name="connsiteY2-476" fmla="*/ 67 h 941797"/>
                <a:gd name="connsiteX3-477" fmla="*/ 183705 w 956363"/>
                <a:gd name="connsiteY3-478" fmla="*/ 941797 h 941797"/>
                <a:gd name="connsiteX4-479" fmla="*/ 0 w 956363"/>
                <a:gd name="connsiteY4-480" fmla="*/ 919226 h 941797"/>
                <a:gd name="connsiteX0-481" fmla="*/ 0 w 926304"/>
                <a:gd name="connsiteY0-482" fmla="*/ 735614 h 758185"/>
                <a:gd name="connsiteX1-483" fmla="*/ 405840 w 926304"/>
                <a:gd name="connsiteY1-484" fmla="*/ 13939 h 758185"/>
                <a:gd name="connsiteX2-485" fmla="*/ 926304 w 926304"/>
                <a:gd name="connsiteY2-486" fmla="*/ 563 h 758185"/>
                <a:gd name="connsiteX3-487" fmla="*/ 183705 w 926304"/>
                <a:gd name="connsiteY3-488" fmla="*/ 758185 h 758185"/>
                <a:gd name="connsiteX4-489" fmla="*/ 0 w 926304"/>
                <a:gd name="connsiteY4-490" fmla="*/ 735614 h 758185"/>
                <a:gd name="connsiteX0-491" fmla="*/ 0 w 926304"/>
                <a:gd name="connsiteY0-492" fmla="*/ 735614 h 758185"/>
                <a:gd name="connsiteX1-493" fmla="*/ 405840 w 926304"/>
                <a:gd name="connsiteY1-494" fmla="*/ 13939 h 758185"/>
                <a:gd name="connsiteX2-495" fmla="*/ 926304 w 926304"/>
                <a:gd name="connsiteY2-496" fmla="*/ 563 h 758185"/>
                <a:gd name="connsiteX3-497" fmla="*/ 183705 w 926304"/>
                <a:gd name="connsiteY3-498" fmla="*/ 758185 h 758185"/>
                <a:gd name="connsiteX4-499" fmla="*/ 0 w 926304"/>
                <a:gd name="connsiteY4-500" fmla="*/ 735614 h 758185"/>
                <a:gd name="connsiteX0-501" fmla="*/ 0 w 926304"/>
                <a:gd name="connsiteY0-502" fmla="*/ 735614 h 758185"/>
                <a:gd name="connsiteX1-503" fmla="*/ 405840 w 926304"/>
                <a:gd name="connsiteY1-504" fmla="*/ 13939 h 758185"/>
                <a:gd name="connsiteX2-505" fmla="*/ 926304 w 926304"/>
                <a:gd name="connsiteY2-506" fmla="*/ 563 h 758185"/>
                <a:gd name="connsiteX3-507" fmla="*/ 183705 w 926304"/>
                <a:gd name="connsiteY3-508" fmla="*/ 758185 h 758185"/>
                <a:gd name="connsiteX4-509" fmla="*/ 0 w 926304"/>
                <a:gd name="connsiteY4-510" fmla="*/ 735614 h 758185"/>
                <a:gd name="connsiteX0-511" fmla="*/ 0 w 926304"/>
                <a:gd name="connsiteY0-512" fmla="*/ 735614 h 758185"/>
                <a:gd name="connsiteX1-513" fmla="*/ 405840 w 926304"/>
                <a:gd name="connsiteY1-514" fmla="*/ 13939 h 758185"/>
                <a:gd name="connsiteX2-515" fmla="*/ 926304 w 926304"/>
                <a:gd name="connsiteY2-516" fmla="*/ 563 h 758185"/>
                <a:gd name="connsiteX3-517" fmla="*/ 183705 w 926304"/>
                <a:gd name="connsiteY3-518" fmla="*/ 758185 h 758185"/>
                <a:gd name="connsiteX4-519" fmla="*/ 0 w 926304"/>
                <a:gd name="connsiteY4-520" fmla="*/ 735614 h 758185"/>
                <a:gd name="connsiteX0-521" fmla="*/ 0 w 1011379"/>
                <a:gd name="connsiteY0-522" fmla="*/ 605727 h 758185"/>
                <a:gd name="connsiteX1-523" fmla="*/ 490915 w 1011379"/>
                <a:gd name="connsiteY1-524" fmla="*/ 13939 h 758185"/>
                <a:gd name="connsiteX2-525" fmla="*/ 1011379 w 1011379"/>
                <a:gd name="connsiteY2-526" fmla="*/ 563 h 758185"/>
                <a:gd name="connsiteX3-527" fmla="*/ 268780 w 1011379"/>
                <a:gd name="connsiteY3-528" fmla="*/ 758185 h 758185"/>
                <a:gd name="connsiteX4-529" fmla="*/ 0 w 1011379"/>
                <a:gd name="connsiteY4-530" fmla="*/ 605727 h 758185"/>
                <a:gd name="connsiteX0-531" fmla="*/ 0 w 1011379"/>
                <a:gd name="connsiteY0-532" fmla="*/ 605727 h 648280"/>
                <a:gd name="connsiteX1-533" fmla="*/ 490915 w 1011379"/>
                <a:gd name="connsiteY1-534" fmla="*/ 13939 h 648280"/>
                <a:gd name="connsiteX2-535" fmla="*/ 1011379 w 1011379"/>
                <a:gd name="connsiteY2-536" fmla="*/ 563 h 648280"/>
                <a:gd name="connsiteX3-537" fmla="*/ 198718 w 1011379"/>
                <a:gd name="connsiteY3-538" fmla="*/ 648280 h 648280"/>
                <a:gd name="connsiteX4-539" fmla="*/ 0 w 1011379"/>
                <a:gd name="connsiteY4-540" fmla="*/ 605727 h 648280"/>
                <a:gd name="connsiteX0-541" fmla="*/ 0 w 1011379"/>
                <a:gd name="connsiteY0-542" fmla="*/ 605727 h 648280"/>
                <a:gd name="connsiteX1-543" fmla="*/ 490915 w 1011379"/>
                <a:gd name="connsiteY1-544" fmla="*/ 13939 h 648280"/>
                <a:gd name="connsiteX2-545" fmla="*/ 1011379 w 1011379"/>
                <a:gd name="connsiteY2-546" fmla="*/ 563 h 648280"/>
                <a:gd name="connsiteX3-547" fmla="*/ 198718 w 1011379"/>
                <a:gd name="connsiteY3-548" fmla="*/ 648280 h 648280"/>
                <a:gd name="connsiteX4-549" fmla="*/ 0 w 1011379"/>
                <a:gd name="connsiteY4-550" fmla="*/ 605727 h 648280"/>
                <a:gd name="connsiteX0-551" fmla="*/ 0 w 1011379"/>
                <a:gd name="connsiteY0-552" fmla="*/ 605727 h 648280"/>
                <a:gd name="connsiteX1-553" fmla="*/ 490915 w 1011379"/>
                <a:gd name="connsiteY1-554" fmla="*/ 13939 h 648280"/>
                <a:gd name="connsiteX2-555" fmla="*/ 1011379 w 1011379"/>
                <a:gd name="connsiteY2-556" fmla="*/ 563 h 648280"/>
                <a:gd name="connsiteX3-557" fmla="*/ 198718 w 1011379"/>
                <a:gd name="connsiteY3-558" fmla="*/ 648280 h 648280"/>
                <a:gd name="connsiteX4-559" fmla="*/ 0 w 1011379"/>
                <a:gd name="connsiteY4-560" fmla="*/ 605727 h 648280"/>
                <a:gd name="connsiteX0-561" fmla="*/ 0 w 1011379"/>
                <a:gd name="connsiteY0-562" fmla="*/ 605727 h 605727"/>
                <a:gd name="connsiteX1-563" fmla="*/ 490915 w 1011379"/>
                <a:gd name="connsiteY1-564" fmla="*/ 13939 h 605727"/>
                <a:gd name="connsiteX2-565" fmla="*/ 1011379 w 1011379"/>
                <a:gd name="connsiteY2-566" fmla="*/ 563 h 605727"/>
                <a:gd name="connsiteX3-567" fmla="*/ 318823 w 1011379"/>
                <a:gd name="connsiteY3-568" fmla="*/ 553361 h 605727"/>
                <a:gd name="connsiteX4-569" fmla="*/ 0 w 1011379"/>
                <a:gd name="connsiteY4-570" fmla="*/ 605727 h 605727"/>
                <a:gd name="connsiteX0-571" fmla="*/ 0 w 866251"/>
                <a:gd name="connsiteY0-572" fmla="*/ 540783 h 553361"/>
                <a:gd name="connsiteX1-573" fmla="*/ 345787 w 866251"/>
                <a:gd name="connsiteY1-574" fmla="*/ 13939 h 553361"/>
                <a:gd name="connsiteX2-575" fmla="*/ 866251 w 866251"/>
                <a:gd name="connsiteY2-576" fmla="*/ 563 h 553361"/>
                <a:gd name="connsiteX3-577" fmla="*/ 173695 w 866251"/>
                <a:gd name="connsiteY3-578" fmla="*/ 553361 h 553361"/>
                <a:gd name="connsiteX4-579" fmla="*/ 0 w 866251"/>
                <a:gd name="connsiteY4-580" fmla="*/ 540783 h 553361"/>
                <a:gd name="connsiteX0-581" fmla="*/ 0 w 866251"/>
                <a:gd name="connsiteY0-582" fmla="*/ 540783 h 553361"/>
                <a:gd name="connsiteX1-583" fmla="*/ 345787 w 866251"/>
                <a:gd name="connsiteY1-584" fmla="*/ 13939 h 553361"/>
                <a:gd name="connsiteX2-585" fmla="*/ 866251 w 866251"/>
                <a:gd name="connsiteY2-586" fmla="*/ 563 h 553361"/>
                <a:gd name="connsiteX3-587" fmla="*/ 173695 w 866251"/>
                <a:gd name="connsiteY3-588" fmla="*/ 553361 h 553361"/>
                <a:gd name="connsiteX4-589" fmla="*/ 0 w 866251"/>
                <a:gd name="connsiteY4-590" fmla="*/ 540783 h 553361"/>
                <a:gd name="connsiteX0-591" fmla="*/ 0 w 866251"/>
                <a:gd name="connsiteY0-592" fmla="*/ 540783 h 553361"/>
                <a:gd name="connsiteX1-593" fmla="*/ 345787 w 866251"/>
                <a:gd name="connsiteY1-594" fmla="*/ 13939 h 553361"/>
                <a:gd name="connsiteX2-595" fmla="*/ 866251 w 866251"/>
                <a:gd name="connsiteY2-596" fmla="*/ 563 h 553361"/>
                <a:gd name="connsiteX3-597" fmla="*/ 173695 w 866251"/>
                <a:gd name="connsiteY3-598" fmla="*/ 553361 h 553361"/>
                <a:gd name="connsiteX4-599" fmla="*/ 0 w 866251"/>
                <a:gd name="connsiteY4-600" fmla="*/ 540783 h 55336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66251" h="553361">
                  <a:moveTo>
                    <a:pt x="0" y="540783"/>
                  </a:moveTo>
                  <a:cubicBezTo>
                    <a:pt x="274887" y="134762"/>
                    <a:pt x="159176" y="337938"/>
                    <a:pt x="345787" y="13939"/>
                  </a:cubicBezTo>
                  <a:cubicBezTo>
                    <a:pt x="520528" y="18247"/>
                    <a:pt x="691510" y="-3745"/>
                    <a:pt x="866251" y="563"/>
                  </a:cubicBezTo>
                  <a:cubicBezTo>
                    <a:pt x="252709" y="502795"/>
                    <a:pt x="640047" y="209256"/>
                    <a:pt x="173695" y="553361"/>
                  </a:cubicBezTo>
                  <a:cubicBezTo>
                    <a:pt x="39410" y="524725"/>
                    <a:pt x="196198" y="539317"/>
                    <a:pt x="0" y="54078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273" name="Freeform 272"/>
            <p:cNvSpPr/>
            <p:nvPr/>
          </p:nvSpPr>
          <p:spPr>
            <a:xfrm>
              <a:off x="5377492" y="5449574"/>
              <a:ext cx="676275" cy="896802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-1" fmla="*/ 139870 w 1040633"/>
                <a:gd name="connsiteY0-2" fmla="*/ 1191723 h 1219697"/>
                <a:gd name="connsiteX1-3" fmla="*/ 0 w 1040633"/>
                <a:gd name="connsiteY1-4" fmla="*/ 0 h 1219697"/>
                <a:gd name="connsiteX2-5" fmla="*/ 1040633 w 1040633"/>
                <a:gd name="connsiteY2-6" fmla="*/ 16785 h 1219697"/>
                <a:gd name="connsiteX3-7" fmla="*/ 833625 w 1040633"/>
                <a:gd name="connsiteY3-8" fmla="*/ 1219697 h 1219697"/>
                <a:gd name="connsiteX4-9" fmla="*/ 139870 w 1040633"/>
                <a:gd name="connsiteY4-10" fmla="*/ 1191723 h 1219697"/>
                <a:gd name="connsiteX0-11" fmla="*/ 139870 w 1040633"/>
                <a:gd name="connsiteY0-12" fmla="*/ 1191723 h 1219697"/>
                <a:gd name="connsiteX1-13" fmla="*/ 0 w 1040633"/>
                <a:gd name="connsiteY1-14" fmla="*/ 0 h 1219697"/>
                <a:gd name="connsiteX2-15" fmla="*/ 1040633 w 1040633"/>
                <a:gd name="connsiteY2-16" fmla="*/ 16785 h 1219697"/>
                <a:gd name="connsiteX3-17" fmla="*/ 833625 w 1040633"/>
                <a:gd name="connsiteY3-18" fmla="*/ 1219697 h 1219697"/>
                <a:gd name="connsiteX4-19" fmla="*/ 139870 w 1040633"/>
                <a:gd name="connsiteY4-20" fmla="*/ 1191723 h 1219697"/>
                <a:gd name="connsiteX0-21" fmla="*/ 139870 w 1040633"/>
                <a:gd name="connsiteY0-22" fmla="*/ 1191723 h 1219697"/>
                <a:gd name="connsiteX1-23" fmla="*/ 0 w 1040633"/>
                <a:gd name="connsiteY1-24" fmla="*/ 0 h 1219697"/>
                <a:gd name="connsiteX2-25" fmla="*/ 1040633 w 1040633"/>
                <a:gd name="connsiteY2-26" fmla="*/ 16785 h 1219697"/>
                <a:gd name="connsiteX3-27" fmla="*/ 833625 w 1040633"/>
                <a:gd name="connsiteY3-28" fmla="*/ 1219697 h 1219697"/>
                <a:gd name="connsiteX4-29" fmla="*/ 139870 w 1040633"/>
                <a:gd name="connsiteY4-30" fmla="*/ 1191723 h 1219697"/>
                <a:gd name="connsiteX0-31" fmla="*/ 139870 w 1040633"/>
                <a:gd name="connsiteY0-32" fmla="*/ 1191723 h 1219697"/>
                <a:gd name="connsiteX1-33" fmla="*/ 0 w 1040633"/>
                <a:gd name="connsiteY1-34" fmla="*/ 0 h 1219697"/>
                <a:gd name="connsiteX2-35" fmla="*/ 1040633 w 1040633"/>
                <a:gd name="connsiteY2-36" fmla="*/ 16785 h 1219697"/>
                <a:gd name="connsiteX3-37" fmla="*/ 833625 w 1040633"/>
                <a:gd name="connsiteY3-38" fmla="*/ 1219697 h 1219697"/>
                <a:gd name="connsiteX4-39" fmla="*/ 139870 w 1040633"/>
                <a:gd name="connsiteY4-40" fmla="*/ 1191723 h 1219697"/>
                <a:gd name="connsiteX0-41" fmla="*/ 139870 w 1040633"/>
                <a:gd name="connsiteY0-42" fmla="*/ 1191723 h 1219697"/>
                <a:gd name="connsiteX1-43" fmla="*/ 0 w 1040633"/>
                <a:gd name="connsiteY1-44" fmla="*/ 0 h 1219697"/>
                <a:gd name="connsiteX2-45" fmla="*/ 1040633 w 1040633"/>
                <a:gd name="connsiteY2-46" fmla="*/ 16785 h 1219697"/>
                <a:gd name="connsiteX3-47" fmla="*/ 833625 w 1040633"/>
                <a:gd name="connsiteY3-48" fmla="*/ 1219697 h 1219697"/>
                <a:gd name="connsiteX4-49" fmla="*/ 418712 w 1040633"/>
                <a:gd name="connsiteY4-50" fmla="*/ 1189324 h 1219697"/>
                <a:gd name="connsiteX5" fmla="*/ 139870 w 1040633"/>
                <a:gd name="connsiteY5" fmla="*/ 1191723 h 1219697"/>
                <a:gd name="connsiteX0-51" fmla="*/ 139870 w 1040633"/>
                <a:gd name="connsiteY0-52" fmla="*/ 1191723 h 1355926"/>
                <a:gd name="connsiteX1-53" fmla="*/ 0 w 1040633"/>
                <a:gd name="connsiteY1-54" fmla="*/ 0 h 1355926"/>
                <a:gd name="connsiteX2-55" fmla="*/ 1040633 w 1040633"/>
                <a:gd name="connsiteY2-56" fmla="*/ 16785 h 1355926"/>
                <a:gd name="connsiteX3-57" fmla="*/ 833625 w 1040633"/>
                <a:gd name="connsiteY3-58" fmla="*/ 1219697 h 1355926"/>
                <a:gd name="connsiteX4-59" fmla="*/ 139870 w 1040633"/>
                <a:gd name="connsiteY4-60" fmla="*/ 1191723 h 1355926"/>
                <a:gd name="connsiteX0-61" fmla="*/ 139870 w 1040633"/>
                <a:gd name="connsiteY0-62" fmla="*/ 1191723 h 1289901"/>
                <a:gd name="connsiteX1-63" fmla="*/ 0 w 1040633"/>
                <a:gd name="connsiteY1-64" fmla="*/ 0 h 1289901"/>
                <a:gd name="connsiteX2-65" fmla="*/ 1040633 w 1040633"/>
                <a:gd name="connsiteY2-66" fmla="*/ 16785 h 1289901"/>
                <a:gd name="connsiteX3-67" fmla="*/ 833625 w 1040633"/>
                <a:gd name="connsiteY3-68" fmla="*/ 1219697 h 1289901"/>
                <a:gd name="connsiteX4-69" fmla="*/ 139870 w 1040633"/>
                <a:gd name="connsiteY4-70" fmla="*/ 1191723 h 1289901"/>
                <a:gd name="connsiteX0-71" fmla="*/ 139870 w 1040633"/>
                <a:gd name="connsiteY0-72" fmla="*/ 1191723 h 1219697"/>
                <a:gd name="connsiteX1-73" fmla="*/ 0 w 1040633"/>
                <a:gd name="connsiteY1-74" fmla="*/ 0 h 1219697"/>
                <a:gd name="connsiteX2-75" fmla="*/ 1040633 w 1040633"/>
                <a:gd name="connsiteY2-76" fmla="*/ 16785 h 1219697"/>
                <a:gd name="connsiteX3-77" fmla="*/ 833625 w 1040633"/>
                <a:gd name="connsiteY3-78" fmla="*/ 1219697 h 1219697"/>
                <a:gd name="connsiteX4-79" fmla="*/ 139870 w 1040633"/>
                <a:gd name="connsiteY4-80" fmla="*/ 1191723 h 1219697"/>
                <a:gd name="connsiteX0-81" fmla="*/ 139870 w 1040633"/>
                <a:gd name="connsiteY0-82" fmla="*/ 1191723 h 1191723"/>
                <a:gd name="connsiteX1-83" fmla="*/ 0 w 1040633"/>
                <a:gd name="connsiteY1-84" fmla="*/ 0 h 1191723"/>
                <a:gd name="connsiteX2-85" fmla="*/ 1040633 w 1040633"/>
                <a:gd name="connsiteY2-86" fmla="*/ 16785 h 1191723"/>
                <a:gd name="connsiteX3-87" fmla="*/ 671988 w 1040633"/>
                <a:gd name="connsiteY3-88" fmla="*/ 1158121 h 1191723"/>
                <a:gd name="connsiteX4-89" fmla="*/ 139870 w 1040633"/>
                <a:gd name="connsiteY4-90" fmla="*/ 1191723 h 1191723"/>
                <a:gd name="connsiteX0-91" fmla="*/ 363082 w 1040633"/>
                <a:gd name="connsiteY0-92" fmla="*/ 1160935 h 1160935"/>
                <a:gd name="connsiteX1-93" fmla="*/ 0 w 1040633"/>
                <a:gd name="connsiteY1-94" fmla="*/ 0 h 1160935"/>
                <a:gd name="connsiteX2-95" fmla="*/ 1040633 w 1040633"/>
                <a:gd name="connsiteY2-96" fmla="*/ 16785 h 1160935"/>
                <a:gd name="connsiteX3-97" fmla="*/ 671988 w 1040633"/>
                <a:gd name="connsiteY3-98" fmla="*/ 1158121 h 1160935"/>
                <a:gd name="connsiteX4-99" fmla="*/ 363082 w 1040633"/>
                <a:gd name="connsiteY4-100" fmla="*/ 1160935 h 1160935"/>
                <a:gd name="connsiteX0-101" fmla="*/ 363082 w 1040633"/>
                <a:gd name="connsiteY0-102" fmla="*/ 1160935 h 1160935"/>
                <a:gd name="connsiteX1-103" fmla="*/ 0 w 1040633"/>
                <a:gd name="connsiteY1-104" fmla="*/ 0 h 1160935"/>
                <a:gd name="connsiteX2-105" fmla="*/ 1040633 w 1040633"/>
                <a:gd name="connsiteY2-106" fmla="*/ 16785 h 1160935"/>
                <a:gd name="connsiteX3-107" fmla="*/ 671988 w 1040633"/>
                <a:gd name="connsiteY3-108" fmla="*/ 1158121 h 1160935"/>
                <a:gd name="connsiteX4-109" fmla="*/ 363082 w 1040633"/>
                <a:gd name="connsiteY4-110" fmla="*/ 1160935 h 1160935"/>
                <a:gd name="connsiteX0-111" fmla="*/ 363082 w 1040633"/>
                <a:gd name="connsiteY0-112" fmla="*/ 1160935 h 1160935"/>
                <a:gd name="connsiteX1-113" fmla="*/ 0 w 1040633"/>
                <a:gd name="connsiteY1-114" fmla="*/ 0 h 1160935"/>
                <a:gd name="connsiteX2-115" fmla="*/ 1040633 w 1040633"/>
                <a:gd name="connsiteY2-116" fmla="*/ 16785 h 1160935"/>
                <a:gd name="connsiteX3-117" fmla="*/ 671988 w 1040633"/>
                <a:gd name="connsiteY3-118" fmla="*/ 1158121 h 1160935"/>
                <a:gd name="connsiteX4-119" fmla="*/ 363082 w 1040633"/>
                <a:gd name="connsiteY4-120" fmla="*/ 1160935 h 1160935"/>
                <a:gd name="connsiteX0-121" fmla="*/ 363082 w 1040633"/>
                <a:gd name="connsiteY0-122" fmla="*/ 1160935 h 1160935"/>
                <a:gd name="connsiteX1-123" fmla="*/ 0 w 1040633"/>
                <a:gd name="connsiteY1-124" fmla="*/ 0 h 1160935"/>
                <a:gd name="connsiteX2-125" fmla="*/ 1040633 w 1040633"/>
                <a:gd name="connsiteY2-126" fmla="*/ 16785 h 1160935"/>
                <a:gd name="connsiteX3-127" fmla="*/ 671988 w 1040633"/>
                <a:gd name="connsiteY3-128" fmla="*/ 1158121 h 1160935"/>
                <a:gd name="connsiteX4-129" fmla="*/ 363082 w 1040633"/>
                <a:gd name="connsiteY4-130" fmla="*/ 1160935 h 1160935"/>
                <a:gd name="connsiteX0-131" fmla="*/ 363082 w 1040633"/>
                <a:gd name="connsiteY0-132" fmla="*/ 1160935 h 1160935"/>
                <a:gd name="connsiteX1-133" fmla="*/ 0 w 1040633"/>
                <a:gd name="connsiteY1-134" fmla="*/ 0 h 1160935"/>
                <a:gd name="connsiteX2-135" fmla="*/ 1040633 w 1040633"/>
                <a:gd name="connsiteY2-136" fmla="*/ 16785 h 1160935"/>
                <a:gd name="connsiteX3-137" fmla="*/ 671988 w 1040633"/>
                <a:gd name="connsiteY3-138" fmla="*/ 1158121 h 1160935"/>
                <a:gd name="connsiteX4-139" fmla="*/ 363082 w 1040633"/>
                <a:gd name="connsiteY4-140" fmla="*/ 1160935 h 1160935"/>
                <a:gd name="connsiteX0-141" fmla="*/ 363082 w 1040633"/>
                <a:gd name="connsiteY0-142" fmla="*/ 1160935 h 1160935"/>
                <a:gd name="connsiteX1-143" fmla="*/ 0 w 1040633"/>
                <a:gd name="connsiteY1-144" fmla="*/ 0 h 1160935"/>
                <a:gd name="connsiteX2-145" fmla="*/ 1040633 w 1040633"/>
                <a:gd name="connsiteY2-146" fmla="*/ 16785 h 1160935"/>
                <a:gd name="connsiteX3-147" fmla="*/ 671988 w 1040633"/>
                <a:gd name="connsiteY3-148" fmla="*/ 1158121 h 1160935"/>
                <a:gd name="connsiteX4-149" fmla="*/ 363082 w 1040633"/>
                <a:gd name="connsiteY4-150" fmla="*/ 1160935 h 1160935"/>
                <a:gd name="connsiteX0-151" fmla="*/ 363082 w 1040633"/>
                <a:gd name="connsiteY0-152" fmla="*/ 1160935 h 1160935"/>
                <a:gd name="connsiteX1-153" fmla="*/ 0 w 1040633"/>
                <a:gd name="connsiteY1-154" fmla="*/ 0 h 1160935"/>
                <a:gd name="connsiteX2-155" fmla="*/ 1040633 w 1040633"/>
                <a:gd name="connsiteY2-156" fmla="*/ 16785 h 1160935"/>
                <a:gd name="connsiteX3-157" fmla="*/ 671988 w 1040633"/>
                <a:gd name="connsiteY3-158" fmla="*/ 1158121 h 1160935"/>
                <a:gd name="connsiteX4-159" fmla="*/ 363082 w 1040633"/>
                <a:gd name="connsiteY4-160" fmla="*/ 1160935 h 1160935"/>
                <a:gd name="connsiteX0-161" fmla="*/ 363082 w 778664"/>
                <a:gd name="connsiteY0-162" fmla="*/ 1160935 h 1160935"/>
                <a:gd name="connsiteX1-163" fmla="*/ 0 w 778664"/>
                <a:gd name="connsiteY1-164" fmla="*/ 0 h 1160935"/>
                <a:gd name="connsiteX2-165" fmla="*/ 778664 w 778664"/>
                <a:gd name="connsiteY2-166" fmla="*/ 130682 h 1160935"/>
                <a:gd name="connsiteX3-167" fmla="*/ 671988 w 778664"/>
                <a:gd name="connsiteY3-168" fmla="*/ 1158121 h 1160935"/>
                <a:gd name="connsiteX4-169" fmla="*/ 363082 w 778664"/>
                <a:gd name="connsiteY4-170" fmla="*/ 1160935 h 1160935"/>
                <a:gd name="connsiteX0-171" fmla="*/ 363082 w 778664"/>
                <a:gd name="connsiteY0-172" fmla="*/ 1160935 h 1160935"/>
                <a:gd name="connsiteX1-173" fmla="*/ 0 w 778664"/>
                <a:gd name="connsiteY1-174" fmla="*/ 0 h 1160935"/>
                <a:gd name="connsiteX2-175" fmla="*/ 778664 w 778664"/>
                <a:gd name="connsiteY2-176" fmla="*/ 130682 h 1160935"/>
                <a:gd name="connsiteX3-177" fmla="*/ 694768 w 778664"/>
                <a:gd name="connsiteY3-178" fmla="*/ 1112562 h 1160935"/>
                <a:gd name="connsiteX4-179" fmla="*/ 363082 w 778664"/>
                <a:gd name="connsiteY4-180" fmla="*/ 1160935 h 1160935"/>
                <a:gd name="connsiteX0-181" fmla="*/ 363082 w 778664"/>
                <a:gd name="connsiteY0-182" fmla="*/ 1160935 h 1160935"/>
                <a:gd name="connsiteX1-183" fmla="*/ 0 w 778664"/>
                <a:gd name="connsiteY1-184" fmla="*/ 0 h 1160935"/>
                <a:gd name="connsiteX2-185" fmla="*/ 778664 w 778664"/>
                <a:gd name="connsiteY2-186" fmla="*/ 130682 h 1160935"/>
                <a:gd name="connsiteX3-187" fmla="*/ 694768 w 778664"/>
                <a:gd name="connsiteY3-188" fmla="*/ 1112562 h 1160935"/>
                <a:gd name="connsiteX4-189" fmla="*/ 363082 w 778664"/>
                <a:gd name="connsiteY4-190" fmla="*/ 1160935 h 1160935"/>
                <a:gd name="connsiteX0-191" fmla="*/ 397252 w 778664"/>
                <a:gd name="connsiteY0-192" fmla="*/ 1103987 h 1112562"/>
                <a:gd name="connsiteX1-193" fmla="*/ 0 w 778664"/>
                <a:gd name="connsiteY1-194" fmla="*/ 0 h 1112562"/>
                <a:gd name="connsiteX2-195" fmla="*/ 778664 w 778664"/>
                <a:gd name="connsiteY2-196" fmla="*/ 130682 h 1112562"/>
                <a:gd name="connsiteX3-197" fmla="*/ 694768 w 778664"/>
                <a:gd name="connsiteY3-198" fmla="*/ 1112562 h 1112562"/>
                <a:gd name="connsiteX4-199" fmla="*/ 397252 w 778664"/>
                <a:gd name="connsiteY4-200" fmla="*/ 1103987 h 1112562"/>
                <a:gd name="connsiteX0-201" fmla="*/ 397252 w 778664"/>
                <a:gd name="connsiteY0-202" fmla="*/ 1103987 h 1112562"/>
                <a:gd name="connsiteX1-203" fmla="*/ 0 w 778664"/>
                <a:gd name="connsiteY1-204" fmla="*/ 0 h 1112562"/>
                <a:gd name="connsiteX2-205" fmla="*/ 778664 w 778664"/>
                <a:gd name="connsiteY2-206" fmla="*/ 130682 h 1112562"/>
                <a:gd name="connsiteX3-207" fmla="*/ 694768 w 778664"/>
                <a:gd name="connsiteY3-208" fmla="*/ 1112562 h 1112562"/>
                <a:gd name="connsiteX4-209" fmla="*/ 397252 w 778664"/>
                <a:gd name="connsiteY4-210" fmla="*/ 1103987 h 1112562"/>
                <a:gd name="connsiteX0-211" fmla="*/ 397252 w 778664"/>
                <a:gd name="connsiteY0-212" fmla="*/ 1103987 h 1112562"/>
                <a:gd name="connsiteX1-213" fmla="*/ 0 w 778664"/>
                <a:gd name="connsiteY1-214" fmla="*/ 0 h 1112562"/>
                <a:gd name="connsiteX2-215" fmla="*/ 778664 w 778664"/>
                <a:gd name="connsiteY2-216" fmla="*/ 130682 h 1112562"/>
                <a:gd name="connsiteX3-217" fmla="*/ 694768 w 778664"/>
                <a:gd name="connsiteY3-218" fmla="*/ 1112562 h 1112562"/>
                <a:gd name="connsiteX4-219" fmla="*/ 397252 w 778664"/>
                <a:gd name="connsiteY4-220" fmla="*/ 1103987 h 1112562"/>
                <a:gd name="connsiteX0-221" fmla="*/ 123893 w 505305"/>
                <a:gd name="connsiteY0-222" fmla="*/ 973305 h 981880"/>
                <a:gd name="connsiteX1-223" fmla="*/ 0 w 505305"/>
                <a:gd name="connsiteY1-224" fmla="*/ 28773 h 981880"/>
                <a:gd name="connsiteX2-225" fmla="*/ 505305 w 505305"/>
                <a:gd name="connsiteY2-226" fmla="*/ 0 h 981880"/>
                <a:gd name="connsiteX3-227" fmla="*/ 421409 w 505305"/>
                <a:gd name="connsiteY3-228" fmla="*/ 981880 h 981880"/>
                <a:gd name="connsiteX4-229" fmla="*/ 123893 w 505305"/>
                <a:gd name="connsiteY4-230" fmla="*/ 973305 h 981880"/>
                <a:gd name="connsiteX0-231" fmla="*/ 123893 w 505305"/>
                <a:gd name="connsiteY0-232" fmla="*/ 973305 h 981880"/>
                <a:gd name="connsiteX1-233" fmla="*/ 0 w 505305"/>
                <a:gd name="connsiteY1-234" fmla="*/ 28773 h 981880"/>
                <a:gd name="connsiteX2-235" fmla="*/ 505305 w 505305"/>
                <a:gd name="connsiteY2-236" fmla="*/ 0 h 981880"/>
                <a:gd name="connsiteX3-237" fmla="*/ 421409 w 505305"/>
                <a:gd name="connsiteY3-238" fmla="*/ 981880 h 981880"/>
                <a:gd name="connsiteX4-239" fmla="*/ 123893 w 505305"/>
                <a:gd name="connsiteY4-240" fmla="*/ 973305 h 981880"/>
                <a:gd name="connsiteX0-241" fmla="*/ 123893 w 505305"/>
                <a:gd name="connsiteY0-242" fmla="*/ 973305 h 981880"/>
                <a:gd name="connsiteX1-243" fmla="*/ 0 w 505305"/>
                <a:gd name="connsiteY1-244" fmla="*/ 28773 h 981880"/>
                <a:gd name="connsiteX2-245" fmla="*/ 505305 w 505305"/>
                <a:gd name="connsiteY2-246" fmla="*/ 0 h 981880"/>
                <a:gd name="connsiteX3-247" fmla="*/ 421409 w 505305"/>
                <a:gd name="connsiteY3-248" fmla="*/ 981880 h 981880"/>
                <a:gd name="connsiteX4-249" fmla="*/ 123893 w 505305"/>
                <a:gd name="connsiteY4-250" fmla="*/ 973305 h 981880"/>
                <a:gd name="connsiteX0-251" fmla="*/ 123893 w 505305"/>
                <a:gd name="connsiteY0-252" fmla="*/ 973305 h 981880"/>
                <a:gd name="connsiteX1-253" fmla="*/ 0 w 505305"/>
                <a:gd name="connsiteY1-254" fmla="*/ 28773 h 981880"/>
                <a:gd name="connsiteX2-255" fmla="*/ 505305 w 505305"/>
                <a:gd name="connsiteY2-256" fmla="*/ 0 h 981880"/>
                <a:gd name="connsiteX3-257" fmla="*/ 421409 w 505305"/>
                <a:gd name="connsiteY3-258" fmla="*/ 981880 h 981880"/>
                <a:gd name="connsiteX4-259" fmla="*/ 123893 w 505305"/>
                <a:gd name="connsiteY4-260" fmla="*/ 973305 h 981880"/>
                <a:gd name="connsiteX0-261" fmla="*/ 118198 w 499610"/>
                <a:gd name="connsiteY0-262" fmla="*/ 973305 h 981880"/>
                <a:gd name="connsiteX1-263" fmla="*/ 0 w 499610"/>
                <a:gd name="connsiteY1-264" fmla="*/ 11688 h 981880"/>
                <a:gd name="connsiteX2-265" fmla="*/ 499610 w 499610"/>
                <a:gd name="connsiteY2-266" fmla="*/ 0 h 981880"/>
                <a:gd name="connsiteX3-267" fmla="*/ 415714 w 499610"/>
                <a:gd name="connsiteY3-268" fmla="*/ 981880 h 981880"/>
                <a:gd name="connsiteX4-269" fmla="*/ 118198 w 499610"/>
                <a:gd name="connsiteY4-270" fmla="*/ 973305 h 981880"/>
                <a:gd name="connsiteX0-271" fmla="*/ 118198 w 499610"/>
                <a:gd name="connsiteY0-272" fmla="*/ 973305 h 981880"/>
                <a:gd name="connsiteX1-273" fmla="*/ 0 w 499610"/>
                <a:gd name="connsiteY1-274" fmla="*/ 11688 h 981880"/>
                <a:gd name="connsiteX2-275" fmla="*/ 499610 w 499610"/>
                <a:gd name="connsiteY2-276" fmla="*/ 0 h 981880"/>
                <a:gd name="connsiteX3-277" fmla="*/ 415714 w 499610"/>
                <a:gd name="connsiteY3-278" fmla="*/ 981880 h 981880"/>
                <a:gd name="connsiteX4-279" fmla="*/ 118198 w 499610"/>
                <a:gd name="connsiteY4-280" fmla="*/ 973305 h 981880"/>
                <a:gd name="connsiteX0-281" fmla="*/ 118198 w 499610"/>
                <a:gd name="connsiteY0-282" fmla="*/ 973305 h 981880"/>
                <a:gd name="connsiteX1-283" fmla="*/ 0 w 499610"/>
                <a:gd name="connsiteY1-284" fmla="*/ 11688 h 981880"/>
                <a:gd name="connsiteX2-285" fmla="*/ 499610 w 499610"/>
                <a:gd name="connsiteY2-286" fmla="*/ 0 h 981880"/>
                <a:gd name="connsiteX3-287" fmla="*/ 415714 w 499610"/>
                <a:gd name="connsiteY3-288" fmla="*/ 981880 h 981880"/>
                <a:gd name="connsiteX4-289" fmla="*/ 118198 w 499610"/>
                <a:gd name="connsiteY4-290" fmla="*/ 973305 h 981880"/>
                <a:gd name="connsiteX0-291" fmla="*/ 118198 w 499610"/>
                <a:gd name="connsiteY0-292" fmla="*/ 973305 h 981880"/>
                <a:gd name="connsiteX1-293" fmla="*/ 0 w 499610"/>
                <a:gd name="connsiteY1-294" fmla="*/ 11688 h 981880"/>
                <a:gd name="connsiteX2-295" fmla="*/ 499610 w 499610"/>
                <a:gd name="connsiteY2-296" fmla="*/ 0 h 981880"/>
                <a:gd name="connsiteX3-297" fmla="*/ 415714 w 499610"/>
                <a:gd name="connsiteY3-298" fmla="*/ 981880 h 981880"/>
                <a:gd name="connsiteX4-299" fmla="*/ 118198 w 499610"/>
                <a:gd name="connsiteY4-300" fmla="*/ 973305 h 981880"/>
                <a:gd name="connsiteX0-301" fmla="*/ 118198 w 499610"/>
                <a:gd name="connsiteY0-302" fmla="*/ 973305 h 981880"/>
                <a:gd name="connsiteX1-303" fmla="*/ 0 w 499610"/>
                <a:gd name="connsiteY1-304" fmla="*/ 11688 h 981880"/>
                <a:gd name="connsiteX2-305" fmla="*/ 499610 w 499610"/>
                <a:gd name="connsiteY2-306" fmla="*/ 0 h 981880"/>
                <a:gd name="connsiteX3-307" fmla="*/ 415714 w 499610"/>
                <a:gd name="connsiteY3-308" fmla="*/ 981880 h 981880"/>
                <a:gd name="connsiteX4-309" fmla="*/ 118198 w 499610"/>
                <a:gd name="connsiteY4-310" fmla="*/ 973305 h 981880"/>
                <a:gd name="connsiteX0-311" fmla="*/ 118198 w 499610"/>
                <a:gd name="connsiteY0-312" fmla="*/ 973305 h 976186"/>
                <a:gd name="connsiteX1-313" fmla="*/ 0 w 499610"/>
                <a:gd name="connsiteY1-314" fmla="*/ 11688 h 976186"/>
                <a:gd name="connsiteX2-315" fmla="*/ 499610 w 499610"/>
                <a:gd name="connsiteY2-316" fmla="*/ 0 h 976186"/>
                <a:gd name="connsiteX3-317" fmla="*/ 273339 w 499610"/>
                <a:gd name="connsiteY3-318" fmla="*/ 976186 h 976186"/>
                <a:gd name="connsiteX4-319" fmla="*/ 118198 w 499610"/>
                <a:gd name="connsiteY4-320" fmla="*/ 973305 h 976186"/>
                <a:gd name="connsiteX0-321" fmla="*/ 118198 w 499610"/>
                <a:gd name="connsiteY0-322" fmla="*/ 973305 h 976186"/>
                <a:gd name="connsiteX1-323" fmla="*/ 0 w 499610"/>
                <a:gd name="connsiteY1-324" fmla="*/ 11688 h 976186"/>
                <a:gd name="connsiteX2-325" fmla="*/ 499610 w 499610"/>
                <a:gd name="connsiteY2-326" fmla="*/ 0 h 976186"/>
                <a:gd name="connsiteX3-327" fmla="*/ 273339 w 499610"/>
                <a:gd name="connsiteY3-328" fmla="*/ 976186 h 976186"/>
                <a:gd name="connsiteX4-329" fmla="*/ 118198 w 499610"/>
                <a:gd name="connsiteY4-330" fmla="*/ 973305 h 976186"/>
                <a:gd name="connsiteX0-331" fmla="*/ 197928 w 499610"/>
                <a:gd name="connsiteY0-332" fmla="*/ 973305 h 976186"/>
                <a:gd name="connsiteX1-333" fmla="*/ 0 w 499610"/>
                <a:gd name="connsiteY1-334" fmla="*/ 11688 h 976186"/>
                <a:gd name="connsiteX2-335" fmla="*/ 499610 w 499610"/>
                <a:gd name="connsiteY2-336" fmla="*/ 0 h 976186"/>
                <a:gd name="connsiteX3-337" fmla="*/ 273339 w 499610"/>
                <a:gd name="connsiteY3-338" fmla="*/ 976186 h 976186"/>
                <a:gd name="connsiteX4-339" fmla="*/ 197928 w 499610"/>
                <a:gd name="connsiteY4-340" fmla="*/ 973305 h 976186"/>
                <a:gd name="connsiteX0-341" fmla="*/ 197928 w 499610"/>
                <a:gd name="connsiteY0-342" fmla="*/ 973305 h 976186"/>
                <a:gd name="connsiteX1-343" fmla="*/ 0 w 499610"/>
                <a:gd name="connsiteY1-344" fmla="*/ 11688 h 976186"/>
                <a:gd name="connsiteX2-345" fmla="*/ 499610 w 499610"/>
                <a:gd name="connsiteY2-346" fmla="*/ 0 h 976186"/>
                <a:gd name="connsiteX3-347" fmla="*/ 273339 w 499610"/>
                <a:gd name="connsiteY3-348" fmla="*/ 976186 h 976186"/>
                <a:gd name="connsiteX4-349" fmla="*/ 197928 w 499610"/>
                <a:gd name="connsiteY4-350" fmla="*/ 973305 h 976186"/>
                <a:gd name="connsiteX0-351" fmla="*/ 197928 w 499610"/>
                <a:gd name="connsiteY0-352" fmla="*/ 973305 h 976186"/>
                <a:gd name="connsiteX1-353" fmla="*/ 0 w 499610"/>
                <a:gd name="connsiteY1-354" fmla="*/ 11688 h 976186"/>
                <a:gd name="connsiteX2-355" fmla="*/ 499610 w 499610"/>
                <a:gd name="connsiteY2-356" fmla="*/ 0 h 976186"/>
                <a:gd name="connsiteX3-357" fmla="*/ 273339 w 499610"/>
                <a:gd name="connsiteY3-358" fmla="*/ 976186 h 976186"/>
                <a:gd name="connsiteX4-359" fmla="*/ 197928 w 499610"/>
                <a:gd name="connsiteY4-360" fmla="*/ 973305 h 976186"/>
                <a:gd name="connsiteX0-361" fmla="*/ 197928 w 499610"/>
                <a:gd name="connsiteY0-362" fmla="*/ 973305 h 976186"/>
                <a:gd name="connsiteX1-363" fmla="*/ 0 w 499610"/>
                <a:gd name="connsiteY1-364" fmla="*/ 11688 h 976186"/>
                <a:gd name="connsiteX2-365" fmla="*/ 499610 w 499610"/>
                <a:gd name="connsiteY2-366" fmla="*/ 0 h 976186"/>
                <a:gd name="connsiteX3-367" fmla="*/ 273339 w 499610"/>
                <a:gd name="connsiteY3-368" fmla="*/ 976186 h 976186"/>
                <a:gd name="connsiteX4-369" fmla="*/ 197928 w 499610"/>
                <a:gd name="connsiteY4-370" fmla="*/ 973305 h 976186"/>
                <a:gd name="connsiteX0-371" fmla="*/ 27977 w 802211"/>
                <a:gd name="connsiteY0-372" fmla="*/ 815791 h 976186"/>
                <a:gd name="connsiteX1-373" fmla="*/ 302601 w 802211"/>
                <a:gd name="connsiteY1-374" fmla="*/ 11688 h 976186"/>
                <a:gd name="connsiteX2-375" fmla="*/ 802211 w 802211"/>
                <a:gd name="connsiteY2-376" fmla="*/ 0 h 976186"/>
                <a:gd name="connsiteX3-377" fmla="*/ 575940 w 802211"/>
                <a:gd name="connsiteY3-378" fmla="*/ 976186 h 976186"/>
                <a:gd name="connsiteX4-379" fmla="*/ 27977 w 802211"/>
                <a:gd name="connsiteY4-380" fmla="*/ 815791 h 976186"/>
                <a:gd name="connsiteX0-381" fmla="*/ 27977 w 802211"/>
                <a:gd name="connsiteY0-382" fmla="*/ 815791 h 815791"/>
                <a:gd name="connsiteX1-383" fmla="*/ 302601 w 802211"/>
                <a:gd name="connsiteY1-384" fmla="*/ 11688 h 815791"/>
                <a:gd name="connsiteX2-385" fmla="*/ 802211 w 802211"/>
                <a:gd name="connsiteY2-386" fmla="*/ 0 h 815791"/>
                <a:gd name="connsiteX3-387" fmla="*/ 236294 w 802211"/>
                <a:gd name="connsiteY3-388" fmla="*/ 808828 h 815791"/>
                <a:gd name="connsiteX4-389" fmla="*/ 27977 w 802211"/>
                <a:gd name="connsiteY4-390" fmla="*/ 815791 h 815791"/>
                <a:gd name="connsiteX0-391" fmla="*/ 27977 w 802211"/>
                <a:gd name="connsiteY0-392" fmla="*/ 815791 h 815791"/>
                <a:gd name="connsiteX1-393" fmla="*/ 302601 w 802211"/>
                <a:gd name="connsiteY1-394" fmla="*/ 11688 h 815791"/>
                <a:gd name="connsiteX2-395" fmla="*/ 802211 w 802211"/>
                <a:gd name="connsiteY2-396" fmla="*/ 0 h 815791"/>
                <a:gd name="connsiteX3-397" fmla="*/ 236294 w 802211"/>
                <a:gd name="connsiteY3-398" fmla="*/ 808828 h 815791"/>
                <a:gd name="connsiteX4-399" fmla="*/ 27977 w 802211"/>
                <a:gd name="connsiteY4-400" fmla="*/ 815791 h 815791"/>
                <a:gd name="connsiteX0-401" fmla="*/ 27977 w 802211"/>
                <a:gd name="connsiteY0-402" fmla="*/ 815791 h 815791"/>
                <a:gd name="connsiteX1-403" fmla="*/ 302601 w 802211"/>
                <a:gd name="connsiteY1-404" fmla="*/ 11688 h 815791"/>
                <a:gd name="connsiteX2-405" fmla="*/ 802211 w 802211"/>
                <a:gd name="connsiteY2-406" fmla="*/ 0 h 815791"/>
                <a:gd name="connsiteX3-407" fmla="*/ 236294 w 802211"/>
                <a:gd name="connsiteY3-408" fmla="*/ 808828 h 815791"/>
                <a:gd name="connsiteX4-409" fmla="*/ 27977 w 802211"/>
                <a:gd name="connsiteY4-410" fmla="*/ 815791 h 815791"/>
                <a:gd name="connsiteX0-411" fmla="*/ 27977 w 802211"/>
                <a:gd name="connsiteY0-412" fmla="*/ 828714 h 828714"/>
                <a:gd name="connsiteX1-413" fmla="*/ 302601 w 802211"/>
                <a:gd name="connsiteY1-414" fmla="*/ 0 h 828714"/>
                <a:gd name="connsiteX2-415" fmla="*/ 802211 w 802211"/>
                <a:gd name="connsiteY2-416" fmla="*/ 12923 h 828714"/>
                <a:gd name="connsiteX3-417" fmla="*/ 236294 w 802211"/>
                <a:gd name="connsiteY3-418" fmla="*/ 821751 h 828714"/>
                <a:gd name="connsiteX4-419" fmla="*/ 27977 w 802211"/>
                <a:gd name="connsiteY4-420" fmla="*/ 828714 h 828714"/>
                <a:gd name="connsiteX0-421" fmla="*/ 56213 w 830447"/>
                <a:gd name="connsiteY0-422" fmla="*/ 828714 h 828714"/>
                <a:gd name="connsiteX1-423" fmla="*/ 330837 w 830447"/>
                <a:gd name="connsiteY1-424" fmla="*/ 0 h 828714"/>
                <a:gd name="connsiteX2-425" fmla="*/ 830447 w 830447"/>
                <a:gd name="connsiteY2-426" fmla="*/ 12923 h 828714"/>
                <a:gd name="connsiteX3-427" fmla="*/ 264530 w 830447"/>
                <a:gd name="connsiteY3-428" fmla="*/ 821751 h 828714"/>
                <a:gd name="connsiteX4-429" fmla="*/ 56213 w 830447"/>
                <a:gd name="connsiteY4-430" fmla="*/ 828714 h 828714"/>
                <a:gd name="connsiteX0-431" fmla="*/ 64130 w 789139"/>
                <a:gd name="connsiteY0-432" fmla="*/ 794258 h 821751"/>
                <a:gd name="connsiteX1-433" fmla="*/ 289529 w 789139"/>
                <a:gd name="connsiteY1-434" fmla="*/ 0 h 821751"/>
                <a:gd name="connsiteX2-435" fmla="*/ 789139 w 789139"/>
                <a:gd name="connsiteY2-436" fmla="*/ 12923 h 821751"/>
                <a:gd name="connsiteX3-437" fmla="*/ 223222 w 789139"/>
                <a:gd name="connsiteY3-438" fmla="*/ 821751 h 821751"/>
                <a:gd name="connsiteX4-439" fmla="*/ 64130 w 789139"/>
                <a:gd name="connsiteY4-440" fmla="*/ 794258 h 821751"/>
                <a:gd name="connsiteX0-441" fmla="*/ 0 w 725009"/>
                <a:gd name="connsiteY0-442" fmla="*/ 794258 h 821751"/>
                <a:gd name="connsiteX1-443" fmla="*/ 225399 w 725009"/>
                <a:gd name="connsiteY1-444" fmla="*/ 0 h 821751"/>
                <a:gd name="connsiteX2-445" fmla="*/ 725009 w 725009"/>
                <a:gd name="connsiteY2-446" fmla="*/ 12923 h 821751"/>
                <a:gd name="connsiteX3-447" fmla="*/ 159092 w 725009"/>
                <a:gd name="connsiteY3-448" fmla="*/ 821751 h 821751"/>
                <a:gd name="connsiteX4-449" fmla="*/ 0 w 725009"/>
                <a:gd name="connsiteY4-450" fmla="*/ 794258 h 821751"/>
                <a:gd name="connsiteX0-451" fmla="*/ 0 w 725009"/>
                <a:gd name="connsiteY0-452" fmla="*/ 1203768 h 1231261"/>
                <a:gd name="connsiteX1-453" fmla="*/ 225399 w 725009"/>
                <a:gd name="connsiteY1-454" fmla="*/ 0 h 1231261"/>
                <a:gd name="connsiteX2-455" fmla="*/ 725009 w 725009"/>
                <a:gd name="connsiteY2-456" fmla="*/ 422433 h 1231261"/>
                <a:gd name="connsiteX3-457" fmla="*/ 159092 w 725009"/>
                <a:gd name="connsiteY3-458" fmla="*/ 1231261 h 1231261"/>
                <a:gd name="connsiteX4-459" fmla="*/ 0 w 725009"/>
                <a:gd name="connsiteY4-460" fmla="*/ 1203768 h 1231261"/>
                <a:gd name="connsiteX0-461" fmla="*/ 0 w 725009"/>
                <a:gd name="connsiteY0-462" fmla="*/ 1217334 h 1244827"/>
                <a:gd name="connsiteX1-463" fmla="*/ 225399 w 725009"/>
                <a:gd name="connsiteY1-464" fmla="*/ 13566 h 1244827"/>
                <a:gd name="connsiteX2-465" fmla="*/ 725009 w 725009"/>
                <a:gd name="connsiteY2-466" fmla="*/ 571 h 1244827"/>
                <a:gd name="connsiteX3-467" fmla="*/ 159092 w 725009"/>
                <a:gd name="connsiteY3-468" fmla="*/ 1244827 h 1244827"/>
                <a:gd name="connsiteX4-469" fmla="*/ 0 w 725009"/>
                <a:gd name="connsiteY4-470" fmla="*/ 1217334 h 1244827"/>
                <a:gd name="connsiteX0-471" fmla="*/ 0 w 725009"/>
                <a:gd name="connsiteY0-472" fmla="*/ 1217334 h 1244827"/>
                <a:gd name="connsiteX1-473" fmla="*/ 225399 w 725009"/>
                <a:gd name="connsiteY1-474" fmla="*/ 13566 h 1244827"/>
                <a:gd name="connsiteX2-475" fmla="*/ 725009 w 725009"/>
                <a:gd name="connsiteY2-476" fmla="*/ 571 h 1244827"/>
                <a:gd name="connsiteX3-477" fmla="*/ 159092 w 725009"/>
                <a:gd name="connsiteY3-478" fmla="*/ 1244827 h 1244827"/>
                <a:gd name="connsiteX4-479" fmla="*/ 0 w 725009"/>
                <a:gd name="connsiteY4-480" fmla="*/ 1217334 h 1244827"/>
                <a:gd name="connsiteX0-481" fmla="*/ 0 w 725009"/>
                <a:gd name="connsiteY0-482" fmla="*/ 1217334 h 1244827"/>
                <a:gd name="connsiteX1-483" fmla="*/ 225399 w 725009"/>
                <a:gd name="connsiteY1-484" fmla="*/ 13566 h 1244827"/>
                <a:gd name="connsiteX2-485" fmla="*/ 725009 w 725009"/>
                <a:gd name="connsiteY2-486" fmla="*/ 571 h 1244827"/>
                <a:gd name="connsiteX3-487" fmla="*/ 159092 w 725009"/>
                <a:gd name="connsiteY3-488" fmla="*/ 1244827 h 1244827"/>
                <a:gd name="connsiteX4-489" fmla="*/ 0 w 725009"/>
                <a:gd name="connsiteY4-490" fmla="*/ 1217334 h 1244827"/>
                <a:gd name="connsiteX0-491" fmla="*/ 0 w 725009"/>
                <a:gd name="connsiteY0-492" fmla="*/ 1217334 h 1244827"/>
                <a:gd name="connsiteX1-493" fmla="*/ 225399 w 725009"/>
                <a:gd name="connsiteY1-494" fmla="*/ 13566 h 1244827"/>
                <a:gd name="connsiteX2-495" fmla="*/ 725009 w 725009"/>
                <a:gd name="connsiteY2-496" fmla="*/ 571 h 1244827"/>
                <a:gd name="connsiteX3-497" fmla="*/ 159092 w 725009"/>
                <a:gd name="connsiteY3-498" fmla="*/ 1244827 h 1244827"/>
                <a:gd name="connsiteX4-499" fmla="*/ 0 w 725009"/>
                <a:gd name="connsiteY4-500" fmla="*/ 1217334 h 1244827"/>
                <a:gd name="connsiteX0-501" fmla="*/ 0 w 725009"/>
                <a:gd name="connsiteY0-502" fmla="*/ 1217334 h 1244827"/>
                <a:gd name="connsiteX1-503" fmla="*/ 225399 w 725009"/>
                <a:gd name="connsiteY1-504" fmla="*/ 13566 h 1244827"/>
                <a:gd name="connsiteX2-505" fmla="*/ 725009 w 725009"/>
                <a:gd name="connsiteY2-506" fmla="*/ 571 h 1244827"/>
                <a:gd name="connsiteX3-507" fmla="*/ 159092 w 725009"/>
                <a:gd name="connsiteY3-508" fmla="*/ 1244827 h 1244827"/>
                <a:gd name="connsiteX4-509" fmla="*/ 0 w 725009"/>
                <a:gd name="connsiteY4-510" fmla="*/ 1217334 h 1244827"/>
                <a:gd name="connsiteX0-511" fmla="*/ 0 w 725009"/>
                <a:gd name="connsiteY0-512" fmla="*/ 1217334 h 1244827"/>
                <a:gd name="connsiteX1-513" fmla="*/ 225399 w 725009"/>
                <a:gd name="connsiteY1-514" fmla="*/ 13566 h 1244827"/>
                <a:gd name="connsiteX2-515" fmla="*/ 725009 w 725009"/>
                <a:gd name="connsiteY2-516" fmla="*/ 571 h 1244827"/>
                <a:gd name="connsiteX3-517" fmla="*/ 159092 w 725009"/>
                <a:gd name="connsiteY3-518" fmla="*/ 1244827 h 1244827"/>
                <a:gd name="connsiteX4-519" fmla="*/ 0 w 725009"/>
                <a:gd name="connsiteY4-520" fmla="*/ 1217334 h 1244827"/>
                <a:gd name="connsiteX0-521" fmla="*/ 0 w 725009"/>
                <a:gd name="connsiteY0-522" fmla="*/ 1203768 h 1231261"/>
                <a:gd name="connsiteX1-523" fmla="*/ 225399 w 725009"/>
                <a:gd name="connsiteY1-524" fmla="*/ 0 h 1231261"/>
                <a:gd name="connsiteX2-525" fmla="*/ 725009 w 725009"/>
                <a:gd name="connsiteY2-526" fmla="*/ 129782 h 1231261"/>
                <a:gd name="connsiteX3-527" fmla="*/ 159092 w 725009"/>
                <a:gd name="connsiteY3-528" fmla="*/ 1231261 h 1231261"/>
                <a:gd name="connsiteX4-529" fmla="*/ 0 w 725009"/>
                <a:gd name="connsiteY4-530" fmla="*/ 1203768 h 1231261"/>
                <a:gd name="connsiteX0-531" fmla="*/ 0 w 725009"/>
                <a:gd name="connsiteY0-532" fmla="*/ 1203768 h 1231261"/>
                <a:gd name="connsiteX1-533" fmla="*/ 225399 w 725009"/>
                <a:gd name="connsiteY1-534" fmla="*/ 0 h 1231261"/>
                <a:gd name="connsiteX2-535" fmla="*/ 725009 w 725009"/>
                <a:gd name="connsiteY2-536" fmla="*/ 129782 h 1231261"/>
                <a:gd name="connsiteX3-537" fmla="*/ 159092 w 725009"/>
                <a:gd name="connsiteY3-538" fmla="*/ 1231261 h 1231261"/>
                <a:gd name="connsiteX4-539" fmla="*/ 0 w 725009"/>
                <a:gd name="connsiteY4-540" fmla="*/ 1203768 h 1231261"/>
                <a:gd name="connsiteX0-541" fmla="*/ 0 w 725009"/>
                <a:gd name="connsiteY0-542" fmla="*/ 1203768 h 1231261"/>
                <a:gd name="connsiteX1-543" fmla="*/ 225399 w 725009"/>
                <a:gd name="connsiteY1-544" fmla="*/ 0 h 1231261"/>
                <a:gd name="connsiteX2-545" fmla="*/ 725009 w 725009"/>
                <a:gd name="connsiteY2-546" fmla="*/ 129782 h 1231261"/>
                <a:gd name="connsiteX3-547" fmla="*/ 159092 w 725009"/>
                <a:gd name="connsiteY3-548" fmla="*/ 1231261 h 1231261"/>
                <a:gd name="connsiteX4-549" fmla="*/ 0 w 725009"/>
                <a:gd name="connsiteY4-550" fmla="*/ 1203768 h 1231261"/>
                <a:gd name="connsiteX0-551" fmla="*/ 0 w 725497"/>
                <a:gd name="connsiteY0-552" fmla="*/ 1279028 h 1306521"/>
                <a:gd name="connsiteX1-553" fmla="*/ 225399 w 725497"/>
                <a:gd name="connsiteY1-554" fmla="*/ 75260 h 1306521"/>
                <a:gd name="connsiteX2-555" fmla="*/ 396193 w 725497"/>
                <a:gd name="connsiteY2-556" fmla="*/ 156799 h 1306521"/>
                <a:gd name="connsiteX3-557" fmla="*/ 725009 w 725497"/>
                <a:gd name="connsiteY3-558" fmla="*/ 205042 h 1306521"/>
                <a:gd name="connsiteX4-559" fmla="*/ 159092 w 725497"/>
                <a:gd name="connsiteY4-560" fmla="*/ 1306521 h 1306521"/>
                <a:gd name="connsiteX5-561" fmla="*/ 0 w 725497"/>
                <a:gd name="connsiteY5-562" fmla="*/ 1279028 h 1306521"/>
                <a:gd name="connsiteX0-563" fmla="*/ 0 w 725239"/>
                <a:gd name="connsiteY0-564" fmla="*/ 1295668 h 1323161"/>
                <a:gd name="connsiteX1-565" fmla="*/ 225399 w 725239"/>
                <a:gd name="connsiteY1-566" fmla="*/ 91900 h 1323161"/>
                <a:gd name="connsiteX2-567" fmla="*/ 725009 w 725239"/>
                <a:gd name="connsiteY2-568" fmla="*/ 221682 h 1323161"/>
                <a:gd name="connsiteX3-569" fmla="*/ 159092 w 725239"/>
                <a:gd name="connsiteY3-570" fmla="*/ 1323161 h 1323161"/>
                <a:gd name="connsiteX4-571" fmla="*/ 0 w 725239"/>
                <a:gd name="connsiteY4-572" fmla="*/ 1295668 h 1323161"/>
                <a:gd name="connsiteX0-573" fmla="*/ 0 w 725221"/>
                <a:gd name="connsiteY0-574" fmla="*/ 1210552 h 1238045"/>
                <a:gd name="connsiteX1-575" fmla="*/ 191583 w 725221"/>
                <a:gd name="connsiteY1-576" fmla="*/ 153319 h 1238045"/>
                <a:gd name="connsiteX2-577" fmla="*/ 725009 w 725221"/>
                <a:gd name="connsiteY2-578" fmla="*/ 136566 h 1238045"/>
                <a:gd name="connsiteX3-579" fmla="*/ 159092 w 725221"/>
                <a:gd name="connsiteY3-580" fmla="*/ 1238045 h 1238045"/>
                <a:gd name="connsiteX4-581" fmla="*/ 0 w 725221"/>
                <a:gd name="connsiteY4-582" fmla="*/ 1210552 h 1238045"/>
                <a:gd name="connsiteX0-583" fmla="*/ 0 w 725305"/>
                <a:gd name="connsiteY0-584" fmla="*/ 1158512 h 1186005"/>
                <a:gd name="connsiteX1-585" fmla="*/ 191583 w 725305"/>
                <a:gd name="connsiteY1-586" fmla="*/ 101279 h 1186005"/>
                <a:gd name="connsiteX2-587" fmla="*/ 725009 w 725305"/>
                <a:gd name="connsiteY2-588" fmla="*/ 84526 h 1186005"/>
                <a:gd name="connsiteX3-589" fmla="*/ 159092 w 725305"/>
                <a:gd name="connsiteY3-590" fmla="*/ 1186005 h 1186005"/>
                <a:gd name="connsiteX4-591" fmla="*/ 0 w 725305"/>
                <a:gd name="connsiteY4-592" fmla="*/ 1158512 h 1186005"/>
                <a:gd name="connsiteX0-593" fmla="*/ 0 w 725009"/>
                <a:gd name="connsiteY0-594" fmla="*/ 1073986 h 1101479"/>
                <a:gd name="connsiteX1-595" fmla="*/ 191583 w 725009"/>
                <a:gd name="connsiteY1-596" fmla="*/ 16753 h 1101479"/>
                <a:gd name="connsiteX2-597" fmla="*/ 725009 w 725009"/>
                <a:gd name="connsiteY2-598" fmla="*/ 0 h 1101479"/>
                <a:gd name="connsiteX3-599" fmla="*/ 159092 w 725009"/>
                <a:gd name="connsiteY3-600" fmla="*/ 1101479 h 1101479"/>
                <a:gd name="connsiteX4-601" fmla="*/ 0 w 725009"/>
                <a:gd name="connsiteY4-602" fmla="*/ 1073986 h 1101479"/>
                <a:gd name="connsiteX0-603" fmla="*/ 0 w 725009"/>
                <a:gd name="connsiteY0-604" fmla="*/ 1073986 h 1101479"/>
                <a:gd name="connsiteX1-605" fmla="*/ 206612 w 725009"/>
                <a:gd name="connsiteY1-606" fmla="*/ 1724 h 1101479"/>
                <a:gd name="connsiteX2-607" fmla="*/ 725009 w 725009"/>
                <a:gd name="connsiteY2-608" fmla="*/ 0 h 1101479"/>
                <a:gd name="connsiteX3-609" fmla="*/ 159092 w 725009"/>
                <a:gd name="connsiteY3-610" fmla="*/ 1101479 h 1101479"/>
                <a:gd name="connsiteX4-611" fmla="*/ 0 w 725009"/>
                <a:gd name="connsiteY4-612" fmla="*/ 1073986 h 1101479"/>
                <a:gd name="connsiteX0-613" fmla="*/ 0 w 725009"/>
                <a:gd name="connsiteY0-614" fmla="*/ 1073986 h 1101479"/>
                <a:gd name="connsiteX1-615" fmla="*/ 206612 w 725009"/>
                <a:gd name="connsiteY1-616" fmla="*/ 1724 h 1101479"/>
                <a:gd name="connsiteX2-617" fmla="*/ 725009 w 725009"/>
                <a:gd name="connsiteY2-618" fmla="*/ 0 h 1101479"/>
                <a:gd name="connsiteX3-619" fmla="*/ 159092 w 725009"/>
                <a:gd name="connsiteY3-620" fmla="*/ 1101479 h 1101479"/>
                <a:gd name="connsiteX4-621" fmla="*/ 0 w 725009"/>
                <a:gd name="connsiteY4-622" fmla="*/ 1073986 h 1101479"/>
                <a:gd name="connsiteX0-623" fmla="*/ 0 w 725009"/>
                <a:gd name="connsiteY0-624" fmla="*/ 1073986 h 1101479"/>
                <a:gd name="connsiteX1-625" fmla="*/ 206612 w 725009"/>
                <a:gd name="connsiteY1-626" fmla="*/ 1724 h 1101479"/>
                <a:gd name="connsiteX2-627" fmla="*/ 725009 w 725009"/>
                <a:gd name="connsiteY2-628" fmla="*/ 0 h 1101479"/>
                <a:gd name="connsiteX3-629" fmla="*/ 159092 w 725009"/>
                <a:gd name="connsiteY3-630" fmla="*/ 1101479 h 1101479"/>
                <a:gd name="connsiteX4-631" fmla="*/ 0 w 725009"/>
                <a:gd name="connsiteY4-632" fmla="*/ 1073986 h 1101479"/>
                <a:gd name="connsiteX0-633" fmla="*/ 0 w 725009"/>
                <a:gd name="connsiteY0-634" fmla="*/ 1073986 h 1074607"/>
                <a:gd name="connsiteX1-635" fmla="*/ 206612 w 725009"/>
                <a:gd name="connsiteY1-636" fmla="*/ 1724 h 1074607"/>
                <a:gd name="connsiteX2-637" fmla="*/ 725009 w 725009"/>
                <a:gd name="connsiteY2-638" fmla="*/ 0 h 1074607"/>
                <a:gd name="connsiteX3-639" fmla="*/ 229048 w 725009"/>
                <a:gd name="connsiteY3-640" fmla="*/ 886531 h 1074607"/>
                <a:gd name="connsiteX4-641" fmla="*/ 0 w 725009"/>
                <a:gd name="connsiteY4-642" fmla="*/ 1073986 h 1074607"/>
                <a:gd name="connsiteX0-643" fmla="*/ 0 w 725009"/>
                <a:gd name="connsiteY0-644" fmla="*/ 1073986 h 1074607"/>
                <a:gd name="connsiteX1-645" fmla="*/ 206612 w 725009"/>
                <a:gd name="connsiteY1-646" fmla="*/ 1724 h 1074607"/>
                <a:gd name="connsiteX2-647" fmla="*/ 725009 w 725009"/>
                <a:gd name="connsiteY2-648" fmla="*/ 0 h 1074607"/>
                <a:gd name="connsiteX3-649" fmla="*/ 229048 w 725009"/>
                <a:gd name="connsiteY3-650" fmla="*/ 886531 h 1074607"/>
                <a:gd name="connsiteX4-651" fmla="*/ 0 w 725009"/>
                <a:gd name="connsiteY4-652" fmla="*/ 1073986 h 1074607"/>
                <a:gd name="connsiteX0-653" fmla="*/ 0 w 675040"/>
                <a:gd name="connsiteY0-654" fmla="*/ 894029 h 896577"/>
                <a:gd name="connsiteX1-655" fmla="*/ 156643 w 675040"/>
                <a:gd name="connsiteY1-656" fmla="*/ 1724 h 896577"/>
                <a:gd name="connsiteX2-657" fmla="*/ 675040 w 675040"/>
                <a:gd name="connsiteY2-658" fmla="*/ 0 h 896577"/>
                <a:gd name="connsiteX3-659" fmla="*/ 179079 w 675040"/>
                <a:gd name="connsiteY3-660" fmla="*/ 886531 h 896577"/>
                <a:gd name="connsiteX4-661" fmla="*/ 0 w 675040"/>
                <a:gd name="connsiteY4-662" fmla="*/ 894029 h 896577"/>
                <a:gd name="connsiteX0-663" fmla="*/ 0 w 675040"/>
                <a:gd name="connsiteY0-664" fmla="*/ 894029 h 896577"/>
                <a:gd name="connsiteX1-665" fmla="*/ 186623 w 675040"/>
                <a:gd name="connsiteY1-666" fmla="*/ 1724 h 896577"/>
                <a:gd name="connsiteX2-667" fmla="*/ 675040 w 675040"/>
                <a:gd name="connsiteY2-668" fmla="*/ 0 h 896577"/>
                <a:gd name="connsiteX3-669" fmla="*/ 179079 w 675040"/>
                <a:gd name="connsiteY3-670" fmla="*/ 886531 h 896577"/>
                <a:gd name="connsiteX4-671" fmla="*/ 0 w 675040"/>
                <a:gd name="connsiteY4-672" fmla="*/ 894029 h 89657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75040" h="896577">
                  <a:moveTo>
                    <a:pt x="0" y="894029"/>
                  </a:moveTo>
                  <a:cubicBezTo>
                    <a:pt x="95638" y="409857"/>
                    <a:pt x="76811" y="618448"/>
                    <a:pt x="186623" y="1724"/>
                  </a:cubicBezTo>
                  <a:cubicBezTo>
                    <a:pt x="431451" y="14348"/>
                    <a:pt x="449377" y="35256"/>
                    <a:pt x="675040" y="0"/>
                  </a:cubicBezTo>
                  <a:cubicBezTo>
                    <a:pt x="276172" y="749497"/>
                    <a:pt x="462801" y="344746"/>
                    <a:pt x="179079" y="886531"/>
                  </a:cubicBezTo>
                  <a:cubicBezTo>
                    <a:pt x="44794" y="857895"/>
                    <a:pt x="92525" y="908114"/>
                    <a:pt x="0" y="89402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274" name="Freeform 273"/>
            <p:cNvSpPr/>
            <p:nvPr/>
          </p:nvSpPr>
          <p:spPr>
            <a:xfrm>
              <a:off x="4340853" y="5470208"/>
              <a:ext cx="514350" cy="401578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-1" fmla="*/ 139870 w 1040633"/>
                <a:gd name="connsiteY0-2" fmla="*/ 1191723 h 1219697"/>
                <a:gd name="connsiteX1-3" fmla="*/ 0 w 1040633"/>
                <a:gd name="connsiteY1-4" fmla="*/ 0 h 1219697"/>
                <a:gd name="connsiteX2-5" fmla="*/ 1040633 w 1040633"/>
                <a:gd name="connsiteY2-6" fmla="*/ 16785 h 1219697"/>
                <a:gd name="connsiteX3-7" fmla="*/ 833625 w 1040633"/>
                <a:gd name="connsiteY3-8" fmla="*/ 1219697 h 1219697"/>
                <a:gd name="connsiteX4-9" fmla="*/ 139870 w 1040633"/>
                <a:gd name="connsiteY4-10" fmla="*/ 1191723 h 1219697"/>
                <a:gd name="connsiteX0-11" fmla="*/ 139870 w 1040633"/>
                <a:gd name="connsiteY0-12" fmla="*/ 1191723 h 1219697"/>
                <a:gd name="connsiteX1-13" fmla="*/ 0 w 1040633"/>
                <a:gd name="connsiteY1-14" fmla="*/ 0 h 1219697"/>
                <a:gd name="connsiteX2-15" fmla="*/ 1040633 w 1040633"/>
                <a:gd name="connsiteY2-16" fmla="*/ 16785 h 1219697"/>
                <a:gd name="connsiteX3-17" fmla="*/ 833625 w 1040633"/>
                <a:gd name="connsiteY3-18" fmla="*/ 1219697 h 1219697"/>
                <a:gd name="connsiteX4-19" fmla="*/ 139870 w 1040633"/>
                <a:gd name="connsiteY4-20" fmla="*/ 1191723 h 1219697"/>
                <a:gd name="connsiteX0-21" fmla="*/ 139870 w 1040633"/>
                <a:gd name="connsiteY0-22" fmla="*/ 1191723 h 1219697"/>
                <a:gd name="connsiteX1-23" fmla="*/ 0 w 1040633"/>
                <a:gd name="connsiteY1-24" fmla="*/ 0 h 1219697"/>
                <a:gd name="connsiteX2-25" fmla="*/ 1040633 w 1040633"/>
                <a:gd name="connsiteY2-26" fmla="*/ 16785 h 1219697"/>
                <a:gd name="connsiteX3-27" fmla="*/ 833625 w 1040633"/>
                <a:gd name="connsiteY3-28" fmla="*/ 1219697 h 1219697"/>
                <a:gd name="connsiteX4-29" fmla="*/ 139870 w 1040633"/>
                <a:gd name="connsiteY4-30" fmla="*/ 1191723 h 1219697"/>
                <a:gd name="connsiteX0-31" fmla="*/ 139870 w 1040633"/>
                <a:gd name="connsiteY0-32" fmla="*/ 1191723 h 1219697"/>
                <a:gd name="connsiteX1-33" fmla="*/ 0 w 1040633"/>
                <a:gd name="connsiteY1-34" fmla="*/ 0 h 1219697"/>
                <a:gd name="connsiteX2-35" fmla="*/ 1040633 w 1040633"/>
                <a:gd name="connsiteY2-36" fmla="*/ 16785 h 1219697"/>
                <a:gd name="connsiteX3-37" fmla="*/ 833625 w 1040633"/>
                <a:gd name="connsiteY3-38" fmla="*/ 1219697 h 1219697"/>
                <a:gd name="connsiteX4-39" fmla="*/ 139870 w 1040633"/>
                <a:gd name="connsiteY4-40" fmla="*/ 1191723 h 1219697"/>
                <a:gd name="connsiteX0-41" fmla="*/ 139870 w 1040633"/>
                <a:gd name="connsiteY0-42" fmla="*/ 1191723 h 1219697"/>
                <a:gd name="connsiteX1-43" fmla="*/ 0 w 1040633"/>
                <a:gd name="connsiteY1-44" fmla="*/ 0 h 1219697"/>
                <a:gd name="connsiteX2-45" fmla="*/ 1040633 w 1040633"/>
                <a:gd name="connsiteY2-46" fmla="*/ 16785 h 1219697"/>
                <a:gd name="connsiteX3-47" fmla="*/ 833625 w 1040633"/>
                <a:gd name="connsiteY3-48" fmla="*/ 1219697 h 1219697"/>
                <a:gd name="connsiteX4-49" fmla="*/ 418712 w 1040633"/>
                <a:gd name="connsiteY4-50" fmla="*/ 1189324 h 1219697"/>
                <a:gd name="connsiteX5" fmla="*/ 139870 w 1040633"/>
                <a:gd name="connsiteY5" fmla="*/ 1191723 h 1219697"/>
                <a:gd name="connsiteX0-51" fmla="*/ 139870 w 1040633"/>
                <a:gd name="connsiteY0-52" fmla="*/ 1191723 h 1355926"/>
                <a:gd name="connsiteX1-53" fmla="*/ 0 w 1040633"/>
                <a:gd name="connsiteY1-54" fmla="*/ 0 h 1355926"/>
                <a:gd name="connsiteX2-55" fmla="*/ 1040633 w 1040633"/>
                <a:gd name="connsiteY2-56" fmla="*/ 16785 h 1355926"/>
                <a:gd name="connsiteX3-57" fmla="*/ 833625 w 1040633"/>
                <a:gd name="connsiteY3-58" fmla="*/ 1219697 h 1355926"/>
                <a:gd name="connsiteX4-59" fmla="*/ 139870 w 1040633"/>
                <a:gd name="connsiteY4-60" fmla="*/ 1191723 h 1355926"/>
                <a:gd name="connsiteX0-61" fmla="*/ 139870 w 1040633"/>
                <a:gd name="connsiteY0-62" fmla="*/ 1191723 h 1289901"/>
                <a:gd name="connsiteX1-63" fmla="*/ 0 w 1040633"/>
                <a:gd name="connsiteY1-64" fmla="*/ 0 h 1289901"/>
                <a:gd name="connsiteX2-65" fmla="*/ 1040633 w 1040633"/>
                <a:gd name="connsiteY2-66" fmla="*/ 16785 h 1289901"/>
                <a:gd name="connsiteX3-67" fmla="*/ 833625 w 1040633"/>
                <a:gd name="connsiteY3-68" fmla="*/ 1219697 h 1289901"/>
                <a:gd name="connsiteX4-69" fmla="*/ 139870 w 1040633"/>
                <a:gd name="connsiteY4-70" fmla="*/ 1191723 h 1289901"/>
                <a:gd name="connsiteX0-71" fmla="*/ 139870 w 1040633"/>
                <a:gd name="connsiteY0-72" fmla="*/ 1191723 h 1219697"/>
                <a:gd name="connsiteX1-73" fmla="*/ 0 w 1040633"/>
                <a:gd name="connsiteY1-74" fmla="*/ 0 h 1219697"/>
                <a:gd name="connsiteX2-75" fmla="*/ 1040633 w 1040633"/>
                <a:gd name="connsiteY2-76" fmla="*/ 16785 h 1219697"/>
                <a:gd name="connsiteX3-77" fmla="*/ 833625 w 1040633"/>
                <a:gd name="connsiteY3-78" fmla="*/ 1219697 h 1219697"/>
                <a:gd name="connsiteX4-79" fmla="*/ 139870 w 1040633"/>
                <a:gd name="connsiteY4-80" fmla="*/ 1191723 h 1219697"/>
                <a:gd name="connsiteX0-81" fmla="*/ 139870 w 1040633"/>
                <a:gd name="connsiteY0-82" fmla="*/ 1191723 h 1191723"/>
                <a:gd name="connsiteX1-83" fmla="*/ 0 w 1040633"/>
                <a:gd name="connsiteY1-84" fmla="*/ 0 h 1191723"/>
                <a:gd name="connsiteX2-85" fmla="*/ 1040633 w 1040633"/>
                <a:gd name="connsiteY2-86" fmla="*/ 16785 h 1191723"/>
                <a:gd name="connsiteX3-87" fmla="*/ 671988 w 1040633"/>
                <a:gd name="connsiteY3-88" fmla="*/ 1158121 h 1191723"/>
                <a:gd name="connsiteX4-89" fmla="*/ 139870 w 1040633"/>
                <a:gd name="connsiteY4-90" fmla="*/ 1191723 h 1191723"/>
                <a:gd name="connsiteX0-91" fmla="*/ 363082 w 1040633"/>
                <a:gd name="connsiteY0-92" fmla="*/ 1160935 h 1160935"/>
                <a:gd name="connsiteX1-93" fmla="*/ 0 w 1040633"/>
                <a:gd name="connsiteY1-94" fmla="*/ 0 h 1160935"/>
                <a:gd name="connsiteX2-95" fmla="*/ 1040633 w 1040633"/>
                <a:gd name="connsiteY2-96" fmla="*/ 16785 h 1160935"/>
                <a:gd name="connsiteX3-97" fmla="*/ 671988 w 1040633"/>
                <a:gd name="connsiteY3-98" fmla="*/ 1158121 h 1160935"/>
                <a:gd name="connsiteX4-99" fmla="*/ 363082 w 1040633"/>
                <a:gd name="connsiteY4-100" fmla="*/ 1160935 h 1160935"/>
                <a:gd name="connsiteX0-101" fmla="*/ 363082 w 1040633"/>
                <a:gd name="connsiteY0-102" fmla="*/ 1160935 h 1160935"/>
                <a:gd name="connsiteX1-103" fmla="*/ 0 w 1040633"/>
                <a:gd name="connsiteY1-104" fmla="*/ 0 h 1160935"/>
                <a:gd name="connsiteX2-105" fmla="*/ 1040633 w 1040633"/>
                <a:gd name="connsiteY2-106" fmla="*/ 16785 h 1160935"/>
                <a:gd name="connsiteX3-107" fmla="*/ 671988 w 1040633"/>
                <a:gd name="connsiteY3-108" fmla="*/ 1158121 h 1160935"/>
                <a:gd name="connsiteX4-109" fmla="*/ 363082 w 1040633"/>
                <a:gd name="connsiteY4-110" fmla="*/ 1160935 h 1160935"/>
                <a:gd name="connsiteX0-111" fmla="*/ 363082 w 1040633"/>
                <a:gd name="connsiteY0-112" fmla="*/ 1160935 h 1160935"/>
                <a:gd name="connsiteX1-113" fmla="*/ 0 w 1040633"/>
                <a:gd name="connsiteY1-114" fmla="*/ 0 h 1160935"/>
                <a:gd name="connsiteX2-115" fmla="*/ 1040633 w 1040633"/>
                <a:gd name="connsiteY2-116" fmla="*/ 16785 h 1160935"/>
                <a:gd name="connsiteX3-117" fmla="*/ 671988 w 1040633"/>
                <a:gd name="connsiteY3-118" fmla="*/ 1158121 h 1160935"/>
                <a:gd name="connsiteX4-119" fmla="*/ 363082 w 1040633"/>
                <a:gd name="connsiteY4-120" fmla="*/ 1160935 h 1160935"/>
                <a:gd name="connsiteX0-121" fmla="*/ 363082 w 1040633"/>
                <a:gd name="connsiteY0-122" fmla="*/ 1160935 h 1160935"/>
                <a:gd name="connsiteX1-123" fmla="*/ 0 w 1040633"/>
                <a:gd name="connsiteY1-124" fmla="*/ 0 h 1160935"/>
                <a:gd name="connsiteX2-125" fmla="*/ 1040633 w 1040633"/>
                <a:gd name="connsiteY2-126" fmla="*/ 16785 h 1160935"/>
                <a:gd name="connsiteX3-127" fmla="*/ 671988 w 1040633"/>
                <a:gd name="connsiteY3-128" fmla="*/ 1158121 h 1160935"/>
                <a:gd name="connsiteX4-129" fmla="*/ 363082 w 1040633"/>
                <a:gd name="connsiteY4-130" fmla="*/ 1160935 h 1160935"/>
                <a:gd name="connsiteX0-131" fmla="*/ 363082 w 1040633"/>
                <a:gd name="connsiteY0-132" fmla="*/ 1160935 h 1160935"/>
                <a:gd name="connsiteX1-133" fmla="*/ 0 w 1040633"/>
                <a:gd name="connsiteY1-134" fmla="*/ 0 h 1160935"/>
                <a:gd name="connsiteX2-135" fmla="*/ 1040633 w 1040633"/>
                <a:gd name="connsiteY2-136" fmla="*/ 16785 h 1160935"/>
                <a:gd name="connsiteX3-137" fmla="*/ 671988 w 1040633"/>
                <a:gd name="connsiteY3-138" fmla="*/ 1158121 h 1160935"/>
                <a:gd name="connsiteX4-139" fmla="*/ 363082 w 1040633"/>
                <a:gd name="connsiteY4-140" fmla="*/ 1160935 h 1160935"/>
                <a:gd name="connsiteX0-141" fmla="*/ 363082 w 1040633"/>
                <a:gd name="connsiteY0-142" fmla="*/ 1160935 h 1160935"/>
                <a:gd name="connsiteX1-143" fmla="*/ 0 w 1040633"/>
                <a:gd name="connsiteY1-144" fmla="*/ 0 h 1160935"/>
                <a:gd name="connsiteX2-145" fmla="*/ 1040633 w 1040633"/>
                <a:gd name="connsiteY2-146" fmla="*/ 16785 h 1160935"/>
                <a:gd name="connsiteX3-147" fmla="*/ 671988 w 1040633"/>
                <a:gd name="connsiteY3-148" fmla="*/ 1158121 h 1160935"/>
                <a:gd name="connsiteX4-149" fmla="*/ 363082 w 1040633"/>
                <a:gd name="connsiteY4-150" fmla="*/ 1160935 h 1160935"/>
                <a:gd name="connsiteX0-151" fmla="*/ 363082 w 1040633"/>
                <a:gd name="connsiteY0-152" fmla="*/ 1160935 h 1160935"/>
                <a:gd name="connsiteX1-153" fmla="*/ 0 w 1040633"/>
                <a:gd name="connsiteY1-154" fmla="*/ 0 h 1160935"/>
                <a:gd name="connsiteX2-155" fmla="*/ 1040633 w 1040633"/>
                <a:gd name="connsiteY2-156" fmla="*/ 16785 h 1160935"/>
                <a:gd name="connsiteX3-157" fmla="*/ 671988 w 1040633"/>
                <a:gd name="connsiteY3-158" fmla="*/ 1158121 h 1160935"/>
                <a:gd name="connsiteX4-159" fmla="*/ 363082 w 1040633"/>
                <a:gd name="connsiteY4-160" fmla="*/ 1160935 h 1160935"/>
                <a:gd name="connsiteX0-161" fmla="*/ 363082 w 778664"/>
                <a:gd name="connsiteY0-162" fmla="*/ 1160935 h 1160935"/>
                <a:gd name="connsiteX1-163" fmla="*/ 0 w 778664"/>
                <a:gd name="connsiteY1-164" fmla="*/ 0 h 1160935"/>
                <a:gd name="connsiteX2-165" fmla="*/ 778664 w 778664"/>
                <a:gd name="connsiteY2-166" fmla="*/ 130682 h 1160935"/>
                <a:gd name="connsiteX3-167" fmla="*/ 671988 w 778664"/>
                <a:gd name="connsiteY3-168" fmla="*/ 1158121 h 1160935"/>
                <a:gd name="connsiteX4-169" fmla="*/ 363082 w 778664"/>
                <a:gd name="connsiteY4-170" fmla="*/ 1160935 h 1160935"/>
                <a:gd name="connsiteX0-171" fmla="*/ 363082 w 778664"/>
                <a:gd name="connsiteY0-172" fmla="*/ 1160935 h 1160935"/>
                <a:gd name="connsiteX1-173" fmla="*/ 0 w 778664"/>
                <a:gd name="connsiteY1-174" fmla="*/ 0 h 1160935"/>
                <a:gd name="connsiteX2-175" fmla="*/ 778664 w 778664"/>
                <a:gd name="connsiteY2-176" fmla="*/ 130682 h 1160935"/>
                <a:gd name="connsiteX3-177" fmla="*/ 694768 w 778664"/>
                <a:gd name="connsiteY3-178" fmla="*/ 1112562 h 1160935"/>
                <a:gd name="connsiteX4-179" fmla="*/ 363082 w 778664"/>
                <a:gd name="connsiteY4-180" fmla="*/ 1160935 h 1160935"/>
                <a:gd name="connsiteX0-181" fmla="*/ 363082 w 778664"/>
                <a:gd name="connsiteY0-182" fmla="*/ 1160935 h 1160935"/>
                <a:gd name="connsiteX1-183" fmla="*/ 0 w 778664"/>
                <a:gd name="connsiteY1-184" fmla="*/ 0 h 1160935"/>
                <a:gd name="connsiteX2-185" fmla="*/ 778664 w 778664"/>
                <a:gd name="connsiteY2-186" fmla="*/ 130682 h 1160935"/>
                <a:gd name="connsiteX3-187" fmla="*/ 694768 w 778664"/>
                <a:gd name="connsiteY3-188" fmla="*/ 1112562 h 1160935"/>
                <a:gd name="connsiteX4-189" fmla="*/ 363082 w 778664"/>
                <a:gd name="connsiteY4-190" fmla="*/ 1160935 h 1160935"/>
                <a:gd name="connsiteX0-191" fmla="*/ 397252 w 778664"/>
                <a:gd name="connsiteY0-192" fmla="*/ 1103987 h 1112562"/>
                <a:gd name="connsiteX1-193" fmla="*/ 0 w 778664"/>
                <a:gd name="connsiteY1-194" fmla="*/ 0 h 1112562"/>
                <a:gd name="connsiteX2-195" fmla="*/ 778664 w 778664"/>
                <a:gd name="connsiteY2-196" fmla="*/ 130682 h 1112562"/>
                <a:gd name="connsiteX3-197" fmla="*/ 694768 w 778664"/>
                <a:gd name="connsiteY3-198" fmla="*/ 1112562 h 1112562"/>
                <a:gd name="connsiteX4-199" fmla="*/ 397252 w 778664"/>
                <a:gd name="connsiteY4-200" fmla="*/ 1103987 h 1112562"/>
                <a:gd name="connsiteX0-201" fmla="*/ 397252 w 778664"/>
                <a:gd name="connsiteY0-202" fmla="*/ 1103987 h 1112562"/>
                <a:gd name="connsiteX1-203" fmla="*/ 0 w 778664"/>
                <a:gd name="connsiteY1-204" fmla="*/ 0 h 1112562"/>
                <a:gd name="connsiteX2-205" fmla="*/ 778664 w 778664"/>
                <a:gd name="connsiteY2-206" fmla="*/ 130682 h 1112562"/>
                <a:gd name="connsiteX3-207" fmla="*/ 694768 w 778664"/>
                <a:gd name="connsiteY3-208" fmla="*/ 1112562 h 1112562"/>
                <a:gd name="connsiteX4-209" fmla="*/ 397252 w 778664"/>
                <a:gd name="connsiteY4-210" fmla="*/ 1103987 h 1112562"/>
                <a:gd name="connsiteX0-211" fmla="*/ 397252 w 778664"/>
                <a:gd name="connsiteY0-212" fmla="*/ 1103987 h 1112562"/>
                <a:gd name="connsiteX1-213" fmla="*/ 0 w 778664"/>
                <a:gd name="connsiteY1-214" fmla="*/ 0 h 1112562"/>
                <a:gd name="connsiteX2-215" fmla="*/ 778664 w 778664"/>
                <a:gd name="connsiteY2-216" fmla="*/ 130682 h 1112562"/>
                <a:gd name="connsiteX3-217" fmla="*/ 694768 w 778664"/>
                <a:gd name="connsiteY3-218" fmla="*/ 1112562 h 1112562"/>
                <a:gd name="connsiteX4-219" fmla="*/ 397252 w 778664"/>
                <a:gd name="connsiteY4-220" fmla="*/ 1103987 h 1112562"/>
                <a:gd name="connsiteX0-221" fmla="*/ 123893 w 505305"/>
                <a:gd name="connsiteY0-222" fmla="*/ 973305 h 981880"/>
                <a:gd name="connsiteX1-223" fmla="*/ 0 w 505305"/>
                <a:gd name="connsiteY1-224" fmla="*/ 28773 h 981880"/>
                <a:gd name="connsiteX2-225" fmla="*/ 505305 w 505305"/>
                <a:gd name="connsiteY2-226" fmla="*/ 0 h 981880"/>
                <a:gd name="connsiteX3-227" fmla="*/ 421409 w 505305"/>
                <a:gd name="connsiteY3-228" fmla="*/ 981880 h 981880"/>
                <a:gd name="connsiteX4-229" fmla="*/ 123893 w 505305"/>
                <a:gd name="connsiteY4-230" fmla="*/ 973305 h 981880"/>
                <a:gd name="connsiteX0-231" fmla="*/ 123893 w 505305"/>
                <a:gd name="connsiteY0-232" fmla="*/ 973305 h 981880"/>
                <a:gd name="connsiteX1-233" fmla="*/ 0 w 505305"/>
                <a:gd name="connsiteY1-234" fmla="*/ 28773 h 981880"/>
                <a:gd name="connsiteX2-235" fmla="*/ 505305 w 505305"/>
                <a:gd name="connsiteY2-236" fmla="*/ 0 h 981880"/>
                <a:gd name="connsiteX3-237" fmla="*/ 421409 w 505305"/>
                <a:gd name="connsiteY3-238" fmla="*/ 981880 h 981880"/>
                <a:gd name="connsiteX4-239" fmla="*/ 123893 w 505305"/>
                <a:gd name="connsiteY4-240" fmla="*/ 973305 h 981880"/>
                <a:gd name="connsiteX0-241" fmla="*/ 123893 w 505305"/>
                <a:gd name="connsiteY0-242" fmla="*/ 973305 h 981880"/>
                <a:gd name="connsiteX1-243" fmla="*/ 0 w 505305"/>
                <a:gd name="connsiteY1-244" fmla="*/ 28773 h 981880"/>
                <a:gd name="connsiteX2-245" fmla="*/ 505305 w 505305"/>
                <a:gd name="connsiteY2-246" fmla="*/ 0 h 981880"/>
                <a:gd name="connsiteX3-247" fmla="*/ 421409 w 505305"/>
                <a:gd name="connsiteY3-248" fmla="*/ 981880 h 981880"/>
                <a:gd name="connsiteX4-249" fmla="*/ 123893 w 505305"/>
                <a:gd name="connsiteY4-250" fmla="*/ 973305 h 981880"/>
                <a:gd name="connsiteX0-251" fmla="*/ 123893 w 505305"/>
                <a:gd name="connsiteY0-252" fmla="*/ 973305 h 981880"/>
                <a:gd name="connsiteX1-253" fmla="*/ 0 w 505305"/>
                <a:gd name="connsiteY1-254" fmla="*/ 28773 h 981880"/>
                <a:gd name="connsiteX2-255" fmla="*/ 505305 w 505305"/>
                <a:gd name="connsiteY2-256" fmla="*/ 0 h 981880"/>
                <a:gd name="connsiteX3-257" fmla="*/ 421409 w 505305"/>
                <a:gd name="connsiteY3-258" fmla="*/ 981880 h 981880"/>
                <a:gd name="connsiteX4-259" fmla="*/ 123893 w 505305"/>
                <a:gd name="connsiteY4-260" fmla="*/ 973305 h 981880"/>
                <a:gd name="connsiteX0-261" fmla="*/ 118198 w 499610"/>
                <a:gd name="connsiteY0-262" fmla="*/ 973305 h 981880"/>
                <a:gd name="connsiteX1-263" fmla="*/ 0 w 499610"/>
                <a:gd name="connsiteY1-264" fmla="*/ 11688 h 981880"/>
                <a:gd name="connsiteX2-265" fmla="*/ 499610 w 499610"/>
                <a:gd name="connsiteY2-266" fmla="*/ 0 h 981880"/>
                <a:gd name="connsiteX3-267" fmla="*/ 415714 w 499610"/>
                <a:gd name="connsiteY3-268" fmla="*/ 981880 h 981880"/>
                <a:gd name="connsiteX4-269" fmla="*/ 118198 w 499610"/>
                <a:gd name="connsiteY4-270" fmla="*/ 973305 h 981880"/>
                <a:gd name="connsiteX0-271" fmla="*/ 118198 w 499610"/>
                <a:gd name="connsiteY0-272" fmla="*/ 973305 h 981880"/>
                <a:gd name="connsiteX1-273" fmla="*/ 0 w 499610"/>
                <a:gd name="connsiteY1-274" fmla="*/ 11688 h 981880"/>
                <a:gd name="connsiteX2-275" fmla="*/ 499610 w 499610"/>
                <a:gd name="connsiteY2-276" fmla="*/ 0 h 981880"/>
                <a:gd name="connsiteX3-277" fmla="*/ 415714 w 499610"/>
                <a:gd name="connsiteY3-278" fmla="*/ 981880 h 981880"/>
                <a:gd name="connsiteX4-279" fmla="*/ 118198 w 499610"/>
                <a:gd name="connsiteY4-280" fmla="*/ 973305 h 981880"/>
                <a:gd name="connsiteX0-281" fmla="*/ 118198 w 499610"/>
                <a:gd name="connsiteY0-282" fmla="*/ 973305 h 981880"/>
                <a:gd name="connsiteX1-283" fmla="*/ 0 w 499610"/>
                <a:gd name="connsiteY1-284" fmla="*/ 11688 h 981880"/>
                <a:gd name="connsiteX2-285" fmla="*/ 499610 w 499610"/>
                <a:gd name="connsiteY2-286" fmla="*/ 0 h 981880"/>
                <a:gd name="connsiteX3-287" fmla="*/ 415714 w 499610"/>
                <a:gd name="connsiteY3-288" fmla="*/ 981880 h 981880"/>
                <a:gd name="connsiteX4-289" fmla="*/ 118198 w 499610"/>
                <a:gd name="connsiteY4-290" fmla="*/ 973305 h 981880"/>
                <a:gd name="connsiteX0-291" fmla="*/ 118198 w 499610"/>
                <a:gd name="connsiteY0-292" fmla="*/ 973305 h 981880"/>
                <a:gd name="connsiteX1-293" fmla="*/ 0 w 499610"/>
                <a:gd name="connsiteY1-294" fmla="*/ 11688 h 981880"/>
                <a:gd name="connsiteX2-295" fmla="*/ 499610 w 499610"/>
                <a:gd name="connsiteY2-296" fmla="*/ 0 h 981880"/>
                <a:gd name="connsiteX3-297" fmla="*/ 415714 w 499610"/>
                <a:gd name="connsiteY3-298" fmla="*/ 981880 h 981880"/>
                <a:gd name="connsiteX4-299" fmla="*/ 118198 w 499610"/>
                <a:gd name="connsiteY4-300" fmla="*/ 973305 h 981880"/>
                <a:gd name="connsiteX0-301" fmla="*/ 118198 w 499610"/>
                <a:gd name="connsiteY0-302" fmla="*/ 973305 h 981880"/>
                <a:gd name="connsiteX1-303" fmla="*/ 0 w 499610"/>
                <a:gd name="connsiteY1-304" fmla="*/ 11688 h 981880"/>
                <a:gd name="connsiteX2-305" fmla="*/ 499610 w 499610"/>
                <a:gd name="connsiteY2-306" fmla="*/ 0 h 981880"/>
                <a:gd name="connsiteX3-307" fmla="*/ 415714 w 499610"/>
                <a:gd name="connsiteY3-308" fmla="*/ 981880 h 981880"/>
                <a:gd name="connsiteX4-309" fmla="*/ 118198 w 499610"/>
                <a:gd name="connsiteY4-310" fmla="*/ 973305 h 981880"/>
                <a:gd name="connsiteX0-311" fmla="*/ 118198 w 499610"/>
                <a:gd name="connsiteY0-312" fmla="*/ 973305 h 976186"/>
                <a:gd name="connsiteX1-313" fmla="*/ 0 w 499610"/>
                <a:gd name="connsiteY1-314" fmla="*/ 11688 h 976186"/>
                <a:gd name="connsiteX2-315" fmla="*/ 499610 w 499610"/>
                <a:gd name="connsiteY2-316" fmla="*/ 0 h 976186"/>
                <a:gd name="connsiteX3-317" fmla="*/ 273339 w 499610"/>
                <a:gd name="connsiteY3-318" fmla="*/ 976186 h 976186"/>
                <a:gd name="connsiteX4-319" fmla="*/ 118198 w 499610"/>
                <a:gd name="connsiteY4-320" fmla="*/ 973305 h 976186"/>
                <a:gd name="connsiteX0-321" fmla="*/ 118198 w 499610"/>
                <a:gd name="connsiteY0-322" fmla="*/ 973305 h 976186"/>
                <a:gd name="connsiteX1-323" fmla="*/ 0 w 499610"/>
                <a:gd name="connsiteY1-324" fmla="*/ 11688 h 976186"/>
                <a:gd name="connsiteX2-325" fmla="*/ 499610 w 499610"/>
                <a:gd name="connsiteY2-326" fmla="*/ 0 h 976186"/>
                <a:gd name="connsiteX3-327" fmla="*/ 273339 w 499610"/>
                <a:gd name="connsiteY3-328" fmla="*/ 976186 h 976186"/>
                <a:gd name="connsiteX4-329" fmla="*/ 118198 w 499610"/>
                <a:gd name="connsiteY4-330" fmla="*/ 973305 h 976186"/>
                <a:gd name="connsiteX0-331" fmla="*/ 197928 w 499610"/>
                <a:gd name="connsiteY0-332" fmla="*/ 973305 h 976186"/>
                <a:gd name="connsiteX1-333" fmla="*/ 0 w 499610"/>
                <a:gd name="connsiteY1-334" fmla="*/ 11688 h 976186"/>
                <a:gd name="connsiteX2-335" fmla="*/ 499610 w 499610"/>
                <a:gd name="connsiteY2-336" fmla="*/ 0 h 976186"/>
                <a:gd name="connsiteX3-337" fmla="*/ 273339 w 499610"/>
                <a:gd name="connsiteY3-338" fmla="*/ 976186 h 976186"/>
                <a:gd name="connsiteX4-339" fmla="*/ 197928 w 499610"/>
                <a:gd name="connsiteY4-340" fmla="*/ 973305 h 976186"/>
                <a:gd name="connsiteX0-341" fmla="*/ 197928 w 499610"/>
                <a:gd name="connsiteY0-342" fmla="*/ 973305 h 976186"/>
                <a:gd name="connsiteX1-343" fmla="*/ 0 w 499610"/>
                <a:gd name="connsiteY1-344" fmla="*/ 11688 h 976186"/>
                <a:gd name="connsiteX2-345" fmla="*/ 499610 w 499610"/>
                <a:gd name="connsiteY2-346" fmla="*/ 0 h 976186"/>
                <a:gd name="connsiteX3-347" fmla="*/ 273339 w 499610"/>
                <a:gd name="connsiteY3-348" fmla="*/ 976186 h 976186"/>
                <a:gd name="connsiteX4-349" fmla="*/ 197928 w 499610"/>
                <a:gd name="connsiteY4-350" fmla="*/ 973305 h 976186"/>
                <a:gd name="connsiteX0-351" fmla="*/ 197928 w 499610"/>
                <a:gd name="connsiteY0-352" fmla="*/ 973305 h 976186"/>
                <a:gd name="connsiteX1-353" fmla="*/ 0 w 499610"/>
                <a:gd name="connsiteY1-354" fmla="*/ 11688 h 976186"/>
                <a:gd name="connsiteX2-355" fmla="*/ 499610 w 499610"/>
                <a:gd name="connsiteY2-356" fmla="*/ 0 h 976186"/>
                <a:gd name="connsiteX3-357" fmla="*/ 273339 w 499610"/>
                <a:gd name="connsiteY3-358" fmla="*/ 976186 h 976186"/>
                <a:gd name="connsiteX4-359" fmla="*/ 197928 w 499610"/>
                <a:gd name="connsiteY4-360" fmla="*/ 973305 h 976186"/>
                <a:gd name="connsiteX0-361" fmla="*/ 197928 w 499610"/>
                <a:gd name="connsiteY0-362" fmla="*/ 973305 h 976186"/>
                <a:gd name="connsiteX1-363" fmla="*/ 0 w 499610"/>
                <a:gd name="connsiteY1-364" fmla="*/ 11688 h 976186"/>
                <a:gd name="connsiteX2-365" fmla="*/ 499610 w 499610"/>
                <a:gd name="connsiteY2-366" fmla="*/ 0 h 976186"/>
                <a:gd name="connsiteX3-367" fmla="*/ 273339 w 499610"/>
                <a:gd name="connsiteY3-368" fmla="*/ 976186 h 976186"/>
                <a:gd name="connsiteX4-369" fmla="*/ 197928 w 499610"/>
                <a:gd name="connsiteY4-370" fmla="*/ 973305 h 976186"/>
                <a:gd name="connsiteX0-371" fmla="*/ 197928 w 503138"/>
                <a:gd name="connsiteY0-372" fmla="*/ 961687 h 964568"/>
                <a:gd name="connsiteX1-373" fmla="*/ 0 w 503138"/>
                <a:gd name="connsiteY1-374" fmla="*/ 70 h 964568"/>
                <a:gd name="connsiteX2-375" fmla="*/ 503138 w 503138"/>
                <a:gd name="connsiteY2-376" fmla="*/ 154187 h 964568"/>
                <a:gd name="connsiteX3-377" fmla="*/ 273339 w 503138"/>
                <a:gd name="connsiteY3-378" fmla="*/ 964568 h 964568"/>
                <a:gd name="connsiteX4-379" fmla="*/ 197928 w 503138"/>
                <a:gd name="connsiteY4-380" fmla="*/ 961687 h 964568"/>
                <a:gd name="connsiteX0-381" fmla="*/ 201456 w 506666"/>
                <a:gd name="connsiteY0-382" fmla="*/ 807500 h 810381"/>
                <a:gd name="connsiteX1-383" fmla="*/ 0 w 506666"/>
                <a:gd name="connsiteY1-384" fmla="*/ 15216 h 810381"/>
                <a:gd name="connsiteX2-385" fmla="*/ 506666 w 506666"/>
                <a:gd name="connsiteY2-386" fmla="*/ 0 h 810381"/>
                <a:gd name="connsiteX3-387" fmla="*/ 276867 w 506666"/>
                <a:gd name="connsiteY3-388" fmla="*/ 810381 h 810381"/>
                <a:gd name="connsiteX4-389" fmla="*/ 201456 w 506666"/>
                <a:gd name="connsiteY4-390" fmla="*/ 807500 h 810381"/>
                <a:gd name="connsiteX0-391" fmla="*/ 201456 w 506666"/>
                <a:gd name="connsiteY0-392" fmla="*/ 807500 h 811593"/>
                <a:gd name="connsiteX1-393" fmla="*/ 0 w 506666"/>
                <a:gd name="connsiteY1-394" fmla="*/ 15216 h 811593"/>
                <a:gd name="connsiteX2-395" fmla="*/ 506666 w 506666"/>
                <a:gd name="connsiteY2-396" fmla="*/ 0 h 811593"/>
                <a:gd name="connsiteX3-397" fmla="*/ 276867 w 506666"/>
                <a:gd name="connsiteY3-398" fmla="*/ 810381 h 811593"/>
                <a:gd name="connsiteX4-399" fmla="*/ 201456 w 506666"/>
                <a:gd name="connsiteY4-400" fmla="*/ 807500 h 811593"/>
                <a:gd name="connsiteX0-401" fmla="*/ 135576 w 506666"/>
                <a:gd name="connsiteY0-402" fmla="*/ 818480 h 818480"/>
                <a:gd name="connsiteX1-403" fmla="*/ 0 w 506666"/>
                <a:gd name="connsiteY1-404" fmla="*/ 15216 h 818480"/>
                <a:gd name="connsiteX2-405" fmla="*/ 506666 w 506666"/>
                <a:gd name="connsiteY2-406" fmla="*/ 0 h 818480"/>
                <a:gd name="connsiteX3-407" fmla="*/ 276867 w 506666"/>
                <a:gd name="connsiteY3-408" fmla="*/ 810381 h 818480"/>
                <a:gd name="connsiteX4-409" fmla="*/ 135576 w 506666"/>
                <a:gd name="connsiteY4-410" fmla="*/ 818480 h 818480"/>
                <a:gd name="connsiteX0-411" fmla="*/ 135576 w 506666"/>
                <a:gd name="connsiteY0-412" fmla="*/ 818480 h 818480"/>
                <a:gd name="connsiteX1-413" fmla="*/ 0 w 506666"/>
                <a:gd name="connsiteY1-414" fmla="*/ 15216 h 818480"/>
                <a:gd name="connsiteX2-415" fmla="*/ 506666 w 506666"/>
                <a:gd name="connsiteY2-416" fmla="*/ 0 h 818480"/>
                <a:gd name="connsiteX3-417" fmla="*/ 331766 w 506666"/>
                <a:gd name="connsiteY3-418" fmla="*/ 803061 h 818480"/>
                <a:gd name="connsiteX4-419" fmla="*/ 135576 w 506666"/>
                <a:gd name="connsiteY4-420" fmla="*/ 818480 h 818480"/>
                <a:gd name="connsiteX0-421" fmla="*/ 135576 w 506666"/>
                <a:gd name="connsiteY0-422" fmla="*/ 818480 h 818480"/>
                <a:gd name="connsiteX1-423" fmla="*/ 0 w 506666"/>
                <a:gd name="connsiteY1-424" fmla="*/ 15216 h 818480"/>
                <a:gd name="connsiteX2-425" fmla="*/ 506666 w 506666"/>
                <a:gd name="connsiteY2-426" fmla="*/ 0 h 818480"/>
                <a:gd name="connsiteX3-427" fmla="*/ 331766 w 506666"/>
                <a:gd name="connsiteY3-428" fmla="*/ 803061 h 818480"/>
                <a:gd name="connsiteX4-429" fmla="*/ 135576 w 506666"/>
                <a:gd name="connsiteY4-430" fmla="*/ 818480 h 818480"/>
                <a:gd name="connsiteX0-431" fmla="*/ 135576 w 506666"/>
                <a:gd name="connsiteY0-432" fmla="*/ 818480 h 818480"/>
                <a:gd name="connsiteX1-433" fmla="*/ 0 w 506666"/>
                <a:gd name="connsiteY1-434" fmla="*/ 15216 h 818480"/>
                <a:gd name="connsiteX2-435" fmla="*/ 506666 w 506666"/>
                <a:gd name="connsiteY2-436" fmla="*/ 0 h 818480"/>
                <a:gd name="connsiteX3-437" fmla="*/ 331766 w 506666"/>
                <a:gd name="connsiteY3-438" fmla="*/ 803061 h 818480"/>
                <a:gd name="connsiteX4-439" fmla="*/ 135576 w 506666"/>
                <a:gd name="connsiteY4-440" fmla="*/ 818480 h 818480"/>
                <a:gd name="connsiteX0-441" fmla="*/ 135576 w 506666"/>
                <a:gd name="connsiteY0-442" fmla="*/ 818480 h 818480"/>
                <a:gd name="connsiteX1-443" fmla="*/ 0 w 506666"/>
                <a:gd name="connsiteY1-444" fmla="*/ 7896 h 818480"/>
                <a:gd name="connsiteX2-445" fmla="*/ 506666 w 506666"/>
                <a:gd name="connsiteY2-446" fmla="*/ 0 h 818480"/>
                <a:gd name="connsiteX3-447" fmla="*/ 331766 w 506666"/>
                <a:gd name="connsiteY3-448" fmla="*/ 803061 h 818480"/>
                <a:gd name="connsiteX4-449" fmla="*/ 135576 w 506666"/>
                <a:gd name="connsiteY4-450" fmla="*/ 818480 h 818480"/>
                <a:gd name="connsiteX0-451" fmla="*/ 135576 w 506666"/>
                <a:gd name="connsiteY0-452" fmla="*/ 818480 h 818480"/>
                <a:gd name="connsiteX1-453" fmla="*/ 0 w 506666"/>
                <a:gd name="connsiteY1-454" fmla="*/ 7896 h 818480"/>
                <a:gd name="connsiteX2-455" fmla="*/ 506666 w 506666"/>
                <a:gd name="connsiteY2-456" fmla="*/ 0 h 818480"/>
                <a:gd name="connsiteX3-457" fmla="*/ 331766 w 506666"/>
                <a:gd name="connsiteY3-458" fmla="*/ 803061 h 818480"/>
                <a:gd name="connsiteX4-459" fmla="*/ 135576 w 506666"/>
                <a:gd name="connsiteY4-460" fmla="*/ 818480 h 818480"/>
                <a:gd name="connsiteX0-461" fmla="*/ 45472 w 559302"/>
                <a:gd name="connsiteY0-462" fmla="*/ 807500 h 807500"/>
                <a:gd name="connsiteX1-463" fmla="*/ 52636 w 559302"/>
                <a:gd name="connsiteY1-464" fmla="*/ 7896 h 807500"/>
                <a:gd name="connsiteX2-465" fmla="*/ 559302 w 559302"/>
                <a:gd name="connsiteY2-466" fmla="*/ 0 h 807500"/>
                <a:gd name="connsiteX3-467" fmla="*/ 384402 w 559302"/>
                <a:gd name="connsiteY3-468" fmla="*/ 803061 h 807500"/>
                <a:gd name="connsiteX4-469" fmla="*/ 45472 w 559302"/>
                <a:gd name="connsiteY4-470" fmla="*/ 807500 h 807500"/>
                <a:gd name="connsiteX0-471" fmla="*/ 21974 w 535804"/>
                <a:gd name="connsiteY0-472" fmla="*/ 807500 h 807500"/>
                <a:gd name="connsiteX1-473" fmla="*/ 29138 w 535804"/>
                <a:gd name="connsiteY1-474" fmla="*/ 7896 h 807500"/>
                <a:gd name="connsiteX2-475" fmla="*/ 535804 w 535804"/>
                <a:gd name="connsiteY2-476" fmla="*/ 0 h 807500"/>
                <a:gd name="connsiteX3-477" fmla="*/ 360904 w 535804"/>
                <a:gd name="connsiteY3-478" fmla="*/ 803061 h 807500"/>
                <a:gd name="connsiteX4-479" fmla="*/ 21974 w 535804"/>
                <a:gd name="connsiteY4-480" fmla="*/ 807500 h 807500"/>
                <a:gd name="connsiteX0-481" fmla="*/ 128256 w 506666"/>
                <a:gd name="connsiteY0-482" fmla="*/ 829461 h 829461"/>
                <a:gd name="connsiteX1-483" fmla="*/ 0 w 506666"/>
                <a:gd name="connsiteY1-484" fmla="*/ 7896 h 829461"/>
                <a:gd name="connsiteX2-485" fmla="*/ 506666 w 506666"/>
                <a:gd name="connsiteY2-486" fmla="*/ 0 h 829461"/>
                <a:gd name="connsiteX3-487" fmla="*/ 331766 w 506666"/>
                <a:gd name="connsiteY3-488" fmla="*/ 803061 h 829461"/>
                <a:gd name="connsiteX4-489" fmla="*/ 128256 w 506666"/>
                <a:gd name="connsiteY4-490" fmla="*/ 829461 h 829461"/>
                <a:gd name="connsiteX0-491" fmla="*/ 128256 w 506666"/>
                <a:gd name="connsiteY0-492" fmla="*/ 829461 h 829461"/>
                <a:gd name="connsiteX1-493" fmla="*/ 0 w 506666"/>
                <a:gd name="connsiteY1-494" fmla="*/ 7896 h 829461"/>
                <a:gd name="connsiteX2-495" fmla="*/ 506666 w 506666"/>
                <a:gd name="connsiteY2-496" fmla="*/ 0 h 829461"/>
                <a:gd name="connsiteX3-497" fmla="*/ 331766 w 506666"/>
                <a:gd name="connsiteY3-498" fmla="*/ 803061 h 829461"/>
                <a:gd name="connsiteX4-499" fmla="*/ 128256 w 506666"/>
                <a:gd name="connsiteY4-500" fmla="*/ 829461 h 829461"/>
                <a:gd name="connsiteX0-501" fmla="*/ 128256 w 506666"/>
                <a:gd name="connsiteY0-502" fmla="*/ 829461 h 829461"/>
                <a:gd name="connsiteX1-503" fmla="*/ 0 w 506666"/>
                <a:gd name="connsiteY1-504" fmla="*/ 7896 h 829461"/>
                <a:gd name="connsiteX2-505" fmla="*/ 506666 w 506666"/>
                <a:gd name="connsiteY2-506" fmla="*/ 0 h 829461"/>
                <a:gd name="connsiteX3-507" fmla="*/ 331766 w 506666"/>
                <a:gd name="connsiteY3-508" fmla="*/ 803061 h 829461"/>
                <a:gd name="connsiteX4-509" fmla="*/ 128256 w 506666"/>
                <a:gd name="connsiteY4-510" fmla="*/ 829461 h 829461"/>
                <a:gd name="connsiteX0-511" fmla="*/ 128256 w 506666"/>
                <a:gd name="connsiteY0-512" fmla="*/ 829461 h 830473"/>
                <a:gd name="connsiteX1-513" fmla="*/ 0 w 506666"/>
                <a:gd name="connsiteY1-514" fmla="*/ 7896 h 830473"/>
                <a:gd name="connsiteX2-515" fmla="*/ 506666 w 506666"/>
                <a:gd name="connsiteY2-516" fmla="*/ 0 h 830473"/>
                <a:gd name="connsiteX3-517" fmla="*/ 331766 w 506666"/>
                <a:gd name="connsiteY3-518" fmla="*/ 828681 h 830473"/>
                <a:gd name="connsiteX4-519" fmla="*/ 128256 w 506666"/>
                <a:gd name="connsiteY4-520" fmla="*/ 829461 h 830473"/>
                <a:gd name="connsiteX0-521" fmla="*/ 128256 w 506666"/>
                <a:gd name="connsiteY0-522" fmla="*/ 829461 h 830473"/>
                <a:gd name="connsiteX1-523" fmla="*/ 0 w 506666"/>
                <a:gd name="connsiteY1-524" fmla="*/ 7896 h 830473"/>
                <a:gd name="connsiteX2-525" fmla="*/ 506666 w 506666"/>
                <a:gd name="connsiteY2-526" fmla="*/ 0 h 830473"/>
                <a:gd name="connsiteX3-527" fmla="*/ 331766 w 506666"/>
                <a:gd name="connsiteY3-528" fmla="*/ 828681 h 830473"/>
                <a:gd name="connsiteX4-529" fmla="*/ 128256 w 506666"/>
                <a:gd name="connsiteY4-530" fmla="*/ 829461 h 830473"/>
                <a:gd name="connsiteX0-531" fmla="*/ 128256 w 506666"/>
                <a:gd name="connsiteY0-532" fmla="*/ 821565 h 822577"/>
                <a:gd name="connsiteX1-533" fmla="*/ 0 w 506666"/>
                <a:gd name="connsiteY1-534" fmla="*/ 0 h 822577"/>
                <a:gd name="connsiteX2-535" fmla="*/ 506666 w 506666"/>
                <a:gd name="connsiteY2-536" fmla="*/ 255115 h 822577"/>
                <a:gd name="connsiteX3-537" fmla="*/ 331766 w 506666"/>
                <a:gd name="connsiteY3-538" fmla="*/ 820785 h 822577"/>
                <a:gd name="connsiteX4-539" fmla="*/ 128256 w 506666"/>
                <a:gd name="connsiteY4-540" fmla="*/ 821565 h 822577"/>
                <a:gd name="connsiteX0-541" fmla="*/ 128256 w 506666"/>
                <a:gd name="connsiteY0-542" fmla="*/ 821565 h 822577"/>
                <a:gd name="connsiteX1-543" fmla="*/ 0 w 506666"/>
                <a:gd name="connsiteY1-544" fmla="*/ 0 h 822577"/>
                <a:gd name="connsiteX2-545" fmla="*/ 506666 w 506666"/>
                <a:gd name="connsiteY2-546" fmla="*/ 255115 h 822577"/>
                <a:gd name="connsiteX3-547" fmla="*/ 331766 w 506666"/>
                <a:gd name="connsiteY3-548" fmla="*/ 820785 h 822577"/>
                <a:gd name="connsiteX4-549" fmla="*/ 128256 w 506666"/>
                <a:gd name="connsiteY4-550" fmla="*/ 821565 h 822577"/>
                <a:gd name="connsiteX0-551" fmla="*/ 128256 w 506666"/>
                <a:gd name="connsiteY0-552" fmla="*/ 821565 h 822577"/>
                <a:gd name="connsiteX1-553" fmla="*/ 0 w 506666"/>
                <a:gd name="connsiteY1-554" fmla="*/ 0 h 822577"/>
                <a:gd name="connsiteX2-555" fmla="*/ 506666 w 506666"/>
                <a:gd name="connsiteY2-556" fmla="*/ 255115 h 822577"/>
                <a:gd name="connsiteX3-557" fmla="*/ 331766 w 506666"/>
                <a:gd name="connsiteY3-558" fmla="*/ 820785 h 822577"/>
                <a:gd name="connsiteX4-559" fmla="*/ 128256 w 506666"/>
                <a:gd name="connsiteY4-560" fmla="*/ 821565 h 822577"/>
                <a:gd name="connsiteX0-561" fmla="*/ 135770 w 514180"/>
                <a:gd name="connsiteY0-562" fmla="*/ 577341 h 578353"/>
                <a:gd name="connsiteX1-563" fmla="*/ 0 w 514180"/>
                <a:gd name="connsiteY1-564" fmla="*/ 0 h 578353"/>
                <a:gd name="connsiteX2-565" fmla="*/ 514180 w 514180"/>
                <a:gd name="connsiteY2-566" fmla="*/ 10891 h 578353"/>
                <a:gd name="connsiteX3-567" fmla="*/ 339280 w 514180"/>
                <a:gd name="connsiteY3-568" fmla="*/ 576561 h 578353"/>
                <a:gd name="connsiteX4-569" fmla="*/ 135770 w 514180"/>
                <a:gd name="connsiteY4-570" fmla="*/ 577341 h 578353"/>
                <a:gd name="connsiteX0-571" fmla="*/ 135770 w 514180"/>
                <a:gd name="connsiteY0-572" fmla="*/ 577341 h 578353"/>
                <a:gd name="connsiteX1-573" fmla="*/ 0 w 514180"/>
                <a:gd name="connsiteY1-574" fmla="*/ 0 h 578353"/>
                <a:gd name="connsiteX2-575" fmla="*/ 514180 w 514180"/>
                <a:gd name="connsiteY2-576" fmla="*/ 10891 h 578353"/>
                <a:gd name="connsiteX3-577" fmla="*/ 339280 w 514180"/>
                <a:gd name="connsiteY3-578" fmla="*/ 576561 h 578353"/>
                <a:gd name="connsiteX4-579" fmla="*/ 135770 w 514180"/>
                <a:gd name="connsiteY4-580" fmla="*/ 577341 h 578353"/>
                <a:gd name="connsiteX0-581" fmla="*/ 135770 w 514180"/>
                <a:gd name="connsiteY0-582" fmla="*/ 577341 h 578353"/>
                <a:gd name="connsiteX1-583" fmla="*/ 0 w 514180"/>
                <a:gd name="connsiteY1-584" fmla="*/ 0 h 578353"/>
                <a:gd name="connsiteX2-585" fmla="*/ 514180 w 514180"/>
                <a:gd name="connsiteY2-586" fmla="*/ 10891 h 578353"/>
                <a:gd name="connsiteX3-587" fmla="*/ 339280 w 514180"/>
                <a:gd name="connsiteY3-588" fmla="*/ 576561 h 578353"/>
                <a:gd name="connsiteX4-589" fmla="*/ 135770 w 514180"/>
                <a:gd name="connsiteY4-590" fmla="*/ 577341 h 578353"/>
                <a:gd name="connsiteX0-591" fmla="*/ 135770 w 514180"/>
                <a:gd name="connsiteY0-592" fmla="*/ 577341 h 577341"/>
                <a:gd name="connsiteX1-593" fmla="*/ 0 w 514180"/>
                <a:gd name="connsiteY1-594" fmla="*/ 0 h 577341"/>
                <a:gd name="connsiteX2-595" fmla="*/ 514180 w 514180"/>
                <a:gd name="connsiteY2-596" fmla="*/ 10891 h 577341"/>
                <a:gd name="connsiteX3-597" fmla="*/ 404259 w 514180"/>
                <a:gd name="connsiteY3-598" fmla="*/ 386400 h 577341"/>
                <a:gd name="connsiteX4-599" fmla="*/ 135770 w 514180"/>
                <a:gd name="connsiteY4-600" fmla="*/ 577341 h 577341"/>
                <a:gd name="connsiteX0-601" fmla="*/ 100781 w 514180"/>
                <a:gd name="connsiteY0-602" fmla="*/ 432218 h 432218"/>
                <a:gd name="connsiteX1-603" fmla="*/ 0 w 514180"/>
                <a:gd name="connsiteY1-604" fmla="*/ 0 h 432218"/>
                <a:gd name="connsiteX2-605" fmla="*/ 514180 w 514180"/>
                <a:gd name="connsiteY2-606" fmla="*/ 10891 h 432218"/>
                <a:gd name="connsiteX3-607" fmla="*/ 404259 w 514180"/>
                <a:gd name="connsiteY3-608" fmla="*/ 386400 h 432218"/>
                <a:gd name="connsiteX4-609" fmla="*/ 100781 w 514180"/>
                <a:gd name="connsiteY4-610" fmla="*/ 432218 h 432218"/>
                <a:gd name="connsiteX0-611" fmla="*/ 100781 w 514180"/>
                <a:gd name="connsiteY0-612" fmla="*/ 432218 h 432218"/>
                <a:gd name="connsiteX1-613" fmla="*/ 0 w 514180"/>
                <a:gd name="connsiteY1-614" fmla="*/ 0 h 432218"/>
                <a:gd name="connsiteX2-615" fmla="*/ 514180 w 514180"/>
                <a:gd name="connsiteY2-616" fmla="*/ 10891 h 432218"/>
                <a:gd name="connsiteX3-617" fmla="*/ 404259 w 514180"/>
                <a:gd name="connsiteY3-618" fmla="*/ 386400 h 432218"/>
                <a:gd name="connsiteX4-619" fmla="*/ 100781 w 514180"/>
                <a:gd name="connsiteY4-620" fmla="*/ 432218 h 432218"/>
                <a:gd name="connsiteX0-621" fmla="*/ 100781 w 514180"/>
                <a:gd name="connsiteY0-622" fmla="*/ 402193 h 402193"/>
                <a:gd name="connsiteX1-623" fmla="*/ 0 w 514180"/>
                <a:gd name="connsiteY1-624" fmla="*/ 0 h 402193"/>
                <a:gd name="connsiteX2-625" fmla="*/ 514180 w 514180"/>
                <a:gd name="connsiteY2-626" fmla="*/ 10891 h 402193"/>
                <a:gd name="connsiteX3-627" fmla="*/ 404259 w 514180"/>
                <a:gd name="connsiteY3-628" fmla="*/ 386400 h 402193"/>
                <a:gd name="connsiteX4-629" fmla="*/ 100781 w 514180"/>
                <a:gd name="connsiteY4-630" fmla="*/ 402193 h 40219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14180" h="402193">
                  <a:moveTo>
                    <a:pt x="100781" y="402193"/>
                  </a:moveTo>
                  <a:cubicBezTo>
                    <a:pt x="60584" y="194221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91637" y="89943"/>
                    <a:pt x="404259" y="386400"/>
                  </a:cubicBezTo>
                  <a:cubicBezTo>
                    <a:pt x="357814" y="390704"/>
                    <a:pt x="168880" y="400727"/>
                    <a:pt x="100781" y="40219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275" name="Freeform 274"/>
            <p:cNvSpPr/>
            <p:nvPr/>
          </p:nvSpPr>
          <p:spPr>
            <a:xfrm>
              <a:off x="3561391" y="5433701"/>
              <a:ext cx="573087" cy="1015848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-1" fmla="*/ 139870 w 1040633"/>
                <a:gd name="connsiteY0-2" fmla="*/ 1191723 h 1219697"/>
                <a:gd name="connsiteX1-3" fmla="*/ 0 w 1040633"/>
                <a:gd name="connsiteY1-4" fmla="*/ 0 h 1219697"/>
                <a:gd name="connsiteX2-5" fmla="*/ 1040633 w 1040633"/>
                <a:gd name="connsiteY2-6" fmla="*/ 16785 h 1219697"/>
                <a:gd name="connsiteX3-7" fmla="*/ 833625 w 1040633"/>
                <a:gd name="connsiteY3-8" fmla="*/ 1219697 h 1219697"/>
                <a:gd name="connsiteX4-9" fmla="*/ 139870 w 1040633"/>
                <a:gd name="connsiteY4-10" fmla="*/ 1191723 h 1219697"/>
                <a:gd name="connsiteX0-11" fmla="*/ 139870 w 1040633"/>
                <a:gd name="connsiteY0-12" fmla="*/ 1191723 h 1219697"/>
                <a:gd name="connsiteX1-13" fmla="*/ 0 w 1040633"/>
                <a:gd name="connsiteY1-14" fmla="*/ 0 h 1219697"/>
                <a:gd name="connsiteX2-15" fmla="*/ 1040633 w 1040633"/>
                <a:gd name="connsiteY2-16" fmla="*/ 16785 h 1219697"/>
                <a:gd name="connsiteX3-17" fmla="*/ 833625 w 1040633"/>
                <a:gd name="connsiteY3-18" fmla="*/ 1219697 h 1219697"/>
                <a:gd name="connsiteX4-19" fmla="*/ 139870 w 1040633"/>
                <a:gd name="connsiteY4-20" fmla="*/ 1191723 h 1219697"/>
                <a:gd name="connsiteX0-21" fmla="*/ 139870 w 1040633"/>
                <a:gd name="connsiteY0-22" fmla="*/ 1191723 h 1219697"/>
                <a:gd name="connsiteX1-23" fmla="*/ 0 w 1040633"/>
                <a:gd name="connsiteY1-24" fmla="*/ 0 h 1219697"/>
                <a:gd name="connsiteX2-25" fmla="*/ 1040633 w 1040633"/>
                <a:gd name="connsiteY2-26" fmla="*/ 16785 h 1219697"/>
                <a:gd name="connsiteX3-27" fmla="*/ 833625 w 1040633"/>
                <a:gd name="connsiteY3-28" fmla="*/ 1219697 h 1219697"/>
                <a:gd name="connsiteX4-29" fmla="*/ 139870 w 1040633"/>
                <a:gd name="connsiteY4-30" fmla="*/ 1191723 h 1219697"/>
                <a:gd name="connsiteX0-31" fmla="*/ 139870 w 1040633"/>
                <a:gd name="connsiteY0-32" fmla="*/ 1191723 h 1219697"/>
                <a:gd name="connsiteX1-33" fmla="*/ 0 w 1040633"/>
                <a:gd name="connsiteY1-34" fmla="*/ 0 h 1219697"/>
                <a:gd name="connsiteX2-35" fmla="*/ 1040633 w 1040633"/>
                <a:gd name="connsiteY2-36" fmla="*/ 16785 h 1219697"/>
                <a:gd name="connsiteX3-37" fmla="*/ 833625 w 1040633"/>
                <a:gd name="connsiteY3-38" fmla="*/ 1219697 h 1219697"/>
                <a:gd name="connsiteX4-39" fmla="*/ 139870 w 1040633"/>
                <a:gd name="connsiteY4-40" fmla="*/ 1191723 h 1219697"/>
                <a:gd name="connsiteX0-41" fmla="*/ 139870 w 1040633"/>
                <a:gd name="connsiteY0-42" fmla="*/ 1191723 h 1219697"/>
                <a:gd name="connsiteX1-43" fmla="*/ 0 w 1040633"/>
                <a:gd name="connsiteY1-44" fmla="*/ 0 h 1219697"/>
                <a:gd name="connsiteX2-45" fmla="*/ 1040633 w 1040633"/>
                <a:gd name="connsiteY2-46" fmla="*/ 16785 h 1219697"/>
                <a:gd name="connsiteX3-47" fmla="*/ 833625 w 1040633"/>
                <a:gd name="connsiteY3-48" fmla="*/ 1219697 h 1219697"/>
                <a:gd name="connsiteX4-49" fmla="*/ 418712 w 1040633"/>
                <a:gd name="connsiteY4-50" fmla="*/ 1189324 h 1219697"/>
                <a:gd name="connsiteX5" fmla="*/ 139870 w 1040633"/>
                <a:gd name="connsiteY5" fmla="*/ 1191723 h 1219697"/>
                <a:gd name="connsiteX0-51" fmla="*/ 139870 w 1040633"/>
                <a:gd name="connsiteY0-52" fmla="*/ 1191723 h 1355926"/>
                <a:gd name="connsiteX1-53" fmla="*/ 0 w 1040633"/>
                <a:gd name="connsiteY1-54" fmla="*/ 0 h 1355926"/>
                <a:gd name="connsiteX2-55" fmla="*/ 1040633 w 1040633"/>
                <a:gd name="connsiteY2-56" fmla="*/ 16785 h 1355926"/>
                <a:gd name="connsiteX3-57" fmla="*/ 833625 w 1040633"/>
                <a:gd name="connsiteY3-58" fmla="*/ 1219697 h 1355926"/>
                <a:gd name="connsiteX4-59" fmla="*/ 139870 w 1040633"/>
                <a:gd name="connsiteY4-60" fmla="*/ 1191723 h 1355926"/>
                <a:gd name="connsiteX0-61" fmla="*/ 139870 w 1040633"/>
                <a:gd name="connsiteY0-62" fmla="*/ 1191723 h 1289901"/>
                <a:gd name="connsiteX1-63" fmla="*/ 0 w 1040633"/>
                <a:gd name="connsiteY1-64" fmla="*/ 0 h 1289901"/>
                <a:gd name="connsiteX2-65" fmla="*/ 1040633 w 1040633"/>
                <a:gd name="connsiteY2-66" fmla="*/ 16785 h 1289901"/>
                <a:gd name="connsiteX3-67" fmla="*/ 833625 w 1040633"/>
                <a:gd name="connsiteY3-68" fmla="*/ 1219697 h 1289901"/>
                <a:gd name="connsiteX4-69" fmla="*/ 139870 w 1040633"/>
                <a:gd name="connsiteY4-70" fmla="*/ 1191723 h 1289901"/>
                <a:gd name="connsiteX0-71" fmla="*/ 139870 w 1040633"/>
                <a:gd name="connsiteY0-72" fmla="*/ 1191723 h 1219697"/>
                <a:gd name="connsiteX1-73" fmla="*/ 0 w 1040633"/>
                <a:gd name="connsiteY1-74" fmla="*/ 0 h 1219697"/>
                <a:gd name="connsiteX2-75" fmla="*/ 1040633 w 1040633"/>
                <a:gd name="connsiteY2-76" fmla="*/ 16785 h 1219697"/>
                <a:gd name="connsiteX3-77" fmla="*/ 833625 w 1040633"/>
                <a:gd name="connsiteY3-78" fmla="*/ 1219697 h 1219697"/>
                <a:gd name="connsiteX4-79" fmla="*/ 139870 w 1040633"/>
                <a:gd name="connsiteY4-80" fmla="*/ 1191723 h 1219697"/>
                <a:gd name="connsiteX0-81" fmla="*/ 139870 w 1040633"/>
                <a:gd name="connsiteY0-82" fmla="*/ 1191723 h 1191723"/>
                <a:gd name="connsiteX1-83" fmla="*/ 0 w 1040633"/>
                <a:gd name="connsiteY1-84" fmla="*/ 0 h 1191723"/>
                <a:gd name="connsiteX2-85" fmla="*/ 1040633 w 1040633"/>
                <a:gd name="connsiteY2-86" fmla="*/ 16785 h 1191723"/>
                <a:gd name="connsiteX3-87" fmla="*/ 671988 w 1040633"/>
                <a:gd name="connsiteY3-88" fmla="*/ 1158121 h 1191723"/>
                <a:gd name="connsiteX4-89" fmla="*/ 139870 w 1040633"/>
                <a:gd name="connsiteY4-90" fmla="*/ 1191723 h 1191723"/>
                <a:gd name="connsiteX0-91" fmla="*/ 363082 w 1040633"/>
                <a:gd name="connsiteY0-92" fmla="*/ 1160935 h 1160935"/>
                <a:gd name="connsiteX1-93" fmla="*/ 0 w 1040633"/>
                <a:gd name="connsiteY1-94" fmla="*/ 0 h 1160935"/>
                <a:gd name="connsiteX2-95" fmla="*/ 1040633 w 1040633"/>
                <a:gd name="connsiteY2-96" fmla="*/ 16785 h 1160935"/>
                <a:gd name="connsiteX3-97" fmla="*/ 671988 w 1040633"/>
                <a:gd name="connsiteY3-98" fmla="*/ 1158121 h 1160935"/>
                <a:gd name="connsiteX4-99" fmla="*/ 363082 w 1040633"/>
                <a:gd name="connsiteY4-100" fmla="*/ 1160935 h 1160935"/>
                <a:gd name="connsiteX0-101" fmla="*/ 363082 w 1040633"/>
                <a:gd name="connsiteY0-102" fmla="*/ 1160935 h 1160935"/>
                <a:gd name="connsiteX1-103" fmla="*/ 0 w 1040633"/>
                <a:gd name="connsiteY1-104" fmla="*/ 0 h 1160935"/>
                <a:gd name="connsiteX2-105" fmla="*/ 1040633 w 1040633"/>
                <a:gd name="connsiteY2-106" fmla="*/ 16785 h 1160935"/>
                <a:gd name="connsiteX3-107" fmla="*/ 671988 w 1040633"/>
                <a:gd name="connsiteY3-108" fmla="*/ 1158121 h 1160935"/>
                <a:gd name="connsiteX4-109" fmla="*/ 363082 w 1040633"/>
                <a:gd name="connsiteY4-110" fmla="*/ 1160935 h 1160935"/>
                <a:gd name="connsiteX0-111" fmla="*/ 363082 w 1040633"/>
                <a:gd name="connsiteY0-112" fmla="*/ 1160935 h 1160935"/>
                <a:gd name="connsiteX1-113" fmla="*/ 0 w 1040633"/>
                <a:gd name="connsiteY1-114" fmla="*/ 0 h 1160935"/>
                <a:gd name="connsiteX2-115" fmla="*/ 1040633 w 1040633"/>
                <a:gd name="connsiteY2-116" fmla="*/ 16785 h 1160935"/>
                <a:gd name="connsiteX3-117" fmla="*/ 671988 w 1040633"/>
                <a:gd name="connsiteY3-118" fmla="*/ 1158121 h 1160935"/>
                <a:gd name="connsiteX4-119" fmla="*/ 363082 w 1040633"/>
                <a:gd name="connsiteY4-120" fmla="*/ 1160935 h 1160935"/>
                <a:gd name="connsiteX0-121" fmla="*/ 363082 w 1040633"/>
                <a:gd name="connsiteY0-122" fmla="*/ 1160935 h 1160935"/>
                <a:gd name="connsiteX1-123" fmla="*/ 0 w 1040633"/>
                <a:gd name="connsiteY1-124" fmla="*/ 0 h 1160935"/>
                <a:gd name="connsiteX2-125" fmla="*/ 1040633 w 1040633"/>
                <a:gd name="connsiteY2-126" fmla="*/ 16785 h 1160935"/>
                <a:gd name="connsiteX3-127" fmla="*/ 671988 w 1040633"/>
                <a:gd name="connsiteY3-128" fmla="*/ 1158121 h 1160935"/>
                <a:gd name="connsiteX4-129" fmla="*/ 363082 w 1040633"/>
                <a:gd name="connsiteY4-130" fmla="*/ 1160935 h 1160935"/>
                <a:gd name="connsiteX0-131" fmla="*/ 363082 w 1040633"/>
                <a:gd name="connsiteY0-132" fmla="*/ 1160935 h 1160935"/>
                <a:gd name="connsiteX1-133" fmla="*/ 0 w 1040633"/>
                <a:gd name="connsiteY1-134" fmla="*/ 0 h 1160935"/>
                <a:gd name="connsiteX2-135" fmla="*/ 1040633 w 1040633"/>
                <a:gd name="connsiteY2-136" fmla="*/ 16785 h 1160935"/>
                <a:gd name="connsiteX3-137" fmla="*/ 671988 w 1040633"/>
                <a:gd name="connsiteY3-138" fmla="*/ 1158121 h 1160935"/>
                <a:gd name="connsiteX4-139" fmla="*/ 363082 w 1040633"/>
                <a:gd name="connsiteY4-140" fmla="*/ 1160935 h 1160935"/>
                <a:gd name="connsiteX0-141" fmla="*/ 363082 w 1040633"/>
                <a:gd name="connsiteY0-142" fmla="*/ 1160935 h 1160935"/>
                <a:gd name="connsiteX1-143" fmla="*/ 0 w 1040633"/>
                <a:gd name="connsiteY1-144" fmla="*/ 0 h 1160935"/>
                <a:gd name="connsiteX2-145" fmla="*/ 1040633 w 1040633"/>
                <a:gd name="connsiteY2-146" fmla="*/ 16785 h 1160935"/>
                <a:gd name="connsiteX3-147" fmla="*/ 671988 w 1040633"/>
                <a:gd name="connsiteY3-148" fmla="*/ 1158121 h 1160935"/>
                <a:gd name="connsiteX4-149" fmla="*/ 363082 w 1040633"/>
                <a:gd name="connsiteY4-150" fmla="*/ 1160935 h 1160935"/>
                <a:gd name="connsiteX0-151" fmla="*/ 363082 w 1040633"/>
                <a:gd name="connsiteY0-152" fmla="*/ 1160935 h 1160935"/>
                <a:gd name="connsiteX1-153" fmla="*/ 0 w 1040633"/>
                <a:gd name="connsiteY1-154" fmla="*/ 0 h 1160935"/>
                <a:gd name="connsiteX2-155" fmla="*/ 1040633 w 1040633"/>
                <a:gd name="connsiteY2-156" fmla="*/ 16785 h 1160935"/>
                <a:gd name="connsiteX3-157" fmla="*/ 671988 w 1040633"/>
                <a:gd name="connsiteY3-158" fmla="*/ 1158121 h 1160935"/>
                <a:gd name="connsiteX4-159" fmla="*/ 363082 w 1040633"/>
                <a:gd name="connsiteY4-160" fmla="*/ 1160935 h 1160935"/>
                <a:gd name="connsiteX0-161" fmla="*/ 363082 w 778664"/>
                <a:gd name="connsiteY0-162" fmla="*/ 1160935 h 1160935"/>
                <a:gd name="connsiteX1-163" fmla="*/ 0 w 778664"/>
                <a:gd name="connsiteY1-164" fmla="*/ 0 h 1160935"/>
                <a:gd name="connsiteX2-165" fmla="*/ 778664 w 778664"/>
                <a:gd name="connsiteY2-166" fmla="*/ 130682 h 1160935"/>
                <a:gd name="connsiteX3-167" fmla="*/ 671988 w 778664"/>
                <a:gd name="connsiteY3-168" fmla="*/ 1158121 h 1160935"/>
                <a:gd name="connsiteX4-169" fmla="*/ 363082 w 778664"/>
                <a:gd name="connsiteY4-170" fmla="*/ 1160935 h 1160935"/>
                <a:gd name="connsiteX0-171" fmla="*/ 363082 w 778664"/>
                <a:gd name="connsiteY0-172" fmla="*/ 1160935 h 1160935"/>
                <a:gd name="connsiteX1-173" fmla="*/ 0 w 778664"/>
                <a:gd name="connsiteY1-174" fmla="*/ 0 h 1160935"/>
                <a:gd name="connsiteX2-175" fmla="*/ 778664 w 778664"/>
                <a:gd name="connsiteY2-176" fmla="*/ 130682 h 1160935"/>
                <a:gd name="connsiteX3-177" fmla="*/ 694768 w 778664"/>
                <a:gd name="connsiteY3-178" fmla="*/ 1112562 h 1160935"/>
                <a:gd name="connsiteX4-179" fmla="*/ 363082 w 778664"/>
                <a:gd name="connsiteY4-180" fmla="*/ 1160935 h 1160935"/>
                <a:gd name="connsiteX0-181" fmla="*/ 363082 w 778664"/>
                <a:gd name="connsiteY0-182" fmla="*/ 1160935 h 1160935"/>
                <a:gd name="connsiteX1-183" fmla="*/ 0 w 778664"/>
                <a:gd name="connsiteY1-184" fmla="*/ 0 h 1160935"/>
                <a:gd name="connsiteX2-185" fmla="*/ 778664 w 778664"/>
                <a:gd name="connsiteY2-186" fmla="*/ 130682 h 1160935"/>
                <a:gd name="connsiteX3-187" fmla="*/ 694768 w 778664"/>
                <a:gd name="connsiteY3-188" fmla="*/ 1112562 h 1160935"/>
                <a:gd name="connsiteX4-189" fmla="*/ 363082 w 778664"/>
                <a:gd name="connsiteY4-190" fmla="*/ 1160935 h 1160935"/>
                <a:gd name="connsiteX0-191" fmla="*/ 397252 w 778664"/>
                <a:gd name="connsiteY0-192" fmla="*/ 1103987 h 1112562"/>
                <a:gd name="connsiteX1-193" fmla="*/ 0 w 778664"/>
                <a:gd name="connsiteY1-194" fmla="*/ 0 h 1112562"/>
                <a:gd name="connsiteX2-195" fmla="*/ 778664 w 778664"/>
                <a:gd name="connsiteY2-196" fmla="*/ 130682 h 1112562"/>
                <a:gd name="connsiteX3-197" fmla="*/ 694768 w 778664"/>
                <a:gd name="connsiteY3-198" fmla="*/ 1112562 h 1112562"/>
                <a:gd name="connsiteX4-199" fmla="*/ 397252 w 778664"/>
                <a:gd name="connsiteY4-200" fmla="*/ 1103987 h 1112562"/>
                <a:gd name="connsiteX0-201" fmla="*/ 397252 w 778664"/>
                <a:gd name="connsiteY0-202" fmla="*/ 1103987 h 1112562"/>
                <a:gd name="connsiteX1-203" fmla="*/ 0 w 778664"/>
                <a:gd name="connsiteY1-204" fmla="*/ 0 h 1112562"/>
                <a:gd name="connsiteX2-205" fmla="*/ 778664 w 778664"/>
                <a:gd name="connsiteY2-206" fmla="*/ 130682 h 1112562"/>
                <a:gd name="connsiteX3-207" fmla="*/ 694768 w 778664"/>
                <a:gd name="connsiteY3-208" fmla="*/ 1112562 h 1112562"/>
                <a:gd name="connsiteX4-209" fmla="*/ 397252 w 778664"/>
                <a:gd name="connsiteY4-210" fmla="*/ 1103987 h 1112562"/>
                <a:gd name="connsiteX0-211" fmla="*/ 397252 w 778664"/>
                <a:gd name="connsiteY0-212" fmla="*/ 1103987 h 1112562"/>
                <a:gd name="connsiteX1-213" fmla="*/ 0 w 778664"/>
                <a:gd name="connsiteY1-214" fmla="*/ 0 h 1112562"/>
                <a:gd name="connsiteX2-215" fmla="*/ 778664 w 778664"/>
                <a:gd name="connsiteY2-216" fmla="*/ 130682 h 1112562"/>
                <a:gd name="connsiteX3-217" fmla="*/ 694768 w 778664"/>
                <a:gd name="connsiteY3-218" fmla="*/ 1112562 h 1112562"/>
                <a:gd name="connsiteX4-219" fmla="*/ 397252 w 778664"/>
                <a:gd name="connsiteY4-220" fmla="*/ 1103987 h 1112562"/>
                <a:gd name="connsiteX0-221" fmla="*/ 123893 w 505305"/>
                <a:gd name="connsiteY0-222" fmla="*/ 973305 h 981880"/>
                <a:gd name="connsiteX1-223" fmla="*/ 0 w 505305"/>
                <a:gd name="connsiteY1-224" fmla="*/ 28773 h 981880"/>
                <a:gd name="connsiteX2-225" fmla="*/ 505305 w 505305"/>
                <a:gd name="connsiteY2-226" fmla="*/ 0 h 981880"/>
                <a:gd name="connsiteX3-227" fmla="*/ 421409 w 505305"/>
                <a:gd name="connsiteY3-228" fmla="*/ 981880 h 981880"/>
                <a:gd name="connsiteX4-229" fmla="*/ 123893 w 505305"/>
                <a:gd name="connsiteY4-230" fmla="*/ 973305 h 981880"/>
                <a:gd name="connsiteX0-231" fmla="*/ 123893 w 505305"/>
                <a:gd name="connsiteY0-232" fmla="*/ 973305 h 981880"/>
                <a:gd name="connsiteX1-233" fmla="*/ 0 w 505305"/>
                <a:gd name="connsiteY1-234" fmla="*/ 28773 h 981880"/>
                <a:gd name="connsiteX2-235" fmla="*/ 505305 w 505305"/>
                <a:gd name="connsiteY2-236" fmla="*/ 0 h 981880"/>
                <a:gd name="connsiteX3-237" fmla="*/ 421409 w 505305"/>
                <a:gd name="connsiteY3-238" fmla="*/ 981880 h 981880"/>
                <a:gd name="connsiteX4-239" fmla="*/ 123893 w 505305"/>
                <a:gd name="connsiteY4-240" fmla="*/ 973305 h 981880"/>
                <a:gd name="connsiteX0-241" fmla="*/ 123893 w 505305"/>
                <a:gd name="connsiteY0-242" fmla="*/ 973305 h 981880"/>
                <a:gd name="connsiteX1-243" fmla="*/ 0 w 505305"/>
                <a:gd name="connsiteY1-244" fmla="*/ 28773 h 981880"/>
                <a:gd name="connsiteX2-245" fmla="*/ 505305 w 505305"/>
                <a:gd name="connsiteY2-246" fmla="*/ 0 h 981880"/>
                <a:gd name="connsiteX3-247" fmla="*/ 421409 w 505305"/>
                <a:gd name="connsiteY3-248" fmla="*/ 981880 h 981880"/>
                <a:gd name="connsiteX4-249" fmla="*/ 123893 w 505305"/>
                <a:gd name="connsiteY4-250" fmla="*/ 973305 h 981880"/>
                <a:gd name="connsiteX0-251" fmla="*/ 123893 w 505305"/>
                <a:gd name="connsiteY0-252" fmla="*/ 973305 h 981880"/>
                <a:gd name="connsiteX1-253" fmla="*/ 0 w 505305"/>
                <a:gd name="connsiteY1-254" fmla="*/ 28773 h 981880"/>
                <a:gd name="connsiteX2-255" fmla="*/ 505305 w 505305"/>
                <a:gd name="connsiteY2-256" fmla="*/ 0 h 981880"/>
                <a:gd name="connsiteX3-257" fmla="*/ 421409 w 505305"/>
                <a:gd name="connsiteY3-258" fmla="*/ 981880 h 981880"/>
                <a:gd name="connsiteX4-259" fmla="*/ 123893 w 505305"/>
                <a:gd name="connsiteY4-260" fmla="*/ 973305 h 981880"/>
                <a:gd name="connsiteX0-261" fmla="*/ 118198 w 499610"/>
                <a:gd name="connsiteY0-262" fmla="*/ 973305 h 981880"/>
                <a:gd name="connsiteX1-263" fmla="*/ 0 w 499610"/>
                <a:gd name="connsiteY1-264" fmla="*/ 11688 h 981880"/>
                <a:gd name="connsiteX2-265" fmla="*/ 499610 w 499610"/>
                <a:gd name="connsiteY2-266" fmla="*/ 0 h 981880"/>
                <a:gd name="connsiteX3-267" fmla="*/ 415714 w 499610"/>
                <a:gd name="connsiteY3-268" fmla="*/ 981880 h 981880"/>
                <a:gd name="connsiteX4-269" fmla="*/ 118198 w 499610"/>
                <a:gd name="connsiteY4-270" fmla="*/ 973305 h 981880"/>
                <a:gd name="connsiteX0-271" fmla="*/ 118198 w 499610"/>
                <a:gd name="connsiteY0-272" fmla="*/ 973305 h 981880"/>
                <a:gd name="connsiteX1-273" fmla="*/ 0 w 499610"/>
                <a:gd name="connsiteY1-274" fmla="*/ 11688 h 981880"/>
                <a:gd name="connsiteX2-275" fmla="*/ 499610 w 499610"/>
                <a:gd name="connsiteY2-276" fmla="*/ 0 h 981880"/>
                <a:gd name="connsiteX3-277" fmla="*/ 415714 w 499610"/>
                <a:gd name="connsiteY3-278" fmla="*/ 981880 h 981880"/>
                <a:gd name="connsiteX4-279" fmla="*/ 118198 w 499610"/>
                <a:gd name="connsiteY4-280" fmla="*/ 973305 h 981880"/>
                <a:gd name="connsiteX0-281" fmla="*/ 118198 w 499610"/>
                <a:gd name="connsiteY0-282" fmla="*/ 973305 h 981880"/>
                <a:gd name="connsiteX1-283" fmla="*/ 0 w 499610"/>
                <a:gd name="connsiteY1-284" fmla="*/ 11688 h 981880"/>
                <a:gd name="connsiteX2-285" fmla="*/ 499610 w 499610"/>
                <a:gd name="connsiteY2-286" fmla="*/ 0 h 981880"/>
                <a:gd name="connsiteX3-287" fmla="*/ 415714 w 499610"/>
                <a:gd name="connsiteY3-288" fmla="*/ 981880 h 981880"/>
                <a:gd name="connsiteX4-289" fmla="*/ 118198 w 499610"/>
                <a:gd name="connsiteY4-290" fmla="*/ 973305 h 981880"/>
                <a:gd name="connsiteX0-291" fmla="*/ 118198 w 499610"/>
                <a:gd name="connsiteY0-292" fmla="*/ 973305 h 981880"/>
                <a:gd name="connsiteX1-293" fmla="*/ 0 w 499610"/>
                <a:gd name="connsiteY1-294" fmla="*/ 11688 h 981880"/>
                <a:gd name="connsiteX2-295" fmla="*/ 499610 w 499610"/>
                <a:gd name="connsiteY2-296" fmla="*/ 0 h 981880"/>
                <a:gd name="connsiteX3-297" fmla="*/ 415714 w 499610"/>
                <a:gd name="connsiteY3-298" fmla="*/ 981880 h 981880"/>
                <a:gd name="connsiteX4-299" fmla="*/ 118198 w 499610"/>
                <a:gd name="connsiteY4-300" fmla="*/ 973305 h 981880"/>
                <a:gd name="connsiteX0-301" fmla="*/ 118198 w 499610"/>
                <a:gd name="connsiteY0-302" fmla="*/ 973305 h 981880"/>
                <a:gd name="connsiteX1-303" fmla="*/ 0 w 499610"/>
                <a:gd name="connsiteY1-304" fmla="*/ 11688 h 981880"/>
                <a:gd name="connsiteX2-305" fmla="*/ 499610 w 499610"/>
                <a:gd name="connsiteY2-306" fmla="*/ 0 h 981880"/>
                <a:gd name="connsiteX3-307" fmla="*/ 415714 w 499610"/>
                <a:gd name="connsiteY3-308" fmla="*/ 981880 h 981880"/>
                <a:gd name="connsiteX4-309" fmla="*/ 118198 w 499610"/>
                <a:gd name="connsiteY4-310" fmla="*/ 973305 h 981880"/>
                <a:gd name="connsiteX0-311" fmla="*/ 118198 w 499610"/>
                <a:gd name="connsiteY0-312" fmla="*/ 973305 h 976186"/>
                <a:gd name="connsiteX1-313" fmla="*/ 0 w 499610"/>
                <a:gd name="connsiteY1-314" fmla="*/ 11688 h 976186"/>
                <a:gd name="connsiteX2-315" fmla="*/ 499610 w 499610"/>
                <a:gd name="connsiteY2-316" fmla="*/ 0 h 976186"/>
                <a:gd name="connsiteX3-317" fmla="*/ 273339 w 499610"/>
                <a:gd name="connsiteY3-318" fmla="*/ 976186 h 976186"/>
                <a:gd name="connsiteX4-319" fmla="*/ 118198 w 499610"/>
                <a:gd name="connsiteY4-320" fmla="*/ 973305 h 976186"/>
                <a:gd name="connsiteX0-321" fmla="*/ 118198 w 499610"/>
                <a:gd name="connsiteY0-322" fmla="*/ 973305 h 976186"/>
                <a:gd name="connsiteX1-323" fmla="*/ 0 w 499610"/>
                <a:gd name="connsiteY1-324" fmla="*/ 11688 h 976186"/>
                <a:gd name="connsiteX2-325" fmla="*/ 499610 w 499610"/>
                <a:gd name="connsiteY2-326" fmla="*/ 0 h 976186"/>
                <a:gd name="connsiteX3-327" fmla="*/ 273339 w 499610"/>
                <a:gd name="connsiteY3-328" fmla="*/ 976186 h 976186"/>
                <a:gd name="connsiteX4-329" fmla="*/ 118198 w 499610"/>
                <a:gd name="connsiteY4-330" fmla="*/ 973305 h 976186"/>
                <a:gd name="connsiteX0-331" fmla="*/ 197928 w 499610"/>
                <a:gd name="connsiteY0-332" fmla="*/ 973305 h 976186"/>
                <a:gd name="connsiteX1-333" fmla="*/ 0 w 499610"/>
                <a:gd name="connsiteY1-334" fmla="*/ 11688 h 976186"/>
                <a:gd name="connsiteX2-335" fmla="*/ 499610 w 499610"/>
                <a:gd name="connsiteY2-336" fmla="*/ 0 h 976186"/>
                <a:gd name="connsiteX3-337" fmla="*/ 273339 w 499610"/>
                <a:gd name="connsiteY3-338" fmla="*/ 976186 h 976186"/>
                <a:gd name="connsiteX4-339" fmla="*/ 197928 w 499610"/>
                <a:gd name="connsiteY4-340" fmla="*/ 973305 h 976186"/>
                <a:gd name="connsiteX0-341" fmla="*/ 197928 w 499610"/>
                <a:gd name="connsiteY0-342" fmla="*/ 973305 h 976186"/>
                <a:gd name="connsiteX1-343" fmla="*/ 0 w 499610"/>
                <a:gd name="connsiteY1-344" fmla="*/ 11688 h 976186"/>
                <a:gd name="connsiteX2-345" fmla="*/ 499610 w 499610"/>
                <a:gd name="connsiteY2-346" fmla="*/ 0 h 976186"/>
                <a:gd name="connsiteX3-347" fmla="*/ 273339 w 499610"/>
                <a:gd name="connsiteY3-348" fmla="*/ 976186 h 976186"/>
                <a:gd name="connsiteX4-349" fmla="*/ 197928 w 499610"/>
                <a:gd name="connsiteY4-350" fmla="*/ 973305 h 976186"/>
                <a:gd name="connsiteX0-351" fmla="*/ 197928 w 499610"/>
                <a:gd name="connsiteY0-352" fmla="*/ 973305 h 976186"/>
                <a:gd name="connsiteX1-353" fmla="*/ 0 w 499610"/>
                <a:gd name="connsiteY1-354" fmla="*/ 11688 h 976186"/>
                <a:gd name="connsiteX2-355" fmla="*/ 499610 w 499610"/>
                <a:gd name="connsiteY2-356" fmla="*/ 0 h 976186"/>
                <a:gd name="connsiteX3-357" fmla="*/ 273339 w 499610"/>
                <a:gd name="connsiteY3-358" fmla="*/ 976186 h 976186"/>
                <a:gd name="connsiteX4-359" fmla="*/ 197928 w 499610"/>
                <a:gd name="connsiteY4-360" fmla="*/ 973305 h 976186"/>
                <a:gd name="connsiteX0-361" fmla="*/ 197928 w 499610"/>
                <a:gd name="connsiteY0-362" fmla="*/ 973305 h 976186"/>
                <a:gd name="connsiteX1-363" fmla="*/ 0 w 499610"/>
                <a:gd name="connsiteY1-364" fmla="*/ 11688 h 976186"/>
                <a:gd name="connsiteX2-365" fmla="*/ 499610 w 499610"/>
                <a:gd name="connsiteY2-366" fmla="*/ 0 h 976186"/>
                <a:gd name="connsiteX3-367" fmla="*/ 273339 w 499610"/>
                <a:gd name="connsiteY3-368" fmla="*/ 976186 h 976186"/>
                <a:gd name="connsiteX4-369" fmla="*/ 197928 w 499610"/>
                <a:gd name="connsiteY4-370" fmla="*/ 973305 h 976186"/>
                <a:gd name="connsiteX0-371" fmla="*/ 197928 w 621064"/>
                <a:gd name="connsiteY0-372" fmla="*/ 973305 h 973305"/>
                <a:gd name="connsiteX1-373" fmla="*/ 0 w 621064"/>
                <a:gd name="connsiteY1-374" fmla="*/ 11688 h 973305"/>
                <a:gd name="connsiteX2-375" fmla="*/ 499610 w 621064"/>
                <a:gd name="connsiteY2-376" fmla="*/ 0 h 973305"/>
                <a:gd name="connsiteX3-377" fmla="*/ 558839 w 621064"/>
                <a:gd name="connsiteY3-378" fmla="*/ 754682 h 973305"/>
                <a:gd name="connsiteX4-379" fmla="*/ 197928 w 621064"/>
                <a:gd name="connsiteY4-380" fmla="*/ 973305 h 973305"/>
                <a:gd name="connsiteX0-381" fmla="*/ 197928 w 558839"/>
                <a:gd name="connsiteY0-382" fmla="*/ 973305 h 973305"/>
                <a:gd name="connsiteX1-383" fmla="*/ 0 w 558839"/>
                <a:gd name="connsiteY1-384" fmla="*/ 11688 h 973305"/>
                <a:gd name="connsiteX2-385" fmla="*/ 499610 w 558839"/>
                <a:gd name="connsiteY2-386" fmla="*/ 0 h 973305"/>
                <a:gd name="connsiteX3-387" fmla="*/ 558839 w 558839"/>
                <a:gd name="connsiteY3-388" fmla="*/ 754682 h 973305"/>
                <a:gd name="connsiteX4-389" fmla="*/ 197928 w 558839"/>
                <a:gd name="connsiteY4-390" fmla="*/ 973305 h 973305"/>
                <a:gd name="connsiteX0-391" fmla="*/ 197928 w 558839"/>
                <a:gd name="connsiteY0-392" fmla="*/ 973305 h 973305"/>
                <a:gd name="connsiteX1-393" fmla="*/ 0 w 558839"/>
                <a:gd name="connsiteY1-394" fmla="*/ 11688 h 973305"/>
                <a:gd name="connsiteX2-395" fmla="*/ 499610 w 558839"/>
                <a:gd name="connsiteY2-396" fmla="*/ 0 h 973305"/>
                <a:gd name="connsiteX3-397" fmla="*/ 558839 w 558839"/>
                <a:gd name="connsiteY3-398" fmla="*/ 754682 h 973305"/>
                <a:gd name="connsiteX4-399" fmla="*/ 197928 w 558839"/>
                <a:gd name="connsiteY4-400" fmla="*/ 973305 h 973305"/>
                <a:gd name="connsiteX0-401" fmla="*/ 370213 w 558839"/>
                <a:gd name="connsiteY0-402" fmla="*/ 796102 h 796102"/>
                <a:gd name="connsiteX1-403" fmla="*/ 0 w 558839"/>
                <a:gd name="connsiteY1-404" fmla="*/ 11688 h 796102"/>
                <a:gd name="connsiteX2-405" fmla="*/ 499610 w 558839"/>
                <a:gd name="connsiteY2-406" fmla="*/ 0 h 796102"/>
                <a:gd name="connsiteX3-407" fmla="*/ 558839 w 558839"/>
                <a:gd name="connsiteY3-408" fmla="*/ 754682 h 796102"/>
                <a:gd name="connsiteX4-409" fmla="*/ 370213 w 558839"/>
                <a:gd name="connsiteY4-410" fmla="*/ 796102 h 796102"/>
                <a:gd name="connsiteX0-411" fmla="*/ 370213 w 558839"/>
                <a:gd name="connsiteY0-412" fmla="*/ 796102 h 796102"/>
                <a:gd name="connsiteX1-413" fmla="*/ 0 w 558839"/>
                <a:gd name="connsiteY1-414" fmla="*/ 11688 h 796102"/>
                <a:gd name="connsiteX2-415" fmla="*/ 499610 w 558839"/>
                <a:gd name="connsiteY2-416" fmla="*/ 0 h 796102"/>
                <a:gd name="connsiteX3-417" fmla="*/ 558839 w 558839"/>
                <a:gd name="connsiteY3-418" fmla="*/ 754682 h 796102"/>
                <a:gd name="connsiteX4-419" fmla="*/ 370213 w 558839"/>
                <a:gd name="connsiteY4-420" fmla="*/ 796102 h 796102"/>
                <a:gd name="connsiteX0-421" fmla="*/ 370213 w 558839"/>
                <a:gd name="connsiteY0-422" fmla="*/ 796102 h 796102"/>
                <a:gd name="connsiteX1-423" fmla="*/ 0 w 558839"/>
                <a:gd name="connsiteY1-424" fmla="*/ 11688 h 796102"/>
                <a:gd name="connsiteX2-425" fmla="*/ 499610 w 558839"/>
                <a:gd name="connsiteY2-426" fmla="*/ 0 h 796102"/>
                <a:gd name="connsiteX3-427" fmla="*/ 558839 w 558839"/>
                <a:gd name="connsiteY3-428" fmla="*/ 754682 h 796102"/>
                <a:gd name="connsiteX4-429" fmla="*/ 370213 w 558839"/>
                <a:gd name="connsiteY4-430" fmla="*/ 796102 h 796102"/>
                <a:gd name="connsiteX0-431" fmla="*/ 370213 w 558839"/>
                <a:gd name="connsiteY0-432" fmla="*/ 1315828 h 1315828"/>
                <a:gd name="connsiteX1-433" fmla="*/ 0 w 558839"/>
                <a:gd name="connsiteY1-434" fmla="*/ 531414 h 1315828"/>
                <a:gd name="connsiteX2-435" fmla="*/ 506930 w 558839"/>
                <a:gd name="connsiteY2-436" fmla="*/ 0 h 1315828"/>
                <a:gd name="connsiteX3-437" fmla="*/ 558839 w 558839"/>
                <a:gd name="connsiteY3-438" fmla="*/ 1274408 h 1315828"/>
                <a:gd name="connsiteX4-439" fmla="*/ 370213 w 558839"/>
                <a:gd name="connsiteY4-440" fmla="*/ 1315828 h 1315828"/>
                <a:gd name="connsiteX0-441" fmla="*/ 384853 w 573479"/>
                <a:gd name="connsiteY0-442" fmla="*/ 1326654 h 1326654"/>
                <a:gd name="connsiteX1-443" fmla="*/ 0 w 573479"/>
                <a:gd name="connsiteY1-444" fmla="*/ 554 h 1326654"/>
                <a:gd name="connsiteX2-445" fmla="*/ 521570 w 573479"/>
                <a:gd name="connsiteY2-446" fmla="*/ 10826 h 1326654"/>
                <a:gd name="connsiteX3-447" fmla="*/ 573479 w 573479"/>
                <a:gd name="connsiteY3-448" fmla="*/ 1285234 h 1326654"/>
                <a:gd name="connsiteX4-449" fmla="*/ 384853 w 573479"/>
                <a:gd name="connsiteY4-450" fmla="*/ 1326654 h 1326654"/>
                <a:gd name="connsiteX0-451" fmla="*/ 384853 w 573479"/>
                <a:gd name="connsiteY0-452" fmla="*/ 1326654 h 1326654"/>
                <a:gd name="connsiteX1-453" fmla="*/ 0 w 573479"/>
                <a:gd name="connsiteY1-454" fmla="*/ 554 h 1326654"/>
                <a:gd name="connsiteX2-455" fmla="*/ 521570 w 573479"/>
                <a:gd name="connsiteY2-456" fmla="*/ 10826 h 1326654"/>
                <a:gd name="connsiteX3-457" fmla="*/ 573479 w 573479"/>
                <a:gd name="connsiteY3-458" fmla="*/ 1285234 h 1326654"/>
                <a:gd name="connsiteX4-459" fmla="*/ 384853 w 573479"/>
                <a:gd name="connsiteY4-460" fmla="*/ 1326654 h 1326654"/>
                <a:gd name="connsiteX0-461" fmla="*/ 384853 w 573479"/>
                <a:gd name="connsiteY0-462" fmla="*/ 1326654 h 1326654"/>
                <a:gd name="connsiteX1-463" fmla="*/ 0 w 573479"/>
                <a:gd name="connsiteY1-464" fmla="*/ 554 h 1326654"/>
                <a:gd name="connsiteX2-465" fmla="*/ 521570 w 573479"/>
                <a:gd name="connsiteY2-466" fmla="*/ 10826 h 1326654"/>
                <a:gd name="connsiteX3-467" fmla="*/ 573479 w 573479"/>
                <a:gd name="connsiteY3-468" fmla="*/ 1285234 h 1326654"/>
                <a:gd name="connsiteX4-469" fmla="*/ 384853 w 573479"/>
                <a:gd name="connsiteY4-470" fmla="*/ 1326654 h 1326654"/>
                <a:gd name="connsiteX0-471" fmla="*/ 384853 w 573479"/>
                <a:gd name="connsiteY0-472" fmla="*/ 1326654 h 1326654"/>
                <a:gd name="connsiteX1-473" fmla="*/ 0 w 573479"/>
                <a:gd name="connsiteY1-474" fmla="*/ 554 h 1326654"/>
                <a:gd name="connsiteX2-475" fmla="*/ 521570 w 573479"/>
                <a:gd name="connsiteY2-476" fmla="*/ 10826 h 1326654"/>
                <a:gd name="connsiteX3-477" fmla="*/ 573479 w 573479"/>
                <a:gd name="connsiteY3-478" fmla="*/ 1285234 h 1326654"/>
                <a:gd name="connsiteX4-479" fmla="*/ 384853 w 573479"/>
                <a:gd name="connsiteY4-480" fmla="*/ 1326654 h 1326654"/>
                <a:gd name="connsiteX0-481" fmla="*/ 384853 w 573479"/>
                <a:gd name="connsiteY0-482" fmla="*/ 1326654 h 1326654"/>
                <a:gd name="connsiteX1-483" fmla="*/ 0 w 573479"/>
                <a:gd name="connsiteY1-484" fmla="*/ 554 h 1326654"/>
                <a:gd name="connsiteX2-485" fmla="*/ 521570 w 573479"/>
                <a:gd name="connsiteY2-486" fmla="*/ 10826 h 1326654"/>
                <a:gd name="connsiteX3-487" fmla="*/ 573479 w 573479"/>
                <a:gd name="connsiteY3-488" fmla="*/ 1285234 h 1326654"/>
                <a:gd name="connsiteX4-489" fmla="*/ 384853 w 573479"/>
                <a:gd name="connsiteY4-490" fmla="*/ 1326654 h 1326654"/>
                <a:gd name="connsiteX0-491" fmla="*/ 384853 w 573479"/>
                <a:gd name="connsiteY0-492" fmla="*/ 1326654 h 1326654"/>
                <a:gd name="connsiteX1-493" fmla="*/ 0 w 573479"/>
                <a:gd name="connsiteY1-494" fmla="*/ 554 h 1326654"/>
                <a:gd name="connsiteX2-495" fmla="*/ 521570 w 573479"/>
                <a:gd name="connsiteY2-496" fmla="*/ 10826 h 1326654"/>
                <a:gd name="connsiteX3-497" fmla="*/ 573479 w 573479"/>
                <a:gd name="connsiteY3-498" fmla="*/ 1285234 h 1326654"/>
                <a:gd name="connsiteX4-499" fmla="*/ 384853 w 573479"/>
                <a:gd name="connsiteY4-500" fmla="*/ 1326654 h 1326654"/>
                <a:gd name="connsiteX0-501" fmla="*/ 384853 w 588119"/>
                <a:gd name="connsiteY0-502" fmla="*/ 1326654 h 1326654"/>
                <a:gd name="connsiteX1-503" fmla="*/ 0 w 588119"/>
                <a:gd name="connsiteY1-504" fmla="*/ 554 h 1326654"/>
                <a:gd name="connsiteX2-505" fmla="*/ 521570 w 588119"/>
                <a:gd name="connsiteY2-506" fmla="*/ 10826 h 1326654"/>
                <a:gd name="connsiteX3-507" fmla="*/ 588119 w 588119"/>
                <a:gd name="connsiteY3-508" fmla="*/ 1321835 h 1326654"/>
                <a:gd name="connsiteX4-509" fmla="*/ 384853 w 588119"/>
                <a:gd name="connsiteY4-510" fmla="*/ 1326654 h 1326654"/>
                <a:gd name="connsiteX0-511" fmla="*/ 384853 w 588119"/>
                <a:gd name="connsiteY0-512" fmla="*/ 1326654 h 1326654"/>
                <a:gd name="connsiteX1-513" fmla="*/ 0 w 588119"/>
                <a:gd name="connsiteY1-514" fmla="*/ 554 h 1326654"/>
                <a:gd name="connsiteX2-515" fmla="*/ 521570 w 588119"/>
                <a:gd name="connsiteY2-516" fmla="*/ 10826 h 1326654"/>
                <a:gd name="connsiteX3-517" fmla="*/ 588119 w 588119"/>
                <a:gd name="connsiteY3-518" fmla="*/ 1321835 h 1326654"/>
                <a:gd name="connsiteX4-519" fmla="*/ 384853 w 588119"/>
                <a:gd name="connsiteY4-520" fmla="*/ 1326654 h 1326654"/>
                <a:gd name="connsiteX0-521" fmla="*/ 384853 w 588119"/>
                <a:gd name="connsiteY0-522" fmla="*/ 1326148 h 1326148"/>
                <a:gd name="connsiteX1-523" fmla="*/ 0 w 588119"/>
                <a:gd name="connsiteY1-524" fmla="*/ 48 h 1326148"/>
                <a:gd name="connsiteX2-525" fmla="*/ 521570 w 588119"/>
                <a:gd name="connsiteY2-526" fmla="*/ 228243 h 1326148"/>
                <a:gd name="connsiteX3-527" fmla="*/ 588119 w 588119"/>
                <a:gd name="connsiteY3-528" fmla="*/ 1321329 h 1326148"/>
                <a:gd name="connsiteX4-529" fmla="*/ 384853 w 588119"/>
                <a:gd name="connsiteY4-530" fmla="*/ 1326148 h 1326148"/>
                <a:gd name="connsiteX0-531" fmla="*/ 384853 w 588119"/>
                <a:gd name="connsiteY0-532" fmla="*/ 1326148 h 1326148"/>
                <a:gd name="connsiteX1-533" fmla="*/ 0 w 588119"/>
                <a:gd name="connsiteY1-534" fmla="*/ 48 h 1326148"/>
                <a:gd name="connsiteX2-535" fmla="*/ 521570 w 588119"/>
                <a:gd name="connsiteY2-536" fmla="*/ 228243 h 1326148"/>
                <a:gd name="connsiteX3-537" fmla="*/ 588119 w 588119"/>
                <a:gd name="connsiteY3-538" fmla="*/ 1321329 h 1326148"/>
                <a:gd name="connsiteX4-539" fmla="*/ 384853 w 588119"/>
                <a:gd name="connsiteY4-540" fmla="*/ 1326148 h 1326148"/>
                <a:gd name="connsiteX0-541" fmla="*/ 384853 w 588119"/>
                <a:gd name="connsiteY0-542" fmla="*/ 1326148 h 1326148"/>
                <a:gd name="connsiteX1-543" fmla="*/ 0 w 588119"/>
                <a:gd name="connsiteY1-544" fmla="*/ 48 h 1326148"/>
                <a:gd name="connsiteX2-545" fmla="*/ 521570 w 588119"/>
                <a:gd name="connsiteY2-546" fmla="*/ 228243 h 1326148"/>
                <a:gd name="connsiteX3-547" fmla="*/ 588119 w 588119"/>
                <a:gd name="connsiteY3-548" fmla="*/ 1321329 h 1326148"/>
                <a:gd name="connsiteX4-549" fmla="*/ 384853 w 588119"/>
                <a:gd name="connsiteY4-550" fmla="*/ 1326148 h 1326148"/>
                <a:gd name="connsiteX0-551" fmla="*/ 366066 w 569332"/>
                <a:gd name="connsiteY0-552" fmla="*/ 1097905 h 1097905"/>
                <a:gd name="connsiteX1-553" fmla="*/ 0 w 569332"/>
                <a:gd name="connsiteY1-554" fmla="*/ 4757 h 1097905"/>
                <a:gd name="connsiteX2-555" fmla="*/ 502783 w 569332"/>
                <a:gd name="connsiteY2-556" fmla="*/ 0 h 1097905"/>
                <a:gd name="connsiteX3-557" fmla="*/ 569332 w 569332"/>
                <a:gd name="connsiteY3-558" fmla="*/ 1093086 h 1097905"/>
                <a:gd name="connsiteX4-559" fmla="*/ 366066 w 569332"/>
                <a:gd name="connsiteY4-560" fmla="*/ 1097905 h 1097905"/>
                <a:gd name="connsiteX0-561" fmla="*/ 366066 w 569332"/>
                <a:gd name="connsiteY0-562" fmla="*/ 1097905 h 1097905"/>
                <a:gd name="connsiteX1-563" fmla="*/ 0 w 569332"/>
                <a:gd name="connsiteY1-564" fmla="*/ 4757 h 1097905"/>
                <a:gd name="connsiteX2-565" fmla="*/ 502783 w 569332"/>
                <a:gd name="connsiteY2-566" fmla="*/ 0 h 1097905"/>
                <a:gd name="connsiteX3-567" fmla="*/ 569332 w 569332"/>
                <a:gd name="connsiteY3-568" fmla="*/ 1093086 h 1097905"/>
                <a:gd name="connsiteX4-569" fmla="*/ 366066 w 569332"/>
                <a:gd name="connsiteY4-570" fmla="*/ 1097905 h 1097905"/>
                <a:gd name="connsiteX0-571" fmla="*/ 366066 w 569332"/>
                <a:gd name="connsiteY0-572" fmla="*/ 1097905 h 1097905"/>
                <a:gd name="connsiteX1-573" fmla="*/ 0 w 569332"/>
                <a:gd name="connsiteY1-574" fmla="*/ 4757 h 1097905"/>
                <a:gd name="connsiteX2-575" fmla="*/ 502783 w 569332"/>
                <a:gd name="connsiteY2-576" fmla="*/ 0 h 1097905"/>
                <a:gd name="connsiteX3-577" fmla="*/ 569332 w 569332"/>
                <a:gd name="connsiteY3-578" fmla="*/ 1093086 h 1097905"/>
                <a:gd name="connsiteX4-579" fmla="*/ 366066 w 569332"/>
                <a:gd name="connsiteY4-580" fmla="*/ 1097905 h 1097905"/>
                <a:gd name="connsiteX0-581" fmla="*/ 366066 w 594113"/>
                <a:gd name="connsiteY0-582" fmla="*/ 1097905 h 1179971"/>
                <a:gd name="connsiteX1-583" fmla="*/ 0 w 594113"/>
                <a:gd name="connsiteY1-584" fmla="*/ 4757 h 1179971"/>
                <a:gd name="connsiteX2-585" fmla="*/ 502783 w 594113"/>
                <a:gd name="connsiteY2-586" fmla="*/ 0 h 1179971"/>
                <a:gd name="connsiteX3-587" fmla="*/ 594113 w 594113"/>
                <a:gd name="connsiteY3-588" fmla="*/ 1179818 h 1179971"/>
                <a:gd name="connsiteX4-589" fmla="*/ 366066 w 594113"/>
                <a:gd name="connsiteY4-590" fmla="*/ 1097905 h 1179971"/>
                <a:gd name="connsiteX0-591" fmla="*/ 403236 w 594113"/>
                <a:gd name="connsiteY0-592" fmla="*/ 1215612 h 1215612"/>
                <a:gd name="connsiteX1-593" fmla="*/ 0 w 594113"/>
                <a:gd name="connsiteY1-594" fmla="*/ 4757 h 1215612"/>
                <a:gd name="connsiteX2-595" fmla="*/ 502783 w 594113"/>
                <a:gd name="connsiteY2-596" fmla="*/ 0 h 1215612"/>
                <a:gd name="connsiteX3-597" fmla="*/ 594113 w 594113"/>
                <a:gd name="connsiteY3-598" fmla="*/ 1179818 h 1215612"/>
                <a:gd name="connsiteX4-599" fmla="*/ 403236 w 594113"/>
                <a:gd name="connsiteY4-600" fmla="*/ 1215612 h 1215612"/>
                <a:gd name="connsiteX0-601" fmla="*/ 403236 w 574100"/>
                <a:gd name="connsiteY0-602" fmla="*/ 1215612 h 1215612"/>
                <a:gd name="connsiteX1-603" fmla="*/ 0 w 574100"/>
                <a:gd name="connsiteY1-604" fmla="*/ 4757 h 1215612"/>
                <a:gd name="connsiteX2-605" fmla="*/ 502783 w 574100"/>
                <a:gd name="connsiteY2-606" fmla="*/ 0 h 1215612"/>
                <a:gd name="connsiteX3-607" fmla="*/ 574100 w 574100"/>
                <a:gd name="connsiteY3-608" fmla="*/ 1014877 h 1215612"/>
                <a:gd name="connsiteX4-609" fmla="*/ 403236 w 574100"/>
                <a:gd name="connsiteY4-610" fmla="*/ 1215612 h 1215612"/>
                <a:gd name="connsiteX0-611" fmla="*/ 333190 w 574100"/>
                <a:gd name="connsiteY0-612" fmla="*/ 985695 h 1015244"/>
                <a:gd name="connsiteX1-613" fmla="*/ 0 w 574100"/>
                <a:gd name="connsiteY1-614" fmla="*/ 4757 h 1015244"/>
                <a:gd name="connsiteX2-615" fmla="*/ 502783 w 574100"/>
                <a:gd name="connsiteY2-616" fmla="*/ 0 h 1015244"/>
                <a:gd name="connsiteX3-617" fmla="*/ 574100 w 574100"/>
                <a:gd name="connsiteY3-618" fmla="*/ 1014877 h 1015244"/>
                <a:gd name="connsiteX4-619" fmla="*/ 333190 w 574100"/>
                <a:gd name="connsiteY4-620" fmla="*/ 985695 h 101524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74100" h="1015244">
                  <a:moveTo>
                    <a:pt x="333190" y="985695"/>
                  </a:moveTo>
                  <a:cubicBezTo>
                    <a:pt x="153901" y="433090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37473" y="350120"/>
                    <a:pt x="574100" y="1014877"/>
                  </a:cubicBezTo>
                  <a:cubicBezTo>
                    <a:pt x="476415" y="1019182"/>
                    <a:pt x="529388" y="984229"/>
                    <a:pt x="333190" y="985695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grpSp>
          <p:nvGrpSpPr>
            <p:cNvPr id="33942" name="Group 28"/>
            <p:cNvGrpSpPr/>
            <p:nvPr/>
          </p:nvGrpSpPr>
          <p:grpSpPr>
            <a:xfrm>
              <a:off x="1856416" y="3709935"/>
              <a:ext cx="1049338" cy="1739900"/>
              <a:chOff x="1856416" y="3709935"/>
              <a:chExt cx="1049338" cy="1739900"/>
            </a:xfrm>
          </p:grpSpPr>
          <p:sp>
            <p:nvSpPr>
              <p:cNvPr id="496" name="Rectangle 495"/>
              <p:cNvSpPr/>
              <p:nvPr/>
            </p:nvSpPr>
            <p:spPr bwMode="auto">
              <a:xfrm rot="10800000">
                <a:off x="1867528" y="3957548"/>
                <a:ext cx="1027113" cy="61109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34036" name="Group 498"/>
              <p:cNvGrpSpPr/>
              <p:nvPr/>
            </p:nvGrpSpPr>
            <p:grpSpPr>
              <a:xfrm>
                <a:off x="1858805" y="5088863"/>
                <a:ext cx="1035373" cy="360972"/>
                <a:chOff x="4128636" y="3606589"/>
                <a:chExt cx="568145" cy="338667"/>
              </a:xfrm>
            </p:grpSpPr>
            <p:sp>
              <p:nvSpPr>
                <p:cNvPr id="515" name="Oval 514"/>
                <p:cNvSpPr/>
                <p:nvPr/>
              </p:nvSpPr>
              <p:spPr>
                <a:xfrm>
                  <a:off x="4129067" y="3720144"/>
                  <a:ext cx="567968" cy="2248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16" name="Rectangle 515"/>
                <p:cNvSpPr/>
                <p:nvPr/>
              </p:nvSpPr>
              <p:spPr>
                <a:xfrm>
                  <a:off x="4129067" y="3720144"/>
                  <a:ext cx="567968" cy="111689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17" name="Oval 516"/>
                <p:cNvSpPr/>
                <p:nvPr/>
              </p:nvSpPr>
              <p:spPr>
                <a:xfrm>
                  <a:off x="4129067" y="3606966"/>
                  <a:ext cx="567968" cy="224867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cxnSp>
              <p:nvCxnSpPr>
                <p:cNvPr id="518" name="Straight Connector 517"/>
                <p:cNvCxnSpPr/>
                <p:nvPr/>
              </p:nvCxnSpPr>
              <p:spPr>
                <a:xfrm>
                  <a:off x="4697035" y="3720144"/>
                  <a:ext cx="0" cy="111689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9" name="Straight Connector 518"/>
                <p:cNvCxnSpPr/>
                <p:nvPr/>
              </p:nvCxnSpPr>
              <p:spPr>
                <a:xfrm>
                  <a:off x="4129067" y="3720144"/>
                  <a:ext cx="0" cy="111689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0" name="Rectangle 499"/>
              <p:cNvSpPr/>
              <p:nvPr/>
            </p:nvSpPr>
            <p:spPr bwMode="auto">
              <a:xfrm>
                <a:off x="1877053" y="4705148"/>
                <a:ext cx="1028700" cy="522210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  <a:alpha val="62000"/>
                    </a:schemeClr>
                  </a:gs>
                  <a:gs pos="54000">
                    <a:schemeClr val="accent2">
                      <a:lumMod val="40000"/>
                      <a:lumOff val="6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502" name="Straight Connector 501"/>
              <p:cNvCxnSpPr/>
              <p:nvPr/>
            </p:nvCxnSpPr>
            <p:spPr bwMode="auto">
              <a:xfrm>
                <a:off x="1861178" y="3981356"/>
                <a:ext cx="17463" cy="130155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Connector 502"/>
              <p:cNvCxnSpPr/>
              <p:nvPr/>
            </p:nvCxnSpPr>
            <p:spPr bwMode="auto">
              <a:xfrm flipH="1">
                <a:off x="2894641" y="3971833"/>
                <a:ext cx="6350" cy="1269810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4040" name="Group 504"/>
              <p:cNvGrpSpPr/>
              <p:nvPr/>
            </p:nvGrpSpPr>
            <p:grpSpPr>
              <a:xfrm>
                <a:off x="1856416" y="3709935"/>
                <a:ext cx="1044712" cy="399063"/>
                <a:chOff x="2183302" y="1574638"/>
                <a:chExt cx="1200154" cy="430218"/>
              </a:xfrm>
            </p:grpSpPr>
            <p:sp>
              <p:nvSpPr>
                <p:cNvPr id="506" name="Oval 505"/>
                <p:cNvSpPr/>
                <p:nvPr/>
              </p:nvSpPr>
              <p:spPr bwMode="auto">
                <a:xfrm flipV="1">
                  <a:off x="2185125" y="1689286"/>
                  <a:ext cx="1196349" cy="31485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20000"/>
                        <a:lumOff val="80000"/>
                      </a:schemeClr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solidFill>
                        <a:schemeClr val="tx1"/>
                      </a:solidFill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07" name="Rectangle 506"/>
                <p:cNvSpPr/>
                <p:nvPr/>
              </p:nvSpPr>
              <p:spPr bwMode="auto">
                <a:xfrm>
                  <a:off x="2183302" y="1735489"/>
                  <a:ext cx="1198172" cy="112938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08" name="Oval 507"/>
                <p:cNvSpPr>
                  <a:spLocks noChangeArrowheads="1"/>
                </p:cNvSpPr>
                <p:nvPr/>
              </p:nvSpPr>
              <p:spPr bwMode="auto">
                <a:xfrm flipV="1">
                  <a:off x="2183302" y="1574638"/>
                  <a:ext cx="1196349" cy="314857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chemeClr val="tx1"/>
                  </a:solidFill>
                  <a:rou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09" name="Freeform 508"/>
                <p:cNvSpPr/>
                <p:nvPr/>
              </p:nvSpPr>
              <p:spPr bwMode="auto">
                <a:xfrm>
                  <a:off x="2489684" y="1670464"/>
                  <a:ext cx="581761" cy="157429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-1" fmla="*/ 1486231 w 2944854"/>
                    <a:gd name="connsiteY0-2" fmla="*/ 727041 h 1316375"/>
                    <a:gd name="connsiteX1-3" fmla="*/ 257675 w 2944854"/>
                    <a:gd name="connsiteY1-4" fmla="*/ 1302232 h 1316375"/>
                    <a:gd name="connsiteX2-5" fmla="*/ 0 w 2944854"/>
                    <a:gd name="connsiteY2-6" fmla="*/ 1228607 h 1316375"/>
                    <a:gd name="connsiteX3-7" fmla="*/ 911064 w 2944854"/>
                    <a:gd name="connsiteY3-8" fmla="*/ 837478 h 1316375"/>
                    <a:gd name="connsiteX4-9" fmla="*/ 883456 w 2944854"/>
                    <a:gd name="connsiteY4-10" fmla="*/ 450949 h 1316375"/>
                    <a:gd name="connsiteX5-11" fmla="*/ 161047 w 2944854"/>
                    <a:gd name="connsiteY5-12" fmla="*/ 119640 h 1316375"/>
                    <a:gd name="connsiteX6-13" fmla="*/ 404917 w 2944854"/>
                    <a:gd name="connsiteY6-14" fmla="*/ 50617 h 1316375"/>
                    <a:gd name="connsiteX7-15" fmla="*/ 1477028 w 2944854"/>
                    <a:gd name="connsiteY7-16" fmla="*/ 501566 h 1316375"/>
                    <a:gd name="connsiteX8-17" fmla="*/ 2572146 w 2944854"/>
                    <a:gd name="connsiteY8-18" fmla="*/ 0 h 1316375"/>
                    <a:gd name="connsiteX9-19" fmla="*/ 2875834 w 2944854"/>
                    <a:gd name="connsiteY9-20" fmla="*/ 96632 h 1316375"/>
                    <a:gd name="connsiteX10-21" fmla="*/ 2079803 w 2944854"/>
                    <a:gd name="connsiteY10-22" fmla="*/ 432543 h 1316375"/>
                    <a:gd name="connsiteX11-23" fmla="*/ 2240850 w 2944854"/>
                    <a:gd name="connsiteY11-24" fmla="*/ 920305 h 1316375"/>
                    <a:gd name="connsiteX12-25" fmla="*/ 2944854 w 2944854"/>
                    <a:gd name="connsiteY12-26" fmla="*/ 1228607 h 1316375"/>
                    <a:gd name="connsiteX13-27" fmla="*/ 2756623 w 2944854"/>
                    <a:gd name="connsiteY13-28" fmla="*/ 1316375 h 1316375"/>
                    <a:gd name="connsiteX14-29" fmla="*/ 1486231 w 2944854"/>
                    <a:gd name="connsiteY14-30" fmla="*/ 727041 h 1316375"/>
                    <a:gd name="connsiteX0-31" fmla="*/ 1486231 w 3024520"/>
                    <a:gd name="connsiteY0-32" fmla="*/ 727041 h 1316375"/>
                    <a:gd name="connsiteX1-33" fmla="*/ 257675 w 3024520"/>
                    <a:gd name="connsiteY1-34" fmla="*/ 1302232 h 1316375"/>
                    <a:gd name="connsiteX2-35" fmla="*/ 0 w 3024520"/>
                    <a:gd name="connsiteY2-36" fmla="*/ 1228607 h 1316375"/>
                    <a:gd name="connsiteX3-37" fmla="*/ 911064 w 3024520"/>
                    <a:gd name="connsiteY3-38" fmla="*/ 837478 h 1316375"/>
                    <a:gd name="connsiteX4-39" fmla="*/ 883456 w 3024520"/>
                    <a:gd name="connsiteY4-40" fmla="*/ 450949 h 1316375"/>
                    <a:gd name="connsiteX5-41" fmla="*/ 161047 w 3024520"/>
                    <a:gd name="connsiteY5-42" fmla="*/ 119640 h 1316375"/>
                    <a:gd name="connsiteX6-43" fmla="*/ 404917 w 3024520"/>
                    <a:gd name="connsiteY6-44" fmla="*/ 50617 h 1316375"/>
                    <a:gd name="connsiteX7-45" fmla="*/ 1477028 w 3024520"/>
                    <a:gd name="connsiteY7-46" fmla="*/ 501566 h 1316375"/>
                    <a:gd name="connsiteX8-47" fmla="*/ 2572146 w 3024520"/>
                    <a:gd name="connsiteY8-48" fmla="*/ 0 h 1316375"/>
                    <a:gd name="connsiteX9-49" fmla="*/ 2875834 w 3024520"/>
                    <a:gd name="connsiteY9-50" fmla="*/ 96632 h 1316375"/>
                    <a:gd name="connsiteX10-51" fmla="*/ 2079803 w 3024520"/>
                    <a:gd name="connsiteY10-52" fmla="*/ 432543 h 1316375"/>
                    <a:gd name="connsiteX11-53" fmla="*/ 2240850 w 3024520"/>
                    <a:gd name="connsiteY11-54" fmla="*/ 920305 h 1316375"/>
                    <a:gd name="connsiteX12-55" fmla="*/ 3024520 w 3024520"/>
                    <a:gd name="connsiteY12-56" fmla="*/ 1228607 h 1316375"/>
                    <a:gd name="connsiteX13-57" fmla="*/ 2756623 w 3024520"/>
                    <a:gd name="connsiteY13-58" fmla="*/ 1316375 h 1316375"/>
                    <a:gd name="connsiteX14-59" fmla="*/ 1486231 w 3024520"/>
                    <a:gd name="connsiteY14-60" fmla="*/ 727041 h 1316375"/>
                    <a:gd name="connsiteX0-61" fmla="*/ 1537780 w 3076069"/>
                    <a:gd name="connsiteY0-62" fmla="*/ 727041 h 1316375"/>
                    <a:gd name="connsiteX1-63" fmla="*/ 309224 w 3076069"/>
                    <a:gd name="connsiteY1-64" fmla="*/ 1302232 h 1316375"/>
                    <a:gd name="connsiteX2-65" fmla="*/ 0 w 3076069"/>
                    <a:gd name="connsiteY2-66" fmla="*/ 1228607 h 1316375"/>
                    <a:gd name="connsiteX3-67" fmla="*/ 962613 w 3076069"/>
                    <a:gd name="connsiteY3-68" fmla="*/ 837478 h 1316375"/>
                    <a:gd name="connsiteX4-69" fmla="*/ 935005 w 3076069"/>
                    <a:gd name="connsiteY4-70" fmla="*/ 450949 h 1316375"/>
                    <a:gd name="connsiteX5-71" fmla="*/ 212596 w 3076069"/>
                    <a:gd name="connsiteY5-72" fmla="*/ 119640 h 1316375"/>
                    <a:gd name="connsiteX6-73" fmla="*/ 456466 w 3076069"/>
                    <a:gd name="connsiteY6-74" fmla="*/ 50617 h 1316375"/>
                    <a:gd name="connsiteX7-75" fmla="*/ 1528577 w 3076069"/>
                    <a:gd name="connsiteY7-76" fmla="*/ 501566 h 1316375"/>
                    <a:gd name="connsiteX8-77" fmla="*/ 2623695 w 3076069"/>
                    <a:gd name="connsiteY8-78" fmla="*/ 0 h 1316375"/>
                    <a:gd name="connsiteX9-79" fmla="*/ 2927383 w 3076069"/>
                    <a:gd name="connsiteY9-80" fmla="*/ 96632 h 1316375"/>
                    <a:gd name="connsiteX10-81" fmla="*/ 2131352 w 3076069"/>
                    <a:gd name="connsiteY10-82" fmla="*/ 432543 h 1316375"/>
                    <a:gd name="connsiteX11-83" fmla="*/ 2292399 w 3076069"/>
                    <a:gd name="connsiteY11-84" fmla="*/ 920305 h 1316375"/>
                    <a:gd name="connsiteX12-85" fmla="*/ 3076069 w 3076069"/>
                    <a:gd name="connsiteY12-86" fmla="*/ 1228607 h 1316375"/>
                    <a:gd name="connsiteX13-87" fmla="*/ 2808172 w 3076069"/>
                    <a:gd name="connsiteY13-88" fmla="*/ 1316375 h 1316375"/>
                    <a:gd name="connsiteX14-89" fmla="*/ 1537780 w 3076069"/>
                    <a:gd name="connsiteY14-90" fmla="*/ 727041 h 1316375"/>
                    <a:gd name="connsiteX0-91" fmla="*/ 1537780 w 3076069"/>
                    <a:gd name="connsiteY0-92" fmla="*/ 727041 h 1321259"/>
                    <a:gd name="connsiteX1-93" fmla="*/ 313981 w 3076069"/>
                    <a:gd name="connsiteY1-94" fmla="*/ 1321259 h 1321259"/>
                    <a:gd name="connsiteX2-95" fmla="*/ 0 w 3076069"/>
                    <a:gd name="connsiteY2-96" fmla="*/ 1228607 h 1321259"/>
                    <a:gd name="connsiteX3-97" fmla="*/ 962613 w 3076069"/>
                    <a:gd name="connsiteY3-98" fmla="*/ 837478 h 1321259"/>
                    <a:gd name="connsiteX4-99" fmla="*/ 935005 w 3076069"/>
                    <a:gd name="connsiteY4-100" fmla="*/ 450949 h 1321259"/>
                    <a:gd name="connsiteX5-101" fmla="*/ 212596 w 3076069"/>
                    <a:gd name="connsiteY5-102" fmla="*/ 119640 h 1321259"/>
                    <a:gd name="connsiteX6-103" fmla="*/ 456466 w 3076069"/>
                    <a:gd name="connsiteY6-104" fmla="*/ 50617 h 1321259"/>
                    <a:gd name="connsiteX7-105" fmla="*/ 1528577 w 3076069"/>
                    <a:gd name="connsiteY7-106" fmla="*/ 501566 h 1321259"/>
                    <a:gd name="connsiteX8-107" fmla="*/ 2623695 w 3076069"/>
                    <a:gd name="connsiteY8-108" fmla="*/ 0 h 1321259"/>
                    <a:gd name="connsiteX9-109" fmla="*/ 2927383 w 3076069"/>
                    <a:gd name="connsiteY9-110" fmla="*/ 96632 h 1321259"/>
                    <a:gd name="connsiteX10-111" fmla="*/ 2131352 w 3076069"/>
                    <a:gd name="connsiteY10-112" fmla="*/ 432543 h 1321259"/>
                    <a:gd name="connsiteX11-113" fmla="*/ 2292399 w 3076069"/>
                    <a:gd name="connsiteY11-114" fmla="*/ 920305 h 1321259"/>
                    <a:gd name="connsiteX12-115" fmla="*/ 3076069 w 3076069"/>
                    <a:gd name="connsiteY12-116" fmla="*/ 1228607 h 1321259"/>
                    <a:gd name="connsiteX13-117" fmla="*/ 2808172 w 3076069"/>
                    <a:gd name="connsiteY13-118" fmla="*/ 1316375 h 1321259"/>
                    <a:gd name="connsiteX14-119" fmla="*/ 1537780 w 3076069"/>
                    <a:gd name="connsiteY14-120" fmla="*/ 727041 h 1321259"/>
                    <a:gd name="connsiteX0-121" fmla="*/ 1537780 w 3076069"/>
                    <a:gd name="connsiteY0-122" fmla="*/ 750825 h 1321259"/>
                    <a:gd name="connsiteX1-123" fmla="*/ 313981 w 3076069"/>
                    <a:gd name="connsiteY1-124" fmla="*/ 1321259 h 1321259"/>
                    <a:gd name="connsiteX2-125" fmla="*/ 0 w 3076069"/>
                    <a:gd name="connsiteY2-126" fmla="*/ 1228607 h 1321259"/>
                    <a:gd name="connsiteX3-127" fmla="*/ 962613 w 3076069"/>
                    <a:gd name="connsiteY3-128" fmla="*/ 837478 h 1321259"/>
                    <a:gd name="connsiteX4-129" fmla="*/ 935005 w 3076069"/>
                    <a:gd name="connsiteY4-130" fmla="*/ 450949 h 1321259"/>
                    <a:gd name="connsiteX5-131" fmla="*/ 212596 w 3076069"/>
                    <a:gd name="connsiteY5-132" fmla="*/ 119640 h 1321259"/>
                    <a:gd name="connsiteX6-133" fmla="*/ 456466 w 3076069"/>
                    <a:gd name="connsiteY6-134" fmla="*/ 50617 h 1321259"/>
                    <a:gd name="connsiteX7-135" fmla="*/ 1528577 w 3076069"/>
                    <a:gd name="connsiteY7-136" fmla="*/ 501566 h 1321259"/>
                    <a:gd name="connsiteX8-137" fmla="*/ 2623695 w 3076069"/>
                    <a:gd name="connsiteY8-138" fmla="*/ 0 h 1321259"/>
                    <a:gd name="connsiteX9-139" fmla="*/ 2927383 w 3076069"/>
                    <a:gd name="connsiteY9-140" fmla="*/ 96632 h 1321259"/>
                    <a:gd name="connsiteX10-141" fmla="*/ 2131352 w 3076069"/>
                    <a:gd name="connsiteY10-142" fmla="*/ 432543 h 1321259"/>
                    <a:gd name="connsiteX11-143" fmla="*/ 2292399 w 3076069"/>
                    <a:gd name="connsiteY11-144" fmla="*/ 920305 h 1321259"/>
                    <a:gd name="connsiteX12-145" fmla="*/ 3076069 w 3076069"/>
                    <a:gd name="connsiteY12-146" fmla="*/ 1228607 h 1321259"/>
                    <a:gd name="connsiteX13-147" fmla="*/ 2808172 w 3076069"/>
                    <a:gd name="connsiteY13-148" fmla="*/ 1316375 h 1321259"/>
                    <a:gd name="connsiteX14-149" fmla="*/ 1537780 w 3076069"/>
                    <a:gd name="connsiteY14-150" fmla="*/ 750825 h 1321259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10" name="Freeform 509"/>
                <p:cNvSpPr/>
                <p:nvPr/>
              </p:nvSpPr>
              <p:spPr bwMode="auto">
                <a:xfrm>
                  <a:off x="2429501" y="1629396"/>
                  <a:ext cx="703949" cy="111226"/>
                </a:xfrm>
                <a:custGeom>
                  <a:avLst/>
                  <a:gdLst>
                    <a:gd name="T0" fmla="*/ 0 w 3723451"/>
                    <a:gd name="T1" fmla="*/ 27211 h 932950"/>
                    <a:gd name="T2" fmla="*/ 123865 w 3723451"/>
                    <a:gd name="T3" fmla="*/ 321 h 932950"/>
                    <a:gd name="T4" fmla="*/ 350850 w 3723451"/>
                    <a:gd name="T5" fmla="*/ 62061 h 932950"/>
                    <a:gd name="T6" fmla="*/ 567397 w 3723451"/>
                    <a:gd name="T7" fmla="*/ 0 h 932950"/>
                    <a:gd name="T8" fmla="*/ 703949 w 3723451"/>
                    <a:gd name="T9" fmla="*/ 24696 h 932950"/>
                    <a:gd name="T10" fmla="*/ 602354 w 3723451"/>
                    <a:gd name="T11" fmla="*/ 55064 h 932950"/>
                    <a:gd name="T12" fmla="*/ 569645 w 3723451"/>
                    <a:gd name="T13" fmla="*/ 46877 h 932950"/>
                    <a:gd name="T14" fmla="*/ 354838 w 3723451"/>
                    <a:gd name="T15" fmla="*/ 111226 h 932950"/>
                    <a:gd name="T16" fmla="*/ 134536 w 3723451"/>
                    <a:gd name="T17" fmla="*/ 49244 h 932950"/>
                    <a:gd name="T18" fmla="*/ 98918 w 3723451"/>
                    <a:gd name="T19" fmla="*/ 55934 h 932950"/>
                    <a:gd name="T20" fmla="*/ 0 w 3723451"/>
                    <a:gd name="T21" fmla="*/ 27211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11" name="Freeform 510"/>
                <p:cNvSpPr/>
                <p:nvPr/>
              </p:nvSpPr>
              <p:spPr bwMode="auto">
                <a:xfrm>
                  <a:off x="2892722" y="1723510"/>
                  <a:ext cx="257143" cy="95826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57143 w 1366596"/>
                    <a:gd name="T3" fmla="*/ 74047 h 809868"/>
                    <a:gd name="T4" fmla="*/ 162771 w 1366596"/>
                    <a:gd name="T5" fmla="*/ 95826 h 809868"/>
                    <a:gd name="T6" fmla="*/ 866 w 1366596"/>
                    <a:gd name="T7" fmla="*/ 50635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12" name="Freeform 511"/>
                <p:cNvSpPr/>
                <p:nvPr/>
              </p:nvSpPr>
              <p:spPr bwMode="auto">
                <a:xfrm>
                  <a:off x="2416736" y="1725222"/>
                  <a:ext cx="255318" cy="94114"/>
                </a:xfrm>
                <a:custGeom>
                  <a:avLst/>
                  <a:gdLst>
                    <a:gd name="T0" fmla="*/ 251832 w 1348191"/>
                    <a:gd name="T1" fmla="*/ 0 h 791462"/>
                    <a:gd name="T2" fmla="*/ 255318 w 1348191"/>
                    <a:gd name="T3" fmla="*/ 45415 h 791462"/>
                    <a:gd name="T4" fmla="*/ 92368 w 1348191"/>
                    <a:gd name="T5" fmla="*/ 94114 h 791462"/>
                    <a:gd name="T6" fmla="*/ 0 w 1348191"/>
                    <a:gd name="T7" fmla="*/ 72774 h 791462"/>
                    <a:gd name="T8" fmla="*/ 251832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cxnSp>
              <p:nvCxnSpPr>
                <p:cNvPr id="513" name="Straight Connector 512"/>
                <p:cNvCxnSpPr>
                  <a:cxnSpLocks noChangeShapeType="1"/>
                  <a:endCxn id="508" idx="2"/>
                </p:cNvCxnSpPr>
                <p:nvPr/>
              </p:nvCxnSpPr>
              <p:spPr bwMode="auto">
                <a:xfrm flipH="1" flipV="1">
                  <a:off x="2183302" y="1732067"/>
                  <a:ext cx="1823" cy="121493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14" name="Straight Connector 513"/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81474" y="1728644"/>
                  <a:ext cx="1824" cy="121493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33943" name="Group 29"/>
            <p:cNvGrpSpPr/>
            <p:nvPr/>
          </p:nvGrpSpPr>
          <p:grpSpPr>
            <a:xfrm>
              <a:off x="3566154" y="3862335"/>
              <a:ext cx="514350" cy="1670050"/>
              <a:chOff x="3566154" y="3862335"/>
              <a:chExt cx="514350" cy="1670050"/>
            </a:xfrm>
          </p:grpSpPr>
          <p:sp>
            <p:nvSpPr>
              <p:cNvPr id="549" name="Rectangle 548"/>
              <p:cNvSpPr/>
              <p:nvPr/>
            </p:nvSpPr>
            <p:spPr bwMode="auto">
              <a:xfrm rot="10800000">
                <a:off x="3569201" y="3946092"/>
                <a:ext cx="498084" cy="628647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550" name="Straight Connector 549"/>
              <p:cNvCxnSpPr/>
              <p:nvPr/>
            </p:nvCxnSpPr>
            <p:spPr bwMode="auto">
              <a:xfrm flipH="1">
                <a:off x="4078916" y="4019450"/>
                <a:ext cx="1587" cy="136504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4017" name="Group 552"/>
              <p:cNvGrpSpPr/>
              <p:nvPr/>
            </p:nvGrpSpPr>
            <p:grpSpPr>
              <a:xfrm>
                <a:off x="3571302" y="5310688"/>
                <a:ext cx="507588" cy="221697"/>
                <a:chOff x="4128636" y="3606589"/>
                <a:chExt cx="568145" cy="338667"/>
              </a:xfrm>
            </p:grpSpPr>
            <p:sp>
              <p:nvSpPr>
                <p:cNvPr id="562" name="Oval 561"/>
                <p:cNvSpPr/>
                <p:nvPr/>
              </p:nvSpPr>
              <p:spPr>
                <a:xfrm>
                  <a:off x="4128204" y="3719337"/>
                  <a:ext cx="568606" cy="22550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63" name="Rectangle 562"/>
                <p:cNvSpPr/>
                <p:nvPr/>
              </p:nvSpPr>
              <p:spPr>
                <a:xfrm>
                  <a:off x="4128204" y="3719337"/>
                  <a:ext cx="568606" cy="111537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64" name="Oval 563"/>
                <p:cNvSpPr/>
                <p:nvPr/>
              </p:nvSpPr>
              <p:spPr>
                <a:xfrm>
                  <a:off x="4128204" y="3590828"/>
                  <a:ext cx="568606" cy="2400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cxnSp>
              <p:nvCxnSpPr>
                <p:cNvPr id="565" name="Straight Connector 564"/>
                <p:cNvCxnSpPr/>
                <p:nvPr/>
              </p:nvCxnSpPr>
              <p:spPr>
                <a:xfrm>
                  <a:off x="4696810" y="3719337"/>
                  <a:ext cx="0" cy="111537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6" name="Straight Connector 565"/>
                <p:cNvCxnSpPr/>
                <p:nvPr/>
              </p:nvCxnSpPr>
              <p:spPr>
                <a:xfrm>
                  <a:off x="4128204" y="3719337"/>
                  <a:ext cx="0" cy="111537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54" name="Rectangle 553"/>
              <p:cNvSpPr/>
              <p:nvPr/>
            </p:nvSpPr>
            <p:spPr bwMode="auto">
              <a:xfrm>
                <a:off x="3572503" y="4574992"/>
                <a:ext cx="496888" cy="812678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557" name="Straight Connector 556"/>
              <p:cNvCxnSpPr/>
              <p:nvPr/>
            </p:nvCxnSpPr>
            <p:spPr bwMode="auto">
              <a:xfrm flipH="1">
                <a:off x="3566153" y="4027387"/>
                <a:ext cx="3175" cy="145075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4020" name="Group 538"/>
              <p:cNvGrpSpPr/>
              <p:nvPr/>
            </p:nvGrpSpPr>
            <p:grpSpPr>
              <a:xfrm>
                <a:off x="3568667" y="3862335"/>
                <a:ext cx="503828" cy="248249"/>
                <a:chOff x="2183302" y="1564542"/>
                <a:chExt cx="1200154" cy="440314"/>
              </a:xfrm>
            </p:grpSpPr>
            <p:sp>
              <p:nvSpPr>
                <p:cNvPr id="540" name="Oval 539"/>
                <p:cNvSpPr/>
                <p:nvPr/>
              </p:nvSpPr>
              <p:spPr bwMode="auto">
                <a:xfrm flipV="1">
                  <a:off x="2188659" y="1691189"/>
                  <a:ext cx="1194966" cy="31249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solidFill>
                        <a:schemeClr val="tx1"/>
                      </a:solidFill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41" name="Rectangle 540"/>
                <p:cNvSpPr/>
                <p:nvPr/>
              </p:nvSpPr>
              <p:spPr bwMode="auto">
                <a:xfrm>
                  <a:off x="2184877" y="1736233"/>
                  <a:ext cx="1198749" cy="112612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42" name="Oval 541"/>
                <p:cNvSpPr>
                  <a:spLocks noChangeArrowheads="1"/>
                </p:cNvSpPr>
                <p:nvPr/>
              </p:nvSpPr>
              <p:spPr bwMode="auto">
                <a:xfrm flipV="1">
                  <a:off x="2184877" y="1564501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chemeClr val="tx1"/>
                  </a:solidFill>
                  <a:rou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43" name="Freeform 542"/>
                <p:cNvSpPr/>
                <p:nvPr/>
              </p:nvSpPr>
              <p:spPr bwMode="auto">
                <a:xfrm>
                  <a:off x="2491182" y="1671482"/>
                  <a:ext cx="582357" cy="1548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-1" fmla="*/ 1486231 w 2944854"/>
                    <a:gd name="connsiteY0-2" fmla="*/ 727041 h 1316375"/>
                    <a:gd name="connsiteX1-3" fmla="*/ 257675 w 2944854"/>
                    <a:gd name="connsiteY1-4" fmla="*/ 1302232 h 1316375"/>
                    <a:gd name="connsiteX2-5" fmla="*/ 0 w 2944854"/>
                    <a:gd name="connsiteY2-6" fmla="*/ 1228607 h 1316375"/>
                    <a:gd name="connsiteX3-7" fmla="*/ 911064 w 2944854"/>
                    <a:gd name="connsiteY3-8" fmla="*/ 837478 h 1316375"/>
                    <a:gd name="connsiteX4-9" fmla="*/ 883456 w 2944854"/>
                    <a:gd name="connsiteY4-10" fmla="*/ 450949 h 1316375"/>
                    <a:gd name="connsiteX5-11" fmla="*/ 161047 w 2944854"/>
                    <a:gd name="connsiteY5-12" fmla="*/ 119640 h 1316375"/>
                    <a:gd name="connsiteX6-13" fmla="*/ 404917 w 2944854"/>
                    <a:gd name="connsiteY6-14" fmla="*/ 50617 h 1316375"/>
                    <a:gd name="connsiteX7-15" fmla="*/ 1477028 w 2944854"/>
                    <a:gd name="connsiteY7-16" fmla="*/ 501566 h 1316375"/>
                    <a:gd name="connsiteX8-17" fmla="*/ 2572146 w 2944854"/>
                    <a:gd name="connsiteY8-18" fmla="*/ 0 h 1316375"/>
                    <a:gd name="connsiteX9-19" fmla="*/ 2875834 w 2944854"/>
                    <a:gd name="connsiteY9-20" fmla="*/ 96632 h 1316375"/>
                    <a:gd name="connsiteX10-21" fmla="*/ 2079803 w 2944854"/>
                    <a:gd name="connsiteY10-22" fmla="*/ 432543 h 1316375"/>
                    <a:gd name="connsiteX11-23" fmla="*/ 2240850 w 2944854"/>
                    <a:gd name="connsiteY11-24" fmla="*/ 920305 h 1316375"/>
                    <a:gd name="connsiteX12-25" fmla="*/ 2944854 w 2944854"/>
                    <a:gd name="connsiteY12-26" fmla="*/ 1228607 h 1316375"/>
                    <a:gd name="connsiteX13-27" fmla="*/ 2756623 w 2944854"/>
                    <a:gd name="connsiteY13-28" fmla="*/ 1316375 h 1316375"/>
                    <a:gd name="connsiteX14-29" fmla="*/ 1486231 w 2944854"/>
                    <a:gd name="connsiteY14-30" fmla="*/ 727041 h 1316375"/>
                    <a:gd name="connsiteX0-31" fmla="*/ 1486231 w 3024520"/>
                    <a:gd name="connsiteY0-32" fmla="*/ 727041 h 1316375"/>
                    <a:gd name="connsiteX1-33" fmla="*/ 257675 w 3024520"/>
                    <a:gd name="connsiteY1-34" fmla="*/ 1302232 h 1316375"/>
                    <a:gd name="connsiteX2-35" fmla="*/ 0 w 3024520"/>
                    <a:gd name="connsiteY2-36" fmla="*/ 1228607 h 1316375"/>
                    <a:gd name="connsiteX3-37" fmla="*/ 911064 w 3024520"/>
                    <a:gd name="connsiteY3-38" fmla="*/ 837478 h 1316375"/>
                    <a:gd name="connsiteX4-39" fmla="*/ 883456 w 3024520"/>
                    <a:gd name="connsiteY4-40" fmla="*/ 450949 h 1316375"/>
                    <a:gd name="connsiteX5-41" fmla="*/ 161047 w 3024520"/>
                    <a:gd name="connsiteY5-42" fmla="*/ 119640 h 1316375"/>
                    <a:gd name="connsiteX6-43" fmla="*/ 404917 w 3024520"/>
                    <a:gd name="connsiteY6-44" fmla="*/ 50617 h 1316375"/>
                    <a:gd name="connsiteX7-45" fmla="*/ 1477028 w 3024520"/>
                    <a:gd name="connsiteY7-46" fmla="*/ 501566 h 1316375"/>
                    <a:gd name="connsiteX8-47" fmla="*/ 2572146 w 3024520"/>
                    <a:gd name="connsiteY8-48" fmla="*/ 0 h 1316375"/>
                    <a:gd name="connsiteX9-49" fmla="*/ 2875834 w 3024520"/>
                    <a:gd name="connsiteY9-50" fmla="*/ 96632 h 1316375"/>
                    <a:gd name="connsiteX10-51" fmla="*/ 2079803 w 3024520"/>
                    <a:gd name="connsiteY10-52" fmla="*/ 432543 h 1316375"/>
                    <a:gd name="connsiteX11-53" fmla="*/ 2240850 w 3024520"/>
                    <a:gd name="connsiteY11-54" fmla="*/ 920305 h 1316375"/>
                    <a:gd name="connsiteX12-55" fmla="*/ 3024520 w 3024520"/>
                    <a:gd name="connsiteY12-56" fmla="*/ 1228607 h 1316375"/>
                    <a:gd name="connsiteX13-57" fmla="*/ 2756623 w 3024520"/>
                    <a:gd name="connsiteY13-58" fmla="*/ 1316375 h 1316375"/>
                    <a:gd name="connsiteX14-59" fmla="*/ 1486231 w 3024520"/>
                    <a:gd name="connsiteY14-60" fmla="*/ 727041 h 1316375"/>
                    <a:gd name="connsiteX0-61" fmla="*/ 1537780 w 3076069"/>
                    <a:gd name="connsiteY0-62" fmla="*/ 727041 h 1316375"/>
                    <a:gd name="connsiteX1-63" fmla="*/ 309224 w 3076069"/>
                    <a:gd name="connsiteY1-64" fmla="*/ 1302232 h 1316375"/>
                    <a:gd name="connsiteX2-65" fmla="*/ 0 w 3076069"/>
                    <a:gd name="connsiteY2-66" fmla="*/ 1228607 h 1316375"/>
                    <a:gd name="connsiteX3-67" fmla="*/ 962613 w 3076069"/>
                    <a:gd name="connsiteY3-68" fmla="*/ 837478 h 1316375"/>
                    <a:gd name="connsiteX4-69" fmla="*/ 935005 w 3076069"/>
                    <a:gd name="connsiteY4-70" fmla="*/ 450949 h 1316375"/>
                    <a:gd name="connsiteX5-71" fmla="*/ 212596 w 3076069"/>
                    <a:gd name="connsiteY5-72" fmla="*/ 119640 h 1316375"/>
                    <a:gd name="connsiteX6-73" fmla="*/ 456466 w 3076069"/>
                    <a:gd name="connsiteY6-74" fmla="*/ 50617 h 1316375"/>
                    <a:gd name="connsiteX7-75" fmla="*/ 1528577 w 3076069"/>
                    <a:gd name="connsiteY7-76" fmla="*/ 501566 h 1316375"/>
                    <a:gd name="connsiteX8-77" fmla="*/ 2623695 w 3076069"/>
                    <a:gd name="connsiteY8-78" fmla="*/ 0 h 1316375"/>
                    <a:gd name="connsiteX9-79" fmla="*/ 2927383 w 3076069"/>
                    <a:gd name="connsiteY9-80" fmla="*/ 96632 h 1316375"/>
                    <a:gd name="connsiteX10-81" fmla="*/ 2131352 w 3076069"/>
                    <a:gd name="connsiteY10-82" fmla="*/ 432543 h 1316375"/>
                    <a:gd name="connsiteX11-83" fmla="*/ 2292399 w 3076069"/>
                    <a:gd name="connsiteY11-84" fmla="*/ 920305 h 1316375"/>
                    <a:gd name="connsiteX12-85" fmla="*/ 3076069 w 3076069"/>
                    <a:gd name="connsiteY12-86" fmla="*/ 1228607 h 1316375"/>
                    <a:gd name="connsiteX13-87" fmla="*/ 2808172 w 3076069"/>
                    <a:gd name="connsiteY13-88" fmla="*/ 1316375 h 1316375"/>
                    <a:gd name="connsiteX14-89" fmla="*/ 1537780 w 3076069"/>
                    <a:gd name="connsiteY14-90" fmla="*/ 727041 h 1316375"/>
                    <a:gd name="connsiteX0-91" fmla="*/ 1537780 w 3076069"/>
                    <a:gd name="connsiteY0-92" fmla="*/ 727041 h 1321259"/>
                    <a:gd name="connsiteX1-93" fmla="*/ 313981 w 3076069"/>
                    <a:gd name="connsiteY1-94" fmla="*/ 1321259 h 1321259"/>
                    <a:gd name="connsiteX2-95" fmla="*/ 0 w 3076069"/>
                    <a:gd name="connsiteY2-96" fmla="*/ 1228607 h 1321259"/>
                    <a:gd name="connsiteX3-97" fmla="*/ 962613 w 3076069"/>
                    <a:gd name="connsiteY3-98" fmla="*/ 837478 h 1321259"/>
                    <a:gd name="connsiteX4-99" fmla="*/ 935005 w 3076069"/>
                    <a:gd name="connsiteY4-100" fmla="*/ 450949 h 1321259"/>
                    <a:gd name="connsiteX5-101" fmla="*/ 212596 w 3076069"/>
                    <a:gd name="connsiteY5-102" fmla="*/ 119640 h 1321259"/>
                    <a:gd name="connsiteX6-103" fmla="*/ 456466 w 3076069"/>
                    <a:gd name="connsiteY6-104" fmla="*/ 50617 h 1321259"/>
                    <a:gd name="connsiteX7-105" fmla="*/ 1528577 w 3076069"/>
                    <a:gd name="connsiteY7-106" fmla="*/ 501566 h 1321259"/>
                    <a:gd name="connsiteX8-107" fmla="*/ 2623695 w 3076069"/>
                    <a:gd name="connsiteY8-108" fmla="*/ 0 h 1321259"/>
                    <a:gd name="connsiteX9-109" fmla="*/ 2927383 w 3076069"/>
                    <a:gd name="connsiteY9-110" fmla="*/ 96632 h 1321259"/>
                    <a:gd name="connsiteX10-111" fmla="*/ 2131352 w 3076069"/>
                    <a:gd name="connsiteY10-112" fmla="*/ 432543 h 1321259"/>
                    <a:gd name="connsiteX11-113" fmla="*/ 2292399 w 3076069"/>
                    <a:gd name="connsiteY11-114" fmla="*/ 920305 h 1321259"/>
                    <a:gd name="connsiteX12-115" fmla="*/ 3076069 w 3076069"/>
                    <a:gd name="connsiteY12-116" fmla="*/ 1228607 h 1321259"/>
                    <a:gd name="connsiteX13-117" fmla="*/ 2808172 w 3076069"/>
                    <a:gd name="connsiteY13-118" fmla="*/ 1316375 h 1321259"/>
                    <a:gd name="connsiteX14-119" fmla="*/ 1537780 w 3076069"/>
                    <a:gd name="connsiteY14-120" fmla="*/ 727041 h 1321259"/>
                    <a:gd name="connsiteX0-121" fmla="*/ 1537780 w 3076069"/>
                    <a:gd name="connsiteY0-122" fmla="*/ 750825 h 1321259"/>
                    <a:gd name="connsiteX1-123" fmla="*/ 313981 w 3076069"/>
                    <a:gd name="connsiteY1-124" fmla="*/ 1321259 h 1321259"/>
                    <a:gd name="connsiteX2-125" fmla="*/ 0 w 3076069"/>
                    <a:gd name="connsiteY2-126" fmla="*/ 1228607 h 1321259"/>
                    <a:gd name="connsiteX3-127" fmla="*/ 962613 w 3076069"/>
                    <a:gd name="connsiteY3-128" fmla="*/ 837478 h 1321259"/>
                    <a:gd name="connsiteX4-129" fmla="*/ 935005 w 3076069"/>
                    <a:gd name="connsiteY4-130" fmla="*/ 450949 h 1321259"/>
                    <a:gd name="connsiteX5-131" fmla="*/ 212596 w 3076069"/>
                    <a:gd name="connsiteY5-132" fmla="*/ 119640 h 1321259"/>
                    <a:gd name="connsiteX6-133" fmla="*/ 456466 w 3076069"/>
                    <a:gd name="connsiteY6-134" fmla="*/ 50617 h 1321259"/>
                    <a:gd name="connsiteX7-135" fmla="*/ 1528577 w 3076069"/>
                    <a:gd name="connsiteY7-136" fmla="*/ 501566 h 1321259"/>
                    <a:gd name="connsiteX8-137" fmla="*/ 2623695 w 3076069"/>
                    <a:gd name="connsiteY8-138" fmla="*/ 0 h 1321259"/>
                    <a:gd name="connsiteX9-139" fmla="*/ 2927383 w 3076069"/>
                    <a:gd name="connsiteY9-140" fmla="*/ 96632 h 1321259"/>
                    <a:gd name="connsiteX10-141" fmla="*/ 2131352 w 3076069"/>
                    <a:gd name="connsiteY10-142" fmla="*/ 432543 h 1321259"/>
                    <a:gd name="connsiteX11-143" fmla="*/ 2292399 w 3076069"/>
                    <a:gd name="connsiteY11-144" fmla="*/ 920305 h 1321259"/>
                    <a:gd name="connsiteX12-145" fmla="*/ 3076069 w 3076069"/>
                    <a:gd name="connsiteY12-146" fmla="*/ 1228607 h 1321259"/>
                    <a:gd name="connsiteX13-147" fmla="*/ 2808172 w 3076069"/>
                    <a:gd name="connsiteY13-148" fmla="*/ 1316375 h 1321259"/>
                    <a:gd name="connsiteX14-149" fmla="*/ 1537780 w 3076069"/>
                    <a:gd name="connsiteY14-150" fmla="*/ 750825 h 1321259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44" name="Freeform 543"/>
                <p:cNvSpPr/>
                <p:nvPr/>
              </p:nvSpPr>
              <p:spPr bwMode="auto">
                <a:xfrm>
                  <a:off x="2430678" y="1629252"/>
                  <a:ext cx="703366" cy="109797"/>
                </a:xfrm>
                <a:custGeom>
                  <a:avLst/>
                  <a:gdLst>
                    <a:gd name="T0" fmla="*/ 0 w 3723451"/>
                    <a:gd name="T1" fmla="*/ 26862 h 932950"/>
                    <a:gd name="T2" fmla="*/ 123762 w 3723451"/>
                    <a:gd name="T3" fmla="*/ 317 h 932950"/>
                    <a:gd name="T4" fmla="*/ 350560 w 3723451"/>
                    <a:gd name="T5" fmla="*/ 61264 h 932950"/>
                    <a:gd name="T6" fmla="*/ 566927 w 3723451"/>
                    <a:gd name="T7" fmla="*/ 0 h 932950"/>
                    <a:gd name="T8" fmla="*/ 703366 w 3723451"/>
                    <a:gd name="T9" fmla="*/ 24379 h 932950"/>
                    <a:gd name="T10" fmla="*/ 601856 w 3723451"/>
                    <a:gd name="T11" fmla="*/ 54357 h 932950"/>
                    <a:gd name="T12" fmla="*/ 569173 w 3723451"/>
                    <a:gd name="T13" fmla="*/ 46275 h 932950"/>
                    <a:gd name="T14" fmla="*/ 354544 w 3723451"/>
                    <a:gd name="T15" fmla="*/ 109797 h 932950"/>
                    <a:gd name="T16" fmla="*/ 134425 w 3723451"/>
                    <a:gd name="T17" fmla="*/ 48612 h 932950"/>
                    <a:gd name="T18" fmla="*/ 98836 w 3723451"/>
                    <a:gd name="T19" fmla="*/ 55215 h 932950"/>
                    <a:gd name="T20" fmla="*/ 0 w 3723451"/>
                    <a:gd name="T21" fmla="*/ 26862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45" name="Freeform 544"/>
                <p:cNvSpPr/>
                <p:nvPr/>
              </p:nvSpPr>
              <p:spPr bwMode="auto">
                <a:xfrm>
                  <a:off x="2892025" y="1722158"/>
                  <a:ext cx="260925" cy="95720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925 w 1366596"/>
                    <a:gd name="T3" fmla="*/ 73965 h 809868"/>
                    <a:gd name="T4" fmla="*/ 165165 w 1366596"/>
                    <a:gd name="T5" fmla="*/ 95720 h 809868"/>
                    <a:gd name="T6" fmla="*/ 878 w 1366596"/>
                    <a:gd name="T7" fmla="*/ 50579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46" name="Freeform 545"/>
                <p:cNvSpPr/>
                <p:nvPr/>
              </p:nvSpPr>
              <p:spPr bwMode="auto">
                <a:xfrm>
                  <a:off x="2419332" y="1724972"/>
                  <a:ext cx="253364" cy="95720"/>
                </a:xfrm>
                <a:custGeom>
                  <a:avLst/>
                  <a:gdLst>
                    <a:gd name="T0" fmla="*/ 249905 w 1348191"/>
                    <a:gd name="T1" fmla="*/ 0 h 791462"/>
                    <a:gd name="T2" fmla="*/ 253364 w 1348191"/>
                    <a:gd name="T3" fmla="*/ 46190 h 791462"/>
                    <a:gd name="T4" fmla="*/ 91661 w 1348191"/>
                    <a:gd name="T5" fmla="*/ 95720 h 791462"/>
                    <a:gd name="T6" fmla="*/ 0 w 1348191"/>
                    <a:gd name="T7" fmla="*/ 74016 h 791462"/>
                    <a:gd name="T8" fmla="*/ 249905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cxnSp>
              <p:nvCxnSpPr>
                <p:cNvPr id="547" name="Straight Connector 546"/>
                <p:cNvCxnSpPr>
                  <a:cxnSpLocks noChangeShapeType="1"/>
                  <a:endCxn id="542" idx="2"/>
                </p:cNvCxnSpPr>
                <p:nvPr/>
              </p:nvCxnSpPr>
              <p:spPr bwMode="auto">
                <a:xfrm flipH="1" flipV="1">
                  <a:off x="2184877" y="1722158"/>
                  <a:ext cx="3783" cy="121057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48" name="Straight Connector 547"/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42" y="1727788"/>
                  <a:ext cx="3783" cy="121057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33944" name="Group 30"/>
            <p:cNvGrpSpPr/>
            <p:nvPr/>
          </p:nvGrpSpPr>
          <p:grpSpPr>
            <a:xfrm>
              <a:off x="4348791" y="3867098"/>
              <a:ext cx="514350" cy="1670050"/>
              <a:chOff x="4348791" y="3867098"/>
              <a:chExt cx="514350" cy="1670050"/>
            </a:xfrm>
          </p:grpSpPr>
          <p:sp>
            <p:nvSpPr>
              <p:cNvPr id="579" name="Rectangle 578"/>
              <p:cNvSpPr/>
              <p:nvPr/>
            </p:nvSpPr>
            <p:spPr bwMode="auto">
              <a:xfrm rot="10800000">
                <a:off x="4351838" y="3950855"/>
                <a:ext cx="498084" cy="628647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580" name="Straight Connector 579"/>
              <p:cNvCxnSpPr/>
              <p:nvPr/>
            </p:nvCxnSpPr>
            <p:spPr bwMode="auto">
              <a:xfrm flipH="1">
                <a:off x="4861553" y="4024212"/>
                <a:ext cx="1588" cy="136504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995" name="Group 580"/>
              <p:cNvGrpSpPr/>
              <p:nvPr/>
            </p:nvGrpSpPr>
            <p:grpSpPr>
              <a:xfrm>
                <a:off x="4353939" y="5315451"/>
                <a:ext cx="507588" cy="221697"/>
                <a:chOff x="4128636" y="3606589"/>
                <a:chExt cx="568145" cy="338667"/>
              </a:xfrm>
            </p:grpSpPr>
            <p:sp>
              <p:nvSpPr>
                <p:cNvPr id="589" name="Oval 588"/>
                <p:cNvSpPr/>
                <p:nvPr/>
              </p:nvSpPr>
              <p:spPr>
                <a:xfrm>
                  <a:off x="4128204" y="3719336"/>
                  <a:ext cx="568606" cy="225498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90" name="Rectangle 589"/>
                <p:cNvSpPr/>
                <p:nvPr/>
              </p:nvSpPr>
              <p:spPr>
                <a:xfrm>
                  <a:off x="4128204" y="3719336"/>
                  <a:ext cx="568606" cy="111537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91" name="Oval 590"/>
                <p:cNvSpPr/>
                <p:nvPr/>
              </p:nvSpPr>
              <p:spPr>
                <a:xfrm>
                  <a:off x="4128204" y="3590825"/>
                  <a:ext cx="568606" cy="240048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cxnSp>
              <p:nvCxnSpPr>
                <p:cNvPr id="592" name="Straight Connector 591"/>
                <p:cNvCxnSpPr/>
                <p:nvPr/>
              </p:nvCxnSpPr>
              <p:spPr>
                <a:xfrm>
                  <a:off x="4696810" y="3719336"/>
                  <a:ext cx="0" cy="111537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3" name="Straight Connector 592"/>
                <p:cNvCxnSpPr/>
                <p:nvPr/>
              </p:nvCxnSpPr>
              <p:spPr>
                <a:xfrm>
                  <a:off x="4128204" y="3719336"/>
                  <a:ext cx="0" cy="111537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82" name="Rectangle 581"/>
              <p:cNvSpPr/>
              <p:nvPr/>
            </p:nvSpPr>
            <p:spPr bwMode="auto">
              <a:xfrm>
                <a:off x="4355141" y="4579754"/>
                <a:ext cx="496887" cy="812678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584" name="Straight Connector 583"/>
              <p:cNvCxnSpPr/>
              <p:nvPr/>
            </p:nvCxnSpPr>
            <p:spPr bwMode="auto">
              <a:xfrm flipH="1">
                <a:off x="4348791" y="4032148"/>
                <a:ext cx="3175" cy="145075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998" name="Group 568"/>
              <p:cNvGrpSpPr/>
              <p:nvPr/>
            </p:nvGrpSpPr>
            <p:grpSpPr>
              <a:xfrm>
                <a:off x="4351304" y="3867098"/>
                <a:ext cx="503828" cy="248249"/>
                <a:chOff x="2183302" y="1564542"/>
                <a:chExt cx="1200154" cy="440314"/>
              </a:xfrm>
            </p:grpSpPr>
            <p:sp>
              <p:nvSpPr>
                <p:cNvPr id="570" name="Oval 569"/>
                <p:cNvSpPr/>
                <p:nvPr/>
              </p:nvSpPr>
              <p:spPr bwMode="auto">
                <a:xfrm flipV="1">
                  <a:off x="2188659" y="1691187"/>
                  <a:ext cx="1194966" cy="31249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solidFill>
                        <a:schemeClr val="tx1"/>
                      </a:solidFill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71" name="Rectangle 570"/>
                <p:cNvSpPr/>
                <p:nvPr/>
              </p:nvSpPr>
              <p:spPr bwMode="auto">
                <a:xfrm>
                  <a:off x="2184879" y="1736232"/>
                  <a:ext cx="1198746" cy="112612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72" name="Oval 571"/>
                <p:cNvSpPr>
                  <a:spLocks noChangeArrowheads="1"/>
                </p:cNvSpPr>
                <p:nvPr/>
              </p:nvSpPr>
              <p:spPr bwMode="auto">
                <a:xfrm flipV="1">
                  <a:off x="2184879" y="1564498"/>
                  <a:ext cx="1194966" cy="312499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chemeClr val="tx1"/>
                  </a:solidFill>
                  <a:rou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73" name="Freeform 572"/>
                <p:cNvSpPr/>
                <p:nvPr/>
              </p:nvSpPr>
              <p:spPr bwMode="auto">
                <a:xfrm>
                  <a:off x="2491182" y="1671479"/>
                  <a:ext cx="582357" cy="154842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-1" fmla="*/ 1486231 w 2944854"/>
                    <a:gd name="connsiteY0-2" fmla="*/ 727041 h 1316375"/>
                    <a:gd name="connsiteX1-3" fmla="*/ 257675 w 2944854"/>
                    <a:gd name="connsiteY1-4" fmla="*/ 1302232 h 1316375"/>
                    <a:gd name="connsiteX2-5" fmla="*/ 0 w 2944854"/>
                    <a:gd name="connsiteY2-6" fmla="*/ 1228607 h 1316375"/>
                    <a:gd name="connsiteX3-7" fmla="*/ 911064 w 2944854"/>
                    <a:gd name="connsiteY3-8" fmla="*/ 837478 h 1316375"/>
                    <a:gd name="connsiteX4-9" fmla="*/ 883456 w 2944854"/>
                    <a:gd name="connsiteY4-10" fmla="*/ 450949 h 1316375"/>
                    <a:gd name="connsiteX5-11" fmla="*/ 161047 w 2944854"/>
                    <a:gd name="connsiteY5-12" fmla="*/ 119640 h 1316375"/>
                    <a:gd name="connsiteX6-13" fmla="*/ 404917 w 2944854"/>
                    <a:gd name="connsiteY6-14" fmla="*/ 50617 h 1316375"/>
                    <a:gd name="connsiteX7-15" fmla="*/ 1477028 w 2944854"/>
                    <a:gd name="connsiteY7-16" fmla="*/ 501566 h 1316375"/>
                    <a:gd name="connsiteX8-17" fmla="*/ 2572146 w 2944854"/>
                    <a:gd name="connsiteY8-18" fmla="*/ 0 h 1316375"/>
                    <a:gd name="connsiteX9-19" fmla="*/ 2875834 w 2944854"/>
                    <a:gd name="connsiteY9-20" fmla="*/ 96632 h 1316375"/>
                    <a:gd name="connsiteX10-21" fmla="*/ 2079803 w 2944854"/>
                    <a:gd name="connsiteY10-22" fmla="*/ 432543 h 1316375"/>
                    <a:gd name="connsiteX11-23" fmla="*/ 2240850 w 2944854"/>
                    <a:gd name="connsiteY11-24" fmla="*/ 920305 h 1316375"/>
                    <a:gd name="connsiteX12-25" fmla="*/ 2944854 w 2944854"/>
                    <a:gd name="connsiteY12-26" fmla="*/ 1228607 h 1316375"/>
                    <a:gd name="connsiteX13-27" fmla="*/ 2756623 w 2944854"/>
                    <a:gd name="connsiteY13-28" fmla="*/ 1316375 h 1316375"/>
                    <a:gd name="connsiteX14-29" fmla="*/ 1486231 w 2944854"/>
                    <a:gd name="connsiteY14-30" fmla="*/ 727041 h 1316375"/>
                    <a:gd name="connsiteX0-31" fmla="*/ 1486231 w 3024520"/>
                    <a:gd name="connsiteY0-32" fmla="*/ 727041 h 1316375"/>
                    <a:gd name="connsiteX1-33" fmla="*/ 257675 w 3024520"/>
                    <a:gd name="connsiteY1-34" fmla="*/ 1302232 h 1316375"/>
                    <a:gd name="connsiteX2-35" fmla="*/ 0 w 3024520"/>
                    <a:gd name="connsiteY2-36" fmla="*/ 1228607 h 1316375"/>
                    <a:gd name="connsiteX3-37" fmla="*/ 911064 w 3024520"/>
                    <a:gd name="connsiteY3-38" fmla="*/ 837478 h 1316375"/>
                    <a:gd name="connsiteX4-39" fmla="*/ 883456 w 3024520"/>
                    <a:gd name="connsiteY4-40" fmla="*/ 450949 h 1316375"/>
                    <a:gd name="connsiteX5-41" fmla="*/ 161047 w 3024520"/>
                    <a:gd name="connsiteY5-42" fmla="*/ 119640 h 1316375"/>
                    <a:gd name="connsiteX6-43" fmla="*/ 404917 w 3024520"/>
                    <a:gd name="connsiteY6-44" fmla="*/ 50617 h 1316375"/>
                    <a:gd name="connsiteX7-45" fmla="*/ 1477028 w 3024520"/>
                    <a:gd name="connsiteY7-46" fmla="*/ 501566 h 1316375"/>
                    <a:gd name="connsiteX8-47" fmla="*/ 2572146 w 3024520"/>
                    <a:gd name="connsiteY8-48" fmla="*/ 0 h 1316375"/>
                    <a:gd name="connsiteX9-49" fmla="*/ 2875834 w 3024520"/>
                    <a:gd name="connsiteY9-50" fmla="*/ 96632 h 1316375"/>
                    <a:gd name="connsiteX10-51" fmla="*/ 2079803 w 3024520"/>
                    <a:gd name="connsiteY10-52" fmla="*/ 432543 h 1316375"/>
                    <a:gd name="connsiteX11-53" fmla="*/ 2240850 w 3024520"/>
                    <a:gd name="connsiteY11-54" fmla="*/ 920305 h 1316375"/>
                    <a:gd name="connsiteX12-55" fmla="*/ 3024520 w 3024520"/>
                    <a:gd name="connsiteY12-56" fmla="*/ 1228607 h 1316375"/>
                    <a:gd name="connsiteX13-57" fmla="*/ 2756623 w 3024520"/>
                    <a:gd name="connsiteY13-58" fmla="*/ 1316375 h 1316375"/>
                    <a:gd name="connsiteX14-59" fmla="*/ 1486231 w 3024520"/>
                    <a:gd name="connsiteY14-60" fmla="*/ 727041 h 1316375"/>
                    <a:gd name="connsiteX0-61" fmla="*/ 1537780 w 3076069"/>
                    <a:gd name="connsiteY0-62" fmla="*/ 727041 h 1316375"/>
                    <a:gd name="connsiteX1-63" fmla="*/ 309224 w 3076069"/>
                    <a:gd name="connsiteY1-64" fmla="*/ 1302232 h 1316375"/>
                    <a:gd name="connsiteX2-65" fmla="*/ 0 w 3076069"/>
                    <a:gd name="connsiteY2-66" fmla="*/ 1228607 h 1316375"/>
                    <a:gd name="connsiteX3-67" fmla="*/ 962613 w 3076069"/>
                    <a:gd name="connsiteY3-68" fmla="*/ 837478 h 1316375"/>
                    <a:gd name="connsiteX4-69" fmla="*/ 935005 w 3076069"/>
                    <a:gd name="connsiteY4-70" fmla="*/ 450949 h 1316375"/>
                    <a:gd name="connsiteX5-71" fmla="*/ 212596 w 3076069"/>
                    <a:gd name="connsiteY5-72" fmla="*/ 119640 h 1316375"/>
                    <a:gd name="connsiteX6-73" fmla="*/ 456466 w 3076069"/>
                    <a:gd name="connsiteY6-74" fmla="*/ 50617 h 1316375"/>
                    <a:gd name="connsiteX7-75" fmla="*/ 1528577 w 3076069"/>
                    <a:gd name="connsiteY7-76" fmla="*/ 501566 h 1316375"/>
                    <a:gd name="connsiteX8-77" fmla="*/ 2623695 w 3076069"/>
                    <a:gd name="connsiteY8-78" fmla="*/ 0 h 1316375"/>
                    <a:gd name="connsiteX9-79" fmla="*/ 2927383 w 3076069"/>
                    <a:gd name="connsiteY9-80" fmla="*/ 96632 h 1316375"/>
                    <a:gd name="connsiteX10-81" fmla="*/ 2131352 w 3076069"/>
                    <a:gd name="connsiteY10-82" fmla="*/ 432543 h 1316375"/>
                    <a:gd name="connsiteX11-83" fmla="*/ 2292399 w 3076069"/>
                    <a:gd name="connsiteY11-84" fmla="*/ 920305 h 1316375"/>
                    <a:gd name="connsiteX12-85" fmla="*/ 3076069 w 3076069"/>
                    <a:gd name="connsiteY12-86" fmla="*/ 1228607 h 1316375"/>
                    <a:gd name="connsiteX13-87" fmla="*/ 2808172 w 3076069"/>
                    <a:gd name="connsiteY13-88" fmla="*/ 1316375 h 1316375"/>
                    <a:gd name="connsiteX14-89" fmla="*/ 1537780 w 3076069"/>
                    <a:gd name="connsiteY14-90" fmla="*/ 727041 h 1316375"/>
                    <a:gd name="connsiteX0-91" fmla="*/ 1537780 w 3076069"/>
                    <a:gd name="connsiteY0-92" fmla="*/ 727041 h 1321259"/>
                    <a:gd name="connsiteX1-93" fmla="*/ 313981 w 3076069"/>
                    <a:gd name="connsiteY1-94" fmla="*/ 1321259 h 1321259"/>
                    <a:gd name="connsiteX2-95" fmla="*/ 0 w 3076069"/>
                    <a:gd name="connsiteY2-96" fmla="*/ 1228607 h 1321259"/>
                    <a:gd name="connsiteX3-97" fmla="*/ 962613 w 3076069"/>
                    <a:gd name="connsiteY3-98" fmla="*/ 837478 h 1321259"/>
                    <a:gd name="connsiteX4-99" fmla="*/ 935005 w 3076069"/>
                    <a:gd name="connsiteY4-100" fmla="*/ 450949 h 1321259"/>
                    <a:gd name="connsiteX5-101" fmla="*/ 212596 w 3076069"/>
                    <a:gd name="connsiteY5-102" fmla="*/ 119640 h 1321259"/>
                    <a:gd name="connsiteX6-103" fmla="*/ 456466 w 3076069"/>
                    <a:gd name="connsiteY6-104" fmla="*/ 50617 h 1321259"/>
                    <a:gd name="connsiteX7-105" fmla="*/ 1528577 w 3076069"/>
                    <a:gd name="connsiteY7-106" fmla="*/ 501566 h 1321259"/>
                    <a:gd name="connsiteX8-107" fmla="*/ 2623695 w 3076069"/>
                    <a:gd name="connsiteY8-108" fmla="*/ 0 h 1321259"/>
                    <a:gd name="connsiteX9-109" fmla="*/ 2927383 w 3076069"/>
                    <a:gd name="connsiteY9-110" fmla="*/ 96632 h 1321259"/>
                    <a:gd name="connsiteX10-111" fmla="*/ 2131352 w 3076069"/>
                    <a:gd name="connsiteY10-112" fmla="*/ 432543 h 1321259"/>
                    <a:gd name="connsiteX11-113" fmla="*/ 2292399 w 3076069"/>
                    <a:gd name="connsiteY11-114" fmla="*/ 920305 h 1321259"/>
                    <a:gd name="connsiteX12-115" fmla="*/ 3076069 w 3076069"/>
                    <a:gd name="connsiteY12-116" fmla="*/ 1228607 h 1321259"/>
                    <a:gd name="connsiteX13-117" fmla="*/ 2808172 w 3076069"/>
                    <a:gd name="connsiteY13-118" fmla="*/ 1316375 h 1321259"/>
                    <a:gd name="connsiteX14-119" fmla="*/ 1537780 w 3076069"/>
                    <a:gd name="connsiteY14-120" fmla="*/ 727041 h 1321259"/>
                    <a:gd name="connsiteX0-121" fmla="*/ 1537780 w 3076069"/>
                    <a:gd name="connsiteY0-122" fmla="*/ 750825 h 1321259"/>
                    <a:gd name="connsiteX1-123" fmla="*/ 313981 w 3076069"/>
                    <a:gd name="connsiteY1-124" fmla="*/ 1321259 h 1321259"/>
                    <a:gd name="connsiteX2-125" fmla="*/ 0 w 3076069"/>
                    <a:gd name="connsiteY2-126" fmla="*/ 1228607 h 1321259"/>
                    <a:gd name="connsiteX3-127" fmla="*/ 962613 w 3076069"/>
                    <a:gd name="connsiteY3-128" fmla="*/ 837478 h 1321259"/>
                    <a:gd name="connsiteX4-129" fmla="*/ 935005 w 3076069"/>
                    <a:gd name="connsiteY4-130" fmla="*/ 450949 h 1321259"/>
                    <a:gd name="connsiteX5-131" fmla="*/ 212596 w 3076069"/>
                    <a:gd name="connsiteY5-132" fmla="*/ 119640 h 1321259"/>
                    <a:gd name="connsiteX6-133" fmla="*/ 456466 w 3076069"/>
                    <a:gd name="connsiteY6-134" fmla="*/ 50617 h 1321259"/>
                    <a:gd name="connsiteX7-135" fmla="*/ 1528577 w 3076069"/>
                    <a:gd name="connsiteY7-136" fmla="*/ 501566 h 1321259"/>
                    <a:gd name="connsiteX8-137" fmla="*/ 2623695 w 3076069"/>
                    <a:gd name="connsiteY8-138" fmla="*/ 0 h 1321259"/>
                    <a:gd name="connsiteX9-139" fmla="*/ 2927383 w 3076069"/>
                    <a:gd name="connsiteY9-140" fmla="*/ 96632 h 1321259"/>
                    <a:gd name="connsiteX10-141" fmla="*/ 2131352 w 3076069"/>
                    <a:gd name="connsiteY10-142" fmla="*/ 432543 h 1321259"/>
                    <a:gd name="connsiteX11-143" fmla="*/ 2292399 w 3076069"/>
                    <a:gd name="connsiteY11-144" fmla="*/ 920305 h 1321259"/>
                    <a:gd name="connsiteX12-145" fmla="*/ 3076069 w 3076069"/>
                    <a:gd name="connsiteY12-146" fmla="*/ 1228607 h 1321259"/>
                    <a:gd name="connsiteX13-147" fmla="*/ 2808172 w 3076069"/>
                    <a:gd name="connsiteY13-148" fmla="*/ 1316375 h 1321259"/>
                    <a:gd name="connsiteX14-149" fmla="*/ 1537780 w 3076069"/>
                    <a:gd name="connsiteY14-150" fmla="*/ 750825 h 1321259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74" name="Freeform 573"/>
                <p:cNvSpPr/>
                <p:nvPr/>
              </p:nvSpPr>
              <p:spPr bwMode="auto">
                <a:xfrm>
                  <a:off x="2430678" y="1629250"/>
                  <a:ext cx="703366" cy="109796"/>
                </a:xfrm>
                <a:custGeom>
                  <a:avLst/>
                  <a:gdLst>
                    <a:gd name="T0" fmla="*/ 0 w 3723451"/>
                    <a:gd name="T1" fmla="*/ 26862 h 932950"/>
                    <a:gd name="T2" fmla="*/ 123762 w 3723451"/>
                    <a:gd name="T3" fmla="*/ 317 h 932950"/>
                    <a:gd name="T4" fmla="*/ 350560 w 3723451"/>
                    <a:gd name="T5" fmla="*/ 61263 h 932950"/>
                    <a:gd name="T6" fmla="*/ 566927 w 3723451"/>
                    <a:gd name="T7" fmla="*/ 0 h 932950"/>
                    <a:gd name="T8" fmla="*/ 703366 w 3723451"/>
                    <a:gd name="T9" fmla="*/ 24379 h 932950"/>
                    <a:gd name="T10" fmla="*/ 601856 w 3723451"/>
                    <a:gd name="T11" fmla="*/ 54357 h 932950"/>
                    <a:gd name="T12" fmla="*/ 569173 w 3723451"/>
                    <a:gd name="T13" fmla="*/ 46274 h 932950"/>
                    <a:gd name="T14" fmla="*/ 354544 w 3723451"/>
                    <a:gd name="T15" fmla="*/ 109796 h 932950"/>
                    <a:gd name="T16" fmla="*/ 134425 w 3723451"/>
                    <a:gd name="T17" fmla="*/ 48611 h 932950"/>
                    <a:gd name="T18" fmla="*/ 98836 w 3723451"/>
                    <a:gd name="T19" fmla="*/ 55215 h 932950"/>
                    <a:gd name="T20" fmla="*/ 0 w 3723451"/>
                    <a:gd name="T21" fmla="*/ 26862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75" name="Freeform 574"/>
                <p:cNvSpPr/>
                <p:nvPr/>
              </p:nvSpPr>
              <p:spPr bwMode="auto">
                <a:xfrm>
                  <a:off x="2892025" y="1722154"/>
                  <a:ext cx="260927" cy="95720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927 w 1366596"/>
                    <a:gd name="T3" fmla="*/ 73965 h 809868"/>
                    <a:gd name="T4" fmla="*/ 165166 w 1366596"/>
                    <a:gd name="T5" fmla="*/ 95720 h 809868"/>
                    <a:gd name="T6" fmla="*/ 878 w 1366596"/>
                    <a:gd name="T7" fmla="*/ 50579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76" name="Freeform 575"/>
                <p:cNvSpPr/>
                <p:nvPr/>
              </p:nvSpPr>
              <p:spPr bwMode="auto">
                <a:xfrm>
                  <a:off x="2419334" y="1724970"/>
                  <a:ext cx="253362" cy="95720"/>
                </a:xfrm>
                <a:custGeom>
                  <a:avLst/>
                  <a:gdLst>
                    <a:gd name="T0" fmla="*/ 249903 w 1348191"/>
                    <a:gd name="T1" fmla="*/ 0 h 791462"/>
                    <a:gd name="T2" fmla="*/ 253362 w 1348191"/>
                    <a:gd name="T3" fmla="*/ 46190 h 791462"/>
                    <a:gd name="T4" fmla="*/ 91660 w 1348191"/>
                    <a:gd name="T5" fmla="*/ 95720 h 791462"/>
                    <a:gd name="T6" fmla="*/ 0 w 1348191"/>
                    <a:gd name="T7" fmla="*/ 74016 h 791462"/>
                    <a:gd name="T8" fmla="*/ 249903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cxnSp>
              <p:nvCxnSpPr>
                <p:cNvPr id="577" name="Straight Connector 576"/>
                <p:cNvCxnSpPr>
                  <a:cxnSpLocks noChangeShapeType="1"/>
                  <a:endCxn id="572" idx="2"/>
                </p:cNvCxnSpPr>
                <p:nvPr/>
              </p:nvCxnSpPr>
              <p:spPr bwMode="auto">
                <a:xfrm flipH="1" flipV="1">
                  <a:off x="2184879" y="1722154"/>
                  <a:ext cx="3780" cy="121059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78" name="Straight Connector 577"/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45" y="1727785"/>
                  <a:ext cx="3780" cy="121059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33945" name="Group 48257"/>
            <p:cNvGrpSpPr/>
            <p:nvPr/>
          </p:nvGrpSpPr>
          <p:grpSpPr>
            <a:xfrm>
              <a:off x="5552116" y="3849635"/>
              <a:ext cx="514350" cy="1670050"/>
              <a:chOff x="5552116" y="3849635"/>
              <a:chExt cx="514350" cy="1670050"/>
            </a:xfrm>
          </p:grpSpPr>
          <p:sp>
            <p:nvSpPr>
              <p:cNvPr id="606" name="Rectangle 605"/>
              <p:cNvSpPr/>
              <p:nvPr/>
            </p:nvSpPr>
            <p:spPr bwMode="auto">
              <a:xfrm rot="10800000">
                <a:off x="5555163" y="3933392"/>
                <a:ext cx="498084" cy="628647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607" name="Straight Connector 606"/>
              <p:cNvCxnSpPr/>
              <p:nvPr/>
            </p:nvCxnSpPr>
            <p:spPr bwMode="auto">
              <a:xfrm flipH="1">
                <a:off x="6064879" y="4006752"/>
                <a:ext cx="1588" cy="136504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973" name="Group 607"/>
              <p:cNvGrpSpPr/>
              <p:nvPr/>
            </p:nvGrpSpPr>
            <p:grpSpPr>
              <a:xfrm>
                <a:off x="5557264" y="5297988"/>
                <a:ext cx="507588" cy="221697"/>
                <a:chOff x="4128636" y="3606589"/>
                <a:chExt cx="568145" cy="338667"/>
              </a:xfrm>
            </p:grpSpPr>
            <p:sp>
              <p:nvSpPr>
                <p:cNvPr id="616" name="Oval 615"/>
                <p:cNvSpPr/>
                <p:nvPr/>
              </p:nvSpPr>
              <p:spPr>
                <a:xfrm>
                  <a:off x="4128205" y="3719341"/>
                  <a:ext cx="568606" cy="22550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17" name="Rectangle 616"/>
                <p:cNvSpPr/>
                <p:nvPr/>
              </p:nvSpPr>
              <p:spPr>
                <a:xfrm>
                  <a:off x="4128205" y="3719341"/>
                  <a:ext cx="568606" cy="111537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18" name="Oval 617"/>
                <p:cNvSpPr/>
                <p:nvPr/>
              </p:nvSpPr>
              <p:spPr>
                <a:xfrm>
                  <a:off x="4128205" y="3590831"/>
                  <a:ext cx="568606" cy="2400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cxnSp>
              <p:nvCxnSpPr>
                <p:cNvPr id="619" name="Straight Connector 618"/>
                <p:cNvCxnSpPr/>
                <p:nvPr/>
              </p:nvCxnSpPr>
              <p:spPr>
                <a:xfrm>
                  <a:off x="4696811" y="3719341"/>
                  <a:ext cx="0" cy="111537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0" name="Straight Connector 619"/>
                <p:cNvCxnSpPr/>
                <p:nvPr/>
              </p:nvCxnSpPr>
              <p:spPr>
                <a:xfrm>
                  <a:off x="4128205" y="3719341"/>
                  <a:ext cx="0" cy="111537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09" name="Rectangle 608"/>
              <p:cNvSpPr/>
              <p:nvPr/>
            </p:nvSpPr>
            <p:spPr bwMode="auto">
              <a:xfrm>
                <a:off x="5558467" y="4562294"/>
                <a:ext cx="496887" cy="812678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611" name="Straight Connector 610"/>
              <p:cNvCxnSpPr/>
              <p:nvPr/>
            </p:nvCxnSpPr>
            <p:spPr bwMode="auto">
              <a:xfrm flipH="1">
                <a:off x="5552117" y="4014689"/>
                <a:ext cx="3175" cy="145075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976" name="Group 595"/>
              <p:cNvGrpSpPr/>
              <p:nvPr/>
            </p:nvGrpSpPr>
            <p:grpSpPr>
              <a:xfrm>
                <a:off x="5554629" y="3849635"/>
                <a:ext cx="503828" cy="248249"/>
                <a:chOff x="2183302" y="1564542"/>
                <a:chExt cx="1200154" cy="440314"/>
              </a:xfrm>
            </p:grpSpPr>
            <p:sp>
              <p:nvSpPr>
                <p:cNvPr id="597" name="Oval 596"/>
                <p:cNvSpPr/>
                <p:nvPr/>
              </p:nvSpPr>
              <p:spPr bwMode="auto">
                <a:xfrm flipV="1">
                  <a:off x="2188662" y="1691192"/>
                  <a:ext cx="1194966" cy="31249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solidFill>
                        <a:schemeClr val="tx1"/>
                      </a:solidFill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98" name="Rectangle 597"/>
                <p:cNvSpPr/>
                <p:nvPr/>
              </p:nvSpPr>
              <p:spPr bwMode="auto">
                <a:xfrm>
                  <a:off x="2184881" y="1736237"/>
                  <a:ext cx="1198746" cy="112612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599" name="Oval 598"/>
                <p:cNvSpPr>
                  <a:spLocks noChangeArrowheads="1"/>
                </p:cNvSpPr>
                <p:nvPr/>
              </p:nvSpPr>
              <p:spPr bwMode="auto">
                <a:xfrm flipV="1">
                  <a:off x="2184881" y="1564505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chemeClr val="tx1"/>
                  </a:solidFill>
                  <a:rou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00" name="Freeform 599"/>
                <p:cNvSpPr/>
                <p:nvPr/>
              </p:nvSpPr>
              <p:spPr bwMode="auto">
                <a:xfrm>
                  <a:off x="2491185" y="1671486"/>
                  <a:ext cx="582357" cy="1548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-1" fmla="*/ 1486231 w 2944854"/>
                    <a:gd name="connsiteY0-2" fmla="*/ 727041 h 1316375"/>
                    <a:gd name="connsiteX1-3" fmla="*/ 257675 w 2944854"/>
                    <a:gd name="connsiteY1-4" fmla="*/ 1302232 h 1316375"/>
                    <a:gd name="connsiteX2-5" fmla="*/ 0 w 2944854"/>
                    <a:gd name="connsiteY2-6" fmla="*/ 1228607 h 1316375"/>
                    <a:gd name="connsiteX3-7" fmla="*/ 911064 w 2944854"/>
                    <a:gd name="connsiteY3-8" fmla="*/ 837478 h 1316375"/>
                    <a:gd name="connsiteX4-9" fmla="*/ 883456 w 2944854"/>
                    <a:gd name="connsiteY4-10" fmla="*/ 450949 h 1316375"/>
                    <a:gd name="connsiteX5-11" fmla="*/ 161047 w 2944854"/>
                    <a:gd name="connsiteY5-12" fmla="*/ 119640 h 1316375"/>
                    <a:gd name="connsiteX6-13" fmla="*/ 404917 w 2944854"/>
                    <a:gd name="connsiteY6-14" fmla="*/ 50617 h 1316375"/>
                    <a:gd name="connsiteX7-15" fmla="*/ 1477028 w 2944854"/>
                    <a:gd name="connsiteY7-16" fmla="*/ 501566 h 1316375"/>
                    <a:gd name="connsiteX8-17" fmla="*/ 2572146 w 2944854"/>
                    <a:gd name="connsiteY8-18" fmla="*/ 0 h 1316375"/>
                    <a:gd name="connsiteX9-19" fmla="*/ 2875834 w 2944854"/>
                    <a:gd name="connsiteY9-20" fmla="*/ 96632 h 1316375"/>
                    <a:gd name="connsiteX10-21" fmla="*/ 2079803 w 2944854"/>
                    <a:gd name="connsiteY10-22" fmla="*/ 432543 h 1316375"/>
                    <a:gd name="connsiteX11-23" fmla="*/ 2240850 w 2944854"/>
                    <a:gd name="connsiteY11-24" fmla="*/ 920305 h 1316375"/>
                    <a:gd name="connsiteX12-25" fmla="*/ 2944854 w 2944854"/>
                    <a:gd name="connsiteY12-26" fmla="*/ 1228607 h 1316375"/>
                    <a:gd name="connsiteX13-27" fmla="*/ 2756623 w 2944854"/>
                    <a:gd name="connsiteY13-28" fmla="*/ 1316375 h 1316375"/>
                    <a:gd name="connsiteX14-29" fmla="*/ 1486231 w 2944854"/>
                    <a:gd name="connsiteY14-30" fmla="*/ 727041 h 1316375"/>
                    <a:gd name="connsiteX0-31" fmla="*/ 1486231 w 3024520"/>
                    <a:gd name="connsiteY0-32" fmla="*/ 727041 h 1316375"/>
                    <a:gd name="connsiteX1-33" fmla="*/ 257675 w 3024520"/>
                    <a:gd name="connsiteY1-34" fmla="*/ 1302232 h 1316375"/>
                    <a:gd name="connsiteX2-35" fmla="*/ 0 w 3024520"/>
                    <a:gd name="connsiteY2-36" fmla="*/ 1228607 h 1316375"/>
                    <a:gd name="connsiteX3-37" fmla="*/ 911064 w 3024520"/>
                    <a:gd name="connsiteY3-38" fmla="*/ 837478 h 1316375"/>
                    <a:gd name="connsiteX4-39" fmla="*/ 883456 w 3024520"/>
                    <a:gd name="connsiteY4-40" fmla="*/ 450949 h 1316375"/>
                    <a:gd name="connsiteX5-41" fmla="*/ 161047 w 3024520"/>
                    <a:gd name="connsiteY5-42" fmla="*/ 119640 h 1316375"/>
                    <a:gd name="connsiteX6-43" fmla="*/ 404917 w 3024520"/>
                    <a:gd name="connsiteY6-44" fmla="*/ 50617 h 1316375"/>
                    <a:gd name="connsiteX7-45" fmla="*/ 1477028 w 3024520"/>
                    <a:gd name="connsiteY7-46" fmla="*/ 501566 h 1316375"/>
                    <a:gd name="connsiteX8-47" fmla="*/ 2572146 w 3024520"/>
                    <a:gd name="connsiteY8-48" fmla="*/ 0 h 1316375"/>
                    <a:gd name="connsiteX9-49" fmla="*/ 2875834 w 3024520"/>
                    <a:gd name="connsiteY9-50" fmla="*/ 96632 h 1316375"/>
                    <a:gd name="connsiteX10-51" fmla="*/ 2079803 w 3024520"/>
                    <a:gd name="connsiteY10-52" fmla="*/ 432543 h 1316375"/>
                    <a:gd name="connsiteX11-53" fmla="*/ 2240850 w 3024520"/>
                    <a:gd name="connsiteY11-54" fmla="*/ 920305 h 1316375"/>
                    <a:gd name="connsiteX12-55" fmla="*/ 3024520 w 3024520"/>
                    <a:gd name="connsiteY12-56" fmla="*/ 1228607 h 1316375"/>
                    <a:gd name="connsiteX13-57" fmla="*/ 2756623 w 3024520"/>
                    <a:gd name="connsiteY13-58" fmla="*/ 1316375 h 1316375"/>
                    <a:gd name="connsiteX14-59" fmla="*/ 1486231 w 3024520"/>
                    <a:gd name="connsiteY14-60" fmla="*/ 727041 h 1316375"/>
                    <a:gd name="connsiteX0-61" fmla="*/ 1537780 w 3076069"/>
                    <a:gd name="connsiteY0-62" fmla="*/ 727041 h 1316375"/>
                    <a:gd name="connsiteX1-63" fmla="*/ 309224 w 3076069"/>
                    <a:gd name="connsiteY1-64" fmla="*/ 1302232 h 1316375"/>
                    <a:gd name="connsiteX2-65" fmla="*/ 0 w 3076069"/>
                    <a:gd name="connsiteY2-66" fmla="*/ 1228607 h 1316375"/>
                    <a:gd name="connsiteX3-67" fmla="*/ 962613 w 3076069"/>
                    <a:gd name="connsiteY3-68" fmla="*/ 837478 h 1316375"/>
                    <a:gd name="connsiteX4-69" fmla="*/ 935005 w 3076069"/>
                    <a:gd name="connsiteY4-70" fmla="*/ 450949 h 1316375"/>
                    <a:gd name="connsiteX5-71" fmla="*/ 212596 w 3076069"/>
                    <a:gd name="connsiteY5-72" fmla="*/ 119640 h 1316375"/>
                    <a:gd name="connsiteX6-73" fmla="*/ 456466 w 3076069"/>
                    <a:gd name="connsiteY6-74" fmla="*/ 50617 h 1316375"/>
                    <a:gd name="connsiteX7-75" fmla="*/ 1528577 w 3076069"/>
                    <a:gd name="connsiteY7-76" fmla="*/ 501566 h 1316375"/>
                    <a:gd name="connsiteX8-77" fmla="*/ 2623695 w 3076069"/>
                    <a:gd name="connsiteY8-78" fmla="*/ 0 h 1316375"/>
                    <a:gd name="connsiteX9-79" fmla="*/ 2927383 w 3076069"/>
                    <a:gd name="connsiteY9-80" fmla="*/ 96632 h 1316375"/>
                    <a:gd name="connsiteX10-81" fmla="*/ 2131352 w 3076069"/>
                    <a:gd name="connsiteY10-82" fmla="*/ 432543 h 1316375"/>
                    <a:gd name="connsiteX11-83" fmla="*/ 2292399 w 3076069"/>
                    <a:gd name="connsiteY11-84" fmla="*/ 920305 h 1316375"/>
                    <a:gd name="connsiteX12-85" fmla="*/ 3076069 w 3076069"/>
                    <a:gd name="connsiteY12-86" fmla="*/ 1228607 h 1316375"/>
                    <a:gd name="connsiteX13-87" fmla="*/ 2808172 w 3076069"/>
                    <a:gd name="connsiteY13-88" fmla="*/ 1316375 h 1316375"/>
                    <a:gd name="connsiteX14-89" fmla="*/ 1537780 w 3076069"/>
                    <a:gd name="connsiteY14-90" fmla="*/ 727041 h 1316375"/>
                    <a:gd name="connsiteX0-91" fmla="*/ 1537780 w 3076069"/>
                    <a:gd name="connsiteY0-92" fmla="*/ 727041 h 1321259"/>
                    <a:gd name="connsiteX1-93" fmla="*/ 313981 w 3076069"/>
                    <a:gd name="connsiteY1-94" fmla="*/ 1321259 h 1321259"/>
                    <a:gd name="connsiteX2-95" fmla="*/ 0 w 3076069"/>
                    <a:gd name="connsiteY2-96" fmla="*/ 1228607 h 1321259"/>
                    <a:gd name="connsiteX3-97" fmla="*/ 962613 w 3076069"/>
                    <a:gd name="connsiteY3-98" fmla="*/ 837478 h 1321259"/>
                    <a:gd name="connsiteX4-99" fmla="*/ 935005 w 3076069"/>
                    <a:gd name="connsiteY4-100" fmla="*/ 450949 h 1321259"/>
                    <a:gd name="connsiteX5-101" fmla="*/ 212596 w 3076069"/>
                    <a:gd name="connsiteY5-102" fmla="*/ 119640 h 1321259"/>
                    <a:gd name="connsiteX6-103" fmla="*/ 456466 w 3076069"/>
                    <a:gd name="connsiteY6-104" fmla="*/ 50617 h 1321259"/>
                    <a:gd name="connsiteX7-105" fmla="*/ 1528577 w 3076069"/>
                    <a:gd name="connsiteY7-106" fmla="*/ 501566 h 1321259"/>
                    <a:gd name="connsiteX8-107" fmla="*/ 2623695 w 3076069"/>
                    <a:gd name="connsiteY8-108" fmla="*/ 0 h 1321259"/>
                    <a:gd name="connsiteX9-109" fmla="*/ 2927383 w 3076069"/>
                    <a:gd name="connsiteY9-110" fmla="*/ 96632 h 1321259"/>
                    <a:gd name="connsiteX10-111" fmla="*/ 2131352 w 3076069"/>
                    <a:gd name="connsiteY10-112" fmla="*/ 432543 h 1321259"/>
                    <a:gd name="connsiteX11-113" fmla="*/ 2292399 w 3076069"/>
                    <a:gd name="connsiteY11-114" fmla="*/ 920305 h 1321259"/>
                    <a:gd name="connsiteX12-115" fmla="*/ 3076069 w 3076069"/>
                    <a:gd name="connsiteY12-116" fmla="*/ 1228607 h 1321259"/>
                    <a:gd name="connsiteX13-117" fmla="*/ 2808172 w 3076069"/>
                    <a:gd name="connsiteY13-118" fmla="*/ 1316375 h 1321259"/>
                    <a:gd name="connsiteX14-119" fmla="*/ 1537780 w 3076069"/>
                    <a:gd name="connsiteY14-120" fmla="*/ 727041 h 1321259"/>
                    <a:gd name="connsiteX0-121" fmla="*/ 1537780 w 3076069"/>
                    <a:gd name="connsiteY0-122" fmla="*/ 750825 h 1321259"/>
                    <a:gd name="connsiteX1-123" fmla="*/ 313981 w 3076069"/>
                    <a:gd name="connsiteY1-124" fmla="*/ 1321259 h 1321259"/>
                    <a:gd name="connsiteX2-125" fmla="*/ 0 w 3076069"/>
                    <a:gd name="connsiteY2-126" fmla="*/ 1228607 h 1321259"/>
                    <a:gd name="connsiteX3-127" fmla="*/ 962613 w 3076069"/>
                    <a:gd name="connsiteY3-128" fmla="*/ 837478 h 1321259"/>
                    <a:gd name="connsiteX4-129" fmla="*/ 935005 w 3076069"/>
                    <a:gd name="connsiteY4-130" fmla="*/ 450949 h 1321259"/>
                    <a:gd name="connsiteX5-131" fmla="*/ 212596 w 3076069"/>
                    <a:gd name="connsiteY5-132" fmla="*/ 119640 h 1321259"/>
                    <a:gd name="connsiteX6-133" fmla="*/ 456466 w 3076069"/>
                    <a:gd name="connsiteY6-134" fmla="*/ 50617 h 1321259"/>
                    <a:gd name="connsiteX7-135" fmla="*/ 1528577 w 3076069"/>
                    <a:gd name="connsiteY7-136" fmla="*/ 501566 h 1321259"/>
                    <a:gd name="connsiteX8-137" fmla="*/ 2623695 w 3076069"/>
                    <a:gd name="connsiteY8-138" fmla="*/ 0 h 1321259"/>
                    <a:gd name="connsiteX9-139" fmla="*/ 2927383 w 3076069"/>
                    <a:gd name="connsiteY9-140" fmla="*/ 96632 h 1321259"/>
                    <a:gd name="connsiteX10-141" fmla="*/ 2131352 w 3076069"/>
                    <a:gd name="connsiteY10-142" fmla="*/ 432543 h 1321259"/>
                    <a:gd name="connsiteX11-143" fmla="*/ 2292399 w 3076069"/>
                    <a:gd name="connsiteY11-144" fmla="*/ 920305 h 1321259"/>
                    <a:gd name="connsiteX12-145" fmla="*/ 3076069 w 3076069"/>
                    <a:gd name="connsiteY12-146" fmla="*/ 1228607 h 1321259"/>
                    <a:gd name="connsiteX13-147" fmla="*/ 2808172 w 3076069"/>
                    <a:gd name="connsiteY13-148" fmla="*/ 1316375 h 1321259"/>
                    <a:gd name="connsiteX14-149" fmla="*/ 1537780 w 3076069"/>
                    <a:gd name="connsiteY14-150" fmla="*/ 750825 h 1321259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01" name="Freeform 600"/>
                <p:cNvSpPr/>
                <p:nvPr/>
              </p:nvSpPr>
              <p:spPr bwMode="auto">
                <a:xfrm>
                  <a:off x="2430680" y="1629256"/>
                  <a:ext cx="703366" cy="109797"/>
                </a:xfrm>
                <a:custGeom>
                  <a:avLst/>
                  <a:gdLst>
                    <a:gd name="T0" fmla="*/ 0 w 3723451"/>
                    <a:gd name="T1" fmla="*/ 26862 h 932950"/>
                    <a:gd name="T2" fmla="*/ 123762 w 3723451"/>
                    <a:gd name="T3" fmla="*/ 317 h 932950"/>
                    <a:gd name="T4" fmla="*/ 350560 w 3723451"/>
                    <a:gd name="T5" fmla="*/ 61264 h 932950"/>
                    <a:gd name="T6" fmla="*/ 566927 w 3723451"/>
                    <a:gd name="T7" fmla="*/ 0 h 932950"/>
                    <a:gd name="T8" fmla="*/ 703366 w 3723451"/>
                    <a:gd name="T9" fmla="*/ 24379 h 932950"/>
                    <a:gd name="T10" fmla="*/ 601856 w 3723451"/>
                    <a:gd name="T11" fmla="*/ 54357 h 932950"/>
                    <a:gd name="T12" fmla="*/ 569173 w 3723451"/>
                    <a:gd name="T13" fmla="*/ 46275 h 932950"/>
                    <a:gd name="T14" fmla="*/ 354544 w 3723451"/>
                    <a:gd name="T15" fmla="*/ 109797 h 932950"/>
                    <a:gd name="T16" fmla="*/ 134425 w 3723451"/>
                    <a:gd name="T17" fmla="*/ 48612 h 932950"/>
                    <a:gd name="T18" fmla="*/ 98836 w 3723451"/>
                    <a:gd name="T19" fmla="*/ 55215 h 932950"/>
                    <a:gd name="T20" fmla="*/ 0 w 3723451"/>
                    <a:gd name="T21" fmla="*/ 26862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02" name="Freeform 601"/>
                <p:cNvSpPr/>
                <p:nvPr/>
              </p:nvSpPr>
              <p:spPr bwMode="auto">
                <a:xfrm>
                  <a:off x="2892028" y="1722161"/>
                  <a:ext cx="260927" cy="95720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927 w 1366596"/>
                    <a:gd name="T3" fmla="*/ 73965 h 809868"/>
                    <a:gd name="T4" fmla="*/ 165166 w 1366596"/>
                    <a:gd name="T5" fmla="*/ 95720 h 809868"/>
                    <a:gd name="T6" fmla="*/ 878 w 1366596"/>
                    <a:gd name="T7" fmla="*/ 50579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03" name="Freeform 602"/>
                <p:cNvSpPr/>
                <p:nvPr/>
              </p:nvSpPr>
              <p:spPr bwMode="auto">
                <a:xfrm>
                  <a:off x="2419337" y="1724976"/>
                  <a:ext cx="253362" cy="95720"/>
                </a:xfrm>
                <a:custGeom>
                  <a:avLst/>
                  <a:gdLst>
                    <a:gd name="T0" fmla="*/ 249903 w 1348191"/>
                    <a:gd name="T1" fmla="*/ 0 h 791462"/>
                    <a:gd name="T2" fmla="*/ 253362 w 1348191"/>
                    <a:gd name="T3" fmla="*/ 46190 h 791462"/>
                    <a:gd name="T4" fmla="*/ 91660 w 1348191"/>
                    <a:gd name="T5" fmla="*/ 95720 h 791462"/>
                    <a:gd name="T6" fmla="*/ 0 w 1348191"/>
                    <a:gd name="T7" fmla="*/ 74016 h 791462"/>
                    <a:gd name="T8" fmla="*/ 249903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cxnSp>
              <p:nvCxnSpPr>
                <p:cNvPr id="604" name="Straight Connector 603"/>
                <p:cNvCxnSpPr>
                  <a:cxnSpLocks noChangeShapeType="1"/>
                  <a:endCxn id="599" idx="2"/>
                </p:cNvCxnSpPr>
                <p:nvPr/>
              </p:nvCxnSpPr>
              <p:spPr bwMode="auto">
                <a:xfrm flipH="1" flipV="1">
                  <a:off x="2184881" y="1722161"/>
                  <a:ext cx="3780" cy="121057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05" name="Straight Connector 604"/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47" y="1727792"/>
                  <a:ext cx="3780" cy="121057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33946" name="Group 48258"/>
            <p:cNvGrpSpPr/>
            <p:nvPr/>
          </p:nvGrpSpPr>
          <p:grpSpPr>
            <a:xfrm>
              <a:off x="6547479" y="3836935"/>
              <a:ext cx="514350" cy="1671638"/>
              <a:chOff x="6547479" y="3836935"/>
              <a:chExt cx="514350" cy="1671638"/>
            </a:xfrm>
          </p:grpSpPr>
          <p:sp>
            <p:nvSpPr>
              <p:cNvPr id="633" name="Rectangle 632"/>
              <p:cNvSpPr/>
              <p:nvPr/>
            </p:nvSpPr>
            <p:spPr bwMode="auto">
              <a:xfrm rot="10800000">
                <a:off x="6550526" y="3920772"/>
                <a:ext cx="498084" cy="629245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634" name="Straight Connector 633"/>
              <p:cNvCxnSpPr/>
              <p:nvPr/>
            </p:nvCxnSpPr>
            <p:spPr bwMode="auto">
              <a:xfrm flipH="1">
                <a:off x="7060242" y="3994054"/>
                <a:ext cx="1587" cy="1366633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951" name="Group 634"/>
              <p:cNvGrpSpPr/>
              <p:nvPr/>
            </p:nvGrpSpPr>
            <p:grpSpPr>
              <a:xfrm>
                <a:off x="6552627" y="5286665"/>
                <a:ext cx="507588" cy="221908"/>
                <a:chOff x="4128636" y="3606589"/>
                <a:chExt cx="568145" cy="338667"/>
              </a:xfrm>
            </p:grpSpPr>
            <p:sp>
              <p:nvSpPr>
                <p:cNvPr id="643" name="Oval 642"/>
                <p:cNvSpPr/>
                <p:nvPr/>
              </p:nvSpPr>
              <p:spPr>
                <a:xfrm>
                  <a:off x="4128205" y="3719558"/>
                  <a:ext cx="568606" cy="225284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44" name="Rectangle 643"/>
                <p:cNvSpPr/>
                <p:nvPr/>
              </p:nvSpPr>
              <p:spPr>
                <a:xfrm>
                  <a:off x="4128205" y="3719558"/>
                  <a:ext cx="568606" cy="111431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45" name="Oval 644"/>
                <p:cNvSpPr/>
                <p:nvPr/>
              </p:nvSpPr>
              <p:spPr>
                <a:xfrm>
                  <a:off x="4128205" y="3605704"/>
                  <a:ext cx="568606" cy="225286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cxnSp>
              <p:nvCxnSpPr>
                <p:cNvPr id="646" name="Straight Connector 645"/>
                <p:cNvCxnSpPr/>
                <p:nvPr/>
              </p:nvCxnSpPr>
              <p:spPr>
                <a:xfrm>
                  <a:off x="4696811" y="3719558"/>
                  <a:ext cx="0" cy="111431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7" name="Straight Connector 646"/>
                <p:cNvCxnSpPr/>
                <p:nvPr/>
              </p:nvCxnSpPr>
              <p:spPr>
                <a:xfrm>
                  <a:off x="4128205" y="3719558"/>
                  <a:ext cx="0" cy="111431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36" name="Rectangle 635"/>
              <p:cNvSpPr/>
              <p:nvPr/>
            </p:nvSpPr>
            <p:spPr bwMode="auto">
              <a:xfrm>
                <a:off x="6553829" y="4551184"/>
                <a:ext cx="496888" cy="812678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638" name="Straight Connector 637"/>
              <p:cNvCxnSpPr/>
              <p:nvPr/>
            </p:nvCxnSpPr>
            <p:spPr bwMode="auto">
              <a:xfrm flipH="1">
                <a:off x="6547479" y="4001991"/>
                <a:ext cx="3175" cy="1452344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954" name="Group 622"/>
              <p:cNvGrpSpPr/>
              <p:nvPr/>
            </p:nvGrpSpPr>
            <p:grpSpPr>
              <a:xfrm>
                <a:off x="6549992" y="3836935"/>
                <a:ext cx="503828" cy="248485"/>
                <a:chOff x="2183302" y="1564542"/>
                <a:chExt cx="1200154" cy="440314"/>
              </a:xfrm>
            </p:grpSpPr>
            <p:sp>
              <p:nvSpPr>
                <p:cNvPr id="624" name="Oval 623"/>
                <p:cNvSpPr/>
                <p:nvPr/>
              </p:nvSpPr>
              <p:spPr bwMode="auto">
                <a:xfrm flipV="1">
                  <a:off x="2188662" y="1691075"/>
                  <a:ext cx="1194966" cy="31501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solidFill>
                        <a:schemeClr val="tx1"/>
                      </a:solidFill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25" name="Rectangle 624"/>
                <p:cNvSpPr/>
                <p:nvPr/>
              </p:nvSpPr>
              <p:spPr bwMode="auto">
                <a:xfrm>
                  <a:off x="2184879" y="1736077"/>
                  <a:ext cx="1198749" cy="11250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26" name="Oval 625"/>
                <p:cNvSpPr>
                  <a:spLocks noChangeArrowheads="1"/>
                </p:cNvSpPr>
                <p:nvPr/>
              </p:nvSpPr>
              <p:spPr bwMode="auto">
                <a:xfrm flipV="1">
                  <a:off x="2184879" y="1564508"/>
                  <a:ext cx="1194966" cy="315014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chemeClr val="tx1"/>
                  </a:solidFill>
                  <a:rou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27" name="Freeform 626"/>
                <p:cNvSpPr/>
                <p:nvPr/>
              </p:nvSpPr>
              <p:spPr bwMode="auto">
                <a:xfrm>
                  <a:off x="2491185" y="1671388"/>
                  <a:ext cx="582357" cy="157507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-1" fmla="*/ 1486231 w 2944854"/>
                    <a:gd name="connsiteY0-2" fmla="*/ 727041 h 1316375"/>
                    <a:gd name="connsiteX1-3" fmla="*/ 257675 w 2944854"/>
                    <a:gd name="connsiteY1-4" fmla="*/ 1302232 h 1316375"/>
                    <a:gd name="connsiteX2-5" fmla="*/ 0 w 2944854"/>
                    <a:gd name="connsiteY2-6" fmla="*/ 1228607 h 1316375"/>
                    <a:gd name="connsiteX3-7" fmla="*/ 911064 w 2944854"/>
                    <a:gd name="connsiteY3-8" fmla="*/ 837478 h 1316375"/>
                    <a:gd name="connsiteX4-9" fmla="*/ 883456 w 2944854"/>
                    <a:gd name="connsiteY4-10" fmla="*/ 450949 h 1316375"/>
                    <a:gd name="connsiteX5-11" fmla="*/ 161047 w 2944854"/>
                    <a:gd name="connsiteY5-12" fmla="*/ 119640 h 1316375"/>
                    <a:gd name="connsiteX6-13" fmla="*/ 404917 w 2944854"/>
                    <a:gd name="connsiteY6-14" fmla="*/ 50617 h 1316375"/>
                    <a:gd name="connsiteX7-15" fmla="*/ 1477028 w 2944854"/>
                    <a:gd name="connsiteY7-16" fmla="*/ 501566 h 1316375"/>
                    <a:gd name="connsiteX8-17" fmla="*/ 2572146 w 2944854"/>
                    <a:gd name="connsiteY8-18" fmla="*/ 0 h 1316375"/>
                    <a:gd name="connsiteX9-19" fmla="*/ 2875834 w 2944854"/>
                    <a:gd name="connsiteY9-20" fmla="*/ 96632 h 1316375"/>
                    <a:gd name="connsiteX10-21" fmla="*/ 2079803 w 2944854"/>
                    <a:gd name="connsiteY10-22" fmla="*/ 432543 h 1316375"/>
                    <a:gd name="connsiteX11-23" fmla="*/ 2240850 w 2944854"/>
                    <a:gd name="connsiteY11-24" fmla="*/ 920305 h 1316375"/>
                    <a:gd name="connsiteX12-25" fmla="*/ 2944854 w 2944854"/>
                    <a:gd name="connsiteY12-26" fmla="*/ 1228607 h 1316375"/>
                    <a:gd name="connsiteX13-27" fmla="*/ 2756623 w 2944854"/>
                    <a:gd name="connsiteY13-28" fmla="*/ 1316375 h 1316375"/>
                    <a:gd name="connsiteX14-29" fmla="*/ 1486231 w 2944854"/>
                    <a:gd name="connsiteY14-30" fmla="*/ 727041 h 1316375"/>
                    <a:gd name="connsiteX0-31" fmla="*/ 1486231 w 3024520"/>
                    <a:gd name="connsiteY0-32" fmla="*/ 727041 h 1316375"/>
                    <a:gd name="connsiteX1-33" fmla="*/ 257675 w 3024520"/>
                    <a:gd name="connsiteY1-34" fmla="*/ 1302232 h 1316375"/>
                    <a:gd name="connsiteX2-35" fmla="*/ 0 w 3024520"/>
                    <a:gd name="connsiteY2-36" fmla="*/ 1228607 h 1316375"/>
                    <a:gd name="connsiteX3-37" fmla="*/ 911064 w 3024520"/>
                    <a:gd name="connsiteY3-38" fmla="*/ 837478 h 1316375"/>
                    <a:gd name="connsiteX4-39" fmla="*/ 883456 w 3024520"/>
                    <a:gd name="connsiteY4-40" fmla="*/ 450949 h 1316375"/>
                    <a:gd name="connsiteX5-41" fmla="*/ 161047 w 3024520"/>
                    <a:gd name="connsiteY5-42" fmla="*/ 119640 h 1316375"/>
                    <a:gd name="connsiteX6-43" fmla="*/ 404917 w 3024520"/>
                    <a:gd name="connsiteY6-44" fmla="*/ 50617 h 1316375"/>
                    <a:gd name="connsiteX7-45" fmla="*/ 1477028 w 3024520"/>
                    <a:gd name="connsiteY7-46" fmla="*/ 501566 h 1316375"/>
                    <a:gd name="connsiteX8-47" fmla="*/ 2572146 w 3024520"/>
                    <a:gd name="connsiteY8-48" fmla="*/ 0 h 1316375"/>
                    <a:gd name="connsiteX9-49" fmla="*/ 2875834 w 3024520"/>
                    <a:gd name="connsiteY9-50" fmla="*/ 96632 h 1316375"/>
                    <a:gd name="connsiteX10-51" fmla="*/ 2079803 w 3024520"/>
                    <a:gd name="connsiteY10-52" fmla="*/ 432543 h 1316375"/>
                    <a:gd name="connsiteX11-53" fmla="*/ 2240850 w 3024520"/>
                    <a:gd name="connsiteY11-54" fmla="*/ 920305 h 1316375"/>
                    <a:gd name="connsiteX12-55" fmla="*/ 3024520 w 3024520"/>
                    <a:gd name="connsiteY12-56" fmla="*/ 1228607 h 1316375"/>
                    <a:gd name="connsiteX13-57" fmla="*/ 2756623 w 3024520"/>
                    <a:gd name="connsiteY13-58" fmla="*/ 1316375 h 1316375"/>
                    <a:gd name="connsiteX14-59" fmla="*/ 1486231 w 3024520"/>
                    <a:gd name="connsiteY14-60" fmla="*/ 727041 h 1316375"/>
                    <a:gd name="connsiteX0-61" fmla="*/ 1537780 w 3076069"/>
                    <a:gd name="connsiteY0-62" fmla="*/ 727041 h 1316375"/>
                    <a:gd name="connsiteX1-63" fmla="*/ 309224 w 3076069"/>
                    <a:gd name="connsiteY1-64" fmla="*/ 1302232 h 1316375"/>
                    <a:gd name="connsiteX2-65" fmla="*/ 0 w 3076069"/>
                    <a:gd name="connsiteY2-66" fmla="*/ 1228607 h 1316375"/>
                    <a:gd name="connsiteX3-67" fmla="*/ 962613 w 3076069"/>
                    <a:gd name="connsiteY3-68" fmla="*/ 837478 h 1316375"/>
                    <a:gd name="connsiteX4-69" fmla="*/ 935005 w 3076069"/>
                    <a:gd name="connsiteY4-70" fmla="*/ 450949 h 1316375"/>
                    <a:gd name="connsiteX5-71" fmla="*/ 212596 w 3076069"/>
                    <a:gd name="connsiteY5-72" fmla="*/ 119640 h 1316375"/>
                    <a:gd name="connsiteX6-73" fmla="*/ 456466 w 3076069"/>
                    <a:gd name="connsiteY6-74" fmla="*/ 50617 h 1316375"/>
                    <a:gd name="connsiteX7-75" fmla="*/ 1528577 w 3076069"/>
                    <a:gd name="connsiteY7-76" fmla="*/ 501566 h 1316375"/>
                    <a:gd name="connsiteX8-77" fmla="*/ 2623695 w 3076069"/>
                    <a:gd name="connsiteY8-78" fmla="*/ 0 h 1316375"/>
                    <a:gd name="connsiteX9-79" fmla="*/ 2927383 w 3076069"/>
                    <a:gd name="connsiteY9-80" fmla="*/ 96632 h 1316375"/>
                    <a:gd name="connsiteX10-81" fmla="*/ 2131352 w 3076069"/>
                    <a:gd name="connsiteY10-82" fmla="*/ 432543 h 1316375"/>
                    <a:gd name="connsiteX11-83" fmla="*/ 2292399 w 3076069"/>
                    <a:gd name="connsiteY11-84" fmla="*/ 920305 h 1316375"/>
                    <a:gd name="connsiteX12-85" fmla="*/ 3076069 w 3076069"/>
                    <a:gd name="connsiteY12-86" fmla="*/ 1228607 h 1316375"/>
                    <a:gd name="connsiteX13-87" fmla="*/ 2808172 w 3076069"/>
                    <a:gd name="connsiteY13-88" fmla="*/ 1316375 h 1316375"/>
                    <a:gd name="connsiteX14-89" fmla="*/ 1537780 w 3076069"/>
                    <a:gd name="connsiteY14-90" fmla="*/ 727041 h 1316375"/>
                    <a:gd name="connsiteX0-91" fmla="*/ 1537780 w 3076069"/>
                    <a:gd name="connsiteY0-92" fmla="*/ 727041 h 1321259"/>
                    <a:gd name="connsiteX1-93" fmla="*/ 313981 w 3076069"/>
                    <a:gd name="connsiteY1-94" fmla="*/ 1321259 h 1321259"/>
                    <a:gd name="connsiteX2-95" fmla="*/ 0 w 3076069"/>
                    <a:gd name="connsiteY2-96" fmla="*/ 1228607 h 1321259"/>
                    <a:gd name="connsiteX3-97" fmla="*/ 962613 w 3076069"/>
                    <a:gd name="connsiteY3-98" fmla="*/ 837478 h 1321259"/>
                    <a:gd name="connsiteX4-99" fmla="*/ 935005 w 3076069"/>
                    <a:gd name="connsiteY4-100" fmla="*/ 450949 h 1321259"/>
                    <a:gd name="connsiteX5-101" fmla="*/ 212596 w 3076069"/>
                    <a:gd name="connsiteY5-102" fmla="*/ 119640 h 1321259"/>
                    <a:gd name="connsiteX6-103" fmla="*/ 456466 w 3076069"/>
                    <a:gd name="connsiteY6-104" fmla="*/ 50617 h 1321259"/>
                    <a:gd name="connsiteX7-105" fmla="*/ 1528577 w 3076069"/>
                    <a:gd name="connsiteY7-106" fmla="*/ 501566 h 1321259"/>
                    <a:gd name="connsiteX8-107" fmla="*/ 2623695 w 3076069"/>
                    <a:gd name="connsiteY8-108" fmla="*/ 0 h 1321259"/>
                    <a:gd name="connsiteX9-109" fmla="*/ 2927383 w 3076069"/>
                    <a:gd name="connsiteY9-110" fmla="*/ 96632 h 1321259"/>
                    <a:gd name="connsiteX10-111" fmla="*/ 2131352 w 3076069"/>
                    <a:gd name="connsiteY10-112" fmla="*/ 432543 h 1321259"/>
                    <a:gd name="connsiteX11-113" fmla="*/ 2292399 w 3076069"/>
                    <a:gd name="connsiteY11-114" fmla="*/ 920305 h 1321259"/>
                    <a:gd name="connsiteX12-115" fmla="*/ 3076069 w 3076069"/>
                    <a:gd name="connsiteY12-116" fmla="*/ 1228607 h 1321259"/>
                    <a:gd name="connsiteX13-117" fmla="*/ 2808172 w 3076069"/>
                    <a:gd name="connsiteY13-118" fmla="*/ 1316375 h 1321259"/>
                    <a:gd name="connsiteX14-119" fmla="*/ 1537780 w 3076069"/>
                    <a:gd name="connsiteY14-120" fmla="*/ 727041 h 1321259"/>
                    <a:gd name="connsiteX0-121" fmla="*/ 1537780 w 3076069"/>
                    <a:gd name="connsiteY0-122" fmla="*/ 750825 h 1321259"/>
                    <a:gd name="connsiteX1-123" fmla="*/ 313981 w 3076069"/>
                    <a:gd name="connsiteY1-124" fmla="*/ 1321259 h 1321259"/>
                    <a:gd name="connsiteX2-125" fmla="*/ 0 w 3076069"/>
                    <a:gd name="connsiteY2-126" fmla="*/ 1228607 h 1321259"/>
                    <a:gd name="connsiteX3-127" fmla="*/ 962613 w 3076069"/>
                    <a:gd name="connsiteY3-128" fmla="*/ 837478 h 1321259"/>
                    <a:gd name="connsiteX4-129" fmla="*/ 935005 w 3076069"/>
                    <a:gd name="connsiteY4-130" fmla="*/ 450949 h 1321259"/>
                    <a:gd name="connsiteX5-131" fmla="*/ 212596 w 3076069"/>
                    <a:gd name="connsiteY5-132" fmla="*/ 119640 h 1321259"/>
                    <a:gd name="connsiteX6-133" fmla="*/ 456466 w 3076069"/>
                    <a:gd name="connsiteY6-134" fmla="*/ 50617 h 1321259"/>
                    <a:gd name="connsiteX7-135" fmla="*/ 1528577 w 3076069"/>
                    <a:gd name="connsiteY7-136" fmla="*/ 501566 h 1321259"/>
                    <a:gd name="connsiteX8-137" fmla="*/ 2623695 w 3076069"/>
                    <a:gd name="connsiteY8-138" fmla="*/ 0 h 1321259"/>
                    <a:gd name="connsiteX9-139" fmla="*/ 2927383 w 3076069"/>
                    <a:gd name="connsiteY9-140" fmla="*/ 96632 h 1321259"/>
                    <a:gd name="connsiteX10-141" fmla="*/ 2131352 w 3076069"/>
                    <a:gd name="connsiteY10-142" fmla="*/ 432543 h 1321259"/>
                    <a:gd name="connsiteX11-143" fmla="*/ 2292399 w 3076069"/>
                    <a:gd name="connsiteY11-144" fmla="*/ 920305 h 1321259"/>
                    <a:gd name="connsiteX12-145" fmla="*/ 3076069 w 3076069"/>
                    <a:gd name="connsiteY12-146" fmla="*/ 1228607 h 1321259"/>
                    <a:gd name="connsiteX13-147" fmla="*/ 2808172 w 3076069"/>
                    <a:gd name="connsiteY13-148" fmla="*/ 1316375 h 1321259"/>
                    <a:gd name="connsiteX14-149" fmla="*/ 1537780 w 3076069"/>
                    <a:gd name="connsiteY14-150" fmla="*/ 750825 h 1321259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28" name="Freeform 627"/>
                <p:cNvSpPr/>
                <p:nvPr/>
              </p:nvSpPr>
              <p:spPr bwMode="auto">
                <a:xfrm>
                  <a:off x="2430680" y="1629198"/>
                  <a:ext cx="703366" cy="112505"/>
                </a:xfrm>
                <a:custGeom>
                  <a:avLst/>
                  <a:gdLst>
                    <a:gd name="T0" fmla="*/ 0 w 3723451"/>
                    <a:gd name="T1" fmla="*/ 27524 h 932950"/>
                    <a:gd name="T2" fmla="*/ 123762 w 3723451"/>
                    <a:gd name="T3" fmla="*/ 324 h 932950"/>
                    <a:gd name="T4" fmla="*/ 350560 w 3723451"/>
                    <a:gd name="T5" fmla="*/ 62775 h 932950"/>
                    <a:gd name="T6" fmla="*/ 566927 w 3723451"/>
                    <a:gd name="T7" fmla="*/ 0 h 932950"/>
                    <a:gd name="T8" fmla="*/ 703366 w 3723451"/>
                    <a:gd name="T9" fmla="*/ 24980 h 932950"/>
                    <a:gd name="T10" fmla="*/ 601856 w 3723451"/>
                    <a:gd name="T11" fmla="*/ 55698 h 932950"/>
                    <a:gd name="T12" fmla="*/ 569173 w 3723451"/>
                    <a:gd name="T13" fmla="*/ 47416 h 932950"/>
                    <a:gd name="T14" fmla="*/ 354544 w 3723451"/>
                    <a:gd name="T15" fmla="*/ 112505 h 932950"/>
                    <a:gd name="T16" fmla="*/ 134425 w 3723451"/>
                    <a:gd name="T17" fmla="*/ 49811 h 932950"/>
                    <a:gd name="T18" fmla="*/ 98836 w 3723451"/>
                    <a:gd name="T19" fmla="*/ 56577 h 932950"/>
                    <a:gd name="T20" fmla="*/ 0 w 3723451"/>
                    <a:gd name="T21" fmla="*/ 27524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29" name="Freeform 628"/>
                <p:cNvSpPr/>
                <p:nvPr/>
              </p:nvSpPr>
              <p:spPr bwMode="auto">
                <a:xfrm>
                  <a:off x="2892028" y="1724827"/>
                  <a:ext cx="260925" cy="95629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925 w 1366596"/>
                    <a:gd name="T3" fmla="*/ 73895 h 809868"/>
                    <a:gd name="T4" fmla="*/ 165165 w 1366596"/>
                    <a:gd name="T5" fmla="*/ 95629 h 809868"/>
                    <a:gd name="T6" fmla="*/ 878 w 1366596"/>
                    <a:gd name="T7" fmla="*/ 50531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30" name="Freeform 629"/>
                <p:cNvSpPr/>
                <p:nvPr/>
              </p:nvSpPr>
              <p:spPr bwMode="auto">
                <a:xfrm>
                  <a:off x="2419334" y="1727640"/>
                  <a:ext cx="253364" cy="92816"/>
                </a:xfrm>
                <a:custGeom>
                  <a:avLst/>
                  <a:gdLst>
                    <a:gd name="T0" fmla="*/ 249905 w 1348191"/>
                    <a:gd name="T1" fmla="*/ 0 h 791462"/>
                    <a:gd name="T2" fmla="*/ 253364 w 1348191"/>
                    <a:gd name="T3" fmla="*/ 44789 h 791462"/>
                    <a:gd name="T4" fmla="*/ 91661 w 1348191"/>
                    <a:gd name="T5" fmla="*/ 92816 h 791462"/>
                    <a:gd name="T6" fmla="*/ 0 w 1348191"/>
                    <a:gd name="T7" fmla="*/ 71770 h 791462"/>
                    <a:gd name="T8" fmla="*/ 249905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cxnSp>
              <p:nvCxnSpPr>
                <p:cNvPr id="631" name="Straight Connector 630"/>
                <p:cNvCxnSpPr>
                  <a:cxnSpLocks noChangeShapeType="1"/>
                  <a:endCxn id="626" idx="2"/>
                </p:cNvCxnSpPr>
                <p:nvPr/>
              </p:nvCxnSpPr>
              <p:spPr bwMode="auto">
                <a:xfrm flipH="1" flipV="1">
                  <a:off x="2184879" y="1722015"/>
                  <a:ext cx="3783" cy="120942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32" name="Straight Connector 631"/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45" y="1730452"/>
                  <a:ext cx="3783" cy="120944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</p:grpSp>
      <p:grpSp>
        <p:nvGrpSpPr>
          <p:cNvPr id="28" name="Group 27"/>
          <p:cNvGrpSpPr/>
          <p:nvPr/>
        </p:nvGrpSpPr>
        <p:grpSpPr>
          <a:xfrm>
            <a:off x="3905250" y="2476500"/>
            <a:ext cx="4416425" cy="2314575"/>
            <a:chOff x="2381956" y="2435173"/>
            <a:chExt cx="4415330" cy="2315048"/>
          </a:xfrm>
        </p:grpSpPr>
        <p:sp>
          <p:nvSpPr>
            <p:cNvPr id="391" name="Freeform 390"/>
            <p:cNvSpPr/>
            <p:nvPr/>
          </p:nvSpPr>
          <p:spPr>
            <a:xfrm>
              <a:off x="2381956" y="2439937"/>
              <a:ext cx="296789" cy="1743431"/>
            </a:xfrm>
            <a:custGeom>
              <a:avLst/>
              <a:gdLst>
                <a:gd name="connsiteX0" fmla="*/ 307275 w 307275"/>
                <a:gd name="connsiteY0" fmla="*/ 0 h 1659441"/>
                <a:gd name="connsiteX1" fmla="*/ 0 w 307275"/>
                <a:gd name="connsiteY1" fmla="*/ 0 h 1659441"/>
                <a:gd name="connsiteX2" fmla="*/ 0 w 307275"/>
                <a:gd name="connsiteY2" fmla="*/ 1659441 h 1659441"/>
                <a:gd name="connsiteX0-1" fmla="*/ 307275 w 307275"/>
                <a:gd name="connsiteY0-2" fmla="*/ 0 h 2015941"/>
                <a:gd name="connsiteX1-3" fmla="*/ 0 w 307275"/>
                <a:gd name="connsiteY1-4" fmla="*/ 0 h 2015941"/>
                <a:gd name="connsiteX2-5" fmla="*/ 0 w 307275"/>
                <a:gd name="connsiteY2-6" fmla="*/ 2015941 h 2015941"/>
                <a:gd name="connsiteX0-7" fmla="*/ 228538 w 228538"/>
                <a:gd name="connsiteY0-8" fmla="*/ 0 h 2022548"/>
                <a:gd name="connsiteX1-9" fmla="*/ 0 w 228538"/>
                <a:gd name="connsiteY1-10" fmla="*/ 6607 h 2022548"/>
                <a:gd name="connsiteX2-11" fmla="*/ 0 w 228538"/>
                <a:gd name="connsiteY2-12" fmla="*/ 2022548 h 202254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28538" h="2022548">
                  <a:moveTo>
                    <a:pt x="228538" y="0"/>
                  </a:moveTo>
                  <a:lnTo>
                    <a:pt x="0" y="6607"/>
                  </a:lnTo>
                  <a:lnTo>
                    <a:pt x="0" y="2022548"/>
                  </a:lnTo>
                </a:path>
              </a:pathLst>
            </a:custGeom>
            <a:ln w="3175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92" name="Freeform 391"/>
            <p:cNvSpPr/>
            <p:nvPr/>
          </p:nvSpPr>
          <p:spPr>
            <a:xfrm flipH="1">
              <a:off x="6411620" y="2435173"/>
              <a:ext cx="385666" cy="2300758"/>
            </a:xfrm>
            <a:custGeom>
              <a:avLst/>
              <a:gdLst>
                <a:gd name="connsiteX0" fmla="*/ 307275 w 307275"/>
                <a:gd name="connsiteY0" fmla="*/ 0 h 1659441"/>
                <a:gd name="connsiteX1" fmla="*/ 0 w 307275"/>
                <a:gd name="connsiteY1" fmla="*/ 0 h 1659441"/>
                <a:gd name="connsiteX2" fmla="*/ 0 w 307275"/>
                <a:gd name="connsiteY2" fmla="*/ 1659441 h 1659441"/>
                <a:gd name="connsiteX0-1" fmla="*/ 307275 w 307275"/>
                <a:gd name="connsiteY0-2" fmla="*/ 0 h 2117725"/>
                <a:gd name="connsiteX1-3" fmla="*/ 0 w 307275"/>
                <a:gd name="connsiteY1-4" fmla="*/ 0 h 2117725"/>
                <a:gd name="connsiteX2-5" fmla="*/ 0 w 307275"/>
                <a:gd name="connsiteY2-6" fmla="*/ 2117725 h 211772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307275" h="2117725">
                  <a:moveTo>
                    <a:pt x="307275" y="0"/>
                  </a:moveTo>
                  <a:lnTo>
                    <a:pt x="0" y="0"/>
                  </a:lnTo>
                  <a:lnTo>
                    <a:pt x="0" y="2117725"/>
                  </a:lnTo>
                </a:path>
              </a:pathLst>
            </a:custGeom>
            <a:ln w="3175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cxnSp>
          <p:nvCxnSpPr>
            <p:cNvPr id="393" name="Straight Arrow Connector 392"/>
            <p:cNvCxnSpPr/>
            <p:nvPr/>
          </p:nvCxnSpPr>
          <p:spPr>
            <a:xfrm flipV="1">
              <a:off x="5791061" y="2687638"/>
              <a:ext cx="7936" cy="2062583"/>
            </a:xfrm>
            <a:prstGeom prst="straightConnector1">
              <a:avLst/>
            </a:prstGeom>
            <a:ln w="3175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/>
            <p:cNvCxnSpPr/>
            <p:nvPr/>
          </p:nvCxnSpPr>
          <p:spPr>
            <a:xfrm flipV="1">
              <a:off x="4599144" y="2708279"/>
              <a:ext cx="17458" cy="2037179"/>
            </a:xfrm>
            <a:prstGeom prst="straightConnector1">
              <a:avLst/>
            </a:prstGeom>
            <a:ln w="3175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Straight Arrow Connector 394"/>
            <p:cNvCxnSpPr/>
            <p:nvPr/>
          </p:nvCxnSpPr>
          <p:spPr>
            <a:xfrm flipH="1" flipV="1">
              <a:off x="3807178" y="2762265"/>
              <a:ext cx="9523" cy="1983193"/>
            </a:xfrm>
            <a:prstGeom prst="straightConnector1">
              <a:avLst/>
            </a:prstGeom>
            <a:ln w="3175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808" name="Text Box 167"/>
          <p:cNvSpPr txBox="1"/>
          <p:nvPr/>
        </p:nvSpPr>
        <p:spPr>
          <a:xfrm>
            <a:off x="2062163" y="-1587"/>
            <a:ext cx="7785100" cy="8318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Logically centralized control plane</a:t>
            </a:r>
            <a:endParaRPr lang="en-US" altLang="zh-CN" sz="3600" b="1" dirty="0">
              <a:solidFill>
                <a:srgbClr val="000099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pic>
        <p:nvPicPr>
          <p:cNvPr id="33809" name="Picture 5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05025" y="776288"/>
            <a:ext cx="6423025" cy="209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810" name="TextBox 335"/>
          <p:cNvSpPr txBox="1"/>
          <p:nvPr/>
        </p:nvSpPr>
        <p:spPr>
          <a:xfrm>
            <a:off x="660400" y="1063625"/>
            <a:ext cx="10858500" cy="1139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A distinct (typically remote) controller interacts with local control agents (CAs)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3579813" y="4687888"/>
            <a:ext cx="4957762" cy="693737"/>
            <a:chOff x="2055070" y="4690247"/>
            <a:chExt cx="4956877" cy="694339"/>
          </a:xfrm>
        </p:grpSpPr>
        <p:grpSp>
          <p:nvGrpSpPr>
            <p:cNvPr id="33907" name="Group 554"/>
            <p:cNvGrpSpPr/>
            <p:nvPr/>
          </p:nvGrpSpPr>
          <p:grpSpPr>
            <a:xfrm>
              <a:off x="3605320" y="5055434"/>
              <a:ext cx="430131" cy="329152"/>
              <a:chOff x="2931664" y="3912603"/>
              <a:chExt cx="430450" cy="329314"/>
            </a:xfrm>
          </p:grpSpPr>
          <p:sp>
            <p:nvSpPr>
              <p:cNvPr id="558" name="Rectangle 557"/>
              <p:cNvSpPr/>
              <p:nvPr/>
            </p:nvSpPr>
            <p:spPr>
              <a:xfrm>
                <a:off x="2936890" y="3912858"/>
                <a:ext cx="425689" cy="32905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559" name="Straight Connector 558"/>
              <p:cNvCxnSpPr/>
              <p:nvPr/>
            </p:nvCxnSpPr>
            <p:spPr>
              <a:xfrm>
                <a:off x="2932124" y="4005058"/>
                <a:ext cx="425689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0" name="Straight Connector 559"/>
              <p:cNvCxnSpPr/>
              <p:nvPr/>
            </p:nvCxnSpPr>
            <p:spPr>
              <a:xfrm>
                <a:off x="2932124" y="4068645"/>
                <a:ext cx="425689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" name="Straight Connector 560"/>
              <p:cNvCxnSpPr>
                <a:stCxn id="558" idx="2"/>
              </p:cNvCxnSpPr>
              <p:nvPr/>
            </p:nvCxnSpPr>
            <p:spPr>
              <a:xfrm flipH="1" flipV="1">
                <a:off x="3148146" y="4005058"/>
                <a:ext cx="1589" cy="236859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908" name="Group 582"/>
            <p:cNvGrpSpPr/>
            <p:nvPr/>
          </p:nvGrpSpPr>
          <p:grpSpPr>
            <a:xfrm>
              <a:off x="4387957" y="5055368"/>
              <a:ext cx="430131" cy="329152"/>
              <a:chOff x="2931664" y="3912603"/>
              <a:chExt cx="430450" cy="329314"/>
            </a:xfrm>
          </p:grpSpPr>
          <p:sp>
            <p:nvSpPr>
              <p:cNvPr id="585" name="Rectangle 584"/>
              <p:cNvSpPr/>
              <p:nvPr/>
            </p:nvSpPr>
            <p:spPr>
              <a:xfrm>
                <a:off x="2936750" y="3912924"/>
                <a:ext cx="425689" cy="32905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586" name="Straight Connector 585"/>
              <p:cNvCxnSpPr/>
              <p:nvPr/>
            </p:nvCxnSpPr>
            <p:spPr>
              <a:xfrm>
                <a:off x="2931985" y="4005125"/>
                <a:ext cx="425689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7" name="Straight Connector 586"/>
              <p:cNvCxnSpPr/>
              <p:nvPr/>
            </p:nvCxnSpPr>
            <p:spPr>
              <a:xfrm>
                <a:off x="2931985" y="4068711"/>
                <a:ext cx="425689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8" name="Straight Connector 587"/>
              <p:cNvCxnSpPr>
                <a:stCxn id="585" idx="2"/>
              </p:cNvCxnSpPr>
              <p:nvPr/>
            </p:nvCxnSpPr>
            <p:spPr>
              <a:xfrm flipH="1" flipV="1">
                <a:off x="3148007" y="4005125"/>
                <a:ext cx="1588" cy="236859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909" name="Group 609"/>
            <p:cNvGrpSpPr/>
            <p:nvPr/>
          </p:nvGrpSpPr>
          <p:grpSpPr>
            <a:xfrm>
              <a:off x="5591804" y="5053093"/>
              <a:ext cx="430212" cy="328614"/>
              <a:chOff x="2932186" y="3913304"/>
              <a:chExt cx="430531" cy="328775"/>
            </a:xfrm>
          </p:grpSpPr>
          <p:sp>
            <p:nvSpPr>
              <p:cNvPr id="612" name="Rectangle 611"/>
              <p:cNvSpPr/>
              <p:nvPr/>
            </p:nvSpPr>
            <p:spPr>
              <a:xfrm>
                <a:off x="2936535" y="3912722"/>
                <a:ext cx="425689" cy="32905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613" name="Straight Connector 612"/>
              <p:cNvCxnSpPr/>
              <p:nvPr/>
            </p:nvCxnSpPr>
            <p:spPr>
              <a:xfrm>
                <a:off x="2931771" y="4004922"/>
                <a:ext cx="425689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4" name="Straight Connector 613"/>
              <p:cNvCxnSpPr/>
              <p:nvPr/>
            </p:nvCxnSpPr>
            <p:spPr>
              <a:xfrm>
                <a:off x="2931771" y="4068509"/>
                <a:ext cx="425689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" name="Straight Connector 614"/>
              <p:cNvCxnSpPr>
                <a:stCxn id="612" idx="2"/>
              </p:cNvCxnSpPr>
              <p:nvPr/>
            </p:nvCxnSpPr>
            <p:spPr>
              <a:xfrm flipH="1" flipV="1">
                <a:off x="3147792" y="4004922"/>
                <a:ext cx="1588" cy="236858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910" name="Group 636"/>
            <p:cNvGrpSpPr/>
            <p:nvPr/>
          </p:nvGrpSpPr>
          <p:grpSpPr>
            <a:xfrm>
              <a:off x="6581816" y="5045656"/>
              <a:ext cx="430131" cy="329465"/>
              <a:chOff x="2931664" y="3912603"/>
              <a:chExt cx="430450" cy="329314"/>
            </a:xfrm>
          </p:grpSpPr>
          <p:sp>
            <p:nvSpPr>
              <p:cNvPr id="639" name="Rectangle 638"/>
              <p:cNvSpPr/>
              <p:nvPr/>
            </p:nvSpPr>
            <p:spPr>
              <a:xfrm>
                <a:off x="2936425" y="3913102"/>
                <a:ext cx="425689" cy="328747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640" name="Straight Connector 639"/>
              <p:cNvCxnSpPr/>
              <p:nvPr/>
            </p:nvCxnSpPr>
            <p:spPr>
              <a:xfrm>
                <a:off x="2931660" y="4005215"/>
                <a:ext cx="425689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1" name="Straight Connector 640"/>
              <p:cNvCxnSpPr/>
              <p:nvPr/>
            </p:nvCxnSpPr>
            <p:spPr>
              <a:xfrm>
                <a:off x="2931660" y="4067152"/>
                <a:ext cx="425689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2" name="Straight Connector 641"/>
              <p:cNvCxnSpPr>
                <a:stCxn id="639" idx="2"/>
              </p:cNvCxnSpPr>
              <p:nvPr/>
            </p:nvCxnSpPr>
            <p:spPr>
              <a:xfrm flipH="1" flipV="1">
                <a:off x="3147681" y="4005215"/>
                <a:ext cx="1588" cy="236634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911" name="Group 554"/>
            <p:cNvGrpSpPr/>
            <p:nvPr/>
          </p:nvGrpSpPr>
          <p:grpSpPr>
            <a:xfrm>
              <a:off x="2055070" y="4690247"/>
              <a:ext cx="675320" cy="521222"/>
              <a:chOff x="2931664" y="3912603"/>
              <a:chExt cx="430450" cy="329314"/>
            </a:xfrm>
          </p:grpSpPr>
          <p:sp>
            <p:nvSpPr>
              <p:cNvPr id="358" name="Rectangle 357"/>
              <p:cNvSpPr/>
              <p:nvPr/>
            </p:nvSpPr>
            <p:spPr>
              <a:xfrm>
                <a:off x="2936722" y="3913607"/>
                <a:ext cx="425923" cy="328266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359" name="Straight Connector 358"/>
              <p:cNvCxnSpPr/>
              <p:nvPr/>
            </p:nvCxnSpPr>
            <p:spPr>
              <a:xfrm>
                <a:off x="2932675" y="4004959"/>
                <a:ext cx="424911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Straight Connector 359"/>
              <p:cNvCxnSpPr/>
              <p:nvPr/>
            </p:nvCxnSpPr>
            <p:spPr>
              <a:xfrm>
                <a:off x="2932675" y="4069207"/>
                <a:ext cx="424911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Straight Connector 360"/>
              <p:cNvCxnSpPr>
                <a:stCxn id="358" idx="2"/>
              </p:cNvCxnSpPr>
              <p:nvPr/>
            </p:nvCxnSpPr>
            <p:spPr>
              <a:xfrm flipH="1" flipV="1">
                <a:off x="3148166" y="4004959"/>
                <a:ext cx="1011" cy="236914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3812" name="Group 347"/>
          <p:cNvGrpSpPr/>
          <p:nvPr/>
        </p:nvGrpSpPr>
        <p:grpSpPr>
          <a:xfrm>
            <a:off x="7380288" y="5943600"/>
            <a:ext cx="588962" cy="242888"/>
            <a:chOff x="1871277" y="1576300"/>
            <a:chExt cx="1128371" cy="437861"/>
          </a:xfrm>
        </p:grpSpPr>
        <p:sp>
          <p:nvSpPr>
            <p:cNvPr id="363" name="Oval 362"/>
            <p:cNvSpPr>
              <a:spLocks noChangeArrowheads="1"/>
            </p:cNvSpPr>
            <p:nvPr/>
          </p:nvSpPr>
          <p:spPr bwMode="auto">
            <a:xfrm flipV="1">
              <a:off x="1874317" y="1693636"/>
              <a:ext cx="1125331" cy="320525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64" name="Rectangle 363"/>
            <p:cNvSpPr/>
            <p:nvPr/>
          </p:nvSpPr>
          <p:spPr bwMode="auto">
            <a:xfrm>
              <a:off x="1871277" y="1739425"/>
              <a:ext cx="1128371" cy="117334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65" name="Oval 364"/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331" cy="320525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66" name="Freeform 365"/>
            <p:cNvSpPr/>
            <p:nvPr/>
          </p:nvSpPr>
          <p:spPr bwMode="auto">
            <a:xfrm>
              <a:off x="2160212" y="1673602"/>
              <a:ext cx="547458" cy="16026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-1" fmla="*/ 1486231 w 2944854"/>
                <a:gd name="connsiteY0-2" fmla="*/ 727041 h 1316375"/>
                <a:gd name="connsiteX1-3" fmla="*/ 257675 w 2944854"/>
                <a:gd name="connsiteY1-4" fmla="*/ 1302232 h 1316375"/>
                <a:gd name="connsiteX2-5" fmla="*/ 0 w 2944854"/>
                <a:gd name="connsiteY2-6" fmla="*/ 1228607 h 1316375"/>
                <a:gd name="connsiteX3-7" fmla="*/ 911064 w 2944854"/>
                <a:gd name="connsiteY3-8" fmla="*/ 837478 h 1316375"/>
                <a:gd name="connsiteX4-9" fmla="*/ 883456 w 2944854"/>
                <a:gd name="connsiteY4-10" fmla="*/ 450949 h 1316375"/>
                <a:gd name="connsiteX5-11" fmla="*/ 161047 w 2944854"/>
                <a:gd name="connsiteY5-12" fmla="*/ 119640 h 1316375"/>
                <a:gd name="connsiteX6-13" fmla="*/ 404917 w 2944854"/>
                <a:gd name="connsiteY6-14" fmla="*/ 50617 h 1316375"/>
                <a:gd name="connsiteX7-15" fmla="*/ 1477028 w 2944854"/>
                <a:gd name="connsiteY7-16" fmla="*/ 501566 h 1316375"/>
                <a:gd name="connsiteX8-17" fmla="*/ 2572146 w 2944854"/>
                <a:gd name="connsiteY8-18" fmla="*/ 0 h 1316375"/>
                <a:gd name="connsiteX9-19" fmla="*/ 2875834 w 2944854"/>
                <a:gd name="connsiteY9-20" fmla="*/ 96632 h 1316375"/>
                <a:gd name="connsiteX10-21" fmla="*/ 2079803 w 2944854"/>
                <a:gd name="connsiteY10-22" fmla="*/ 432543 h 1316375"/>
                <a:gd name="connsiteX11-23" fmla="*/ 2240850 w 2944854"/>
                <a:gd name="connsiteY11-24" fmla="*/ 920305 h 1316375"/>
                <a:gd name="connsiteX12-25" fmla="*/ 2944854 w 2944854"/>
                <a:gd name="connsiteY12-26" fmla="*/ 1228607 h 1316375"/>
                <a:gd name="connsiteX13-27" fmla="*/ 2756623 w 2944854"/>
                <a:gd name="connsiteY13-28" fmla="*/ 1316375 h 1316375"/>
                <a:gd name="connsiteX14-29" fmla="*/ 1486231 w 2944854"/>
                <a:gd name="connsiteY14-30" fmla="*/ 727041 h 1316375"/>
                <a:gd name="connsiteX0-31" fmla="*/ 1486231 w 3024520"/>
                <a:gd name="connsiteY0-32" fmla="*/ 727041 h 1316375"/>
                <a:gd name="connsiteX1-33" fmla="*/ 257675 w 3024520"/>
                <a:gd name="connsiteY1-34" fmla="*/ 1302232 h 1316375"/>
                <a:gd name="connsiteX2-35" fmla="*/ 0 w 3024520"/>
                <a:gd name="connsiteY2-36" fmla="*/ 1228607 h 1316375"/>
                <a:gd name="connsiteX3-37" fmla="*/ 911064 w 3024520"/>
                <a:gd name="connsiteY3-38" fmla="*/ 837478 h 1316375"/>
                <a:gd name="connsiteX4-39" fmla="*/ 883456 w 3024520"/>
                <a:gd name="connsiteY4-40" fmla="*/ 450949 h 1316375"/>
                <a:gd name="connsiteX5-41" fmla="*/ 161047 w 3024520"/>
                <a:gd name="connsiteY5-42" fmla="*/ 119640 h 1316375"/>
                <a:gd name="connsiteX6-43" fmla="*/ 404917 w 3024520"/>
                <a:gd name="connsiteY6-44" fmla="*/ 50617 h 1316375"/>
                <a:gd name="connsiteX7-45" fmla="*/ 1477028 w 3024520"/>
                <a:gd name="connsiteY7-46" fmla="*/ 501566 h 1316375"/>
                <a:gd name="connsiteX8-47" fmla="*/ 2572146 w 3024520"/>
                <a:gd name="connsiteY8-48" fmla="*/ 0 h 1316375"/>
                <a:gd name="connsiteX9-49" fmla="*/ 2875834 w 3024520"/>
                <a:gd name="connsiteY9-50" fmla="*/ 96632 h 1316375"/>
                <a:gd name="connsiteX10-51" fmla="*/ 2079803 w 3024520"/>
                <a:gd name="connsiteY10-52" fmla="*/ 432543 h 1316375"/>
                <a:gd name="connsiteX11-53" fmla="*/ 2240850 w 3024520"/>
                <a:gd name="connsiteY11-54" fmla="*/ 920305 h 1316375"/>
                <a:gd name="connsiteX12-55" fmla="*/ 3024520 w 3024520"/>
                <a:gd name="connsiteY12-56" fmla="*/ 1228607 h 1316375"/>
                <a:gd name="connsiteX13-57" fmla="*/ 2756623 w 3024520"/>
                <a:gd name="connsiteY13-58" fmla="*/ 1316375 h 1316375"/>
                <a:gd name="connsiteX14-59" fmla="*/ 1486231 w 3024520"/>
                <a:gd name="connsiteY14-60" fmla="*/ 727041 h 1316375"/>
                <a:gd name="connsiteX0-61" fmla="*/ 1537780 w 3076069"/>
                <a:gd name="connsiteY0-62" fmla="*/ 727041 h 1316375"/>
                <a:gd name="connsiteX1-63" fmla="*/ 309224 w 3076069"/>
                <a:gd name="connsiteY1-64" fmla="*/ 1302232 h 1316375"/>
                <a:gd name="connsiteX2-65" fmla="*/ 0 w 3076069"/>
                <a:gd name="connsiteY2-66" fmla="*/ 1228607 h 1316375"/>
                <a:gd name="connsiteX3-67" fmla="*/ 962613 w 3076069"/>
                <a:gd name="connsiteY3-68" fmla="*/ 837478 h 1316375"/>
                <a:gd name="connsiteX4-69" fmla="*/ 935005 w 3076069"/>
                <a:gd name="connsiteY4-70" fmla="*/ 450949 h 1316375"/>
                <a:gd name="connsiteX5-71" fmla="*/ 212596 w 3076069"/>
                <a:gd name="connsiteY5-72" fmla="*/ 119640 h 1316375"/>
                <a:gd name="connsiteX6-73" fmla="*/ 456466 w 3076069"/>
                <a:gd name="connsiteY6-74" fmla="*/ 50617 h 1316375"/>
                <a:gd name="connsiteX7-75" fmla="*/ 1528577 w 3076069"/>
                <a:gd name="connsiteY7-76" fmla="*/ 501566 h 1316375"/>
                <a:gd name="connsiteX8-77" fmla="*/ 2623695 w 3076069"/>
                <a:gd name="connsiteY8-78" fmla="*/ 0 h 1316375"/>
                <a:gd name="connsiteX9-79" fmla="*/ 2927383 w 3076069"/>
                <a:gd name="connsiteY9-80" fmla="*/ 96632 h 1316375"/>
                <a:gd name="connsiteX10-81" fmla="*/ 2131352 w 3076069"/>
                <a:gd name="connsiteY10-82" fmla="*/ 432543 h 1316375"/>
                <a:gd name="connsiteX11-83" fmla="*/ 2292399 w 3076069"/>
                <a:gd name="connsiteY11-84" fmla="*/ 920305 h 1316375"/>
                <a:gd name="connsiteX12-85" fmla="*/ 3076069 w 3076069"/>
                <a:gd name="connsiteY12-86" fmla="*/ 1228607 h 1316375"/>
                <a:gd name="connsiteX13-87" fmla="*/ 2808172 w 3076069"/>
                <a:gd name="connsiteY13-88" fmla="*/ 1316375 h 1316375"/>
                <a:gd name="connsiteX14-89" fmla="*/ 1537780 w 3076069"/>
                <a:gd name="connsiteY14-90" fmla="*/ 727041 h 1316375"/>
                <a:gd name="connsiteX0-91" fmla="*/ 1537780 w 3076069"/>
                <a:gd name="connsiteY0-92" fmla="*/ 727041 h 1321259"/>
                <a:gd name="connsiteX1-93" fmla="*/ 313981 w 3076069"/>
                <a:gd name="connsiteY1-94" fmla="*/ 1321259 h 1321259"/>
                <a:gd name="connsiteX2-95" fmla="*/ 0 w 3076069"/>
                <a:gd name="connsiteY2-96" fmla="*/ 1228607 h 1321259"/>
                <a:gd name="connsiteX3-97" fmla="*/ 962613 w 3076069"/>
                <a:gd name="connsiteY3-98" fmla="*/ 837478 h 1321259"/>
                <a:gd name="connsiteX4-99" fmla="*/ 935005 w 3076069"/>
                <a:gd name="connsiteY4-100" fmla="*/ 450949 h 1321259"/>
                <a:gd name="connsiteX5-101" fmla="*/ 212596 w 3076069"/>
                <a:gd name="connsiteY5-102" fmla="*/ 119640 h 1321259"/>
                <a:gd name="connsiteX6-103" fmla="*/ 456466 w 3076069"/>
                <a:gd name="connsiteY6-104" fmla="*/ 50617 h 1321259"/>
                <a:gd name="connsiteX7-105" fmla="*/ 1528577 w 3076069"/>
                <a:gd name="connsiteY7-106" fmla="*/ 501566 h 1321259"/>
                <a:gd name="connsiteX8-107" fmla="*/ 2623695 w 3076069"/>
                <a:gd name="connsiteY8-108" fmla="*/ 0 h 1321259"/>
                <a:gd name="connsiteX9-109" fmla="*/ 2927383 w 3076069"/>
                <a:gd name="connsiteY9-110" fmla="*/ 96632 h 1321259"/>
                <a:gd name="connsiteX10-111" fmla="*/ 2131352 w 3076069"/>
                <a:gd name="connsiteY10-112" fmla="*/ 432543 h 1321259"/>
                <a:gd name="connsiteX11-113" fmla="*/ 2292399 w 3076069"/>
                <a:gd name="connsiteY11-114" fmla="*/ 920305 h 1321259"/>
                <a:gd name="connsiteX12-115" fmla="*/ 3076069 w 3076069"/>
                <a:gd name="connsiteY12-116" fmla="*/ 1228607 h 1321259"/>
                <a:gd name="connsiteX13-117" fmla="*/ 2808172 w 3076069"/>
                <a:gd name="connsiteY13-118" fmla="*/ 1316375 h 1321259"/>
                <a:gd name="connsiteX14-119" fmla="*/ 1537780 w 3076069"/>
                <a:gd name="connsiteY14-120" fmla="*/ 727041 h 1321259"/>
                <a:gd name="connsiteX0-121" fmla="*/ 1537780 w 3076069"/>
                <a:gd name="connsiteY0-122" fmla="*/ 750825 h 1321259"/>
                <a:gd name="connsiteX1-123" fmla="*/ 313981 w 3076069"/>
                <a:gd name="connsiteY1-124" fmla="*/ 1321259 h 1321259"/>
                <a:gd name="connsiteX2-125" fmla="*/ 0 w 3076069"/>
                <a:gd name="connsiteY2-126" fmla="*/ 1228607 h 1321259"/>
                <a:gd name="connsiteX3-127" fmla="*/ 962613 w 3076069"/>
                <a:gd name="connsiteY3-128" fmla="*/ 837478 h 1321259"/>
                <a:gd name="connsiteX4-129" fmla="*/ 935005 w 3076069"/>
                <a:gd name="connsiteY4-130" fmla="*/ 450949 h 1321259"/>
                <a:gd name="connsiteX5-131" fmla="*/ 212596 w 3076069"/>
                <a:gd name="connsiteY5-132" fmla="*/ 119640 h 1321259"/>
                <a:gd name="connsiteX6-133" fmla="*/ 456466 w 3076069"/>
                <a:gd name="connsiteY6-134" fmla="*/ 50617 h 1321259"/>
                <a:gd name="connsiteX7-135" fmla="*/ 1528577 w 3076069"/>
                <a:gd name="connsiteY7-136" fmla="*/ 501566 h 1321259"/>
                <a:gd name="connsiteX8-137" fmla="*/ 2623695 w 3076069"/>
                <a:gd name="connsiteY8-138" fmla="*/ 0 h 1321259"/>
                <a:gd name="connsiteX9-139" fmla="*/ 2927383 w 3076069"/>
                <a:gd name="connsiteY9-140" fmla="*/ 96632 h 1321259"/>
                <a:gd name="connsiteX10-141" fmla="*/ 2131352 w 3076069"/>
                <a:gd name="connsiteY10-142" fmla="*/ 432543 h 1321259"/>
                <a:gd name="connsiteX11-143" fmla="*/ 2292399 w 3076069"/>
                <a:gd name="connsiteY11-144" fmla="*/ 920305 h 1321259"/>
                <a:gd name="connsiteX12-145" fmla="*/ 3076069 w 3076069"/>
                <a:gd name="connsiteY12-146" fmla="*/ 1228607 h 1321259"/>
                <a:gd name="connsiteX13-147" fmla="*/ 2808172 w 3076069"/>
                <a:gd name="connsiteY13-148" fmla="*/ 1316375 h 1321259"/>
                <a:gd name="connsiteX14-149" fmla="*/ 1537780 w 3076069"/>
                <a:gd name="connsiteY14-150" fmla="*/ 750825 h 13212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67" name="Freeform 366"/>
            <p:cNvSpPr/>
            <p:nvPr/>
          </p:nvSpPr>
          <p:spPr bwMode="auto">
            <a:xfrm>
              <a:off x="2102426" y="1633537"/>
              <a:ext cx="663033" cy="111612"/>
            </a:xfrm>
            <a:custGeom>
              <a:avLst/>
              <a:gdLst>
                <a:gd name="T0" fmla="*/ 0 w 3723451"/>
                <a:gd name="T1" fmla="*/ 27306 h 932950"/>
                <a:gd name="T2" fmla="*/ 116665 w 3723451"/>
                <a:gd name="T3" fmla="*/ 322 h 932950"/>
                <a:gd name="T4" fmla="*/ 330457 w 3723451"/>
                <a:gd name="T5" fmla="*/ 62277 h 932950"/>
                <a:gd name="T6" fmla="*/ 534418 w 3723451"/>
                <a:gd name="T7" fmla="*/ 0 h 932950"/>
                <a:gd name="T8" fmla="*/ 663033 w 3723451"/>
                <a:gd name="T9" fmla="*/ 24782 h 932950"/>
                <a:gd name="T10" fmla="*/ 567343 w 3723451"/>
                <a:gd name="T11" fmla="*/ 55256 h 932950"/>
                <a:gd name="T12" fmla="*/ 536535 w 3723451"/>
                <a:gd name="T13" fmla="*/ 47040 h 932950"/>
                <a:gd name="T14" fmla="*/ 334214 w 3723451"/>
                <a:gd name="T15" fmla="*/ 111612 h 932950"/>
                <a:gd name="T16" fmla="*/ 126717 w 3723451"/>
                <a:gd name="T17" fmla="*/ 49415 h 932950"/>
                <a:gd name="T18" fmla="*/ 93168 w 3723451"/>
                <a:gd name="T19" fmla="*/ 56128 h 932950"/>
                <a:gd name="T20" fmla="*/ 0 w 3723451"/>
                <a:gd name="T21" fmla="*/ 27306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68" name="Freeform 367"/>
            <p:cNvSpPr/>
            <p:nvPr/>
          </p:nvSpPr>
          <p:spPr bwMode="auto">
            <a:xfrm>
              <a:off x="2537350" y="1727978"/>
              <a:ext cx="243315" cy="97302"/>
            </a:xfrm>
            <a:custGeom>
              <a:avLst/>
              <a:gdLst>
                <a:gd name="T0" fmla="*/ 0 w 1366596"/>
                <a:gd name="T1" fmla="*/ 0 h 809868"/>
                <a:gd name="T2" fmla="*/ 243315 w 1366596"/>
                <a:gd name="T3" fmla="*/ 75188 h 809868"/>
                <a:gd name="T4" fmla="*/ 154017 w 1366596"/>
                <a:gd name="T5" fmla="*/ 97302 h 809868"/>
                <a:gd name="T6" fmla="*/ 819 w 1366596"/>
                <a:gd name="T7" fmla="*/ 51415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69" name="Freeform 368"/>
            <p:cNvSpPr/>
            <p:nvPr/>
          </p:nvSpPr>
          <p:spPr bwMode="auto">
            <a:xfrm>
              <a:off x="2090260" y="1730839"/>
              <a:ext cx="240272" cy="97302"/>
            </a:xfrm>
            <a:custGeom>
              <a:avLst/>
              <a:gdLst>
                <a:gd name="T0" fmla="*/ 236992 w 1348191"/>
                <a:gd name="T1" fmla="*/ 0 h 791462"/>
                <a:gd name="T2" fmla="*/ 240272 w 1348191"/>
                <a:gd name="T3" fmla="*/ 46954 h 791462"/>
                <a:gd name="T4" fmla="*/ 86924 w 1348191"/>
                <a:gd name="T5" fmla="*/ 97302 h 791462"/>
                <a:gd name="T6" fmla="*/ 0 w 1348191"/>
                <a:gd name="T7" fmla="*/ 75239 h 791462"/>
                <a:gd name="T8" fmla="*/ 236992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cxnSp>
          <p:nvCxnSpPr>
            <p:cNvPr id="370" name="Straight Connector 369"/>
            <p:cNvCxnSpPr>
              <a:cxnSpLocks noChangeShapeType="1"/>
              <a:endCxn id="365" idx="2"/>
            </p:cNvCxnSpPr>
            <p:nvPr/>
          </p:nvCxnSpPr>
          <p:spPr bwMode="auto">
            <a:xfrm flipH="1" flipV="1">
              <a:off x="1871277" y="1736563"/>
              <a:ext cx="3040" cy="12306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1" name="Straight Connector 370"/>
            <p:cNvCxnSpPr>
              <a:cxnSpLocks noChangeShapeType="1"/>
            </p:cNvCxnSpPr>
            <p:nvPr/>
          </p:nvCxnSpPr>
          <p:spPr bwMode="auto">
            <a:xfrm flipH="1" flipV="1">
              <a:off x="2996608" y="1733702"/>
              <a:ext cx="3040" cy="123058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3813" name="Group 347"/>
          <p:cNvGrpSpPr/>
          <p:nvPr/>
        </p:nvGrpSpPr>
        <p:grpSpPr>
          <a:xfrm>
            <a:off x="5899150" y="5802313"/>
            <a:ext cx="588963" cy="242887"/>
            <a:chOff x="1871277" y="1576300"/>
            <a:chExt cx="1128371" cy="437861"/>
          </a:xfrm>
        </p:grpSpPr>
        <p:sp>
          <p:nvSpPr>
            <p:cNvPr id="373" name="Oval 372"/>
            <p:cNvSpPr>
              <a:spLocks noChangeArrowheads="1"/>
            </p:cNvSpPr>
            <p:nvPr/>
          </p:nvSpPr>
          <p:spPr bwMode="auto">
            <a:xfrm flipV="1">
              <a:off x="1874319" y="1693635"/>
              <a:ext cx="1125329" cy="320526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74" name="Rectangle 373"/>
            <p:cNvSpPr/>
            <p:nvPr/>
          </p:nvSpPr>
          <p:spPr bwMode="auto"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75" name="Oval 374"/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329" cy="320526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76" name="Freeform 375"/>
            <p:cNvSpPr/>
            <p:nvPr/>
          </p:nvSpPr>
          <p:spPr bwMode="auto">
            <a:xfrm>
              <a:off x="2160214" y="1673603"/>
              <a:ext cx="547457" cy="16026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-1" fmla="*/ 1486231 w 2944854"/>
                <a:gd name="connsiteY0-2" fmla="*/ 727041 h 1316375"/>
                <a:gd name="connsiteX1-3" fmla="*/ 257675 w 2944854"/>
                <a:gd name="connsiteY1-4" fmla="*/ 1302232 h 1316375"/>
                <a:gd name="connsiteX2-5" fmla="*/ 0 w 2944854"/>
                <a:gd name="connsiteY2-6" fmla="*/ 1228607 h 1316375"/>
                <a:gd name="connsiteX3-7" fmla="*/ 911064 w 2944854"/>
                <a:gd name="connsiteY3-8" fmla="*/ 837478 h 1316375"/>
                <a:gd name="connsiteX4-9" fmla="*/ 883456 w 2944854"/>
                <a:gd name="connsiteY4-10" fmla="*/ 450949 h 1316375"/>
                <a:gd name="connsiteX5-11" fmla="*/ 161047 w 2944854"/>
                <a:gd name="connsiteY5-12" fmla="*/ 119640 h 1316375"/>
                <a:gd name="connsiteX6-13" fmla="*/ 404917 w 2944854"/>
                <a:gd name="connsiteY6-14" fmla="*/ 50617 h 1316375"/>
                <a:gd name="connsiteX7-15" fmla="*/ 1477028 w 2944854"/>
                <a:gd name="connsiteY7-16" fmla="*/ 501566 h 1316375"/>
                <a:gd name="connsiteX8-17" fmla="*/ 2572146 w 2944854"/>
                <a:gd name="connsiteY8-18" fmla="*/ 0 h 1316375"/>
                <a:gd name="connsiteX9-19" fmla="*/ 2875834 w 2944854"/>
                <a:gd name="connsiteY9-20" fmla="*/ 96632 h 1316375"/>
                <a:gd name="connsiteX10-21" fmla="*/ 2079803 w 2944854"/>
                <a:gd name="connsiteY10-22" fmla="*/ 432543 h 1316375"/>
                <a:gd name="connsiteX11-23" fmla="*/ 2240850 w 2944854"/>
                <a:gd name="connsiteY11-24" fmla="*/ 920305 h 1316375"/>
                <a:gd name="connsiteX12-25" fmla="*/ 2944854 w 2944854"/>
                <a:gd name="connsiteY12-26" fmla="*/ 1228607 h 1316375"/>
                <a:gd name="connsiteX13-27" fmla="*/ 2756623 w 2944854"/>
                <a:gd name="connsiteY13-28" fmla="*/ 1316375 h 1316375"/>
                <a:gd name="connsiteX14-29" fmla="*/ 1486231 w 2944854"/>
                <a:gd name="connsiteY14-30" fmla="*/ 727041 h 1316375"/>
                <a:gd name="connsiteX0-31" fmla="*/ 1486231 w 3024520"/>
                <a:gd name="connsiteY0-32" fmla="*/ 727041 h 1316375"/>
                <a:gd name="connsiteX1-33" fmla="*/ 257675 w 3024520"/>
                <a:gd name="connsiteY1-34" fmla="*/ 1302232 h 1316375"/>
                <a:gd name="connsiteX2-35" fmla="*/ 0 w 3024520"/>
                <a:gd name="connsiteY2-36" fmla="*/ 1228607 h 1316375"/>
                <a:gd name="connsiteX3-37" fmla="*/ 911064 w 3024520"/>
                <a:gd name="connsiteY3-38" fmla="*/ 837478 h 1316375"/>
                <a:gd name="connsiteX4-39" fmla="*/ 883456 w 3024520"/>
                <a:gd name="connsiteY4-40" fmla="*/ 450949 h 1316375"/>
                <a:gd name="connsiteX5-41" fmla="*/ 161047 w 3024520"/>
                <a:gd name="connsiteY5-42" fmla="*/ 119640 h 1316375"/>
                <a:gd name="connsiteX6-43" fmla="*/ 404917 w 3024520"/>
                <a:gd name="connsiteY6-44" fmla="*/ 50617 h 1316375"/>
                <a:gd name="connsiteX7-45" fmla="*/ 1477028 w 3024520"/>
                <a:gd name="connsiteY7-46" fmla="*/ 501566 h 1316375"/>
                <a:gd name="connsiteX8-47" fmla="*/ 2572146 w 3024520"/>
                <a:gd name="connsiteY8-48" fmla="*/ 0 h 1316375"/>
                <a:gd name="connsiteX9-49" fmla="*/ 2875834 w 3024520"/>
                <a:gd name="connsiteY9-50" fmla="*/ 96632 h 1316375"/>
                <a:gd name="connsiteX10-51" fmla="*/ 2079803 w 3024520"/>
                <a:gd name="connsiteY10-52" fmla="*/ 432543 h 1316375"/>
                <a:gd name="connsiteX11-53" fmla="*/ 2240850 w 3024520"/>
                <a:gd name="connsiteY11-54" fmla="*/ 920305 h 1316375"/>
                <a:gd name="connsiteX12-55" fmla="*/ 3024520 w 3024520"/>
                <a:gd name="connsiteY12-56" fmla="*/ 1228607 h 1316375"/>
                <a:gd name="connsiteX13-57" fmla="*/ 2756623 w 3024520"/>
                <a:gd name="connsiteY13-58" fmla="*/ 1316375 h 1316375"/>
                <a:gd name="connsiteX14-59" fmla="*/ 1486231 w 3024520"/>
                <a:gd name="connsiteY14-60" fmla="*/ 727041 h 1316375"/>
                <a:gd name="connsiteX0-61" fmla="*/ 1537780 w 3076069"/>
                <a:gd name="connsiteY0-62" fmla="*/ 727041 h 1316375"/>
                <a:gd name="connsiteX1-63" fmla="*/ 309224 w 3076069"/>
                <a:gd name="connsiteY1-64" fmla="*/ 1302232 h 1316375"/>
                <a:gd name="connsiteX2-65" fmla="*/ 0 w 3076069"/>
                <a:gd name="connsiteY2-66" fmla="*/ 1228607 h 1316375"/>
                <a:gd name="connsiteX3-67" fmla="*/ 962613 w 3076069"/>
                <a:gd name="connsiteY3-68" fmla="*/ 837478 h 1316375"/>
                <a:gd name="connsiteX4-69" fmla="*/ 935005 w 3076069"/>
                <a:gd name="connsiteY4-70" fmla="*/ 450949 h 1316375"/>
                <a:gd name="connsiteX5-71" fmla="*/ 212596 w 3076069"/>
                <a:gd name="connsiteY5-72" fmla="*/ 119640 h 1316375"/>
                <a:gd name="connsiteX6-73" fmla="*/ 456466 w 3076069"/>
                <a:gd name="connsiteY6-74" fmla="*/ 50617 h 1316375"/>
                <a:gd name="connsiteX7-75" fmla="*/ 1528577 w 3076069"/>
                <a:gd name="connsiteY7-76" fmla="*/ 501566 h 1316375"/>
                <a:gd name="connsiteX8-77" fmla="*/ 2623695 w 3076069"/>
                <a:gd name="connsiteY8-78" fmla="*/ 0 h 1316375"/>
                <a:gd name="connsiteX9-79" fmla="*/ 2927383 w 3076069"/>
                <a:gd name="connsiteY9-80" fmla="*/ 96632 h 1316375"/>
                <a:gd name="connsiteX10-81" fmla="*/ 2131352 w 3076069"/>
                <a:gd name="connsiteY10-82" fmla="*/ 432543 h 1316375"/>
                <a:gd name="connsiteX11-83" fmla="*/ 2292399 w 3076069"/>
                <a:gd name="connsiteY11-84" fmla="*/ 920305 h 1316375"/>
                <a:gd name="connsiteX12-85" fmla="*/ 3076069 w 3076069"/>
                <a:gd name="connsiteY12-86" fmla="*/ 1228607 h 1316375"/>
                <a:gd name="connsiteX13-87" fmla="*/ 2808172 w 3076069"/>
                <a:gd name="connsiteY13-88" fmla="*/ 1316375 h 1316375"/>
                <a:gd name="connsiteX14-89" fmla="*/ 1537780 w 3076069"/>
                <a:gd name="connsiteY14-90" fmla="*/ 727041 h 1316375"/>
                <a:gd name="connsiteX0-91" fmla="*/ 1537780 w 3076069"/>
                <a:gd name="connsiteY0-92" fmla="*/ 727041 h 1321259"/>
                <a:gd name="connsiteX1-93" fmla="*/ 313981 w 3076069"/>
                <a:gd name="connsiteY1-94" fmla="*/ 1321259 h 1321259"/>
                <a:gd name="connsiteX2-95" fmla="*/ 0 w 3076069"/>
                <a:gd name="connsiteY2-96" fmla="*/ 1228607 h 1321259"/>
                <a:gd name="connsiteX3-97" fmla="*/ 962613 w 3076069"/>
                <a:gd name="connsiteY3-98" fmla="*/ 837478 h 1321259"/>
                <a:gd name="connsiteX4-99" fmla="*/ 935005 w 3076069"/>
                <a:gd name="connsiteY4-100" fmla="*/ 450949 h 1321259"/>
                <a:gd name="connsiteX5-101" fmla="*/ 212596 w 3076069"/>
                <a:gd name="connsiteY5-102" fmla="*/ 119640 h 1321259"/>
                <a:gd name="connsiteX6-103" fmla="*/ 456466 w 3076069"/>
                <a:gd name="connsiteY6-104" fmla="*/ 50617 h 1321259"/>
                <a:gd name="connsiteX7-105" fmla="*/ 1528577 w 3076069"/>
                <a:gd name="connsiteY7-106" fmla="*/ 501566 h 1321259"/>
                <a:gd name="connsiteX8-107" fmla="*/ 2623695 w 3076069"/>
                <a:gd name="connsiteY8-108" fmla="*/ 0 h 1321259"/>
                <a:gd name="connsiteX9-109" fmla="*/ 2927383 w 3076069"/>
                <a:gd name="connsiteY9-110" fmla="*/ 96632 h 1321259"/>
                <a:gd name="connsiteX10-111" fmla="*/ 2131352 w 3076069"/>
                <a:gd name="connsiteY10-112" fmla="*/ 432543 h 1321259"/>
                <a:gd name="connsiteX11-113" fmla="*/ 2292399 w 3076069"/>
                <a:gd name="connsiteY11-114" fmla="*/ 920305 h 1321259"/>
                <a:gd name="connsiteX12-115" fmla="*/ 3076069 w 3076069"/>
                <a:gd name="connsiteY12-116" fmla="*/ 1228607 h 1321259"/>
                <a:gd name="connsiteX13-117" fmla="*/ 2808172 w 3076069"/>
                <a:gd name="connsiteY13-118" fmla="*/ 1316375 h 1321259"/>
                <a:gd name="connsiteX14-119" fmla="*/ 1537780 w 3076069"/>
                <a:gd name="connsiteY14-120" fmla="*/ 727041 h 1321259"/>
                <a:gd name="connsiteX0-121" fmla="*/ 1537780 w 3076069"/>
                <a:gd name="connsiteY0-122" fmla="*/ 750825 h 1321259"/>
                <a:gd name="connsiteX1-123" fmla="*/ 313981 w 3076069"/>
                <a:gd name="connsiteY1-124" fmla="*/ 1321259 h 1321259"/>
                <a:gd name="connsiteX2-125" fmla="*/ 0 w 3076069"/>
                <a:gd name="connsiteY2-126" fmla="*/ 1228607 h 1321259"/>
                <a:gd name="connsiteX3-127" fmla="*/ 962613 w 3076069"/>
                <a:gd name="connsiteY3-128" fmla="*/ 837478 h 1321259"/>
                <a:gd name="connsiteX4-129" fmla="*/ 935005 w 3076069"/>
                <a:gd name="connsiteY4-130" fmla="*/ 450949 h 1321259"/>
                <a:gd name="connsiteX5-131" fmla="*/ 212596 w 3076069"/>
                <a:gd name="connsiteY5-132" fmla="*/ 119640 h 1321259"/>
                <a:gd name="connsiteX6-133" fmla="*/ 456466 w 3076069"/>
                <a:gd name="connsiteY6-134" fmla="*/ 50617 h 1321259"/>
                <a:gd name="connsiteX7-135" fmla="*/ 1528577 w 3076069"/>
                <a:gd name="connsiteY7-136" fmla="*/ 501566 h 1321259"/>
                <a:gd name="connsiteX8-137" fmla="*/ 2623695 w 3076069"/>
                <a:gd name="connsiteY8-138" fmla="*/ 0 h 1321259"/>
                <a:gd name="connsiteX9-139" fmla="*/ 2927383 w 3076069"/>
                <a:gd name="connsiteY9-140" fmla="*/ 96632 h 1321259"/>
                <a:gd name="connsiteX10-141" fmla="*/ 2131352 w 3076069"/>
                <a:gd name="connsiteY10-142" fmla="*/ 432543 h 1321259"/>
                <a:gd name="connsiteX11-143" fmla="*/ 2292399 w 3076069"/>
                <a:gd name="connsiteY11-144" fmla="*/ 920305 h 1321259"/>
                <a:gd name="connsiteX12-145" fmla="*/ 3076069 w 3076069"/>
                <a:gd name="connsiteY12-146" fmla="*/ 1228607 h 1321259"/>
                <a:gd name="connsiteX13-147" fmla="*/ 2808172 w 3076069"/>
                <a:gd name="connsiteY13-148" fmla="*/ 1316375 h 1321259"/>
                <a:gd name="connsiteX14-149" fmla="*/ 1537780 w 3076069"/>
                <a:gd name="connsiteY14-150" fmla="*/ 750825 h 13212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77" name="Freeform 376"/>
            <p:cNvSpPr/>
            <p:nvPr/>
          </p:nvSpPr>
          <p:spPr bwMode="auto">
            <a:xfrm>
              <a:off x="2102426" y="1633537"/>
              <a:ext cx="663031" cy="111611"/>
            </a:xfrm>
            <a:custGeom>
              <a:avLst/>
              <a:gdLst>
                <a:gd name="T0" fmla="*/ 0 w 3723451"/>
                <a:gd name="T1" fmla="*/ 27306 h 932950"/>
                <a:gd name="T2" fmla="*/ 116665 w 3723451"/>
                <a:gd name="T3" fmla="*/ 322 h 932950"/>
                <a:gd name="T4" fmla="*/ 330456 w 3723451"/>
                <a:gd name="T5" fmla="*/ 62276 h 932950"/>
                <a:gd name="T6" fmla="*/ 534416 w 3723451"/>
                <a:gd name="T7" fmla="*/ 0 h 932950"/>
                <a:gd name="T8" fmla="*/ 663031 w 3723451"/>
                <a:gd name="T9" fmla="*/ 24782 h 932950"/>
                <a:gd name="T10" fmla="*/ 567342 w 3723451"/>
                <a:gd name="T11" fmla="*/ 55255 h 932950"/>
                <a:gd name="T12" fmla="*/ 536534 w 3723451"/>
                <a:gd name="T13" fmla="*/ 47039 h 932950"/>
                <a:gd name="T14" fmla="*/ 334213 w 3723451"/>
                <a:gd name="T15" fmla="*/ 111611 h 932950"/>
                <a:gd name="T16" fmla="*/ 126716 w 3723451"/>
                <a:gd name="T17" fmla="*/ 49415 h 932950"/>
                <a:gd name="T18" fmla="*/ 93168 w 3723451"/>
                <a:gd name="T19" fmla="*/ 56127 h 932950"/>
                <a:gd name="T20" fmla="*/ 0 w 3723451"/>
                <a:gd name="T21" fmla="*/ 27306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78" name="Freeform 377"/>
            <p:cNvSpPr/>
            <p:nvPr/>
          </p:nvSpPr>
          <p:spPr bwMode="auto">
            <a:xfrm>
              <a:off x="2537351" y="1727977"/>
              <a:ext cx="243314" cy="97303"/>
            </a:xfrm>
            <a:custGeom>
              <a:avLst/>
              <a:gdLst>
                <a:gd name="T0" fmla="*/ 0 w 1366596"/>
                <a:gd name="T1" fmla="*/ 0 h 809868"/>
                <a:gd name="T2" fmla="*/ 243314 w 1366596"/>
                <a:gd name="T3" fmla="*/ 75189 h 809868"/>
                <a:gd name="T4" fmla="*/ 154017 w 1366596"/>
                <a:gd name="T5" fmla="*/ 97303 h 809868"/>
                <a:gd name="T6" fmla="*/ 819 w 1366596"/>
                <a:gd name="T7" fmla="*/ 5141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379" name="Freeform 378"/>
            <p:cNvSpPr/>
            <p:nvPr/>
          </p:nvSpPr>
          <p:spPr bwMode="auto">
            <a:xfrm>
              <a:off x="2090260" y="1730839"/>
              <a:ext cx="240274" cy="97303"/>
            </a:xfrm>
            <a:custGeom>
              <a:avLst/>
              <a:gdLst>
                <a:gd name="T0" fmla="*/ 236994 w 1348191"/>
                <a:gd name="T1" fmla="*/ 0 h 791462"/>
                <a:gd name="T2" fmla="*/ 240274 w 1348191"/>
                <a:gd name="T3" fmla="*/ 46954 h 791462"/>
                <a:gd name="T4" fmla="*/ 86925 w 1348191"/>
                <a:gd name="T5" fmla="*/ 97303 h 791462"/>
                <a:gd name="T6" fmla="*/ 0 w 1348191"/>
                <a:gd name="T7" fmla="*/ 75240 h 791462"/>
                <a:gd name="T8" fmla="*/ 236994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cxnSp>
          <p:nvCxnSpPr>
            <p:cNvPr id="380" name="Straight Connector 379"/>
            <p:cNvCxnSpPr>
              <a:cxnSpLocks noChangeShapeType="1"/>
              <a:endCxn id="375" idx="2"/>
            </p:cNvCxnSpPr>
            <p:nvPr/>
          </p:nvCxnSpPr>
          <p:spPr bwMode="auto">
            <a:xfrm flipH="1" flipV="1">
              <a:off x="1871277" y="1736563"/>
              <a:ext cx="3042" cy="123058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1" name="Straight Connector 380"/>
            <p:cNvCxnSpPr>
              <a:cxnSpLocks noChangeShapeType="1"/>
            </p:cNvCxnSpPr>
            <p:nvPr/>
          </p:nvCxnSpPr>
          <p:spPr bwMode="auto">
            <a:xfrm flipH="1" flipV="1">
              <a:off x="2996606" y="1733700"/>
              <a:ext cx="3042" cy="12306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3814" name="Group 347"/>
          <p:cNvGrpSpPr/>
          <p:nvPr/>
        </p:nvGrpSpPr>
        <p:grpSpPr>
          <a:xfrm>
            <a:off x="6691313" y="6262688"/>
            <a:ext cx="588962" cy="242887"/>
            <a:chOff x="1871277" y="1576300"/>
            <a:chExt cx="1128371" cy="437861"/>
          </a:xfrm>
        </p:grpSpPr>
        <p:sp>
          <p:nvSpPr>
            <p:cNvPr id="402" name="Oval 401"/>
            <p:cNvSpPr>
              <a:spLocks noChangeArrowheads="1"/>
            </p:cNvSpPr>
            <p:nvPr/>
          </p:nvSpPr>
          <p:spPr bwMode="auto">
            <a:xfrm flipV="1">
              <a:off x="1874317" y="1693635"/>
              <a:ext cx="1125331" cy="320526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407" name="Rectangle 406"/>
            <p:cNvSpPr/>
            <p:nvPr/>
          </p:nvSpPr>
          <p:spPr bwMode="auto"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412" name="Oval 411"/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417" name="Freeform 416"/>
            <p:cNvSpPr/>
            <p:nvPr/>
          </p:nvSpPr>
          <p:spPr bwMode="auto">
            <a:xfrm>
              <a:off x="2160212" y="1673603"/>
              <a:ext cx="547458" cy="16026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-1" fmla="*/ 1486231 w 2944854"/>
                <a:gd name="connsiteY0-2" fmla="*/ 727041 h 1316375"/>
                <a:gd name="connsiteX1-3" fmla="*/ 257675 w 2944854"/>
                <a:gd name="connsiteY1-4" fmla="*/ 1302232 h 1316375"/>
                <a:gd name="connsiteX2-5" fmla="*/ 0 w 2944854"/>
                <a:gd name="connsiteY2-6" fmla="*/ 1228607 h 1316375"/>
                <a:gd name="connsiteX3-7" fmla="*/ 911064 w 2944854"/>
                <a:gd name="connsiteY3-8" fmla="*/ 837478 h 1316375"/>
                <a:gd name="connsiteX4-9" fmla="*/ 883456 w 2944854"/>
                <a:gd name="connsiteY4-10" fmla="*/ 450949 h 1316375"/>
                <a:gd name="connsiteX5-11" fmla="*/ 161047 w 2944854"/>
                <a:gd name="connsiteY5-12" fmla="*/ 119640 h 1316375"/>
                <a:gd name="connsiteX6-13" fmla="*/ 404917 w 2944854"/>
                <a:gd name="connsiteY6-14" fmla="*/ 50617 h 1316375"/>
                <a:gd name="connsiteX7-15" fmla="*/ 1477028 w 2944854"/>
                <a:gd name="connsiteY7-16" fmla="*/ 501566 h 1316375"/>
                <a:gd name="connsiteX8-17" fmla="*/ 2572146 w 2944854"/>
                <a:gd name="connsiteY8-18" fmla="*/ 0 h 1316375"/>
                <a:gd name="connsiteX9-19" fmla="*/ 2875834 w 2944854"/>
                <a:gd name="connsiteY9-20" fmla="*/ 96632 h 1316375"/>
                <a:gd name="connsiteX10-21" fmla="*/ 2079803 w 2944854"/>
                <a:gd name="connsiteY10-22" fmla="*/ 432543 h 1316375"/>
                <a:gd name="connsiteX11-23" fmla="*/ 2240850 w 2944854"/>
                <a:gd name="connsiteY11-24" fmla="*/ 920305 h 1316375"/>
                <a:gd name="connsiteX12-25" fmla="*/ 2944854 w 2944854"/>
                <a:gd name="connsiteY12-26" fmla="*/ 1228607 h 1316375"/>
                <a:gd name="connsiteX13-27" fmla="*/ 2756623 w 2944854"/>
                <a:gd name="connsiteY13-28" fmla="*/ 1316375 h 1316375"/>
                <a:gd name="connsiteX14-29" fmla="*/ 1486231 w 2944854"/>
                <a:gd name="connsiteY14-30" fmla="*/ 727041 h 1316375"/>
                <a:gd name="connsiteX0-31" fmla="*/ 1486231 w 3024520"/>
                <a:gd name="connsiteY0-32" fmla="*/ 727041 h 1316375"/>
                <a:gd name="connsiteX1-33" fmla="*/ 257675 w 3024520"/>
                <a:gd name="connsiteY1-34" fmla="*/ 1302232 h 1316375"/>
                <a:gd name="connsiteX2-35" fmla="*/ 0 w 3024520"/>
                <a:gd name="connsiteY2-36" fmla="*/ 1228607 h 1316375"/>
                <a:gd name="connsiteX3-37" fmla="*/ 911064 w 3024520"/>
                <a:gd name="connsiteY3-38" fmla="*/ 837478 h 1316375"/>
                <a:gd name="connsiteX4-39" fmla="*/ 883456 w 3024520"/>
                <a:gd name="connsiteY4-40" fmla="*/ 450949 h 1316375"/>
                <a:gd name="connsiteX5-41" fmla="*/ 161047 w 3024520"/>
                <a:gd name="connsiteY5-42" fmla="*/ 119640 h 1316375"/>
                <a:gd name="connsiteX6-43" fmla="*/ 404917 w 3024520"/>
                <a:gd name="connsiteY6-44" fmla="*/ 50617 h 1316375"/>
                <a:gd name="connsiteX7-45" fmla="*/ 1477028 w 3024520"/>
                <a:gd name="connsiteY7-46" fmla="*/ 501566 h 1316375"/>
                <a:gd name="connsiteX8-47" fmla="*/ 2572146 w 3024520"/>
                <a:gd name="connsiteY8-48" fmla="*/ 0 h 1316375"/>
                <a:gd name="connsiteX9-49" fmla="*/ 2875834 w 3024520"/>
                <a:gd name="connsiteY9-50" fmla="*/ 96632 h 1316375"/>
                <a:gd name="connsiteX10-51" fmla="*/ 2079803 w 3024520"/>
                <a:gd name="connsiteY10-52" fmla="*/ 432543 h 1316375"/>
                <a:gd name="connsiteX11-53" fmla="*/ 2240850 w 3024520"/>
                <a:gd name="connsiteY11-54" fmla="*/ 920305 h 1316375"/>
                <a:gd name="connsiteX12-55" fmla="*/ 3024520 w 3024520"/>
                <a:gd name="connsiteY12-56" fmla="*/ 1228607 h 1316375"/>
                <a:gd name="connsiteX13-57" fmla="*/ 2756623 w 3024520"/>
                <a:gd name="connsiteY13-58" fmla="*/ 1316375 h 1316375"/>
                <a:gd name="connsiteX14-59" fmla="*/ 1486231 w 3024520"/>
                <a:gd name="connsiteY14-60" fmla="*/ 727041 h 1316375"/>
                <a:gd name="connsiteX0-61" fmla="*/ 1537780 w 3076069"/>
                <a:gd name="connsiteY0-62" fmla="*/ 727041 h 1316375"/>
                <a:gd name="connsiteX1-63" fmla="*/ 309224 w 3076069"/>
                <a:gd name="connsiteY1-64" fmla="*/ 1302232 h 1316375"/>
                <a:gd name="connsiteX2-65" fmla="*/ 0 w 3076069"/>
                <a:gd name="connsiteY2-66" fmla="*/ 1228607 h 1316375"/>
                <a:gd name="connsiteX3-67" fmla="*/ 962613 w 3076069"/>
                <a:gd name="connsiteY3-68" fmla="*/ 837478 h 1316375"/>
                <a:gd name="connsiteX4-69" fmla="*/ 935005 w 3076069"/>
                <a:gd name="connsiteY4-70" fmla="*/ 450949 h 1316375"/>
                <a:gd name="connsiteX5-71" fmla="*/ 212596 w 3076069"/>
                <a:gd name="connsiteY5-72" fmla="*/ 119640 h 1316375"/>
                <a:gd name="connsiteX6-73" fmla="*/ 456466 w 3076069"/>
                <a:gd name="connsiteY6-74" fmla="*/ 50617 h 1316375"/>
                <a:gd name="connsiteX7-75" fmla="*/ 1528577 w 3076069"/>
                <a:gd name="connsiteY7-76" fmla="*/ 501566 h 1316375"/>
                <a:gd name="connsiteX8-77" fmla="*/ 2623695 w 3076069"/>
                <a:gd name="connsiteY8-78" fmla="*/ 0 h 1316375"/>
                <a:gd name="connsiteX9-79" fmla="*/ 2927383 w 3076069"/>
                <a:gd name="connsiteY9-80" fmla="*/ 96632 h 1316375"/>
                <a:gd name="connsiteX10-81" fmla="*/ 2131352 w 3076069"/>
                <a:gd name="connsiteY10-82" fmla="*/ 432543 h 1316375"/>
                <a:gd name="connsiteX11-83" fmla="*/ 2292399 w 3076069"/>
                <a:gd name="connsiteY11-84" fmla="*/ 920305 h 1316375"/>
                <a:gd name="connsiteX12-85" fmla="*/ 3076069 w 3076069"/>
                <a:gd name="connsiteY12-86" fmla="*/ 1228607 h 1316375"/>
                <a:gd name="connsiteX13-87" fmla="*/ 2808172 w 3076069"/>
                <a:gd name="connsiteY13-88" fmla="*/ 1316375 h 1316375"/>
                <a:gd name="connsiteX14-89" fmla="*/ 1537780 w 3076069"/>
                <a:gd name="connsiteY14-90" fmla="*/ 727041 h 1316375"/>
                <a:gd name="connsiteX0-91" fmla="*/ 1537780 w 3076069"/>
                <a:gd name="connsiteY0-92" fmla="*/ 727041 h 1321259"/>
                <a:gd name="connsiteX1-93" fmla="*/ 313981 w 3076069"/>
                <a:gd name="connsiteY1-94" fmla="*/ 1321259 h 1321259"/>
                <a:gd name="connsiteX2-95" fmla="*/ 0 w 3076069"/>
                <a:gd name="connsiteY2-96" fmla="*/ 1228607 h 1321259"/>
                <a:gd name="connsiteX3-97" fmla="*/ 962613 w 3076069"/>
                <a:gd name="connsiteY3-98" fmla="*/ 837478 h 1321259"/>
                <a:gd name="connsiteX4-99" fmla="*/ 935005 w 3076069"/>
                <a:gd name="connsiteY4-100" fmla="*/ 450949 h 1321259"/>
                <a:gd name="connsiteX5-101" fmla="*/ 212596 w 3076069"/>
                <a:gd name="connsiteY5-102" fmla="*/ 119640 h 1321259"/>
                <a:gd name="connsiteX6-103" fmla="*/ 456466 w 3076069"/>
                <a:gd name="connsiteY6-104" fmla="*/ 50617 h 1321259"/>
                <a:gd name="connsiteX7-105" fmla="*/ 1528577 w 3076069"/>
                <a:gd name="connsiteY7-106" fmla="*/ 501566 h 1321259"/>
                <a:gd name="connsiteX8-107" fmla="*/ 2623695 w 3076069"/>
                <a:gd name="connsiteY8-108" fmla="*/ 0 h 1321259"/>
                <a:gd name="connsiteX9-109" fmla="*/ 2927383 w 3076069"/>
                <a:gd name="connsiteY9-110" fmla="*/ 96632 h 1321259"/>
                <a:gd name="connsiteX10-111" fmla="*/ 2131352 w 3076069"/>
                <a:gd name="connsiteY10-112" fmla="*/ 432543 h 1321259"/>
                <a:gd name="connsiteX11-113" fmla="*/ 2292399 w 3076069"/>
                <a:gd name="connsiteY11-114" fmla="*/ 920305 h 1321259"/>
                <a:gd name="connsiteX12-115" fmla="*/ 3076069 w 3076069"/>
                <a:gd name="connsiteY12-116" fmla="*/ 1228607 h 1321259"/>
                <a:gd name="connsiteX13-117" fmla="*/ 2808172 w 3076069"/>
                <a:gd name="connsiteY13-118" fmla="*/ 1316375 h 1321259"/>
                <a:gd name="connsiteX14-119" fmla="*/ 1537780 w 3076069"/>
                <a:gd name="connsiteY14-120" fmla="*/ 727041 h 1321259"/>
                <a:gd name="connsiteX0-121" fmla="*/ 1537780 w 3076069"/>
                <a:gd name="connsiteY0-122" fmla="*/ 750825 h 1321259"/>
                <a:gd name="connsiteX1-123" fmla="*/ 313981 w 3076069"/>
                <a:gd name="connsiteY1-124" fmla="*/ 1321259 h 1321259"/>
                <a:gd name="connsiteX2-125" fmla="*/ 0 w 3076069"/>
                <a:gd name="connsiteY2-126" fmla="*/ 1228607 h 1321259"/>
                <a:gd name="connsiteX3-127" fmla="*/ 962613 w 3076069"/>
                <a:gd name="connsiteY3-128" fmla="*/ 837478 h 1321259"/>
                <a:gd name="connsiteX4-129" fmla="*/ 935005 w 3076069"/>
                <a:gd name="connsiteY4-130" fmla="*/ 450949 h 1321259"/>
                <a:gd name="connsiteX5-131" fmla="*/ 212596 w 3076069"/>
                <a:gd name="connsiteY5-132" fmla="*/ 119640 h 1321259"/>
                <a:gd name="connsiteX6-133" fmla="*/ 456466 w 3076069"/>
                <a:gd name="connsiteY6-134" fmla="*/ 50617 h 1321259"/>
                <a:gd name="connsiteX7-135" fmla="*/ 1528577 w 3076069"/>
                <a:gd name="connsiteY7-136" fmla="*/ 501566 h 1321259"/>
                <a:gd name="connsiteX8-137" fmla="*/ 2623695 w 3076069"/>
                <a:gd name="connsiteY8-138" fmla="*/ 0 h 1321259"/>
                <a:gd name="connsiteX9-139" fmla="*/ 2927383 w 3076069"/>
                <a:gd name="connsiteY9-140" fmla="*/ 96632 h 1321259"/>
                <a:gd name="connsiteX10-141" fmla="*/ 2131352 w 3076069"/>
                <a:gd name="connsiteY10-142" fmla="*/ 432543 h 1321259"/>
                <a:gd name="connsiteX11-143" fmla="*/ 2292399 w 3076069"/>
                <a:gd name="connsiteY11-144" fmla="*/ 920305 h 1321259"/>
                <a:gd name="connsiteX12-145" fmla="*/ 3076069 w 3076069"/>
                <a:gd name="connsiteY12-146" fmla="*/ 1228607 h 1321259"/>
                <a:gd name="connsiteX13-147" fmla="*/ 2808172 w 3076069"/>
                <a:gd name="connsiteY13-148" fmla="*/ 1316375 h 1321259"/>
                <a:gd name="connsiteX14-149" fmla="*/ 1537780 w 3076069"/>
                <a:gd name="connsiteY14-150" fmla="*/ 750825 h 13212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422" name="Freeform 421"/>
            <p:cNvSpPr/>
            <p:nvPr/>
          </p:nvSpPr>
          <p:spPr bwMode="auto">
            <a:xfrm>
              <a:off x="2102426" y="1633537"/>
              <a:ext cx="663033" cy="111611"/>
            </a:xfrm>
            <a:custGeom>
              <a:avLst/>
              <a:gdLst>
                <a:gd name="T0" fmla="*/ 0 w 3723451"/>
                <a:gd name="T1" fmla="*/ 27306 h 932950"/>
                <a:gd name="T2" fmla="*/ 116665 w 3723451"/>
                <a:gd name="T3" fmla="*/ 322 h 932950"/>
                <a:gd name="T4" fmla="*/ 330457 w 3723451"/>
                <a:gd name="T5" fmla="*/ 62276 h 932950"/>
                <a:gd name="T6" fmla="*/ 534418 w 3723451"/>
                <a:gd name="T7" fmla="*/ 0 h 932950"/>
                <a:gd name="T8" fmla="*/ 663033 w 3723451"/>
                <a:gd name="T9" fmla="*/ 24782 h 932950"/>
                <a:gd name="T10" fmla="*/ 567343 w 3723451"/>
                <a:gd name="T11" fmla="*/ 55255 h 932950"/>
                <a:gd name="T12" fmla="*/ 536535 w 3723451"/>
                <a:gd name="T13" fmla="*/ 47039 h 932950"/>
                <a:gd name="T14" fmla="*/ 334214 w 3723451"/>
                <a:gd name="T15" fmla="*/ 111611 h 932950"/>
                <a:gd name="T16" fmla="*/ 126717 w 3723451"/>
                <a:gd name="T17" fmla="*/ 49415 h 932950"/>
                <a:gd name="T18" fmla="*/ 93168 w 3723451"/>
                <a:gd name="T19" fmla="*/ 56127 h 932950"/>
                <a:gd name="T20" fmla="*/ 0 w 3723451"/>
                <a:gd name="T21" fmla="*/ 27306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427" name="Freeform 426"/>
            <p:cNvSpPr/>
            <p:nvPr/>
          </p:nvSpPr>
          <p:spPr bwMode="auto">
            <a:xfrm>
              <a:off x="2537350" y="1727977"/>
              <a:ext cx="243315" cy="97303"/>
            </a:xfrm>
            <a:custGeom>
              <a:avLst/>
              <a:gdLst>
                <a:gd name="T0" fmla="*/ 0 w 1366596"/>
                <a:gd name="T1" fmla="*/ 0 h 809868"/>
                <a:gd name="T2" fmla="*/ 243315 w 1366596"/>
                <a:gd name="T3" fmla="*/ 75189 h 809868"/>
                <a:gd name="T4" fmla="*/ 154017 w 1366596"/>
                <a:gd name="T5" fmla="*/ 97303 h 809868"/>
                <a:gd name="T6" fmla="*/ 819 w 1366596"/>
                <a:gd name="T7" fmla="*/ 5141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428" name="Freeform 427"/>
            <p:cNvSpPr/>
            <p:nvPr/>
          </p:nvSpPr>
          <p:spPr bwMode="auto">
            <a:xfrm>
              <a:off x="2090260" y="1730839"/>
              <a:ext cx="240272" cy="97303"/>
            </a:xfrm>
            <a:custGeom>
              <a:avLst/>
              <a:gdLst>
                <a:gd name="T0" fmla="*/ 236992 w 1348191"/>
                <a:gd name="T1" fmla="*/ 0 h 791462"/>
                <a:gd name="T2" fmla="*/ 240272 w 1348191"/>
                <a:gd name="T3" fmla="*/ 46954 h 791462"/>
                <a:gd name="T4" fmla="*/ 86924 w 1348191"/>
                <a:gd name="T5" fmla="*/ 97303 h 791462"/>
                <a:gd name="T6" fmla="*/ 0 w 1348191"/>
                <a:gd name="T7" fmla="*/ 75240 h 791462"/>
                <a:gd name="T8" fmla="*/ 236992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cxnSp>
          <p:nvCxnSpPr>
            <p:cNvPr id="429" name="Straight Connector 428"/>
            <p:cNvCxnSpPr>
              <a:cxnSpLocks noChangeShapeType="1"/>
              <a:endCxn id="412" idx="2"/>
            </p:cNvCxnSpPr>
            <p:nvPr/>
          </p:nvCxnSpPr>
          <p:spPr bwMode="auto">
            <a:xfrm flipH="1" flipV="1">
              <a:off x="1871277" y="1736563"/>
              <a:ext cx="3040" cy="123058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" name="Straight Connector 429"/>
            <p:cNvCxnSpPr>
              <a:cxnSpLocks noChangeShapeType="1"/>
            </p:cNvCxnSpPr>
            <p:nvPr/>
          </p:nvCxnSpPr>
          <p:spPr bwMode="auto">
            <a:xfrm flipH="1" flipV="1">
              <a:off x="2996608" y="1733700"/>
              <a:ext cx="3040" cy="12306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3815" name="Group 347"/>
          <p:cNvGrpSpPr/>
          <p:nvPr/>
        </p:nvGrpSpPr>
        <p:grpSpPr>
          <a:xfrm>
            <a:off x="5227638" y="6354763"/>
            <a:ext cx="588962" cy="242887"/>
            <a:chOff x="1871277" y="1576300"/>
            <a:chExt cx="1128371" cy="437861"/>
          </a:xfrm>
        </p:grpSpPr>
        <p:sp>
          <p:nvSpPr>
            <p:cNvPr id="432" name="Oval 431"/>
            <p:cNvSpPr>
              <a:spLocks noChangeArrowheads="1"/>
            </p:cNvSpPr>
            <p:nvPr/>
          </p:nvSpPr>
          <p:spPr bwMode="auto">
            <a:xfrm flipV="1">
              <a:off x="1874317" y="1693635"/>
              <a:ext cx="1125331" cy="320526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433" name="Rectangle 432"/>
            <p:cNvSpPr/>
            <p:nvPr/>
          </p:nvSpPr>
          <p:spPr bwMode="auto"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434" name="Oval 433"/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435" name="Freeform 434"/>
            <p:cNvSpPr/>
            <p:nvPr/>
          </p:nvSpPr>
          <p:spPr bwMode="auto">
            <a:xfrm>
              <a:off x="2160212" y="1673603"/>
              <a:ext cx="547458" cy="16026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-1" fmla="*/ 1486231 w 2944854"/>
                <a:gd name="connsiteY0-2" fmla="*/ 727041 h 1316375"/>
                <a:gd name="connsiteX1-3" fmla="*/ 257675 w 2944854"/>
                <a:gd name="connsiteY1-4" fmla="*/ 1302232 h 1316375"/>
                <a:gd name="connsiteX2-5" fmla="*/ 0 w 2944854"/>
                <a:gd name="connsiteY2-6" fmla="*/ 1228607 h 1316375"/>
                <a:gd name="connsiteX3-7" fmla="*/ 911064 w 2944854"/>
                <a:gd name="connsiteY3-8" fmla="*/ 837478 h 1316375"/>
                <a:gd name="connsiteX4-9" fmla="*/ 883456 w 2944854"/>
                <a:gd name="connsiteY4-10" fmla="*/ 450949 h 1316375"/>
                <a:gd name="connsiteX5-11" fmla="*/ 161047 w 2944854"/>
                <a:gd name="connsiteY5-12" fmla="*/ 119640 h 1316375"/>
                <a:gd name="connsiteX6-13" fmla="*/ 404917 w 2944854"/>
                <a:gd name="connsiteY6-14" fmla="*/ 50617 h 1316375"/>
                <a:gd name="connsiteX7-15" fmla="*/ 1477028 w 2944854"/>
                <a:gd name="connsiteY7-16" fmla="*/ 501566 h 1316375"/>
                <a:gd name="connsiteX8-17" fmla="*/ 2572146 w 2944854"/>
                <a:gd name="connsiteY8-18" fmla="*/ 0 h 1316375"/>
                <a:gd name="connsiteX9-19" fmla="*/ 2875834 w 2944854"/>
                <a:gd name="connsiteY9-20" fmla="*/ 96632 h 1316375"/>
                <a:gd name="connsiteX10-21" fmla="*/ 2079803 w 2944854"/>
                <a:gd name="connsiteY10-22" fmla="*/ 432543 h 1316375"/>
                <a:gd name="connsiteX11-23" fmla="*/ 2240850 w 2944854"/>
                <a:gd name="connsiteY11-24" fmla="*/ 920305 h 1316375"/>
                <a:gd name="connsiteX12-25" fmla="*/ 2944854 w 2944854"/>
                <a:gd name="connsiteY12-26" fmla="*/ 1228607 h 1316375"/>
                <a:gd name="connsiteX13-27" fmla="*/ 2756623 w 2944854"/>
                <a:gd name="connsiteY13-28" fmla="*/ 1316375 h 1316375"/>
                <a:gd name="connsiteX14-29" fmla="*/ 1486231 w 2944854"/>
                <a:gd name="connsiteY14-30" fmla="*/ 727041 h 1316375"/>
                <a:gd name="connsiteX0-31" fmla="*/ 1486231 w 3024520"/>
                <a:gd name="connsiteY0-32" fmla="*/ 727041 h 1316375"/>
                <a:gd name="connsiteX1-33" fmla="*/ 257675 w 3024520"/>
                <a:gd name="connsiteY1-34" fmla="*/ 1302232 h 1316375"/>
                <a:gd name="connsiteX2-35" fmla="*/ 0 w 3024520"/>
                <a:gd name="connsiteY2-36" fmla="*/ 1228607 h 1316375"/>
                <a:gd name="connsiteX3-37" fmla="*/ 911064 w 3024520"/>
                <a:gd name="connsiteY3-38" fmla="*/ 837478 h 1316375"/>
                <a:gd name="connsiteX4-39" fmla="*/ 883456 w 3024520"/>
                <a:gd name="connsiteY4-40" fmla="*/ 450949 h 1316375"/>
                <a:gd name="connsiteX5-41" fmla="*/ 161047 w 3024520"/>
                <a:gd name="connsiteY5-42" fmla="*/ 119640 h 1316375"/>
                <a:gd name="connsiteX6-43" fmla="*/ 404917 w 3024520"/>
                <a:gd name="connsiteY6-44" fmla="*/ 50617 h 1316375"/>
                <a:gd name="connsiteX7-45" fmla="*/ 1477028 w 3024520"/>
                <a:gd name="connsiteY7-46" fmla="*/ 501566 h 1316375"/>
                <a:gd name="connsiteX8-47" fmla="*/ 2572146 w 3024520"/>
                <a:gd name="connsiteY8-48" fmla="*/ 0 h 1316375"/>
                <a:gd name="connsiteX9-49" fmla="*/ 2875834 w 3024520"/>
                <a:gd name="connsiteY9-50" fmla="*/ 96632 h 1316375"/>
                <a:gd name="connsiteX10-51" fmla="*/ 2079803 w 3024520"/>
                <a:gd name="connsiteY10-52" fmla="*/ 432543 h 1316375"/>
                <a:gd name="connsiteX11-53" fmla="*/ 2240850 w 3024520"/>
                <a:gd name="connsiteY11-54" fmla="*/ 920305 h 1316375"/>
                <a:gd name="connsiteX12-55" fmla="*/ 3024520 w 3024520"/>
                <a:gd name="connsiteY12-56" fmla="*/ 1228607 h 1316375"/>
                <a:gd name="connsiteX13-57" fmla="*/ 2756623 w 3024520"/>
                <a:gd name="connsiteY13-58" fmla="*/ 1316375 h 1316375"/>
                <a:gd name="connsiteX14-59" fmla="*/ 1486231 w 3024520"/>
                <a:gd name="connsiteY14-60" fmla="*/ 727041 h 1316375"/>
                <a:gd name="connsiteX0-61" fmla="*/ 1537780 w 3076069"/>
                <a:gd name="connsiteY0-62" fmla="*/ 727041 h 1316375"/>
                <a:gd name="connsiteX1-63" fmla="*/ 309224 w 3076069"/>
                <a:gd name="connsiteY1-64" fmla="*/ 1302232 h 1316375"/>
                <a:gd name="connsiteX2-65" fmla="*/ 0 w 3076069"/>
                <a:gd name="connsiteY2-66" fmla="*/ 1228607 h 1316375"/>
                <a:gd name="connsiteX3-67" fmla="*/ 962613 w 3076069"/>
                <a:gd name="connsiteY3-68" fmla="*/ 837478 h 1316375"/>
                <a:gd name="connsiteX4-69" fmla="*/ 935005 w 3076069"/>
                <a:gd name="connsiteY4-70" fmla="*/ 450949 h 1316375"/>
                <a:gd name="connsiteX5-71" fmla="*/ 212596 w 3076069"/>
                <a:gd name="connsiteY5-72" fmla="*/ 119640 h 1316375"/>
                <a:gd name="connsiteX6-73" fmla="*/ 456466 w 3076069"/>
                <a:gd name="connsiteY6-74" fmla="*/ 50617 h 1316375"/>
                <a:gd name="connsiteX7-75" fmla="*/ 1528577 w 3076069"/>
                <a:gd name="connsiteY7-76" fmla="*/ 501566 h 1316375"/>
                <a:gd name="connsiteX8-77" fmla="*/ 2623695 w 3076069"/>
                <a:gd name="connsiteY8-78" fmla="*/ 0 h 1316375"/>
                <a:gd name="connsiteX9-79" fmla="*/ 2927383 w 3076069"/>
                <a:gd name="connsiteY9-80" fmla="*/ 96632 h 1316375"/>
                <a:gd name="connsiteX10-81" fmla="*/ 2131352 w 3076069"/>
                <a:gd name="connsiteY10-82" fmla="*/ 432543 h 1316375"/>
                <a:gd name="connsiteX11-83" fmla="*/ 2292399 w 3076069"/>
                <a:gd name="connsiteY11-84" fmla="*/ 920305 h 1316375"/>
                <a:gd name="connsiteX12-85" fmla="*/ 3076069 w 3076069"/>
                <a:gd name="connsiteY12-86" fmla="*/ 1228607 h 1316375"/>
                <a:gd name="connsiteX13-87" fmla="*/ 2808172 w 3076069"/>
                <a:gd name="connsiteY13-88" fmla="*/ 1316375 h 1316375"/>
                <a:gd name="connsiteX14-89" fmla="*/ 1537780 w 3076069"/>
                <a:gd name="connsiteY14-90" fmla="*/ 727041 h 1316375"/>
                <a:gd name="connsiteX0-91" fmla="*/ 1537780 w 3076069"/>
                <a:gd name="connsiteY0-92" fmla="*/ 727041 h 1321259"/>
                <a:gd name="connsiteX1-93" fmla="*/ 313981 w 3076069"/>
                <a:gd name="connsiteY1-94" fmla="*/ 1321259 h 1321259"/>
                <a:gd name="connsiteX2-95" fmla="*/ 0 w 3076069"/>
                <a:gd name="connsiteY2-96" fmla="*/ 1228607 h 1321259"/>
                <a:gd name="connsiteX3-97" fmla="*/ 962613 w 3076069"/>
                <a:gd name="connsiteY3-98" fmla="*/ 837478 h 1321259"/>
                <a:gd name="connsiteX4-99" fmla="*/ 935005 w 3076069"/>
                <a:gd name="connsiteY4-100" fmla="*/ 450949 h 1321259"/>
                <a:gd name="connsiteX5-101" fmla="*/ 212596 w 3076069"/>
                <a:gd name="connsiteY5-102" fmla="*/ 119640 h 1321259"/>
                <a:gd name="connsiteX6-103" fmla="*/ 456466 w 3076069"/>
                <a:gd name="connsiteY6-104" fmla="*/ 50617 h 1321259"/>
                <a:gd name="connsiteX7-105" fmla="*/ 1528577 w 3076069"/>
                <a:gd name="connsiteY7-106" fmla="*/ 501566 h 1321259"/>
                <a:gd name="connsiteX8-107" fmla="*/ 2623695 w 3076069"/>
                <a:gd name="connsiteY8-108" fmla="*/ 0 h 1321259"/>
                <a:gd name="connsiteX9-109" fmla="*/ 2927383 w 3076069"/>
                <a:gd name="connsiteY9-110" fmla="*/ 96632 h 1321259"/>
                <a:gd name="connsiteX10-111" fmla="*/ 2131352 w 3076069"/>
                <a:gd name="connsiteY10-112" fmla="*/ 432543 h 1321259"/>
                <a:gd name="connsiteX11-113" fmla="*/ 2292399 w 3076069"/>
                <a:gd name="connsiteY11-114" fmla="*/ 920305 h 1321259"/>
                <a:gd name="connsiteX12-115" fmla="*/ 3076069 w 3076069"/>
                <a:gd name="connsiteY12-116" fmla="*/ 1228607 h 1321259"/>
                <a:gd name="connsiteX13-117" fmla="*/ 2808172 w 3076069"/>
                <a:gd name="connsiteY13-118" fmla="*/ 1316375 h 1321259"/>
                <a:gd name="connsiteX14-119" fmla="*/ 1537780 w 3076069"/>
                <a:gd name="connsiteY14-120" fmla="*/ 727041 h 1321259"/>
                <a:gd name="connsiteX0-121" fmla="*/ 1537780 w 3076069"/>
                <a:gd name="connsiteY0-122" fmla="*/ 750825 h 1321259"/>
                <a:gd name="connsiteX1-123" fmla="*/ 313981 w 3076069"/>
                <a:gd name="connsiteY1-124" fmla="*/ 1321259 h 1321259"/>
                <a:gd name="connsiteX2-125" fmla="*/ 0 w 3076069"/>
                <a:gd name="connsiteY2-126" fmla="*/ 1228607 h 1321259"/>
                <a:gd name="connsiteX3-127" fmla="*/ 962613 w 3076069"/>
                <a:gd name="connsiteY3-128" fmla="*/ 837478 h 1321259"/>
                <a:gd name="connsiteX4-129" fmla="*/ 935005 w 3076069"/>
                <a:gd name="connsiteY4-130" fmla="*/ 450949 h 1321259"/>
                <a:gd name="connsiteX5-131" fmla="*/ 212596 w 3076069"/>
                <a:gd name="connsiteY5-132" fmla="*/ 119640 h 1321259"/>
                <a:gd name="connsiteX6-133" fmla="*/ 456466 w 3076069"/>
                <a:gd name="connsiteY6-134" fmla="*/ 50617 h 1321259"/>
                <a:gd name="connsiteX7-135" fmla="*/ 1528577 w 3076069"/>
                <a:gd name="connsiteY7-136" fmla="*/ 501566 h 1321259"/>
                <a:gd name="connsiteX8-137" fmla="*/ 2623695 w 3076069"/>
                <a:gd name="connsiteY8-138" fmla="*/ 0 h 1321259"/>
                <a:gd name="connsiteX9-139" fmla="*/ 2927383 w 3076069"/>
                <a:gd name="connsiteY9-140" fmla="*/ 96632 h 1321259"/>
                <a:gd name="connsiteX10-141" fmla="*/ 2131352 w 3076069"/>
                <a:gd name="connsiteY10-142" fmla="*/ 432543 h 1321259"/>
                <a:gd name="connsiteX11-143" fmla="*/ 2292399 w 3076069"/>
                <a:gd name="connsiteY11-144" fmla="*/ 920305 h 1321259"/>
                <a:gd name="connsiteX12-145" fmla="*/ 3076069 w 3076069"/>
                <a:gd name="connsiteY12-146" fmla="*/ 1228607 h 1321259"/>
                <a:gd name="connsiteX13-147" fmla="*/ 2808172 w 3076069"/>
                <a:gd name="connsiteY13-148" fmla="*/ 1316375 h 1321259"/>
                <a:gd name="connsiteX14-149" fmla="*/ 1537780 w 3076069"/>
                <a:gd name="connsiteY14-150" fmla="*/ 750825 h 13212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436" name="Freeform 435"/>
            <p:cNvSpPr/>
            <p:nvPr/>
          </p:nvSpPr>
          <p:spPr bwMode="auto">
            <a:xfrm>
              <a:off x="2102426" y="1633537"/>
              <a:ext cx="663033" cy="111611"/>
            </a:xfrm>
            <a:custGeom>
              <a:avLst/>
              <a:gdLst>
                <a:gd name="T0" fmla="*/ 0 w 3723451"/>
                <a:gd name="T1" fmla="*/ 27306 h 932950"/>
                <a:gd name="T2" fmla="*/ 116665 w 3723451"/>
                <a:gd name="T3" fmla="*/ 322 h 932950"/>
                <a:gd name="T4" fmla="*/ 330457 w 3723451"/>
                <a:gd name="T5" fmla="*/ 62276 h 932950"/>
                <a:gd name="T6" fmla="*/ 534418 w 3723451"/>
                <a:gd name="T7" fmla="*/ 0 h 932950"/>
                <a:gd name="T8" fmla="*/ 663033 w 3723451"/>
                <a:gd name="T9" fmla="*/ 24782 h 932950"/>
                <a:gd name="T10" fmla="*/ 567343 w 3723451"/>
                <a:gd name="T11" fmla="*/ 55255 h 932950"/>
                <a:gd name="T12" fmla="*/ 536535 w 3723451"/>
                <a:gd name="T13" fmla="*/ 47039 h 932950"/>
                <a:gd name="T14" fmla="*/ 334214 w 3723451"/>
                <a:gd name="T15" fmla="*/ 111611 h 932950"/>
                <a:gd name="T16" fmla="*/ 126717 w 3723451"/>
                <a:gd name="T17" fmla="*/ 49415 h 932950"/>
                <a:gd name="T18" fmla="*/ 93168 w 3723451"/>
                <a:gd name="T19" fmla="*/ 56127 h 932950"/>
                <a:gd name="T20" fmla="*/ 0 w 3723451"/>
                <a:gd name="T21" fmla="*/ 27306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437" name="Freeform 436"/>
            <p:cNvSpPr/>
            <p:nvPr/>
          </p:nvSpPr>
          <p:spPr bwMode="auto">
            <a:xfrm>
              <a:off x="2537350" y="1727977"/>
              <a:ext cx="243315" cy="97303"/>
            </a:xfrm>
            <a:custGeom>
              <a:avLst/>
              <a:gdLst>
                <a:gd name="T0" fmla="*/ 0 w 1366596"/>
                <a:gd name="T1" fmla="*/ 0 h 809868"/>
                <a:gd name="T2" fmla="*/ 243315 w 1366596"/>
                <a:gd name="T3" fmla="*/ 75189 h 809868"/>
                <a:gd name="T4" fmla="*/ 154017 w 1366596"/>
                <a:gd name="T5" fmla="*/ 97303 h 809868"/>
                <a:gd name="T6" fmla="*/ 819 w 1366596"/>
                <a:gd name="T7" fmla="*/ 5141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438" name="Freeform 437"/>
            <p:cNvSpPr/>
            <p:nvPr/>
          </p:nvSpPr>
          <p:spPr bwMode="auto">
            <a:xfrm>
              <a:off x="2090260" y="1730839"/>
              <a:ext cx="240272" cy="97303"/>
            </a:xfrm>
            <a:custGeom>
              <a:avLst/>
              <a:gdLst>
                <a:gd name="T0" fmla="*/ 236992 w 1348191"/>
                <a:gd name="T1" fmla="*/ 0 h 791462"/>
                <a:gd name="T2" fmla="*/ 240272 w 1348191"/>
                <a:gd name="T3" fmla="*/ 46954 h 791462"/>
                <a:gd name="T4" fmla="*/ 86924 w 1348191"/>
                <a:gd name="T5" fmla="*/ 97303 h 791462"/>
                <a:gd name="T6" fmla="*/ 0 w 1348191"/>
                <a:gd name="T7" fmla="*/ 75240 h 791462"/>
                <a:gd name="T8" fmla="*/ 236992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cxnSp>
          <p:nvCxnSpPr>
            <p:cNvPr id="439" name="Straight Connector 438"/>
            <p:cNvCxnSpPr>
              <a:cxnSpLocks noChangeShapeType="1"/>
              <a:endCxn id="434" idx="2"/>
            </p:cNvCxnSpPr>
            <p:nvPr/>
          </p:nvCxnSpPr>
          <p:spPr bwMode="auto">
            <a:xfrm flipH="1" flipV="1">
              <a:off x="1871277" y="1736563"/>
              <a:ext cx="3040" cy="123058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" name="Straight Connector 439"/>
            <p:cNvCxnSpPr>
              <a:cxnSpLocks noChangeShapeType="1"/>
            </p:cNvCxnSpPr>
            <p:nvPr/>
          </p:nvCxnSpPr>
          <p:spPr bwMode="auto">
            <a:xfrm flipH="1" flipV="1">
              <a:off x="2996608" y="1733700"/>
              <a:ext cx="3040" cy="12306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" name="Group 25"/>
          <p:cNvGrpSpPr/>
          <p:nvPr/>
        </p:nvGrpSpPr>
        <p:grpSpPr>
          <a:xfrm>
            <a:off x="3449638" y="2220913"/>
            <a:ext cx="5138737" cy="2886075"/>
            <a:chOff x="1925876" y="2212958"/>
            <a:chExt cx="5138371" cy="2887355"/>
          </a:xfrm>
        </p:grpSpPr>
        <p:grpSp>
          <p:nvGrpSpPr>
            <p:cNvPr id="33843" name="Group 11"/>
            <p:cNvGrpSpPr/>
            <p:nvPr/>
          </p:nvGrpSpPr>
          <p:grpSpPr>
            <a:xfrm>
              <a:off x="2703677" y="2212958"/>
              <a:ext cx="3639791" cy="580476"/>
              <a:chOff x="2663361" y="2011398"/>
              <a:chExt cx="3639791" cy="580476"/>
            </a:xfrm>
          </p:grpSpPr>
          <p:sp>
            <p:nvSpPr>
              <p:cNvPr id="342" name="Oval 341"/>
              <p:cNvSpPr/>
              <p:nvPr/>
            </p:nvSpPr>
            <p:spPr bwMode="auto">
              <a:xfrm>
                <a:off x="2722113" y="2011398"/>
                <a:ext cx="3581145" cy="492343"/>
              </a:xfrm>
              <a:prstGeom prst="ellipse">
                <a:avLst/>
              </a:prstGeom>
              <a:solidFill>
                <a:schemeClr val="bg1">
                  <a:alpha val="42000"/>
                </a:schemeClr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sp>
            <p:nvSpPr>
              <p:cNvPr id="389" name="Oval 388"/>
              <p:cNvSpPr/>
              <p:nvPr/>
            </p:nvSpPr>
            <p:spPr bwMode="auto">
              <a:xfrm>
                <a:off x="2663380" y="2098749"/>
                <a:ext cx="3581145" cy="492343"/>
              </a:xfrm>
              <a:prstGeom prst="ellipse">
                <a:avLst/>
              </a:prstGeom>
              <a:solidFill>
                <a:srgbClr val="CC0000">
                  <a:alpha val="42000"/>
                </a:srgbClr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sp>
            <p:nvSpPr>
              <p:cNvPr id="33870" name="TextBox 389"/>
              <p:cNvSpPr txBox="1"/>
              <p:nvPr/>
            </p:nvSpPr>
            <p:spPr>
              <a:xfrm>
                <a:off x="3408245" y="2127167"/>
                <a:ext cx="2146538" cy="42099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Remote Controller</a:t>
                </a:r>
                <a:endParaRPr lang="en-US" altLang="zh-CN" sz="1600" b="1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33844" name="Group 441"/>
            <p:cNvGrpSpPr/>
            <p:nvPr/>
          </p:nvGrpSpPr>
          <p:grpSpPr>
            <a:xfrm>
              <a:off x="1925876" y="4189460"/>
              <a:ext cx="923837" cy="462051"/>
              <a:chOff x="2705100" y="1969988"/>
              <a:chExt cx="3598690" cy="561897"/>
            </a:xfrm>
          </p:grpSpPr>
          <p:sp>
            <p:nvSpPr>
              <p:cNvPr id="443" name="Oval 442"/>
              <p:cNvSpPr/>
              <p:nvPr/>
            </p:nvSpPr>
            <p:spPr bwMode="auto">
              <a:xfrm>
                <a:off x="2723648" y="2009603"/>
                <a:ext cx="3580227" cy="494440"/>
              </a:xfrm>
              <a:prstGeom prst="ellipse">
                <a:avLst/>
              </a:prstGeom>
              <a:solidFill>
                <a:schemeClr val="bg1">
                  <a:alpha val="42000"/>
                </a:schemeClr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sp>
            <p:nvSpPr>
              <p:cNvPr id="444" name="Oval 443"/>
              <p:cNvSpPr/>
              <p:nvPr/>
            </p:nvSpPr>
            <p:spPr bwMode="auto">
              <a:xfrm>
                <a:off x="2705100" y="2011535"/>
                <a:ext cx="3580223" cy="494440"/>
              </a:xfrm>
              <a:prstGeom prst="ellipse">
                <a:avLst/>
              </a:prstGeom>
              <a:solidFill>
                <a:srgbClr val="CC0000">
                  <a:alpha val="42000"/>
                </a:srgbClr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sp>
            <p:nvSpPr>
              <p:cNvPr id="33867" name="TextBox 389"/>
              <p:cNvSpPr txBox="1"/>
              <p:nvPr/>
            </p:nvSpPr>
            <p:spPr>
              <a:xfrm>
                <a:off x="3504308" y="1969988"/>
                <a:ext cx="1918067" cy="56189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CA</a:t>
                </a:r>
                <a:endParaRPr lang="en-US" altLang="zh-CN" sz="1800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33845" name="Group 16"/>
            <p:cNvGrpSpPr/>
            <p:nvPr/>
          </p:nvGrpSpPr>
          <p:grpSpPr>
            <a:xfrm>
              <a:off x="3589508" y="4693303"/>
              <a:ext cx="463568" cy="379943"/>
              <a:chOff x="3558850" y="4506230"/>
              <a:chExt cx="463568" cy="379943"/>
            </a:xfrm>
          </p:grpSpPr>
          <p:grpSp>
            <p:nvGrpSpPr>
              <p:cNvPr id="33861" name="Group 12"/>
              <p:cNvGrpSpPr/>
              <p:nvPr/>
            </p:nvGrpSpPr>
            <p:grpSpPr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447" name="Oval 446"/>
                <p:cNvSpPr/>
                <p:nvPr/>
              </p:nvSpPr>
              <p:spPr bwMode="auto">
                <a:xfrm>
                  <a:off x="3573086" y="4578129"/>
                  <a:ext cx="439707" cy="260465"/>
                </a:xfrm>
                <a:prstGeom prst="ellipse">
                  <a:avLst/>
                </a:prstGeom>
                <a:solidFill>
                  <a:schemeClr val="bg1">
                    <a:alpha val="42000"/>
                  </a:schemeClr>
                </a:solidFill>
                <a:ln w="3175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448" name="Oval 447"/>
                <p:cNvSpPr/>
                <p:nvPr/>
              </p:nvSpPr>
              <p:spPr bwMode="auto">
                <a:xfrm>
                  <a:off x="3558800" y="4587658"/>
                  <a:ext cx="463517" cy="252525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</p:grpSp>
          <p:sp>
            <p:nvSpPr>
              <p:cNvPr id="33862" name="TextBox 389"/>
              <p:cNvSpPr txBox="1"/>
              <p:nvPr/>
            </p:nvSpPr>
            <p:spPr>
              <a:xfrm>
                <a:off x="3586393" y="4506230"/>
                <a:ext cx="423473" cy="3799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CA</a:t>
                </a:r>
                <a:endParaRPr lang="en-US" altLang="zh-CN" sz="1800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33846" name="Group 450"/>
            <p:cNvGrpSpPr/>
            <p:nvPr/>
          </p:nvGrpSpPr>
          <p:grpSpPr>
            <a:xfrm>
              <a:off x="4369656" y="4720370"/>
              <a:ext cx="463568" cy="379943"/>
              <a:chOff x="3558850" y="4535416"/>
              <a:chExt cx="463568" cy="379943"/>
            </a:xfrm>
          </p:grpSpPr>
          <p:grpSp>
            <p:nvGrpSpPr>
              <p:cNvPr id="33857" name="Group 451"/>
              <p:cNvGrpSpPr/>
              <p:nvPr/>
            </p:nvGrpSpPr>
            <p:grpSpPr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454" name="Oval 453"/>
                <p:cNvSpPr/>
                <p:nvPr/>
              </p:nvSpPr>
              <p:spPr bwMode="auto">
                <a:xfrm>
                  <a:off x="3572345" y="4588190"/>
                  <a:ext cx="441294" cy="250936"/>
                </a:xfrm>
                <a:prstGeom prst="ellipse">
                  <a:avLst/>
                </a:prstGeom>
                <a:solidFill>
                  <a:schemeClr val="bg1">
                    <a:alpha val="42000"/>
                  </a:schemeClr>
                </a:solidFill>
                <a:ln w="3175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455" name="Oval 454"/>
                <p:cNvSpPr/>
                <p:nvPr/>
              </p:nvSpPr>
              <p:spPr bwMode="auto">
                <a:xfrm>
                  <a:off x="3553296" y="4597719"/>
                  <a:ext cx="469867" cy="242994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</p:grpSp>
          <p:sp>
            <p:nvSpPr>
              <p:cNvPr id="33858" name="TextBox 389"/>
              <p:cNvSpPr txBox="1"/>
              <p:nvPr/>
            </p:nvSpPr>
            <p:spPr>
              <a:xfrm>
                <a:off x="3570699" y="4535416"/>
                <a:ext cx="423473" cy="3799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CA</a:t>
                </a:r>
                <a:endParaRPr lang="en-US" altLang="zh-CN" sz="1800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33847" name="Group 455"/>
            <p:cNvGrpSpPr/>
            <p:nvPr/>
          </p:nvGrpSpPr>
          <p:grpSpPr>
            <a:xfrm>
              <a:off x="5569912" y="4650422"/>
              <a:ext cx="463568" cy="379943"/>
              <a:chOff x="3558850" y="4467586"/>
              <a:chExt cx="463568" cy="379943"/>
            </a:xfrm>
          </p:grpSpPr>
          <p:grpSp>
            <p:nvGrpSpPr>
              <p:cNvPr id="33853" name="Group 456"/>
              <p:cNvGrpSpPr/>
              <p:nvPr/>
            </p:nvGrpSpPr>
            <p:grpSpPr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459" name="Oval 458"/>
                <p:cNvSpPr/>
                <p:nvPr/>
              </p:nvSpPr>
              <p:spPr bwMode="auto">
                <a:xfrm>
                  <a:off x="3573740" y="4577602"/>
                  <a:ext cx="439707" cy="260465"/>
                </a:xfrm>
                <a:prstGeom prst="ellipse">
                  <a:avLst/>
                </a:prstGeom>
                <a:solidFill>
                  <a:schemeClr val="bg1">
                    <a:alpha val="42000"/>
                  </a:schemeClr>
                </a:solidFill>
                <a:ln w="3175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460" name="Oval 459"/>
                <p:cNvSpPr/>
                <p:nvPr/>
              </p:nvSpPr>
              <p:spPr bwMode="auto">
                <a:xfrm>
                  <a:off x="3559454" y="4587131"/>
                  <a:ext cx="463517" cy="252524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</p:grpSp>
          <p:sp>
            <p:nvSpPr>
              <p:cNvPr id="33854" name="TextBox 389"/>
              <p:cNvSpPr txBox="1"/>
              <p:nvPr/>
            </p:nvSpPr>
            <p:spPr>
              <a:xfrm>
                <a:off x="3575117" y="4467586"/>
                <a:ext cx="423473" cy="3799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CA</a:t>
                </a:r>
                <a:endParaRPr lang="en-US" altLang="zh-CN" sz="1800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33848" name="Group 460"/>
            <p:cNvGrpSpPr/>
            <p:nvPr/>
          </p:nvGrpSpPr>
          <p:grpSpPr>
            <a:xfrm>
              <a:off x="6557699" y="4648825"/>
              <a:ext cx="506548" cy="379943"/>
              <a:chOff x="3558850" y="4468107"/>
              <a:chExt cx="506548" cy="379943"/>
            </a:xfrm>
          </p:grpSpPr>
          <p:grpSp>
            <p:nvGrpSpPr>
              <p:cNvPr id="33849" name="Group 461"/>
              <p:cNvGrpSpPr/>
              <p:nvPr/>
            </p:nvGrpSpPr>
            <p:grpSpPr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464" name="Oval 463"/>
                <p:cNvSpPr/>
                <p:nvPr/>
              </p:nvSpPr>
              <p:spPr bwMode="auto">
                <a:xfrm>
                  <a:off x="3573308" y="4578130"/>
                  <a:ext cx="439707" cy="260465"/>
                </a:xfrm>
                <a:prstGeom prst="ellipse">
                  <a:avLst/>
                </a:prstGeom>
                <a:solidFill>
                  <a:schemeClr val="bg1">
                    <a:alpha val="42000"/>
                  </a:schemeClr>
                </a:solidFill>
                <a:ln w="3175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465" name="Oval 464"/>
                <p:cNvSpPr/>
                <p:nvPr/>
              </p:nvSpPr>
              <p:spPr bwMode="auto">
                <a:xfrm>
                  <a:off x="3559022" y="4587659"/>
                  <a:ext cx="463517" cy="252525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+mn-cs"/>
                    <a:sym typeface="Comic Sans MS" panose="030F0702030302020204" pitchFamily="66" charset="0"/>
                  </a:endParaRPr>
                </a:p>
              </p:txBody>
            </p:sp>
          </p:grpSp>
          <p:sp>
            <p:nvSpPr>
              <p:cNvPr id="33850" name="TextBox 389"/>
              <p:cNvSpPr txBox="1"/>
              <p:nvPr/>
            </p:nvSpPr>
            <p:spPr>
              <a:xfrm>
                <a:off x="3641925" y="4468107"/>
                <a:ext cx="423473" cy="3799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CA</a:t>
                </a:r>
                <a:endParaRPr lang="en-US" altLang="zh-CN" sz="1800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</p:grpSp>
      <p:sp>
        <p:nvSpPr>
          <p:cNvPr id="33817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458787" cy="273050"/>
          </a:xfrm>
          <a:ln/>
        </p:spPr>
        <p:txBody>
          <a:bodyPr/>
          <a:p>
            <a:pPr mar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5-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33818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Control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grpSp>
        <p:nvGrpSpPr>
          <p:cNvPr id="33819" name="Group 1"/>
          <p:cNvGrpSpPr/>
          <p:nvPr/>
        </p:nvGrpSpPr>
        <p:grpSpPr>
          <a:xfrm>
            <a:off x="2462213" y="5527675"/>
            <a:ext cx="2714625" cy="901700"/>
            <a:chOff x="938213" y="5237163"/>
            <a:chExt cx="2714469" cy="902474"/>
          </a:xfrm>
        </p:grpSpPr>
        <p:cxnSp>
          <p:nvCxnSpPr>
            <p:cNvPr id="339" name="Straight Connector 338"/>
            <p:cNvCxnSpPr/>
            <p:nvPr/>
          </p:nvCxnSpPr>
          <p:spPr>
            <a:xfrm flipH="1">
              <a:off x="1282680" y="5802798"/>
              <a:ext cx="1508038" cy="1589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822" name="TextBox 265"/>
            <p:cNvSpPr txBox="1"/>
            <p:nvPr/>
          </p:nvSpPr>
          <p:spPr>
            <a:xfrm>
              <a:off x="3198813" y="5473700"/>
              <a:ext cx="253596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1</a:t>
              </a:r>
              <a:endPara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33823" name="TextBox 281"/>
            <p:cNvSpPr txBox="1"/>
            <p:nvPr/>
          </p:nvSpPr>
          <p:spPr>
            <a:xfrm>
              <a:off x="3373438" y="5761038"/>
              <a:ext cx="279244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2</a:t>
              </a:r>
              <a:endPara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33824" name="Group 5"/>
            <p:cNvGrpSpPr/>
            <p:nvPr/>
          </p:nvGrpSpPr>
          <p:grpSpPr>
            <a:xfrm>
              <a:off x="938213" y="5237163"/>
              <a:ext cx="1616075" cy="524150"/>
              <a:chOff x="-4079003" y="2717403"/>
              <a:chExt cx="1616718" cy="525347"/>
            </a:xfrm>
          </p:grpSpPr>
          <p:sp>
            <p:nvSpPr>
              <p:cNvPr id="33837" name="Rectangle 97"/>
              <p:cNvSpPr/>
              <p:nvPr/>
            </p:nvSpPr>
            <p:spPr>
              <a:xfrm>
                <a:off x="-4052413" y="2965119"/>
                <a:ext cx="1290538" cy="208750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33838" name="Rectangle 98"/>
              <p:cNvSpPr/>
              <p:nvPr/>
            </p:nvSpPr>
            <p:spPr>
              <a:xfrm>
                <a:off x="-4079003" y="2985994"/>
                <a:ext cx="1281675" cy="20875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33839" name="Line 99"/>
              <p:cNvSpPr/>
              <p:nvPr/>
            </p:nvSpPr>
            <p:spPr>
              <a:xfrm>
                <a:off x="-2933828" y="3101502"/>
                <a:ext cx="471543" cy="0"/>
              </a:xfrm>
              <a:prstGeom prst="line">
                <a:avLst/>
              </a:prstGeom>
              <a:ln w="9525" cap="flat" cmpd="sng">
                <a:solidFill>
                  <a:schemeClr val="accent2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3840" name="Rectangle 104"/>
              <p:cNvSpPr/>
              <p:nvPr/>
            </p:nvSpPr>
            <p:spPr>
              <a:xfrm>
                <a:off x="-3377007" y="2988777"/>
                <a:ext cx="476861" cy="210142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33841" name="Text Box 105"/>
              <p:cNvSpPr txBox="1"/>
              <p:nvPr/>
            </p:nvSpPr>
            <p:spPr>
              <a:xfrm>
                <a:off x="-3430189" y="2965119"/>
                <a:ext cx="486223" cy="2776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0111</a:t>
                </a:r>
                <a:endParaRPr lang="en-US" altLang="zh-CN" sz="12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33842" name="Line 119"/>
              <p:cNvSpPr/>
              <p:nvPr/>
            </p:nvSpPr>
            <p:spPr>
              <a:xfrm>
                <a:off x="-3621642" y="2717403"/>
                <a:ext cx="405953" cy="30060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33825" name="Freeform 120"/>
            <p:cNvSpPr/>
            <p:nvPr/>
          </p:nvSpPr>
          <p:spPr>
            <a:xfrm>
              <a:off x="2493963" y="5668963"/>
              <a:ext cx="982662" cy="233362"/>
            </a:xfrm>
            <a:custGeom>
              <a:avLst/>
              <a:gdLst>
                <a:gd name="txL" fmla="*/ 0 w 554"/>
                <a:gd name="txT" fmla="*/ 0 h 167"/>
                <a:gd name="txR" fmla="*/ 554 w 554"/>
                <a:gd name="txB" fmla="*/ 167 h 167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554" h="167">
                  <a:moveTo>
                    <a:pt x="0" y="10"/>
                  </a:moveTo>
                  <a:cubicBezTo>
                    <a:pt x="102" y="0"/>
                    <a:pt x="240" y="5"/>
                    <a:pt x="324" y="26"/>
                  </a:cubicBezTo>
                  <a:cubicBezTo>
                    <a:pt x="416" y="52"/>
                    <a:pt x="502" y="120"/>
                    <a:pt x="554" y="167"/>
                  </a:cubicBezTo>
                </a:path>
              </a:pathLst>
            </a:custGeom>
            <a:noFill/>
            <a:ln w="57150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33826" name="Group 357"/>
            <p:cNvGrpSpPr/>
            <p:nvPr/>
          </p:nvGrpSpPr>
          <p:grpSpPr>
            <a:xfrm>
              <a:off x="2714625" y="5659438"/>
              <a:ext cx="565150" cy="293687"/>
              <a:chOff x="1871277" y="1576300"/>
              <a:chExt cx="1128371" cy="437861"/>
            </a:xfrm>
          </p:grpSpPr>
          <p:sp>
            <p:nvSpPr>
              <p:cNvPr id="352" name="Oval 351"/>
              <p:cNvSpPr>
                <a:spLocks noChangeArrowheads="1"/>
              </p:cNvSpPr>
              <p:nvPr/>
            </p:nvSpPr>
            <p:spPr bwMode="auto">
              <a:xfrm flipV="1">
                <a:off x="1874244" y="1695283"/>
                <a:ext cx="1125137" cy="319796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chemeClr val="tx1"/>
                </a:solidFill>
                <a:rou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sp>
            <p:nvSpPr>
              <p:cNvPr id="353" name="Rectangle 352"/>
              <p:cNvSpPr/>
              <p:nvPr/>
            </p:nvSpPr>
            <p:spPr bwMode="auto">
              <a:xfrm>
                <a:off x="1871073" y="1740292"/>
                <a:ext cx="1128307" cy="1160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sp>
            <p:nvSpPr>
              <p:cNvPr id="354" name="Oval 353"/>
              <p:cNvSpPr>
                <a:spLocks noChangeArrowheads="1"/>
              </p:cNvSpPr>
              <p:nvPr/>
            </p:nvSpPr>
            <p:spPr bwMode="auto">
              <a:xfrm flipV="1">
                <a:off x="1871073" y="1576840"/>
                <a:ext cx="1125139" cy="319796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chemeClr val="tx1"/>
                </a:solidFill>
                <a:rou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sp>
            <p:nvSpPr>
              <p:cNvPr id="355" name="Freeform 354"/>
              <p:cNvSpPr/>
              <p:nvPr/>
            </p:nvSpPr>
            <p:spPr bwMode="auto">
              <a:xfrm>
                <a:off x="2159490" y="1673964"/>
                <a:ext cx="548306" cy="161082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-1" fmla="*/ 1486231 w 2944854"/>
                  <a:gd name="connsiteY0-2" fmla="*/ 727041 h 1316375"/>
                  <a:gd name="connsiteX1-3" fmla="*/ 257675 w 2944854"/>
                  <a:gd name="connsiteY1-4" fmla="*/ 1302232 h 1316375"/>
                  <a:gd name="connsiteX2-5" fmla="*/ 0 w 2944854"/>
                  <a:gd name="connsiteY2-6" fmla="*/ 1228607 h 1316375"/>
                  <a:gd name="connsiteX3-7" fmla="*/ 911064 w 2944854"/>
                  <a:gd name="connsiteY3-8" fmla="*/ 837478 h 1316375"/>
                  <a:gd name="connsiteX4-9" fmla="*/ 883456 w 2944854"/>
                  <a:gd name="connsiteY4-10" fmla="*/ 450949 h 1316375"/>
                  <a:gd name="connsiteX5-11" fmla="*/ 161047 w 2944854"/>
                  <a:gd name="connsiteY5-12" fmla="*/ 119640 h 1316375"/>
                  <a:gd name="connsiteX6-13" fmla="*/ 404917 w 2944854"/>
                  <a:gd name="connsiteY6-14" fmla="*/ 50617 h 1316375"/>
                  <a:gd name="connsiteX7-15" fmla="*/ 1477028 w 2944854"/>
                  <a:gd name="connsiteY7-16" fmla="*/ 501566 h 1316375"/>
                  <a:gd name="connsiteX8-17" fmla="*/ 2572146 w 2944854"/>
                  <a:gd name="connsiteY8-18" fmla="*/ 0 h 1316375"/>
                  <a:gd name="connsiteX9-19" fmla="*/ 2875834 w 2944854"/>
                  <a:gd name="connsiteY9-20" fmla="*/ 96632 h 1316375"/>
                  <a:gd name="connsiteX10-21" fmla="*/ 2079803 w 2944854"/>
                  <a:gd name="connsiteY10-22" fmla="*/ 432543 h 1316375"/>
                  <a:gd name="connsiteX11-23" fmla="*/ 2240850 w 2944854"/>
                  <a:gd name="connsiteY11-24" fmla="*/ 920305 h 1316375"/>
                  <a:gd name="connsiteX12-25" fmla="*/ 2944854 w 2944854"/>
                  <a:gd name="connsiteY12-26" fmla="*/ 1228607 h 1316375"/>
                  <a:gd name="connsiteX13-27" fmla="*/ 2756623 w 2944854"/>
                  <a:gd name="connsiteY13-28" fmla="*/ 1316375 h 1316375"/>
                  <a:gd name="connsiteX14-29" fmla="*/ 1486231 w 2944854"/>
                  <a:gd name="connsiteY14-30" fmla="*/ 727041 h 1316375"/>
                  <a:gd name="connsiteX0-31" fmla="*/ 1486231 w 3024520"/>
                  <a:gd name="connsiteY0-32" fmla="*/ 727041 h 1316375"/>
                  <a:gd name="connsiteX1-33" fmla="*/ 257675 w 3024520"/>
                  <a:gd name="connsiteY1-34" fmla="*/ 1302232 h 1316375"/>
                  <a:gd name="connsiteX2-35" fmla="*/ 0 w 3024520"/>
                  <a:gd name="connsiteY2-36" fmla="*/ 1228607 h 1316375"/>
                  <a:gd name="connsiteX3-37" fmla="*/ 911064 w 3024520"/>
                  <a:gd name="connsiteY3-38" fmla="*/ 837478 h 1316375"/>
                  <a:gd name="connsiteX4-39" fmla="*/ 883456 w 3024520"/>
                  <a:gd name="connsiteY4-40" fmla="*/ 450949 h 1316375"/>
                  <a:gd name="connsiteX5-41" fmla="*/ 161047 w 3024520"/>
                  <a:gd name="connsiteY5-42" fmla="*/ 119640 h 1316375"/>
                  <a:gd name="connsiteX6-43" fmla="*/ 404917 w 3024520"/>
                  <a:gd name="connsiteY6-44" fmla="*/ 50617 h 1316375"/>
                  <a:gd name="connsiteX7-45" fmla="*/ 1477028 w 3024520"/>
                  <a:gd name="connsiteY7-46" fmla="*/ 501566 h 1316375"/>
                  <a:gd name="connsiteX8-47" fmla="*/ 2572146 w 3024520"/>
                  <a:gd name="connsiteY8-48" fmla="*/ 0 h 1316375"/>
                  <a:gd name="connsiteX9-49" fmla="*/ 2875834 w 3024520"/>
                  <a:gd name="connsiteY9-50" fmla="*/ 96632 h 1316375"/>
                  <a:gd name="connsiteX10-51" fmla="*/ 2079803 w 3024520"/>
                  <a:gd name="connsiteY10-52" fmla="*/ 432543 h 1316375"/>
                  <a:gd name="connsiteX11-53" fmla="*/ 2240850 w 3024520"/>
                  <a:gd name="connsiteY11-54" fmla="*/ 920305 h 1316375"/>
                  <a:gd name="connsiteX12-55" fmla="*/ 3024520 w 3024520"/>
                  <a:gd name="connsiteY12-56" fmla="*/ 1228607 h 1316375"/>
                  <a:gd name="connsiteX13-57" fmla="*/ 2756623 w 3024520"/>
                  <a:gd name="connsiteY13-58" fmla="*/ 1316375 h 1316375"/>
                  <a:gd name="connsiteX14-59" fmla="*/ 1486231 w 3024520"/>
                  <a:gd name="connsiteY14-60" fmla="*/ 727041 h 1316375"/>
                  <a:gd name="connsiteX0-61" fmla="*/ 1537780 w 3076069"/>
                  <a:gd name="connsiteY0-62" fmla="*/ 727041 h 1316375"/>
                  <a:gd name="connsiteX1-63" fmla="*/ 309224 w 3076069"/>
                  <a:gd name="connsiteY1-64" fmla="*/ 1302232 h 1316375"/>
                  <a:gd name="connsiteX2-65" fmla="*/ 0 w 3076069"/>
                  <a:gd name="connsiteY2-66" fmla="*/ 1228607 h 1316375"/>
                  <a:gd name="connsiteX3-67" fmla="*/ 962613 w 3076069"/>
                  <a:gd name="connsiteY3-68" fmla="*/ 837478 h 1316375"/>
                  <a:gd name="connsiteX4-69" fmla="*/ 935005 w 3076069"/>
                  <a:gd name="connsiteY4-70" fmla="*/ 450949 h 1316375"/>
                  <a:gd name="connsiteX5-71" fmla="*/ 212596 w 3076069"/>
                  <a:gd name="connsiteY5-72" fmla="*/ 119640 h 1316375"/>
                  <a:gd name="connsiteX6-73" fmla="*/ 456466 w 3076069"/>
                  <a:gd name="connsiteY6-74" fmla="*/ 50617 h 1316375"/>
                  <a:gd name="connsiteX7-75" fmla="*/ 1528577 w 3076069"/>
                  <a:gd name="connsiteY7-76" fmla="*/ 501566 h 1316375"/>
                  <a:gd name="connsiteX8-77" fmla="*/ 2623695 w 3076069"/>
                  <a:gd name="connsiteY8-78" fmla="*/ 0 h 1316375"/>
                  <a:gd name="connsiteX9-79" fmla="*/ 2927383 w 3076069"/>
                  <a:gd name="connsiteY9-80" fmla="*/ 96632 h 1316375"/>
                  <a:gd name="connsiteX10-81" fmla="*/ 2131352 w 3076069"/>
                  <a:gd name="connsiteY10-82" fmla="*/ 432543 h 1316375"/>
                  <a:gd name="connsiteX11-83" fmla="*/ 2292399 w 3076069"/>
                  <a:gd name="connsiteY11-84" fmla="*/ 920305 h 1316375"/>
                  <a:gd name="connsiteX12-85" fmla="*/ 3076069 w 3076069"/>
                  <a:gd name="connsiteY12-86" fmla="*/ 1228607 h 1316375"/>
                  <a:gd name="connsiteX13-87" fmla="*/ 2808172 w 3076069"/>
                  <a:gd name="connsiteY13-88" fmla="*/ 1316375 h 1316375"/>
                  <a:gd name="connsiteX14-89" fmla="*/ 1537780 w 3076069"/>
                  <a:gd name="connsiteY14-90" fmla="*/ 727041 h 1316375"/>
                  <a:gd name="connsiteX0-91" fmla="*/ 1537780 w 3076069"/>
                  <a:gd name="connsiteY0-92" fmla="*/ 727041 h 1321259"/>
                  <a:gd name="connsiteX1-93" fmla="*/ 313981 w 3076069"/>
                  <a:gd name="connsiteY1-94" fmla="*/ 1321259 h 1321259"/>
                  <a:gd name="connsiteX2-95" fmla="*/ 0 w 3076069"/>
                  <a:gd name="connsiteY2-96" fmla="*/ 1228607 h 1321259"/>
                  <a:gd name="connsiteX3-97" fmla="*/ 962613 w 3076069"/>
                  <a:gd name="connsiteY3-98" fmla="*/ 837478 h 1321259"/>
                  <a:gd name="connsiteX4-99" fmla="*/ 935005 w 3076069"/>
                  <a:gd name="connsiteY4-100" fmla="*/ 450949 h 1321259"/>
                  <a:gd name="connsiteX5-101" fmla="*/ 212596 w 3076069"/>
                  <a:gd name="connsiteY5-102" fmla="*/ 119640 h 1321259"/>
                  <a:gd name="connsiteX6-103" fmla="*/ 456466 w 3076069"/>
                  <a:gd name="connsiteY6-104" fmla="*/ 50617 h 1321259"/>
                  <a:gd name="connsiteX7-105" fmla="*/ 1528577 w 3076069"/>
                  <a:gd name="connsiteY7-106" fmla="*/ 501566 h 1321259"/>
                  <a:gd name="connsiteX8-107" fmla="*/ 2623695 w 3076069"/>
                  <a:gd name="connsiteY8-108" fmla="*/ 0 h 1321259"/>
                  <a:gd name="connsiteX9-109" fmla="*/ 2927383 w 3076069"/>
                  <a:gd name="connsiteY9-110" fmla="*/ 96632 h 1321259"/>
                  <a:gd name="connsiteX10-111" fmla="*/ 2131352 w 3076069"/>
                  <a:gd name="connsiteY10-112" fmla="*/ 432543 h 1321259"/>
                  <a:gd name="connsiteX11-113" fmla="*/ 2292399 w 3076069"/>
                  <a:gd name="connsiteY11-114" fmla="*/ 920305 h 1321259"/>
                  <a:gd name="connsiteX12-115" fmla="*/ 3076069 w 3076069"/>
                  <a:gd name="connsiteY12-116" fmla="*/ 1228607 h 1321259"/>
                  <a:gd name="connsiteX13-117" fmla="*/ 2808172 w 3076069"/>
                  <a:gd name="connsiteY13-118" fmla="*/ 1316375 h 1321259"/>
                  <a:gd name="connsiteX14-119" fmla="*/ 1537780 w 3076069"/>
                  <a:gd name="connsiteY14-120" fmla="*/ 727041 h 1321259"/>
                  <a:gd name="connsiteX0-121" fmla="*/ 1537780 w 3076069"/>
                  <a:gd name="connsiteY0-122" fmla="*/ 750825 h 1321259"/>
                  <a:gd name="connsiteX1-123" fmla="*/ 313981 w 3076069"/>
                  <a:gd name="connsiteY1-124" fmla="*/ 1321259 h 1321259"/>
                  <a:gd name="connsiteX2-125" fmla="*/ 0 w 3076069"/>
                  <a:gd name="connsiteY2-126" fmla="*/ 1228607 h 1321259"/>
                  <a:gd name="connsiteX3-127" fmla="*/ 962613 w 3076069"/>
                  <a:gd name="connsiteY3-128" fmla="*/ 837478 h 1321259"/>
                  <a:gd name="connsiteX4-129" fmla="*/ 935005 w 3076069"/>
                  <a:gd name="connsiteY4-130" fmla="*/ 450949 h 1321259"/>
                  <a:gd name="connsiteX5-131" fmla="*/ 212596 w 3076069"/>
                  <a:gd name="connsiteY5-132" fmla="*/ 119640 h 1321259"/>
                  <a:gd name="connsiteX6-133" fmla="*/ 456466 w 3076069"/>
                  <a:gd name="connsiteY6-134" fmla="*/ 50617 h 1321259"/>
                  <a:gd name="connsiteX7-135" fmla="*/ 1528577 w 3076069"/>
                  <a:gd name="connsiteY7-136" fmla="*/ 501566 h 1321259"/>
                  <a:gd name="connsiteX8-137" fmla="*/ 2623695 w 3076069"/>
                  <a:gd name="connsiteY8-138" fmla="*/ 0 h 1321259"/>
                  <a:gd name="connsiteX9-139" fmla="*/ 2927383 w 3076069"/>
                  <a:gd name="connsiteY9-140" fmla="*/ 96632 h 1321259"/>
                  <a:gd name="connsiteX10-141" fmla="*/ 2131352 w 3076069"/>
                  <a:gd name="connsiteY10-142" fmla="*/ 432543 h 1321259"/>
                  <a:gd name="connsiteX11-143" fmla="*/ 2292399 w 3076069"/>
                  <a:gd name="connsiteY11-144" fmla="*/ 920305 h 1321259"/>
                  <a:gd name="connsiteX12-145" fmla="*/ 3076069 w 3076069"/>
                  <a:gd name="connsiteY12-146" fmla="*/ 1228607 h 1321259"/>
                  <a:gd name="connsiteX13-147" fmla="*/ 2808172 w 3076069"/>
                  <a:gd name="connsiteY13-148" fmla="*/ 1316375 h 1321259"/>
                  <a:gd name="connsiteX14-149" fmla="*/ 1537780 w 3076069"/>
                  <a:gd name="connsiteY14-150" fmla="*/ 750825 h 132125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sp>
            <p:nvSpPr>
              <p:cNvPr id="356" name="Freeform 355"/>
              <p:cNvSpPr/>
              <p:nvPr/>
            </p:nvSpPr>
            <p:spPr bwMode="auto">
              <a:xfrm>
                <a:off x="2102441" y="1633693"/>
                <a:ext cx="662404" cy="111337"/>
              </a:xfrm>
              <a:custGeom>
                <a:avLst/>
                <a:gdLst>
                  <a:gd name="T0" fmla="*/ 0 w 3723451"/>
                  <a:gd name="T1" fmla="*/ 27215 h 932950"/>
                  <a:gd name="T2" fmla="*/ 116561 w 3723451"/>
                  <a:gd name="T3" fmla="*/ 321 h 932950"/>
                  <a:gd name="T4" fmla="*/ 330163 w 3723451"/>
                  <a:gd name="T5" fmla="*/ 62070 h 932950"/>
                  <a:gd name="T6" fmla="*/ 533941 w 3723451"/>
                  <a:gd name="T7" fmla="*/ 0 h 932950"/>
                  <a:gd name="T8" fmla="*/ 662442 w 3723451"/>
                  <a:gd name="T9" fmla="*/ 24700 h 932950"/>
                  <a:gd name="T10" fmla="*/ 566838 w 3723451"/>
                  <a:gd name="T11" fmla="*/ 55072 h 932950"/>
                  <a:gd name="T12" fmla="*/ 536057 w 3723451"/>
                  <a:gd name="T13" fmla="*/ 46883 h 932950"/>
                  <a:gd name="T14" fmla="*/ 333916 w 3723451"/>
                  <a:gd name="T15" fmla="*/ 111241 h 932950"/>
                  <a:gd name="T16" fmla="*/ 126604 w 3723451"/>
                  <a:gd name="T17" fmla="*/ 49251 h 932950"/>
                  <a:gd name="T18" fmla="*/ 93085 w 3723451"/>
                  <a:gd name="T19" fmla="*/ 55941 h 932950"/>
                  <a:gd name="T20" fmla="*/ 0 w 3723451"/>
                  <a:gd name="T21" fmla="*/ 27215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sp>
            <p:nvSpPr>
              <p:cNvPr id="441" name="Freeform 440"/>
              <p:cNvSpPr/>
              <p:nvPr/>
            </p:nvSpPr>
            <p:spPr bwMode="auto">
              <a:xfrm>
                <a:off x="2536648" y="1728447"/>
                <a:ext cx="244045" cy="97124"/>
              </a:xfrm>
              <a:custGeom>
                <a:avLst/>
                <a:gdLst>
                  <a:gd name="T0" fmla="*/ 0 w 1366596"/>
                  <a:gd name="T1" fmla="*/ 0 h 809868"/>
                  <a:gd name="T2" fmla="*/ 244059 w 1366596"/>
                  <a:gd name="T3" fmla="*/ 74985 h 809868"/>
                  <a:gd name="T4" fmla="*/ 154488 w 1366596"/>
                  <a:gd name="T5" fmla="*/ 97040 h 809868"/>
                  <a:gd name="T6" fmla="*/ 822 w 1366596"/>
                  <a:gd name="T7" fmla="*/ 51277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sp>
            <p:nvSpPr>
              <p:cNvPr id="446" name="Freeform 445"/>
              <p:cNvSpPr/>
              <p:nvPr/>
            </p:nvSpPr>
            <p:spPr bwMode="auto">
              <a:xfrm>
                <a:off x="2089763" y="1730816"/>
                <a:ext cx="240875" cy="97122"/>
              </a:xfrm>
              <a:custGeom>
                <a:avLst/>
                <a:gdLst>
                  <a:gd name="T0" fmla="*/ 237599 w 1348191"/>
                  <a:gd name="T1" fmla="*/ 0 h 791462"/>
                  <a:gd name="T2" fmla="*/ 240888 w 1348191"/>
                  <a:gd name="T3" fmla="*/ 46827 h 791462"/>
                  <a:gd name="T4" fmla="*/ 87147 w 1348191"/>
                  <a:gd name="T5" fmla="*/ 97039 h 791462"/>
                  <a:gd name="T6" fmla="*/ 0 w 1348191"/>
                  <a:gd name="T7" fmla="*/ 75036 h 791462"/>
                  <a:gd name="T8" fmla="*/ 237599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+mn-cs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450" name="Straight Connector 449"/>
              <p:cNvCxnSpPr>
                <a:cxnSpLocks noChangeShapeType="1"/>
                <a:endCxn id="354" idx="2"/>
              </p:cNvCxnSpPr>
              <p:nvPr/>
            </p:nvCxnSpPr>
            <p:spPr bwMode="auto">
              <a:xfrm flipH="1" flipV="1">
                <a:off x="1871073" y="1737922"/>
                <a:ext cx="3170" cy="12318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68" name="Straight Connector 467"/>
              <p:cNvCxnSpPr>
                <a:cxnSpLocks noChangeShapeType="1"/>
              </p:cNvCxnSpPr>
              <p:nvPr/>
            </p:nvCxnSpPr>
            <p:spPr bwMode="auto">
              <a:xfrm flipH="1" flipV="1">
                <a:off x="2996212" y="1735554"/>
                <a:ext cx="3168" cy="12318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3827" name="TextBox 282"/>
            <p:cNvSpPr txBox="1"/>
            <p:nvPr/>
          </p:nvSpPr>
          <p:spPr>
            <a:xfrm>
              <a:off x="3068638" y="5862638"/>
              <a:ext cx="279244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3</a:t>
              </a:r>
              <a:endPara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33820" name="TextBox 6"/>
          <p:cNvSpPr txBox="1"/>
          <p:nvPr/>
        </p:nvSpPr>
        <p:spPr>
          <a:xfrm>
            <a:off x="1720850" y="4903788"/>
            <a:ext cx="1992313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values in arriving </a:t>
            </a:r>
            <a:endParaRPr lang="en-US" altLang="zh-CN" sz="1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packet header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8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8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1809750" y="228600"/>
            <a:ext cx="9264650" cy="8048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Network service model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sp>
        <p:nvSpPr>
          <p:cNvPr id="35843" name="Rectangle 13"/>
          <p:cNvSpPr/>
          <p:nvPr/>
        </p:nvSpPr>
        <p:spPr>
          <a:xfrm>
            <a:off x="593725" y="1243013"/>
            <a:ext cx="10991850" cy="13128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/>
              <a:buNone/>
            </a:pPr>
            <a:r>
              <a:rPr lang="en-US" altLang="zh-CN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Q:</a:t>
            </a: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What </a:t>
            </a:r>
            <a:r>
              <a:rPr lang="en-US" altLang="zh-CN" b="1" i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service model</a:t>
            </a: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for </a:t>
            </a:r>
            <a:r>
              <a:rPr lang="ja-JP" altLang="en-US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“</a:t>
            </a:r>
            <a:r>
              <a:rPr lang="en-US" altLang="ja-JP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channel</a:t>
            </a:r>
            <a:r>
              <a:rPr lang="ja-JP" altLang="en-US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”</a:t>
            </a:r>
            <a:r>
              <a:rPr lang="en-US" altLang="ja-JP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transporting datagrams from sender to receiver?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198" name="Rectangle 15"/>
          <p:cNvSpPr>
            <a:spLocks noGrp="1" noChangeArrowheads="1"/>
          </p:cNvSpPr>
          <p:nvPr>
            <p:ph sz="half" idx="1"/>
          </p:nvPr>
        </p:nvSpPr>
        <p:spPr>
          <a:xfrm>
            <a:off x="660400" y="2587625"/>
            <a:ext cx="5116513" cy="25288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example services for individual datagrams:</a:t>
            </a:r>
            <a:endParaRPr kumimoji="0" lang="en-US" sz="2800" b="1" i="1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guaranteed delivery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guaranteed delivery with less than 40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msec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 delay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</p:txBody>
      </p:sp>
      <p:sp>
        <p:nvSpPr>
          <p:cNvPr id="35845" name="Rectangle 16"/>
          <p:cNvSpPr>
            <a:spLocks noGrp="1"/>
          </p:cNvSpPr>
          <p:nvPr>
            <p:ph sz="half" idx="2"/>
          </p:nvPr>
        </p:nvSpPr>
        <p:spPr>
          <a:xfrm>
            <a:off x="6048375" y="2420938"/>
            <a:ext cx="5792788" cy="3686175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example services for a flow of datagrams:</a:t>
            </a:r>
            <a:endParaRPr lang="en-US" altLang="zh-CN" b="1" i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in-order datagram delivery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guaranteed minimum bandwidth to flow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restrictions on changes in inter-packet spacing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</a:pP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pic>
        <p:nvPicPr>
          <p:cNvPr id="35846" name="Picture 17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52650" y="1033463"/>
            <a:ext cx="5484813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47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458787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35848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7890" name="Picture 18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49475" y="957263"/>
            <a:ext cx="7024688" cy="184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91" name="Rectangle 2"/>
          <p:cNvSpPr>
            <a:spLocks noGrp="1"/>
          </p:cNvSpPr>
          <p:nvPr>
            <p:ph type="title"/>
          </p:nvPr>
        </p:nvSpPr>
        <p:spPr>
          <a:xfrm>
            <a:off x="2057400" y="241300"/>
            <a:ext cx="8859838" cy="523875"/>
          </a:xfrm>
          <a:ln/>
        </p:spPr>
        <p:txBody>
          <a:bodyPr vert="horz" wrap="square" lIns="91440" tIns="45720" rIns="91440" bIns="45720" anchor="ctr" anchorCtr="0"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 layer service models:</a:t>
            </a:r>
            <a:endParaRPr lang="en-US" altLang="zh-CN" sz="4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37892" name="Text Box 3"/>
          <p:cNvSpPr txBox="1"/>
          <p:nvPr/>
        </p:nvSpPr>
        <p:spPr>
          <a:xfrm>
            <a:off x="1614488" y="1506538"/>
            <a:ext cx="1757362" cy="37861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Architecture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Internet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ATM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ATM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ATM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ATM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37893" name="Text Box 4"/>
          <p:cNvSpPr txBox="1"/>
          <p:nvPr/>
        </p:nvSpPr>
        <p:spPr>
          <a:xfrm>
            <a:off x="3490913" y="1506538"/>
            <a:ext cx="1616075" cy="37861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Service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Model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best effort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CBR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VBR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ABR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UBR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37894" name="Text Box 5"/>
          <p:cNvSpPr txBox="1"/>
          <p:nvPr/>
        </p:nvSpPr>
        <p:spPr>
          <a:xfrm>
            <a:off x="4824413" y="1801813"/>
            <a:ext cx="1663700" cy="34782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Bandwidth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none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constant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rate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guaranteed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rate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guaranteed 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minimum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none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37895" name="Text Box 11"/>
          <p:cNvSpPr txBox="1"/>
          <p:nvPr/>
        </p:nvSpPr>
        <p:spPr>
          <a:xfrm>
            <a:off x="6224588" y="1801813"/>
            <a:ext cx="711200" cy="34782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Loss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no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yes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yes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no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no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37896" name="Text Box 12"/>
          <p:cNvSpPr txBox="1"/>
          <p:nvPr/>
        </p:nvSpPr>
        <p:spPr>
          <a:xfrm>
            <a:off x="6948488" y="1811338"/>
            <a:ext cx="928687" cy="34782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Order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no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yes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yes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yes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yes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37897" name="Text Box 13"/>
          <p:cNvSpPr txBox="1"/>
          <p:nvPr/>
        </p:nvSpPr>
        <p:spPr>
          <a:xfrm>
            <a:off x="7805738" y="1811338"/>
            <a:ext cx="973137" cy="34782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Timing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no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yes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yes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no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no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37898" name="Text Box 14"/>
          <p:cNvSpPr txBox="1"/>
          <p:nvPr/>
        </p:nvSpPr>
        <p:spPr>
          <a:xfrm>
            <a:off x="8805863" y="1525588"/>
            <a:ext cx="1677987" cy="37861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Congestion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feedback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no (inferred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via loss)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no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congestion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no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congestion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yes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no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37899" name="Text Box 15"/>
          <p:cNvSpPr txBox="1"/>
          <p:nvPr/>
        </p:nvSpPr>
        <p:spPr>
          <a:xfrm>
            <a:off x="6196013" y="1374775"/>
            <a:ext cx="1822450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Guarantees ?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37900" name="Line 16"/>
          <p:cNvSpPr/>
          <p:nvPr/>
        </p:nvSpPr>
        <p:spPr>
          <a:xfrm flipV="1">
            <a:off x="4914900" y="1800225"/>
            <a:ext cx="3733800" cy="0"/>
          </a:xfrm>
          <a:prstGeom prst="line">
            <a:avLst/>
          </a:prstGeom>
          <a:ln w="28575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01" name="Line 19"/>
          <p:cNvSpPr/>
          <p:nvPr/>
        </p:nvSpPr>
        <p:spPr>
          <a:xfrm>
            <a:off x="2170113" y="2308225"/>
            <a:ext cx="7985125" cy="0"/>
          </a:xfrm>
          <a:prstGeom prst="line">
            <a:avLst/>
          </a:prstGeom>
          <a:ln w="28575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02" name="Line 25"/>
          <p:cNvSpPr/>
          <p:nvPr/>
        </p:nvSpPr>
        <p:spPr>
          <a:xfrm>
            <a:off x="2428875" y="3098800"/>
            <a:ext cx="7437438" cy="0"/>
          </a:xfrm>
          <a:prstGeom prst="line">
            <a:avLst/>
          </a:prstGeom>
          <a:ln w="1905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03" name="Line 26"/>
          <p:cNvSpPr/>
          <p:nvPr/>
        </p:nvSpPr>
        <p:spPr>
          <a:xfrm>
            <a:off x="2425700" y="3708400"/>
            <a:ext cx="7437438" cy="0"/>
          </a:xfrm>
          <a:prstGeom prst="line">
            <a:avLst/>
          </a:prstGeom>
          <a:ln w="1905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04" name="Line 27"/>
          <p:cNvSpPr/>
          <p:nvPr/>
        </p:nvSpPr>
        <p:spPr>
          <a:xfrm>
            <a:off x="2422525" y="4329113"/>
            <a:ext cx="7437438" cy="0"/>
          </a:xfrm>
          <a:prstGeom prst="line">
            <a:avLst/>
          </a:prstGeom>
          <a:ln w="1905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05" name="Line 28"/>
          <p:cNvSpPr/>
          <p:nvPr/>
        </p:nvSpPr>
        <p:spPr>
          <a:xfrm>
            <a:off x="2430463" y="4905375"/>
            <a:ext cx="7437437" cy="0"/>
          </a:xfrm>
          <a:prstGeom prst="line">
            <a:avLst/>
          </a:prstGeom>
          <a:ln w="1905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0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37907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9938" name="Picture 2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25663" y="1025525"/>
            <a:ext cx="4113212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939" name="Rectangle 3"/>
          <p:cNvSpPr>
            <a:spLocks noGrp="1"/>
          </p:cNvSpPr>
          <p:nvPr>
            <p:ph sz="half" idx="1"/>
          </p:nvPr>
        </p:nvSpPr>
        <p:spPr>
          <a:xfrm>
            <a:off x="639763" y="1112838"/>
            <a:ext cx="5435600" cy="464820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4.1 Overview of Network layer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data plane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control plane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4.2 What</a:t>
            </a:r>
            <a:r>
              <a:rPr lang="ja-JP" altLang="en-US" sz="20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’</a:t>
            </a:r>
            <a:r>
              <a:rPr lang="en-US" altLang="ja-JP" sz="20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s inside a router</a:t>
            </a:r>
            <a:endParaRPr lang="en-US" altLang="ja-JP" sz="2000" b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4.3 IP: Internet Protocol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datagram format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fragmentation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IPv4 addressing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network address translation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IPv6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</p:txBody>
      </p:sp>
      <p:sp>
        <p:nvSpPr>
          <p:cNvPr id="39940" name="Rectangle 4"/>
          <p:cNvSpPr>
            <a:spLocks noGrp="1"/>
          </p:cNvSpPr>
          <p:nvPr>
            <p:ph sz="half" idx="2"/>
          </p:nvPr>
        </p:nvSpPr>
        <p:spPr>
          <a:xfrm>
            <a:off x="6096000" y="1112838"/>
            <a:ext cx="5422900" cy="464820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4.4 Generalized Forward and SDN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match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action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OpenFlow  examples of match-plus-action in action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39941" name="Rectangle 2"/>
          <p:cNvSpPr/>
          <p:nvPr/>
        </p:nvSpPr>
        <p:spPr>
          <a:xfrm>
            <a:off x="2057400" y="228600"/>
            <a:ext cx="7772400" cy="8001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Chapter 4: outline</a:t>
            </a:r>
            <a:endParaRPr lang="en-US" altLang="zh-CN" sz="3600" b="1" dirty="0">
              <a:solidFill>
                <a:srgbClr val="000099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39942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39943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2"/>
          <p:cNvSpPr>
            <a:spLocks noGrp="1"/>
          </p:cNvSpPr>
          <p:nvPr>
            <p:ph type="title"/>
          </p:nvPr>
        </p:nvSpPr>
        <p:spPr>
          <a:xfrm>
            <a:off x="2209800" y="304800"/>
            <a:ext cx="7772400" cy="433388"/>
          </a:xfrm>
          <a:ln/>
        </p:spPr>
        <p:txBody>
          <a:bodyPr vert="horz" wrap="square" lIns="91440" tIns="45720" rIns="91440" bIns="45720" anchor="ctr" anchorCtr="0"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Router architecture overview</a:t>
            </a:r>
            <a:endParaRPr lang="en-US" altLang="zh-CN" sz="4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41987" name="Group 60"/>
          <p:cNvGrpSpPr/>
          <p:nvPr/>
        </p:nvGrpSpPr>
        <p:grpSpPr>
          <a:xfrm>
            <a:off x="4311650" y="3333750"/>
            <a:ext cx="1609725" cy="2343150"/>
            <a:chOff x="2418" y="1882"/>
            <a:chExt cx="1014" cy="1476"/>
          </a:xfrm>
        </p:grpSpPr>
        <p:sp>
          <p:nvSpPr>
            <p:cNvPr id="42039" name="Rectangle 45"/>
            <p:cNvSpPr/>
            <p:nvPr/>
          </p:nvSpPr>
          <p:spPr>
            <a:xfrm>
              <a:off x="2418" y="1882"/>
              <a:ext cx="1014" cy="1476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42040" name="Text Box 48"/>
            <p:cNvSpPr txBox="1"/>
            <p:nvPr/>
          </p:nvSpPr>
          <p:spPr>
            <a:xfrm>
              <a:off x="2512" y="2418"/>
              <a:ext cx="821" cy="81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high-seed 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switching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fabric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41988" name="Rectangle 46"/>
          <p:cNvSpPr/>
          <p:nvPr/>
        </p:nvSpPr>
        <p:spPr>
          <a:xfrm>
            <a:off x="4329113" y="2371725"/>
            <a:ext cx="1590675" cy="647700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1989" name="Text Box 47"/>
          <p:cNvSpPr txBox="1"/>
          <p:nvPr/>
        </p:nvSpPr>
        <p:spPr>
          <a:xfrm>
            <a:off x="4479925" y="2413000"/>
            <a:ext cx="1241425" cy="877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routing 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processor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1990" name="Line 50"/>
          <p:cNvSpPr/>
          <p:nvPr/>
        </p:nvSpPr>
        <p:spPr>
          <a:xfrm>
            <a:off x="5057775" y="2890838"/>
            <a:ext cx="19050" cy="5715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triangle" w="med" len="med"/>
            <a:tailEnd type="triangle" w="med" len="med"/>
          </a:ln>
        </p:spPr>
      </p:sp>
      <p:grpSp>
        <p:nvGrpSpPr>
          <p:cNvPr id="41991" name="Group 17"/>
          <p:cNvGrpSpPr/>
          <p:nvPr/>
        </p:nvGrpSpPr>
        <p:grpSpPr>
          <a:xfrm>
            <a:off x="2268538" y="3348038"/>
            <a:ext cx="2033587" cy="566737"/>
            <a:chOff x="930" y="1989"/>
            <a:chExt cx="1482" cy="357"/>
          </a:xfrm>
        </p:grpSpPr>
        <p:sp>
          <p:nvSpPr>
            <p:cNvPr id="42034" name="Rectangle 9"/>
            <p:cNvSpPr/>
            <p:nvPr/>
          </p:nvSpPr>
          <p:spPr>
            <a:xfrm>
              <a:off x="1152" y="1989"/>
              <a:ext cx="1086" cy="357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5F5F5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42035" name="Rectangle 5"/>
            <p:cNvSpPr/>
            <p:nvPr/>
          </p:nvSpPr>
          <p:spPr>
            <a:xfrm>
              <a:off x="1197" y="2089"/>
              <a:ext cx="337" cy="161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rgbClr val="00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42036" name="Rectangle 6"/>
            <p:cNvSpPr/>
            <p:nvPr/>
          </p:nvSpPr>
          <p:spPr>
            <a:xfrm>
              <a:off x="1582" y="2025"/>
              <a:ext cx="273" cy="274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42037" name="Rectangle 8"/>
            <p:cNvSpPr/>
            <p:nvPr/>
          </p:nvSpPr>
          <p:spPr>
            <a:xfrm>
              <a:off x="1904" y="2023"/>
              <a:ext cx="274" cy="274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42038" name="Line 16"/>
            <p:cNvSpPr/>
            <p:nvPr/>
          </p:nvSpPr>
          <p:spPr>
            <a:xfrm>
              <a:off x="930" y="2169"/>
              <a:ext cx="148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41992" name="Group 18"/>
          <p:cNvGrpSpPr/>
          <p:nvPr/>
        </p:nvGrpSpPr>
        <p:grpSpPr>
          <a:xfrm>
            <a:off x="2257425" y="5086350"/>
            <a:ext cx="2058988" cy="566738"/>
            <a:chOff x="930" y="1989"/>
            <a:chExt cx="1482" cy="357"/>
          </a:xfrm>
        </p:grpSpPr>
        <p:sp>
          <p:nvSpPr>
            <p:cNvPr id="42029" name="Rectangle 19"/>
            <p:cNvSpPr/>
            <p:nvPr/>
          </p:nvSpPr>
          <p:spPr>
            <a:xfrm>
              <a:off x="1152" y="1989"/>
              <a:ext cx="1088" cy="357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5F5F5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42030" name="Rectangle 20"/>
            <p:cNvSpPr/>
            <p:nvPr/>
          </p:nvSpPr>
          <p:spPr>
            <a:xfrm>
              <a:off x="1197" y="2089"/>
              <a:ext cx="337" cy="161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rgbClr val="00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42031" name="Rectangle 21"/>
            <p:cNvSpPr/>
            <p:nvPr/>
          </p:nvSpPr>
          <p:spPr>
            <a:xfrm>
              <a:off x="1582" y="2025"/>
              <a:ext cx="273" cy="274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42032" name="Rectangle 22"/>
            <p:cNvSpPr/>
            <p:nvPr/>
          </p:nvSpPr>
          <p:spPr>
            <a:xfrm>
              <a:off x="1904" y="2023"/>
              <a:ext cx="274" cy="274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42033" name="Line 23"/>
            <p:cNvSpPr/>
            <p:nvPr/>
          </p:nvSpPr>
          <p:spPr>
            <a:xfrm>
              <a:off x="930" y="2169"/>
              <a:ext cx="148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41993" name="Group 29"/>
          <p:cNvGrpSpPr/>
          <p:nvPr/>
        </p:nvGrpSpPr>
        <p:grpSpPr>
          <a:xfrm rot="2656396">
            <a:off x="2887663" y="4238625"/>
            <a:ext cx="546100" cy="546100"/>
            <a:chOff x="354" y="2715"/>
            <a:chExt cx="344" cy="344"/>
          </a:xfrm>
        </p:grpSpPr>
        <p:sp>
          <p:nvSpPr>
            <p:cNvPr id="42025" name="Oval 25"/>
            <p:cNvSpPr/>
            <p:nvPr/>
          </p:nvSpPr>
          <p:spPr>
            <a:xfrm>
              <a:off x="352" y="2715"/>
              <a:ext cx="56" cy="56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42026" name="Oval 26"/>
            <p:cNvSpPr/>
            <p:nvPr/>
          </p:nvSpPr>
          <p:spPr>
            <a:xfrm>
              <a:off x="450" y="2811"/>
              <a:ext cx="56" cy="56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42027" name="Oval 27"/>
            <p:cNvSpPr/>
            <p:nvPr/>
          </p:nvSpPr>
          <p:spPr>
            <a:xfrm>
              <a:off x="545" y="2907"/>
              <a:ext cx="56" cy="56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42028" name="Oval 28"/>
            <p:cNvSpPr/>
            <p:nvPr/>
          </p:nvSpPr>
          <p:spPr>
            <a:xfrm>
              <a:off x="640" y="3003"/>
              <a:ext cx="56" cy="56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41994" name="Text Box 57"/>
          <p:cNvSpPr txBox="1"/>
          <p:nvPr/>
        </p:nvSpPr>
        <p:spPr>
          <a:xfrm>
            <a:off x="2163763" y="5732463"/>
            <a:ext cx="2135187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router input ports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41995" name="Group 37"/>
          <p:cNvGrpSpPr/>
          <p:nvPr/>
        </p:nvGrpSpPr>
        <p:grpSpPr>
          <a:xfrm>
            <a:off x="5868988" y="3352800"/>
            <a:ext cx="1957387" cy="566738"/>
            <a:chOff x="-51" y="2454"/>
            <a:chExt cx="1482" cy="357"/>
          </a:xfrm>
        </p:grpSpPr>
        <p:grpSp>
          <p:nvGrpSpPr>
            <p:cNvPr id="42019" name="Group 36"/>
            <p:cNvGrpSpPr/>
            <p:nvPr/>
          </p:nvGrpSpPr>
          <p:grpSpPr>
            <a:xfrm flipH="1">
              <a:off x="171" y="2454"/>
              <a:ext cx="1086" cy="357"/>
              <a:chOff x="171" y="2454"/>
              <a:chExt cx="1086" cy="357"/>
            </a:xfrm>
          </p:grpSpPr>
          <p:sp>
            <p:nvSpPr>
              <p:cNvPr id="42021" name="Rectangle 31"/>
              <p:cNvSpPr/>
              <p:nvPr/>
            </p:nvSpPr>
            <p:spPr>
              <a:xfrm>
                <a:off x="171" y="2454"/>
                <a:ext cx="1084" cy="357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5F5F5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42022" name="Rectangle 32"/>
              <p:cNvSpPr/>
              <p:nvPr/>
            </p:nvSpPr>
            <p:spPr>
              <a:xfrm>
                <a:off x="216" y="2554"/>
                <a:ext cx="338" cy="161"/>
              </a:xfrm>
              <a:prstGeom prst="rect">
                <a:avLst/>
              </a:prstGeom>
              <a:solidFill>
                <a:schemeClr val="bg1"/>
              </a:solidFill>
              <a:ln w="28575" cap="flat" cmpd="sng">
                <a:solidFill>
                  <a:srgbClr val="0066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42023" name="Rectangle 33"/>
              <p:cNvSpPr/>
              <p:nvPr/>
            </p:nvSpPr>
            <p:spPr>
              <a:xfrm>
                <a:off x="602" y="2490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28575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42024" name="Rectangle 34"/>
              <p:cNvSpPr/>
              <p:nvPr/>
            </p:nvSpPr>
            <p:spPr>
              <a:xfrm>
                <a:off x="921" y="2488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28575" cap="flat" cmpd="sng">
                <a:solidFill>
                  <a:srgbClr val="FF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42020" name="Line 35"/>
            <p:cNvSpPr/>
            <p:nvPr/>
          </p:nvSpPr>
          <p:spPr>
            <a:xfrm>
              <a:off x="-51" y="2634"/>
              <a:ext cx="148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41996" name="Group 38"/>
          <p:cNvGrpSpPr/>
          <p:nvPr/>
        </p:nvGrpSpPr>
        <p:grpSpPr>
          <a:xfrm>
            <a:off x="5888038" y="5086350"/>
            <a:ext cx="2011362" cy="566738"/>
            <a:chOff x="-51" y="2454"/>
            <a:chExt cx="1482" cy="357"/>
          </a:xfrm>
        </p:grpSpPr>
        <p:grpSp>
          <p:nvGrpSpPr>
            <p:cNvPr id="42013" name="Group 39"/>
            <p:cNvGrpSpPr/>
            <p:nvPr/>
          </p:nvGrpSpPr>
          <p:grpSpPr>
            <a:xfrm flipH="1">
              <a:off x="171" y="2454"/>
              <a:ext cx="1086" cy="357"/>
              <a:chOff x="171" y="2454"/>
              <a:chExt cx="1086" cy="357"/>
            </a:xfrm>
          </p:grpSpPr>
          <p:sp>
            <p:nvSpPr>
              <p:cNvPr id="42015" name="Rectangle 40"/>
              <p:cNvSpPr/>
              <p:nvPr/>
            </p:nvSpPr>
            <p:spPr>
              <a:xfrm>
                <a:off x="171" y="2454"/>
                <a:ext cx="1084" cy="357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5F5F5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42016" name="Rectangle 41"/>
              <p:cNvSpPr/>
              <p:nvPr/>
            </p:nvSpPr>
            <p:spPr>
              <a:xfrm>
                <a:off x="216" y="2554"/>
                <a:ext cx="337" cy="161"/>
              </a:xfrm>
              <a:prstGeom prst="rect">
                <a:avLst/>
              </a:prstGeom>
              <a:solidFill>
                <a:schemeClr val="bg1"/>
              </a:solidFill>
              <a:ln w="28575" cap="flat" cmpd="sng">
                <a:solidFill>
                  <a:srgbClr val="0066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42017" name="Rectangle 42"/>
              <p:cNvSpPr/>
              <p:nvPr/>
            </p:nvSpPr>
            <p:spPr>
              <a:xfrm>
                <a:off x="602" y="2490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28575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42018" name="Rectangle 43"/>
              <p:cNvSpPr/>
              <p:nvPr/>
            </p:nvSpPr>
            <p:spPr>
              <a:xfrm>
                <a:off x="923" y="2488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28575" cap="flat" cmpd="sng">
                <a:solidFill>
                  <a:srgbClr val="FF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42014" name="Line 44"/>
            <p:cNvSpPr/>
            <p:nvPr/>
          </p:nvSpPr>
          <p:spPr>
            <a:xfrm>
              <a:off x="-51" y="2634"/>
              <a:ext cx="148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41997" name="Group 51"/>
          <p:cNvGrpSpPr/>
          <p:nvPr/>
        </p:nvGrpSpPr>
        <p:grpSpPr>
          <a:xfrm rot="2656396">
            <a:off x="6754813" y="4229100"/>
            <a:ext cx="546100" cy="546100"/>
            <a:chOff x="354" y="2715"/>
            <a:chExt cx="344" cy="344"/>
          </a:xfrm>
        </p:grpSpPr>
        <p:sp>
          <p:nvSpPr>
            <p:cNvPr id="42009" name="Oval 52"/>
            <p:cNvSpPr/>
            <p:nvPr/>
          </p:nvSpPr>
          <p:spPr>
            <a:xfrm>
              <a:off x="352" y="2715"/>
              <a:ext cx="56" cy="56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42010" name="Oval 53"/>
            <p:cNvSpPr/>
            <p:nvPr/>
          </p:nvSpPr>
          <p:spPr>
            <a:xfrm>
              <a:off x="450" y="2811"/>
              <a:ext cx="56" cy="56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42011" name="Oval 54"/>
            <p:cNvSpPr/>
            <p:nvPr/>
          </p:nvSpPr>
          <p:spPr>
            <a:xfrm>
              <a:off x="545" y="2907"/>
              <a:ext cx="56" cy="56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42012" name="Oval 55"/>
            <p:cNvSpPr/>
            <p:nvPr/>
          </p:nvSpPr>
          <p:spPr>
            <a:xfrm>
              <a:off x="640" y="3003"/>
              <a:ext cx="56" cy="56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41998" name="Text Box 58"/>
          <p:cNvSpPr txBox="1"/>
          <p:nvPr/>
        </p:nvSpPr>
        <p:spPr>
          <a:xfrm>
            <a:off x="6188075" y="5773738"/>
            <a:ext cx="23018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router output ports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pic>
        <p:nvPicPr>
          <p:cNvPr id="41999" name="Picture 63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259013" y="842963"/>
            <a:ext cx="6353175" cy="173037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Straight Connector 2"/>
          <p:cNvCxnSpPr/>
          <p:nvPr/>
        </p:nvCxnSpPr>
        <p:spPr>
          <a:xfrm>
            <a:off x="2257425" y="3143250"/>
            <a:ext cx="7802563" cy="127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cxnSp>
      <p:sp>
        <p:nvSpPr>
          <p:cNvPr id="5" name="TextBox 4"/>
          <p:cNvSpPr txBox="1"/>
          <p:nvPr/>
        </p:nvSpPr>
        <p:spPr>
          <a:xfrm>
            <a:off x="8164513" y="3179763"/>
            <a:ext cx="2185987" cy="1323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forwarding data plane  </a:t>
            </a: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(hardware) operttes in nanosecond timeframe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477125" y="2076450"/>
            <a:ext cx="2879725" cy="10779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routing, management</a:t>
            </a:r>
            <a:endParaRPr lang="en-US" altLang="zh-CN" sz="1600" b="1" i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control plane </a:t>
            </a: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(software)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operates in millisecond 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time frame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2003" name="Freeform 10"/>
          <p:cNvSpPr/>
          <p:nvPr/>
        </p:nvSpPr>
        <p:spPr>
          <a:xfrm>
            <a:off x="3722688" y="2667000"/>
            <a:ext cx="512762" cy="73025"/>
          </a:xfrm>
          <a:custGeom>
            <a:avLst/>
            <a:gdLst>
              <a:gd name="txL" fmla="*/ 0 w 512919"/>
              <a:gd name="txT" fmla="*/ 0 h 73266"/>
              <a:gd name="txR" fmla="*/ 512919 w 512919"/>
              <a:gd name="txB" fmla="*/ 73266 h 73266"/>
            </a:gdLst>
            <a:ahLst/>
            <a:cxnLst>
              <a:cxn ang="0">
                <a:pos x="486258" y="69733"/>
              </a:cxn>
              <a:cxn ang="0">
                <a:pos x="510568" y="0"/>
              </a:cxn>
              <a:cxn ang="0">
                <a:pos x="145873" y="11622"/>
              </a:cxn>
              <a:cxn ang="0">
                <a:pos x="97249" y="23244"/>
              </a:cxn>
              <a:cxn ang="0">
                <a:pos x="0" y="11622"/>
              </a:cxn>
              <a:cxn ang="0">
                <a:pos x="0" y="11622"/>
              </a:cxn>
              <a:cxn ang="0">
                <a:pos x="510568" y="11622"/>
              </a:cxn>
            </a:cxnLst>
            <a:rect l="txL" t="txT" r="txR" b="txB"/>
            <a:pathLst>
              <a:path w="512919" h="73266">
                <a:moveTo>
                  <a:pt x="488494" y="73266"/>
                </a:moveTo>
                <a:lnTo>
                  <a:pt x="512919" y="0"/>
                </a:lnTo>
                <a:cubicBezTo>
                  <a:pt x="390795" y="4070"/>
                  <a:pt x="268529" y="5036"/>
                  <a:pt x="146548" y="12211"/>
                </a:cubicBezTo>
                <a:cubicBezTo>
                  <a:pt x="129793" y="13196"/>
                  <a:pt x="114483" y="24422"/>
                  <a:pt x="97699" y="24422"/>
                </a:cubicBezTo>
                <a:cubicBezTo>
                  <a:pt x="64879" y="24422"/>
                  <a:pt x="0" y="12211"/>
                  <a:pt x="0" y="12211"/>
                </a:cubicBezTo>
                <a:lnTo>
                  <a:pt x="512919" y="12211"/>
                </a:lnTo>
              </a:path>
            </a:pathLst>
          </a:cu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42004" name="Freeform 11"/>
          <p:cNvSpPr/>
          <p:nvPr/>
        </p:nvSpPr>
        <p:spPr>
          <a:xfrm>
            <a:off x="1379538" y="647700"/>
            <a:ext cx="8802687" cy="2197100"/>
          </a:xfrm>
          <a:custGeom>
            <a:avLst/>
            <a:gdLst>
              <a:gd name="txL" fmla="*/ 0 w 8802811"/>
              <a:gd name="txT" fmla="*/ 0 h 2197979"/>
              <a:gd name="txR" fmla="*/ 8802811 w 8802811"/>
              <a:gd name="txB" fmla="*/ 2197979 h 2197979"/>
            </a:gdLst>
            <a:ahLst/>
            <a:cxnLst>
              <a:cxn ang="0">
                <a:pos x="8251527" y="0"/>
              </a:cxn>
              <a:cxn ang="0">
                <a:pos x="8288149" y="352002"/>
              </a:cxn>
              <a:cxn ang="0">
                <a:pos x="8300361" y="983174"/>
              </a:cxn>
              <a:cxn ang="0">
                <a:pos x="8312573" y="1201657"/>
              </a:cxn>
              <a:cxn ang="0">
                <a:pos x="8336989" y="1371589"/>
              </a:cxn>
              <a:cxn ang="0">
                <a:pos x="8312573" y="1298760"/>
              </a:cxn>
              <a:cxn ang="0">
                <a:pos x="8300361" y="1213794"/>
              </a:cxn>
              <a:cxn ang="0">
                <a:pos x="8288149" y="1165244"/>
              </a:cxn>
              <a:cxn ang="0">
                <a:pos x="8251527" y="983174"/>
              </a:cxn>
              <a:cxn ang="0">
                <a:pos x="8239315" y="849657"/>
              </a:cxn>
              <a:cxn ang="0">
                <a:pos x="8214887" y="679726"/>
              </a:cxn>
              <a:cxn ang="0">
                <a:pos x="8202675" y="546207"/>
              </a:cxn>
              <a:cxn ang="0">
                <a:pos x="8178265" y="546207"/>
              </a:cxn>
              <a:cxn ang="0">
                <a:pos x="8178265" y="546207"/>
              </a:cxn>
              <a:cxn ang="0">
                <a:pos x="8410248" y="619034"/>
              </a:cxn>
              <a:cxn ang="0">
                <a:pos x="8471299" y="679726"/>
              </a:cxn>
              <a:cxn ang="0">
                <a:pos x="8556759" y="788966"/>
              </a:cxn>
              <a:cxn ang="0">
                <a:pos x="8581183" y="861795"/>
              </a:cxn>
              <a:cxn ang="0">
                <a:pos x="8617823" y="946760"/>
              </a:cxn>
              <a:cxn ang="0">
                <a:pos x="8691081" y="1177381"/>
              </a:cxn>
              <a:cxn ang="0">
                <a:pos x="8703275" y="1250209"/>
              </a:cxn>
              <a:cxn ang="0">
                <a:pos x="8715491" y="1335175"/>
              </a:cxn>
              <a:cxn ang="0">
                <a:pos x="8739915" y="1395864"/>
              </a:cxn>
              <a:cxn ang="0">
                <a:pos x="8800965" y="1395864"/>
              </a:cxn>
              <a:cxn ang="0">
                <a:pos x="8800965" y="1395864"/>
              </a:cxn>
              <a:cxn ang="0">
                <a:pos x="8788749" y="1662900"/>
              </a:cxn>
              <a:cxn ang="0">
                <a:pos x="8788749" y="1662900"/>
              </a:cxn>
              <a:cxn ang="0">
                <a:pos x="8703275" y="1565797"/>
              </a:cxn>
              <a:cxn ang="0">
                <a:pos x="8642233" y="1505105"/>
              </a:cxn>
              <a:cxn ang="0">
                <a:pos x="8581183" y="1408002"/>
              </a:cxn>
              <a:cxn ang="0">
                <a:pos x="8507925" y="1323036"/>
              </a:cxn>
              <a:cxn ang="0">
                <a:pos x="8434667" y="1225933"/>
              </a:cxn>
              <a:cxn ang="0">
                <a:pos x="8300361" y="1031725"/>
              </a:cxn>
              <a:cxn ang="0">
                <a:pos x="8227099" y="910346"/>
              </a:cxn>
              <a:cxn ang="0">
                <a:pos x="8214887" y="873932"/>
              </a:cxn>
              <a:cxn ang="0">
                <a:pos x="8190477" y="837518"/>
              </a:cxn>
              <a:cxn ang="0">
                <a:pos x="8178265" y="788966"/>
              </a:cxn>
              <a:cxn ang="0">
                <a:pos x="8129417" y="716137"/>
              </a:cxn>
              <a:cxn ang="0">
                <a:pos x="8117219" y="704000"/>
              </a:cxn>
              <a:cxn ang="0">
                <a:pos x="8214887" y="776828"/>
              </a:cxn>
              <a:cxn ang="0">
                <a:pos x="8251527" y="813242"/>
              </a:cxn>
              <a:cxn ang="0">
                <a:pos x="8361407" y="910346"/>
              </a:cxn>
              <a:cxn ang="0">
                <a:pos x="8434667" y="1007449"/>
              </a:cxn>
              <a:cxn ang="0">
                <a:pos x="8471299" y="1043864"/>
              </a:cxn>
              <a:cxn ang="0">
                <a:pos x="8459091" y="1031725"/>
              </a:cxn>
              <a:cxn ang="0">
                <a:pos x="632611" y="2148417"/>
              </a:cxn>
              <a:cxn ang="0">
                <a:pos x="1523933" y="2184832"/>
              </a:cxn>
              <a:cxn ang="0">
                <a:pos x="1035540" y="2148417"/>
              </a:cxn>
              <a:cxn ang="0">
                <a:pos x="547141" y="2099867"/>
              </a:cxn>
              <a:cxn ang="0">
                <a:pos x="70963" y="2075591"/>
              </a:cxn>
            </a:cxnLst>
            <a:rect l="txL" t="txT" r="txR" b="txB"/>
            <a:pathLst>
              <a:path w="8802811" h="2197979">
                <a:moveTo>
                  <a:pt x="8253255" y="0"/>
                </a:moveTo>
                <a:lnTo>
                  <a:pt x="8289892" y="354119"/>
                </a:lnTo>
                <a:cubicBezTo>
                  <a:pt x="8293963" y="565776"/>
                  <a:pt x="8296057" y="777480"/>
                  <a:pt x="8302104" y="989090"/>
                </a:cubicBezTo>
                <a:cubicBezTo>
                  <a:pt x="8304200" y="1062439"/>
                  <a:pt x="8308222" y="1135763"/>
                  <a:pt x="8314317" y="1208888"/>
                </a:cubicBezTo>
                <a:cubicBezTo>
                  <a:pt x="8316142" y="1230787"/>
                  <a:pt x="8344376" y="1368573"/>
                  <a:pt x="8338741" y="1379842"/>
                </a:cubicBezTo>
                <a:cubicBezTo>
                  <a:pt x="8327228" y="1402867"/>
                  <a:pt x="8314317" y="1306576"/>
                  <a:pt x="8314317" y="1306576"/>
                </a:cubicBezTo>
                <a:cubicBezTo>
                  <a:pt x="8310246" y="1278084"/>
                  <a:pt x="8307253" y="1249416"/>
                  <a:pt x="8302104" y="1221099"/>
                </a:cubicBezTo>
                <a:cubicBezTo>
                  <a:pt x="8299101" y="1204587"/>
                  <a:pt x="8292894" y="1188767"/>
                  <a:pt x="8289892" y="1172255"/>
                </a:cubicBezTo>
                <a:cubicBezTo>
                  <a:pt x="8255975" y="985729"/>
                  <a:pt x="8304437" y="1193793"/>
                  <a:pt x="8253255" y="989090"/>
                </a:cubicBezTo>
                <a:cubicBezTo>
                  <a:pt x="8249184" y="944316"/>
                  <a:pt x="8246400" y="899407"/>
                  <a:pt x="8241043" y="854769"/>
                </a:cubicBezTo>
                <a:cubicBezTo>
                  <a:pt x="8234184" y="797616"/>
                  <a:pt x="8221830" y="741142"/>
                  <a:pt x="8216618" y="683815"/>
                </a:cubicBezTo>
                <a:cubicBezTo>
                  <a:pt x="8212547" y="639041"/>
                  <a:pt x="8216237" y="592868"/>
                  <a:pt x="8204406" y="549494"/>
                </a:cubicBezTo>
                <a:cubicBezTo>
                  <a:pt x="8202264" y="541639"/>
                  <a:pt x="8188123" y="549494"/>
                  <a:pt x="8179981" y="549494"/>
                </a:cubicBezTo>
                <a:cubicBezTo>
                  <a:pt x="8254412" y="566668"/>
                  <a:pt x="8345942" y="574712"/>
                  <a:pt x="8412016" y="622760"/>
                </a:cubicBezTo>
                <a:cubicBezTo>
                  <a:pt x="8435295" y="639688"/>
                  <a:pt x="8454344" y="661962"/>
                  <a:pt x="8473077" y="683815"/>
                </a:cubicBezTo>
                <a:cubicBezTo>
                  <a:pt x="8503283" y="719051"/>
                  <a:pt x="8558564" y="793714"/>
                  <a:pt x="8558564" y="793714"/>
                </a:cubicBezTo>
                <a:cubicBezTo>
                  <a:pt x="8566706" y="818136"/>
                  <a:pt x="8573747" y="842953"/>
                  <a:pt x="8582989" y="866980"/>
                </a:cubicBezTo>
                <a:cubicBezTo>
                  <a:pt x="8594118" y="895913"/>
                  <a:pt x="8610878" y="922718"/>
                  <a:pt x="8619626" y="952457"/>
                </a:cubicBezTo>
                <a:cubicBezTo>
                  <a:pt x="8696833" y="1214937"/>
                  <a:pt x="8583806" y="939035"/>
                  <a:pt x="8692900" y="1184466"/>
                </a:cubicBezTo>
                <a:cubicBezTo>
                  <a:pt x="8696971" y="1208888"/>
                  <a:pt x="8701347" y="1233261"/>
                  <a:pt x="8705112" y="1257732"/>
                </a:cubicBezTo>
                <a:cubicBezTo>
                  <a:pt x="8709489" y="1286179"/>
                  <a:pt x="8710343" y="1315287"/>
                  <a:pt x="8717324" y="1343209"/>
                </a:cubicBezTo>
                <a:cubicBezTo>
                  <a:pt x="8722641" y="1364474"/>
                  <a:pt x="8723911" y="1391524"/>
                  <a:pt x="8741749" y="1404264"/>
                </a:cubicBezTo>
                <a:cubicBezTo>
                  <a:pt x="8758312" y="1416094"/>
                  <a:pt x="8782457" y="1404264"/>
                  <a:pt x="8802811" y="1404264"/>
                </a:cubicBezTo>
                <a:lnTo>
                  <a:pt x="8790599" y="1672906"/>
                </a:lnTo>
                <a:cubicBezTo>
                  <a:pt x="8762103" y="1640343"/>
                  <a:pt x="8734463" y="1607012"/>
                  <a:pt x="8705112" y="1575218"/>
                </a:cubicBezTo>
                <a:cubicBezTo>
                  <a:pt x="8685588" y="1554069"/>
                  <a:pt x="8661601" y="1536976"/>
                  <a:pt x="8644050" y="1514163"/>
                </a:cubicBezTo>
                <a:cubicBezTo>
                  <a:pt x="8620635" y="1483727"/>
                  <a:pt x="8605699" y="1447440"/>
                  <a:pt x="8582989" y="1416475"/>
                </a:cubicBezTo>
                <a:cubicBezTo>
                  <a:pt x="8560794" y="1386213"/>
                  <a:pt x="8533160" y="1360302"/>
                  <a:pt x="8509714" y="1330998"/>
                </a:cubicBezTo>
                <a:cubicBezTo>
                  <a:pt x="8484284" y="1299214"/>
                  <a:pt x="8459970" y="1266525"/>
                  <a:pt x="8436440" y="1233310"/>
                </a:cubicBezTo>
                <a:cubicBezTo>
                  <a:pt x="8390753" y="1168818"/>
                  <a:pt x="8331459" y="1111315"/>
                  <a:pt x="8302104" y="1037934"/>
                </a:cubicBezTo>
                <a:cubicBezTo>
                  <a:pt x="8267999" y="952679"/>
                  <a:pt x="8291374" y="993995"/>
                  <a:pt x="8228830" y="915824"/>
                </a:cubicBezTo>
                <a:cubicBezTo>
                  <a:pt x="8224759" y="903613"/>
                  <a:pt x="8222375" y="890703"/>
                  <a:pt x="8216618" y="879191"/>
                </a:cubicBezTo>
                <a:cubicBezTo>
                  <a:pt x="8210054" y="866064"/>
                  <a:pt x="8197975" y="856047"/>
                  <a:pt x="8192193" y="842558"/>
                </a:cubicBezTo>
                <a:cubicBezTo>
                  <a:pt x="8185581" y="827133"/>
                  <a:pt x="8185874" y="809428"/>
                  <a:pt x="8179981" y="793714"/>
                </a:cubicBezTo>
                <a:cubicBezTo>
                  <a:pt x="8162237" y="746401"/>
                  <a:pt x="8160946" y="750260"/>
                  <a:pt x="8131131" y="720448"/>
                </a:cubicBezTo>
                <a:lnTo>
                  <a:pt x="8118919" y="708237"/>
                </a:lnTo>
                <a:cubicBezTo>
                  <a:pt x="8151485" y="732659"/>
                  <a:pt x="8185112" y="755728"/>
                  <a:pt x="8216618" y="781503"/>
                </a:cubicBezTo>
                <a:cubicBezTo>
                  <a:pt x="8229985" y="792438"/>
                  <a:pt x="8240257" y="806764"/>
                  <a:pt x="8253255" y="818136"/>
                </a:cubicBezTo>
                <a:cubicBezTo>
                  <a:pt x="8303675" y="862248"/>
                  <a:pt x="8321173" y="865438"/>
                  <a:pt x="8363166" y="915824"/>
                </a:cubicBezTo>
                <a:cubicBezTo>
                  <a:pt x="8389226" y="947093"/>
                  <a:pt x="8407656" y="984731"/>
                  <a:pt x="8436440" y="1013512"/>
                </a:cubicBezTo>
                <a:lnTo>
                  <a:pt x="8473077" y="1050145"/>
                </a:lnTo>
                <a:lnTo>
                  <a:pt x="8460865" y="1037934"/>
                </a:lnTo>
                <a:lnTo>
                  <a:pt x="632746" y="2161346"/>
                </a:lnTo>
                <a:lnTo>
                  <a:pt x="1524248" y="2197979"/>
                </a:lnTo>
                <a:lnTo>
                  <a:pt x="1035754" y="2161346"/>
                </a:lnTo>
                <a:cubicBezTo>
                  <a:pt x="712856" y="2131451"/>
                  <a:pt x="1008547" y="2123752"/>
                  <a:pt x="547260" y="2112502"/>
                </a:cubicBezTo>
                <a:cubicBezTo>
                  <a:pt x="37453" y="2100069"/>
                  <a:pt x="-102777" y="2174947"/>
                  <a:pt x="70978" y="2088080"/>
                </a:cubicBezTo>
              </a:path>
            </a:pathLst>
          </a:cu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cxnSp>
        <p:nvCxnSpPr>
          <p:cNvPr id="14" name="Elbow Connector 13"/>
          <p:cNvCxnSpPr>
            <a:endCxn id="42032" idx="0"/>
          </p:cNvCxnSpPr>
          <p:nvPr/>
        </p:nvCxnSpPr>
        <p:spPr>
          <a:xfrm rot="5400000">
            <a:off x="2738438" y="3729038"/>
            <a:ext cx="2473325" cy="347662"/>
          </a:xfrm>
          <a:prstGeom prst="bentConnector3">
            <a:avLst>
              <a:gd name="adj1" fmla="val -60"/>
            </a:avLst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42006" name="Content Placeholder 1"/>
          <p:cNvSpPr>
            <a:spLocks noGrp="1"/>
          </p:cNvSpPr>
          <p:nvPr>
            <p:ph idx="1"/>
          </p:nvPr>
        </p:nvSpPr>
        <p:spPr>
          <a:xfrm>
            <a:off x="660400" y="1287463"/>
            <a:ext cx="9169400" cy="585787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high-level view of generic router architecture: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2007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42008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4034" name="Picture 57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011363" y="814388"/>
            <a:ext cx="4570412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4035" name="Rectangle 12"/>
          <p:cNvSpPr/>
          <p:nvPr/>
        </p:nvSpPr>
        <p:spPr>
          <a:xfrm>
            <a:off x="3441700" y="1306513"/>
            <a:ext cx="4568825" cy="1836737"/>
          </a:xfrm>
          <a:prstGeom prst="rect">
            <a:avLst/>
          </a:prstGeom>
          <a:solidFill>
            <a:schemeClr val="bg1"/>
          </a:solidFill>
          <a:ln w="19050" cap="flat" cmpd="sng">
            <a:solidFill>
              <a:srgbClr val="5F5F5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4036" name="Rectangle 13"/>
          <p:cNvSpPr/>
          <p:nvPr/>
        </p:nvSpPr>
        <p:spPr>
          <a:xfrm>
            <a:off x="3597275" y="1820863"/>
            <a:ext cx="1417638" cy="828675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line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termination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4037" name="Rectangle 14"/>
          <p:cNvSpPr/>
          <p:nvPr/>
        </p:nvSpPr>
        <p:spPr>
          <a:xfrm>
            <a:off x="5221288" y="1492250"/>
            <a:ext cx="1152525" cy="1409700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4038" name="Rectangle 15"/>
          <p:cNvSpPr/>
          <p:nvPr/>
        </p:nvSpPr>
        <p:spPr>
          <a:xfrm>
            <a:off x="6572250" y="1443038"/>
            <a:ext cx="1247775" cy="1504950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4039" name="Line 16"/>
          <p:cNvSpPr/>
          <p:nvPr/>
        </p:nvSpPr>
        <p:spPr>
          <a:xfrm>
            <a:off x="3165475" y="2232025"/>
            <a:ext cx="423863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40" name="Line 30"/>
          <p:cNvSpPr/>
          <p:nvPr/>
        </p:nvSpPr>
        <p:spPr>
          <a:xfrm>
            <a:off x="5033963" y="2211388"/>
            <a:ext cx="190500" cy="158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41" name="Line 31"/>
          <p:cNvSpPr/>
          <p:nvPr/>
        </p:nvSpPr>
        <p:spPr>
          <a:xfrm>
            <a:off x="6376988" y="2168525"/>
            <a:ext cx="190500" cy="1588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42" name="Line 32"/>
          <p:cNvSpPr/>
          <p:nvPr/>
        </p:nvSpPr>
        <p:spPr>
          <a:xfrm flipV="1">
            <a:off x="7767638" y="2209800"/>
            <a:ext cx="736600" cy="1588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43" name="Rectangle 33"/>
          <p:cNvSpPr/>
          <p:nvPr/>
        </p:nvSpPr>
        <p:spPr>
          <a:xfrm>
            <a:off x="5254625" y="1801813"/>
            <a:ext cx="1055688" cy="8286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link 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layer 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protocol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(receive)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4044" name="Text Box 35"/>
          <p:cNvSpPr txBox="1"/>
          <p:nvPr/>
        </p:nvSpPr>
        <p:spPr>
          <a:xfrm>
            <a:off x="6546850" y="1455738"/>
            <a:ext cx="1365250" cy="18462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lookup,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forwarding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queueing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4045" name="Rectangle 3"/>
          <p:cNvSpPr>
            <a:spLocks noGrp="1"/>
          </p:cNvSpPr>
          <p:nvPr>
            <p:ph type="title"/>
          </p:nvPr>
        </p:nvSpPr>
        <p:spPr>
          <a:xfrm>
            <a:off x="1935163" y="241300"/>
            <a:ext cx="7772400" cy="473075"/>
          </a:xfrm>
          <a:ln/>
        </p:spPr>
        <p:txBody>
          <a:bodyPr vert="horz" wrap="square" lIns="91440" tIns="45720" rIns="91440" bIns="45720" anchor="ctr" anchorCtr="0"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Input port functions</a:t>
            </a:r>
            <a:endParaRPr lang="en-US" altLang="zh-CN" sz="4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4046" name="Rectangle 4"/>
          <p:cNvSpPr>
            <a:spLocks noGrp="1"/>
          </p:cNvSpPr>
          <p:nvPr>
            <p:ph idx="1"/>
          </p:nvPr>
        </p:nvSpPr>
        <p:spPr>
          <a:xfrm>
            <a:off x="4635500" y="3746500"/>
            <a:ext cx="7289800" cy="266700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decentralized switching</a:t>
            </a:r>
            <a:r>
              <a:rPr lang="en-US" altLang="zh-CN" sz="1800" b="1" i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:</a:t>
            </a:r>
            <a:r>
              <a:rPr lang="en-US" altLang="zh-CN" sz="18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</a:t>
            </a:r>
            <a:endParaRPr lang="en-US" altLang="zh-CN" sz="1800" b="1" dirty="0">
              <a:solidFill>
                <a:srgbClr val="000099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using header field values, lookup output port using forwarding table in input port memory </a:t>
            </a:r>
            <a:r>
              <a:rPr lang="en-US" altLang="zh-CN" sz="18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(</a:t>
            </a:r>
            <a:r>
              <a:rPr lang="en-US" altLang="en-US" sz="18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“</a:t>
            </a:r>
            <a:r>
              <a:rPr lang="en-US" altLang="zh-CN" sz="18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match plus action</a:t>
            </a:r>
            <a:r>
              <a:rPr lang="en-US" altLang="en-US" sz="18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”</a:t>
            </a:r>
            <a:r>
              <a:rPr lang="en-US" altLang="zh-CN" sz="18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)</a:t>
            </a:r>
            <a:endParaRPr lang="en-US" altLang="zh-CN" sz="1800" b="1" i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goal: complete input port processing at </a:t>
            </a:r>
            <a:r>
              <a:rPr lang="ja-JP" altLang="en-US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‘</a:t>
            </a:r>
            <a:r>
              <a:rPr lang="en-US" altLang="ja-JP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line speed</a:t>
            </a:r>
            <a:r>
              <a:rPr lang="ja-JP" altLang="en-US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’</a:t>
            </a:r>
            <a:endParaRPr lang="en-US" altLang="ja-JP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queuing: if datagrams arrive faster than forwarding rate into switch fabric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4047" name="Text Box 5"/>
          <p:cNvSpPr txBox="1"/>
          <p:nvPr/>
        </p:nvSpPr>
        <p:spPr>
          <a:xfrm>
            <a:off x="-15875" y="2879725"/>
            <a:ext cx="3635375" cy="9636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physical layer:</a:t>
            </a:r>
            <a:endParaRPr lang="en-US" altLang="zh-CN" sz="2000" b="1" dirty="0">
              <a:solidFill>
                <a:srgbClr val="000099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bit-level reception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4048" name="Text Box 6"/>
          <p:cNvSpPr txBox="1"/>
          <p:nvPr/>
        </p:nvSpPr>
        <p:spPr>
          <a:xfrm>
            <a:off x="835025" y="3783013"/>
            <a:ext cx="3079750" cy="1425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data link layer:</a:t>
            </a:r>
            <a:endParaRPr lang="en-US" altLang="zh-CN" sz="2000" b="1" dirty="0">
              <a:solidFill>
                <a:srgbClr val="000099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e.g., Ethernet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see chapter 6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4049" name="Line 45"/>
          <p:cNvSpPr/>
          <p:nvPr/>
        </p:nvSpPr>
        <p:spPr>
          <a:xfrm>
            <a:off x="8493125" y="690563"/>
            <a:ext cx="11113" cy="28654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50" name="Rectangle 46"/>
          <p:cNvSpPr/>
          <p:nvPr/>
        </p:nvSpPr>
        <p:spPr>
          <a:xfrm>
            <a:off x="8585200" y="1819275"/>
            <a:ext cx="1055688" cy="8286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switch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fabric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44051" name="Group 56"/>
          <p:cNvGrpSpPr/>
          <p:nvPr/>
        </p:nvGrpSpPr>
        <p:grpSpPr>
          <a:xfrm>
            <a:off x="6699250" y="2062163"/>
            <a:ext cx="993775" cy="468312"/>
            <a:chOff x="310" y="3526"/>
            <a:chExt cx="1040" cy="457"/>
          </a:xfrm>
        </p:grpSpPr>
        <p:sp>
          <p:nvSpPr>
            <p:cNvPr id="44057" name="Rectangle 47"/>
            <p:cNvSpPr/>
            <p:nvPr/>
          </p:nvSpPr>
          <p:spPr>
            <a:xfrm>
              <a:off x="310" y="3526"/>
              <a:ext cx="1040" cy="457"/>
            </a:xfrm>
            <a:prstGeom prst="rect">
              <a:avLst/>
            </a:prstGeom>
            <a:solidFill>
              <a:srgbClr val="FF0000"/>
            </a:solidFill>
            <a:ln w="381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44058" name="Line 48"/>
            <p:cNvSpPr/>
            <p:nvPr/>
          </p:nvSpPr>
          <p:spPr>
            <a:xfrm>
              <a:off x="446" y="3535"/>
              <a:ext cx="2" cy="437"/>
            </a:xfrm>
            <a:prstGeom prst="line">
              <a:avLst/>
            </a:prstGeom>
            <a:ln w="381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9" name="Line 49"/>
            <p:cNvSpPr/>
            <p:nvPr/>
          </p:nvSpPr>
          <p:spPr>
            <a:xfrm>
              <a:off x="558" y="3538"/>
              <a:ext cx="2" cy="435"/>
            </a:xfrm>
            <a:prstGeom prst="line">
              <a:avLst/>
            </a:prstGeom>
            <a:ln w="381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0" name="Line 50"/>
            <p:cNvSpPr/>
            <p:nvPr/>
          </p:nvSpPr>
          <p:spPr>
            <a:xfrm>
              <a:off x="671" y="3534"/>
              <a:ext cx="2" cy="437"/>
            </a:xfrm>
            <a:prstGeom prst="line">
              <a:avLst/>
            </a:prstGeom>
            <a:ln w="381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1" name="Line 51"/>
            <p:cNvSpPr/>
            <p:nvPr/>
          </p:nvSpPr>
          <p:spPr>
            <a:xfrm>
              <a:off x="782" y="3535"/>
              <a:ext cx="2" cy="437"/>
            </a:xfrm>
            <a:prstGeom prst="line">
              <a:avLst/>
            </a:prstGeom>
            <a:ln w="381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2" name="Line 52"/>
            <p:cNvSpPr/>
            <p:nvPr/>
          </p:nvSpPr>
          <p:spPr>
            <a:xfrm>
              <a:off x="895" y="3534"/>
              <a:ext cx="2" cy="437"/>
            </a:xfrm>
            <a:prstGeom prst="line">
              <a:avLst/>
            </a:prstGeom>
            <a:ln w="381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3" name="Line 53"/>
            <p:cNvSpPr/>
            <p:nvPr/>
          </p:nvSpPr>
          <p:spPr>
            <a:xfrm>
              <a:off x="1006" y="3534"/>
              <a:ext cx="2" cy="437"/>
            </a:xfrm>
            <a:prstGeom prst="line">
              <a:avLst/>
            </a:prstGeom>
            <a:ln w="381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4" name="Line 54"/>
            <p:cNvSpPr/>
            <p:nvPr/>
          </p:nvSpPr>
          <p:spPr>
            <a:xfrm>
              <a:off x="1121" y="3535"/>
              <a:ext cx="2" cy="437"/>
            </a:xfrm>
            <a:prstGeom prst="line">
              <a:avLst/>
            </a:prstGeom>
            <a:ln w="381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5" name="Line 55"/>
            <p:cNvSpPr/>
            <p:nvPr/>
          </p:nvSpPr>
          <p:spPr>
            <a:xfrm>
              <a:off x="1229" y="3538"/>
              <a:ext cx="2" cy="435"/>
            </a:xfrm>
            <a:prstGeom prst="line">
              <a:avLst/>
            </a:prstGeom>
            <a:ln w="381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4052" name="Line 58"/>
          <p:cNvSpPr/>
          <p:nvPr/>
        </p:nvSpPr>
        <p:spPr>
          <a:xfrm flipV="1">
            <a:off x="3910013" y="2743200"/>
            <a:ext cx="446087" cy="490538"/>
          </a:xfrm>
          <a:prstGeom prst="line">
            <a:avLst/>
          </a:prstGeom>
          <a:ln w="1905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53" name="Line 59"/>
          <p:cNvSpPr/>
          <p:nvPr/>
        </p:nvSpPr>
        <p:spPr>
          <a:xfrm flipV="1">
            <a:off x="3929063" y="2940050"/>
            <a:ext cx="1193800" cy="1338263"/>
          </a:xfrm>
          <a:prstGeom prst="line">
            <a:avLst/>
          </a:prstGeom>
          <a:ln w="1905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54" name="Line 60"/>
          <p:cNvSpPr/>
          <p:nvPr/>
        </p:nvSpPr>
        <p:spPr>
          <a:xfrm flipV="1">
            <a:off x="6434138" y="3070225"/>
            <a:ext cx="669925" cy="790575"/>
          </a:xfrm>
          <a:prstGeom prst="line">
            <a:avLst/>
          </a:prstGeom>
          <a:ln w="1905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55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44056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6082" name="Picture 57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011363" y="814388"/>
            <a:ext cx="4570412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6083" name="Rectangle 12"/>
          <p:cNvSpPr/>
          <p:nvPr/>
        </p:nvSpPr>
        <p:spPr>
          <a:xfrm>
            <a:off x="3441700" y="1306513"/>
            <a:ext cx="4568825" cy="1836737"/>
          </a:xfrm>
          <a:prstGeom prst="rect">
            <a:avLst/>
          </a:prstGeom>
          <a:solidFill>
            <a:schemeClr val="bg1"/>
          </a:solidFill>
          <a:ln w="19050" cap="flat" cmpd="sng">
            <a:solidFill>
              <a:srgbClr val="5F5F5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6084" name="Rectangle 13"/>
          <p:cNvSpPr/>
          <p:nvPr/>
        </p:nvSpPr>
        <p:spPr>
          <a:xfrm>
            <a:off x="3597275" y="1820863"/>
            <a:ext cx="1417638" cy="828675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line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termination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6085" name="Rectangle 14"/>
          <p:cNvSpPr/>
          <p:nvPr/>
        </p:nvSpPr>
        <p:spPr>
          <a:xfrm>
            <a:off x="5221288" y="1492250"/>
            <a:ext cx="1152525" cy="1409700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6086" name="Rectangle 15"/>
          <p:cNvSpPr/>
          <p:nvPr/>
        </p:nvSpPr>
        <p:spPr>
          <a:xfrm>
            <a:off x="6572250" y="1443038"/>
            <a:ext cx="1247775" cy="1504950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6087" name="Line 16"/>
          <p:cNvSpPr/>
          <p:nvPr/>
        </p:nvSpPr>
        <p:spPr>
          <a:xfrm>
            <a:off x="3165475" y="2232025"/>
            <a:ext cx="423863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6088" name="Line 30"/>
          <p:cNvSpPr/>
          <p:nvPr/>
        </p:nvSpPr>
        <p:spPr>
          <a:xfrm>
            <a:off x="5033963" y="2211388"/>
            <a:ext cx="190500" cy="158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6089" name="Line 31"/>
          <p:cNvSpPr/>
          <p:nvPr/>
        </p:nvSpPr>
        <p:spPr>
          <a:xfrm>
            <a:off x="6376988" y="2168525"/>
            <a:ext cx="190500" cy="1588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6090" name="Line 32"/>
          <p:cNvSpPr/>
          <p:nvPr/>
        </p:nvSpPr>
        <p:spPr>
          <a:xfrm flipV="1">
            <a:off x="7767638" y="2209800"/>
            <a:ext cx="736600" cy="1588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6091" name="Rectangle 33"/>
          <p:cNvSpPr/>
          <p:nvPr/>
        </p:nvSpPr>
        <p:spPr>
          <a:xfrm>
            <a:off x="5254625" y="1762125"/>
            <a:ext cx="1055688" cy="8683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link </a:t>
            </a:r>
            <a:endParaRPr lang="en-US" altLang="zh-CN" sz="1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layer </a:t>
            </a:r>
            <a:endParaRPr lang="en-US" altLang="zh-CN" sz="1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protocol</a:t>
            </a:r>
            <a:endParaRPr lang="en-US" altLang="zh-CN" sz="1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(receive)</a:t>
            </a:r>
            <a:endParaRPr lang="en-US" altLang="zh-CN" sz="1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6092" name="Text Box 35"/>
          <p:cNvSpPr txBox="1"/>
          <p:nvPr/>
        </p:nvSpPr>
        <p:spPr>
          <a:xfrm>
            <a:off x="6743700" y="1455738"/>
            <a:ext cx="971550" cy="14462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lookup,</a:t>
            </a:r>
            <a:endParaRPr lang="en-US" altLang="zh-CN" sz="12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forwarding</a:t>
            </a:r>
            <a:endParaRPr lang="en-US" altLang="zh-CN" sz="12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2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2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queueing</a:t>
            </a:r>
            <a:endParaRPr lang="en-US" altLang="zh-CN" sz="12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6093" name="Rectangle 3"/>
          <p:cNvSpPr>
            <a:spLocks noGrp="1"/>
          </p:cNvSpPr>
          <p:nvPr>
            <p:ph type="title"/>
          </p:nvPr>
        </p:nvSpPr>
        <p:spPr>
          <a:xfrm>
            <a:off x="1951038" y="104775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Input port functions</a:t>
            </a:r>
            <a:endParaRPr lang="en-US" altLang="zh-CN" sz="4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6094" name="Rectangle 4"/>
          <p:cNvSpPr>
            <a:spLocks noGrp="1"/>
          </p:cNvSpPr>
          <p:nvPr>
            <p:ph idx="1"/>
          </p:nvPr>
        </p:nvSpPr>
        <p:spPr>
          <a:xfrm>
            <a:off x="4305300" y="3492500"/>
            <a:ext cx="7812088" cy="266700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decentralized switching</a:t>
            </a:r>
            <a:r>
              <a:rPr lang="en-US" altLang="zh-CN" sz="1800" b="1" i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:</a:t>
            </a:r>
            <a:r>
              <a:rPr lang="en-US" altLang="zh-CN" sz="18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</a:t>
            </a:r>
            <a:endParaRPr lang="en-US" altLang="zh-CN" sz="1800" b="1" dirty="0">
              <a:solidFill>
                <a:srgbClr val="000099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using header field values, lookup output port using forwarding table in input port memory </a:t>
            </a:r>
            <a:r>
              <a:rPr lang="en-US" altLang="zh-CN" sz="18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(</a:t>
            </a:r>
            <a:r>
              <a:rPr lang="en-US" altLang="en-US" sz="18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“</a:t>
            </a:r>
            <a:r>
              <a:rPr lang="en-US" altLang="zh-CN" sz="18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match plus action</a:t>
            </a:r>
            <a:r>
              <a:rPr lang="en-US" altLang="en-US" sz="18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”</a:t>
            </a:r>
            <a:r>
              <a:rPr lang="en-US" altLang="zh-CN" sz="18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)</a:t>
            </a:r>
            <a:endParaRPr lang="en-US" altLang="zh-CN" sz="1800" b="1" i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8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destination-based forwarding: </a:t>
            </a: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forward based only on destination IP address (traditional)</a:t>
            </a:r>
            <a:endParaRPr lang="en-US" altLang="ja-JP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8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generalized forwarding: </a:t>
            </a: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forward based on any set of header field values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6095" name="Text Box 5"/>
          <p:cNvSpPr txBox="1"/>
          <p:nvPr/>
        </p:nvSpPr>
        <p:spPr>
          <a:xfrm>
            <a:off x="1412875" y="3054350"/>
            <a:ext cx="2487613" cy="965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physical layer:</a:t>
            </a:r>
            <a:endParaRPr lang="en-US" altLang="zh-CN" sz="2000" b="1" dirty="0">
              <a:solidFill>
                <a:srgbClr val="000099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bit-level reception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6096" name="Text Box 6"/>
          <p:cNvSpPr txBox="1"/>
          <p:nvPr/>
        </p:nvSpPr>
        <p:spPr>
          <a:xfrm>
            <a:off x="1587500" y="4141788"/>
            <a:ext cx="2327275" cy="1425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data link layer:</a:t>
            </a:r>
            <a:endParaRPr lang="en-US" altLang="zh-CN" sz="2000" b="1" dirty="0">
              <a:solidFill>
                <a:srgbClr val="000099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e.g., Ethernet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see chapter 6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6097" name="Line 45"/>
          <p:cNvSpPr/>
          <p:nvPr/>
        </p:nvSpPr>
        <p:spPr>
          <a:xfrm>
            <a:off x="8493125" y="690563"/>
            <a:ext cx="11113" cy="28654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098" name="Rectangle 46"/>
          <p:cNvSpPr/>
          <p:nvPr/>
        </p:nvSpPr>
        <p:spPr>
          <a:xfrm>
            <a:off x="8585200" y="1819275"/>
            <a:ext cx="1055688" cy="8286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switch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fabric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46099" name="Group 56"/>
          <p:cNvGrpSpPr/>
          <p:nvPr/>
        </p:nvGrpSpPr>
        <p:grpSpPr>
          <a:xfrm>
            <a:off x="6699250" y="2062163"/>
            <a:ext cx="993775" cy="468312"/>
            <a:chOff x="310" y="3526"/>
            <a:chExt cx="1040" cy="457"/>
          </a:xfrm>
        </p:grpSpPr>
        <p:sp>
          <p:nvSpPr>
            <p:cNvPr id="46105" name="Rectangle 47"/>
            <p:cNvSpPr/>
            <p:nvPr/>
          </p:nvSpPr>
          <p:spPr>
            <a:xfrm>
              <a:off x="310" y="3526"/>
              <a:ext cx="1040" cy="457"/>
            </a:xfrm>
            <a:prstGeom prst="rect">
              <a:avLst/>
            </a:prstGeom>
            <a:solidFill>
              <a:srgbClr val="FF0000"/>
            </a:solidFill>
            <a:ln w="381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46106" name="Line 48"/>
            <p:cNvSpPr/>
            <p:nvPr/>
          </p:nvSpPr>
          <p:spPr>
            <a:xfrm>
              <a:off x="446" y="3535"/>
              <a:ext cx="2" cy="437"/>
            </a:xfrm>
            <a:prstGeom prst="line">
              <a:avLst/>
            </a:prstGeom>
            <a:ln w="381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07" name="Line 49"/>
            <p:cNvSpPr/>
            <p:nvPr/>
          </p:nvSpPr>
          <p:spPr>
            <a:xfrm>
              <a:off x="558" y="3538"/>
              <a:ext cx="2" cy="435"/>
            </a:xfrm>
            <a:prstGeom prst="line">
              <a:avLst/>
            </a:prstGeom>
            <a:ln w="381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08" name="Line 50"/>
            <p:cNvSpPr/>
            <p:nvPr/>
          </p:nvSpPr>
          <p:spPr>
            <a:xfrm>
              <a:off x="671" y="3534"/>
              <a:ext cx="2" cy="437"/>
            </a:xfrm>
            <a:prstGeom prst="line">
              <a:avLst/>
            </a:prstGeom>
            <a:ln w="381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09" name="Line 51"/>
            <p:cNvSpPr/>
            <p:nvPr/>
          </p:nvSpPr>
          <p:spPr>
            <a:xfrm>
              <a:off x="782" y="3535"/>
              <a:ext cx="2" cy="437"/>
            </a:xfrm>
            <a:prstGeom prst="line">
              <a:avLst/>
            </a:prstGeom>
            <a:ln w="381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10" name="Line 52"/>
            <p:cNvSpPr/>
            <p:nvPr/>
          </p:nvSpPr>
          <p:spPr>
            <a:xfrm>
              <a:off x="895" y="3534"/>
              <a:ext cx="2" cy="437"/>
            </a:xfrm>
            <a:prstGeom prst="line">
              <a:avLst/>
            </a:prstGeom>
            <a:ln w="381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11" name="Line 53"/>
            <p:cNvSpPr/>
            <p:nvPr/>
          </p:nvSpPr>
          <p:spPr>
            <a:xfrm>
              <a:off x="1006" y="3534"/>
              <a:ext cx="2" cy="437"/>
            </a:xfrm>
            <a:prstGeom prst="line">
              <a:avLst/>
            </a:prstGeom>
            <a:ln w="381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12" name="Line 54"/>
            <p:cNvSpPr/>
            <p:nvPr/>
          </p:nvSpPr>
          <p:spPr>
            <a:xfrm>
              <a:off x="1121" y="3535"/>
              <a:ext cx="2" cy="437"/>
            </a:xfrm>
            <a:prstGeom prst="line">
              <a:avLst/>
            </a:prstGeom>
            <a:ln w="381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13" name="Line 55"/>
            <p:cNvSpPr/>
            <p:nvPr/>
          </p:nvSpPr>
          <p:spPr>
            <a:xfrm>
              <a:off x="1229" y="3538"/>
              <a:ext cx="2" cy="435"/>
            </a:xfrm>
            <a:prstGeom prst="line">
              <a:avLst/>
            </a:prstGeom>
            <a:ln w="381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6100" name="Line 58"/>
          <p:cNvSpPr/>
          <p:nvPr/>
        </p:nvSpPr>
        <p:spPr>
          <a:xfrm flipV="1">
            <a:off x="3910013" y="2743200"/>
            <a:ext cx="446087" cy="490538"/>
          </a:xfrm>
          <a:prstGeom prst="line">
            <a:avLst/>
          </a:prstGeom>
          <a:ln w="1905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101" name="Line 59"/>
          <p:cNvSpPr/>
          <p:nvPr/>
        </p:nvSpPr>
        <p:spPr>
          <a:xfrm flipV="1">
            <a:off x="3929063" y="2940050"/>
            <a:ext cx="1193800" cy="1338263"/>
          </a:xfrm>
          <a:prstGeom prst="line">
            <a:avLst/>
          </a:prstGeom>
          <a:ln w="1905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102" name="Line 60"/>
          <p:cNvSpPr/>
          <p:nvPr/>
        </p:nvSpPr>
        <p:spPr>
          <a:xfrm flipV="1">
            <a:off x="6627813" y="3070225"/>
            <a:ext cx="476250" cy="577850"/>
          </a:xfrm>
          <a:prstGeom prst="line">
            <a:avLst/>
          </a:prstGeom>
          <a:ln w="1905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103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46104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3"/>
          <p:cNvSpPr/>
          <p:nvPr/>
        </p:nvSpPr>
        <p:spPr>
          <a:xfrm>
            <a:off x="2173288" y="1538288"/>
            <a:ext cx="5194300" cy="42767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Destination Address Range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11001000 00010111 00010000 00000000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through                                 </a:t>
            </a:r>
            <a:endParaRPr lang="en-US" altLang="zh-CN" sz="20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11001000 00010111 00010111 11111111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11001000 00010111 00011000 00000000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through</a:t>
            </a:r>
            <a:endParaRPr lang="en-US" altLang="zh-CN" sz="20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11001000 00010111 00011000 11111111  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11001000 00010111 00011001 00000000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through</a:t>
            </a:r>
            <a:endParaRPr lang="en-US" altLang="zh-CN" sz="20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11001000 00010111 00011111 11111111  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otherwise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8131" name="Rectangle 5"/>
          <p:cNvSpPr/>
          <p:nvPr/>
        </p:nvSpPr>
        <p:spPr>
          <a:xfrm>
            <a:off x="7473950" y="1538288"/>
            <a:ext cx="1762125" cy="4524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Link Interface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u="sng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0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3  </a:t>
            </a:r>
            <a:endParaRPr lang="en-US" altLang="zh-CN" sz="20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8132" name="Rectangle 6"/>
          <p:cNvSpPr/>
          <p:nvPr/>
        </p:nvSpPr>
        <p:spPr>
          <a:xfrm>
            <a:off x="2160588" y="1266825"/>
            <a:ext cx="7223125" cy="4525963"/>
          </a:xfrm>
          <a:prstGeom prst="rect">
            <a:avLst/>
          </a:prstGeom>
          <a:noFill/>
          <a:ln w="19050" cap="flat" cmpd="sng">
            <a:solidFill>
              <a:srgbClr val="000099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8133" name="Line 7"/>
          <p:cNvSpPr/>
          <p:nvPr/>
        </p:nvSpPr>
        <p:spPr>
          <a:xfrm>
            <a:off x="2149475" y="2084388"/>
            <a:ext cx="7223125" cy="0"/>
          </a:xfrm>
          <a:prstGeom prst="line">
            <a:avLst/>
          </a:prstGeom>
          <a:ln w="1905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34" name="Line 8"/>
          <p:cNvSpPr/>
          <p:nvPr/>
        </p:nvSpPr>
        <p:spPr>
          <a:xfrm>
            <a:off x="2176463" y="3119438"/>
            <a:ext cx="7223125" cy="0"/>
          </a:xfrm>
          <a:prstGeom prst="line">
            <a:avLst/>
          </a:prstGeom>
          <a:ln w="1905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35" name="Line 9"/>
          <p:cNvSpPr/>
          <p:nvPr/>
        </p:nvSpPr>
        <p:spPr>
          <a:xfrm>
            <a:off x="2170113" y="4241800"/>
            <a:ext cx="7223125" cy="0"/>
          </a:xfrm>
          <a:prstGeom prst="line">
            <a:avLst/>
          </a:prstGeom>
          <a:ln w="1905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36" name="Line 10"/>
          <p:cNvSpPr/>
          <p:nvPr/>
        </p:nvSpPr>
        <p:spPr>
          <a:xfrm>
            <a:off x="2163763" y="5343525"/>
            <a:ext cx="7223125" cy="0"/>
          </a:xfrm>
          <a:prstGeom prst="line">
            <a:avLst/>
          </a:prstGeom>
          <a:ln w="1905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37" name="Line 11"/>
          <p:cNvSpPr/>
          <p:nvPr/>
        </p:nvSpPr>
        <p:spPr>
          <a:xfrm>
            <a:off x="7453313" y="1277938"/>
            <a:ext cx="0" cy="4514850"/>
          </a:xfrm>
          <a:prstGeom prst="line">
            <a:avLst/>
          </a:prstGeom>
          <a:ln w="127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38" name="Text Box 12"/>
          <p:cNvSpPr txBox="1"/>
          <p:nvPr/>
        </p:nvSpPr>
        <p:spPr>
          <a:xfrm>
            <a:off x="2089150" y="6007100"/>
            <a:ext cx="8491538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Q:</a:t>
            </a:r>
            <a:r>
              <a:rPr lang="en-US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but what happens if ranges don</a:t>
            </a:r>
            <a:r>
              <a:rPr lang="ja-JP" altLang="en-US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’</a:t>
            </a:r>
            <a:r>
              <a:rPr lang="en-US" altLang="ja-JP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t divide up so nicely? 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pic>
        <p:nvPicPr>
          <p:cNvPr id="48139" name="Picture 16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28838" y="771525"/>
            <a:ext cx="5942012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46" name="Rectangle 17"/>
          <p:cNvSpPr>
            <a:spLocks noGrp="1" noChangeArrowheads="1"/>
          </p:cNvSpPr>
          <p:nvPr>
            <p:ph type="title"/>
          </p:nvPr>
        </p:nvSpPr>
        <p:spPr>
          <a:xfrm>
            <a:off x="2057400" y="107950"/>
            <a:ext cx="8969375" cy="8636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Destination-based forwarding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sp>
        <p:nvSpPr>
          <p:cNvPr id="48141" name="TextBox 1"/>
          <p:cNvSpPr txBox="1"/>
          <p:nvPr/>
        </p:nvSpPr>
        <p:spPr>
          <a:xfrm>
            <a:off x="4929188" y="1036638"/>
            <a:ext cx="2189162" cy="4000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forwarding table</a:t>
            </a:r>
            <a:endParaRPr lang="en-US" altLang="zh-CN" sz="2000" i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8142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48143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0178" name="Picture 32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1997075" y="777875"/>
            <a:ext cx="5484813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0179" name="Rectangle 20"/>
          <p:cNvSpPr/>
          <p:nvPr/>
        </p:nvSpPr>
        <p:spPr>
          <a:xfrm>
            <a:off x="1958975" y="1335088"/>
            <a:ext cx="8001000" cy="1371600"/>
          </a:xfrm>
          <a:prstGeom prst="rect">
            <a:avLst/>
          </a:prstGeom>
          <a:solidFill>
            <a:schemeClr val="bg1"/>
          </a:solidFill>
          <a:ln w="19050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0180" name="Rectangle 18"/>
          <p:cNvSpPr/>
          <p:nvPr/>
        </p:nvSpPr>
        <p:spPr>
          <a:xfrm>
            <a:off x="5800725" y="5673725"/>
            <a:ext cx="1636713" cy="269875"/>
          </a:xfrm>
          <a:prstGeom prst="rect">
            <a:avLst/>
          </a:prstGeom>
          <a:solidFill>
            <a:srgbClr val="33CC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0181" name="Rectangle 17"/>
          <p:cNvSpPr/>
          <p:nvPr/>
        </p:nvSpPr>
        <p:spPr>
          <a:xfrm>
            <a:off x="5807075" y="6069013"/>
            <a:ext cx="1636713" cy="269875"/>
          </a:xfrm>
          <a:prstGeom prst="rect">
            <a:avLst/>
          </a:prstGeom>
          <a:solidFill>
            <a:srgbClr val="33CC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9464" name="Rectangle 2"/>
          <p:cNvSpPr>
            <a:spLocks noGrp="1" noChangeArrowheads="1"/>
          </p:cNvSpPr>
          <p:nvPr>
            <p:ph type="title"/>
          </p:nvPr>
        </p:nvSpPr>
        <p:spPr>
          <a:xfrm>
            <a:off x="1879600" y="95250"/>
            <a:ext cx="7772400" cy="90963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Longest prefix matching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sp>
        <p:nvSpPr>
          <p:cNvPr id="50183" name="Rectangle 5"/>
          <p:cNvSpPr/>
          <p:nvPr/>
        </p:nvSpPr>
        <p:spPr>
          <a:xfrm>
            <a:off x="2835275" y="3005138"/>
            <a:ext cx="4743450" cy="21240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just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Destination Address Range                        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11001000 00010111 00010*** ********* </a:t>
            </a:r>
            <a:endParaRPr lang="en-US" altLang="zh-CN" sz="20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11001000 00010111 00011000 *********</a:t>
            </a:r>
            <a:endParaRPr lang="en-US" altLang="zh-CN" sz="20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11001000 00010111 00011*** *********</a:t>
            </a:r>
            <a:endParaRPr lang="en-US" altLang="zh-CN" sz="20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otherwise             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0184" name="Rectangle 7"/>
          <p:cNvSpPr/>
          <p:nvPr/>
        </p:nvSpPr>
        <p:spPr>
          <a:xfrm>
            <a:off x="2482850" y="6024563"/>
            <a:ext cx="5175250" cy="36988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DA: 11001000  00010111  00011000  10101010 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0185" name="Text Box 8"/>
          <p:cNvSpPr txBox="1"/>
          <p:nvPr/>
        </p:nvSpPr>
        <p:spPr>
          <a:xfrm>
            <a:off x="1804988" y="5272088"/>
            <a:ext cx="1357312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examples:</a:t>
            </a:r>
            <a:endParaRPr lang="en-US" altLang="zh-CN" sz="2000" dirty="0">
              <a:solidFill>
                <a:srgbClr val="000099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0186" name="Text Box 9"/>
          <p:cNvSpPr txBox="1"/>
          <p:nvPr/>
        </p:nvSpPr>
        <p:spPr>
          <a:xfrm>
            <a:off x="2468563" y="5641975"/>
            <a:ext cx="5175250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DA: 11001000  00010111  00010110  10100001 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0187" name="Text Box 15"/>
          <p:cNvSpPr txBox="1"/>
          <p:nvPr/>
        </p:nvSpPr>
        <p:spPr>
          <a:xfrm>
            <a:off x="7786688" y="5640388"/>
            <a:ext cx="2195512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which interface?</a:t>
            </a:r>
            <a:endParaRPr lang="en-US" altLang="zh-CN" sz="2000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0188" name="Text Box 16"/>
          <p:cNvSpPr txBox="1"/>
          <p:nvPr/>
        </p:nvSpPr>
        <p:spPr>
          <a:xfrm>
            <a:off x="7834313" y="5991225"/>
            <a:ext cx="2195512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which interface?</a:t>
            </a:r>
            <a:endParaRPr lang="en-US" altLang="zh-CN" sz="2000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0189" name="Text Box 19"/>
          <p:cNvSpPr txBox="1"/>
          <p:nvPr/>
        </p:nvSpPr>
        <p:spPr>
          <a:xfrm>
            <a:off x="2095500" y="1490663"/>
            <a:ext cx="7799388" cy="1016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when looking for forwarding table entry for given destination address, use </a:t>
            </a:r>
            <a:r>
              <a:rPr lang="en-US" altLang="zh-CN" sz="2000" b="1" i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longest</a:t>
            </a: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address prefix that matches destination address.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0190" name="Text Box 22"/>
          <p:cNvSpPr txBox="1"/>
          <p:nvPr/>
        </p:nvSpPr>
        <p:spPr>
          <a:xfrm>
            <a:off x="2082800" y="1036638"/>
            <a:ext cx="4168775" cy="5238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longest prefix matching</a:t>
            </a:r>
            <a:endParaRPr lang="en-US" altLang="zh-CN" i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0191" name="Rectangle 24"/>
          <p:cNvSpPr/>
          <p:nvPr/>
        </p:nvSpPr>
        <p:spPr>
          <a:xfrm>
            <a:off x="2516188" y="3022600"/>
            <a:ext cx="7459662" cy="2106613"/>
          </a:xfrm>
          <a:prstGeom prst="rect">
            <a:avLst/>
          </a:prstGeom>
          <a:noFill/>
          <a:ln w="19050" cap="flat" cmpd="sng">
            <a:solidFill>
              <a:srgbClr val="000099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0192" name="Line 25"/>
          <p:cNvSpPr/>
          <p:nvPr/>
        </p:nvSpPr>
        <p:spPr>
          <a:xfrm>
            <a:off x="2516188" y="3457575"/>
            <a:ext cx="7448550" cy="0"/>
          </a:xfrm>
          <a:prstGeom prst="line">
            <a:avLst/>
          </a:prstGeom>
          <a:ln w="1905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193" name="Line 26"/>
          <p:cNvSpPr/>
          <p:nvPr/>
        </p:nvSpPr>
        <p:spPr>
          <a:xfrm>
            <a:off x="2546350" y="3887788"/>
            <a:ext cx="7448550" cy="0"/>
          </a:xfrm>
          <a:prstGeom prst="line">
            <a:avLst/>
          </a:prstGeom>
          <a:ln w="1905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194" name="Line 27"/>
          <p:cNvSpPr/>
          <p:nvPr/>
        </p:nvSpPr>
        <p:spPr>
          <a:xfrm>
            <a:off x="2520950" y="4306888"/>
            <a:ext cx="7448550" cy="0"/>
          </a:xfrm>
          <a:prstGeom prst="line">
            <a:avLst/>
          </a:prstGeom>
          <a:ln w="1905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195" name="Line 28"/>
          <p:cNvSpPr/>
          <p:nvPr/>
        </p:nvSpPr>
        <p:spPr>
          <a:xfrm>
            <a:off x="2517775" y="4737100"/>
            <a:ext cx="7448550" cy="0"/>
          </a:xfrm>
          <a:prstGeom prst="line">
            <a:avLst/>
          </a:prstGeom>
          <a:ln w="1905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196" name="Line 29"/>
          <p:cNvSpPr/>
          <p:nvPr/>
        </p:nvSpPr>
        <p:spPr>
          <a:xfrm>
            <a:off x="7700963" y="3022600"/>
            <a:ext cx="0" cy="2117725"/>
          </a:xfrm>
          <a:prstGeom prst="line">
            <a:avLst/>
          </a:prstGeom>
          <a:ln w="1905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197" name="Text Box 30"/>
          <p:cNvSpPr txBox="1"/>
          <p:nvPr/>
        </p:nvSpPr>
        <p:spPr>
          <a:xfrm>
            <a:off x="7999413" y="2965450"/>
            <a:ext cx="1701800" cy="21240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Link interface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0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3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0198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50199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64" name="Rectangle 2"/>
          <p:cNvSpPr>
            <a:spLocks noGrp="1" noChangeArrowheads="1"/>
          </p:cNvSpPr>
          <p:nvPr>
            <p:ph type="title"/>
          </p:nvPr>
        </p:nvSpPr>
        <p:spPr>
          <a:xfrm>
            <a:off x="1993900" y="-68262"/>
            <a:ext cx="77724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Longest prefix matching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sp>
        <p:nvSpPr>
          <p:cNvPr id="52227" name="Content Placeholder 1"/>
          <p:cNvSpPr>
            <a:spLocks noGrp="1"/>
          </p:cNvSpPr>
          <p:nvPr>
            <p:ph idx="1"/>
          </p:nvPr>
        </p:nvSpPr>
        <p:spPr>
          <a:xfrm>
            <a:off x="638175" y="1104900"/>
            <a:ext cx="10858500" cy="464820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we</a:t>
            </a:r>
            <a:r>
              <a:rPr lang="en-US" altLang="en-US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’</a:t>
            </a: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ll see</a:t>
            </a:r>
            <a:r>
              <a:rPr lang="en-US" altLang="zh-CN" b="1" i="1" dirty="0">
                <a:solidFill>
                  <a:srgbClr val="00009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why </a:t>
            </a: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longest prefix matching is used shortly, when we study addressing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longest prefix matching: often performed using </a:t>
            </a:r>
            <a:r>
              <a:rPr lang="en-US" altLang="zh-CN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ternary content addressable memories</a:t>
            </a: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(TCAMs)</a:t>
            </a:r>
            <a:r>
              <a:rPr lang="zh-CN" altLang="en-US" dirty="0"/>
              <a:t>三态内容可寻址存储器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content addressable: </a:t>
            </a: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present address to TCAM: retrieve address in one clock cycle, regardless of table size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Cisco Catalyst: can up ~1M routing table entries in TCAM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pic>
        <p:nvPicPr>
          <p:cNvPr id="52228" name="Picture 32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1997075" y="777875"/>
            <a:ext cx="5484813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2229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52230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4274" name="Picture 174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024063" y="800100"/>
            <a:ext cx="3656012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4275" name="Rectangle 3"/>
          <p:cNvSpPr>
            <a:spLocks noGrp="1"/>
          </p:cNvSpPr>
          <p:nvPr>
            <p:ph type="title"/>
          </p:nvPr>
        </p:nvSpPr>
        <p:spPr>
          <a:xfrm>
            <a:off x="1965325" y="247650"/>
            <a:ext cx="7772400" cy="428625"/>
          </a:xfrm>
          <a:ln/>
        </p:spPr>
        <p:txBody>
          <a:bodyPr vert="horz" wrap="square" lIns="91440" tIns="45720" rIns="91440" bIns="45720" anchor="ctr" anchorCtr="0"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Switching fabrics</a:t>
            </a:r>
            <a:endParaRPr lang="en-US" altLang="zh-CN" sz="4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24582" name="Rectangle 4"/>
          <p:cNvSpPr>
            <a:spLocks noGrp="1" noChangeArrowheads="1"/>
          </p:cNvSpPr>
          <p:nvPr>
            <p:ph idx="1"/>
          </p:nvPr>
        </p:nvSpPr>
        <p:spPr>
          <a:xfrm>
            <a:off x="695325" y="1023938"/>
            <a:ext cx="109474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transfer packet from input buffer to appropriate output buffer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switching rate: rate at which packets can be transfer from inputs to outputs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  <a:p>
            <a:pPr marL="688975" marR="0" lvl="1" indent="-2317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/>
              <a:buChar char="•"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often measured as multiple of input/output line rate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marL="688975" marR="0" lvl="1" indent="-2317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/>
              <a:buChar char="•"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N inputs: switching rate N times line rate desirable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three types of switching fabrics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</p:txBody>
      </p:sp>
      <p:grpSp>
        <p:nvGrpSpPr>
          <p:cNvPr id="54277" name="Group 30"/>
          <p:cNvGrpSpPr/>
          <p:nvPr/>
        </p:nvGrpSpPr>
        <p:grpSpPr>
          <a:xfrm>
            <a:off x="2266950" y="4283075"/>
            <a:ext cx="890588" cy="215900"/>
            <a:chOff x="876" y="2800"/>
            <a:chExt cx="642" cy="175"/>
          </a:xfrm>
        </p:grpSpPr>
        <p:sp>
          <p:nvSpPr>
            <p:cNvPr id="54407" name="Rectangle 7"/>
            <p:cNvSpPr/>
            <p:nvPr/>
          </p:nvSpPr>
          <p:spPr>
            <a:xfrm>
              <a:off x="925" y="2800"/>
              <a:ext cx="485" cy="17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5F5F5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408" name="Rectangle 8"/>
            <p:cNvSpPr/>
            <p:nvPr/>
          </p:nvSpPr>
          <p:spPr>
            <a:xfrm>
              <a:off x="945" y="2849"/>
              <a:ext cx="151" cy="78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00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409" name="Rectangle 9"/>
            <p:cNvSpPr/>
            <p:nvPr/>
          </p:nvSpPr>
          <p:spPr>
            <a:xfrm>
              <a:off x="1117" y="2818"/>
              <a:ext cx="124" cy="134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410" name="Rectangle 10"/>
            <p:cNvSpPr/>
            <p:nvPr/>
          </p:nvSpPr>
          <p:spPr>
            <a:xfrm>
              <a:off x="1263" y="2815"/>
              <a:ext cx="125" cy="13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411" name="Line 11"/>
            <p:cNvSpPr/>
            <p:nvPr/>
          </p:nvSpPr>
          <p:spPr>
            <a:xfrm flipV="1">
              <a:off x="876" y="2882"/>
              <a:ext cx="642" cy="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4278" name="Group 45"/>
          <p:cNvGrpSpPr/>
          <p:nvPr/>
        </p:nvGrpSpPr>
        <p:grpSpPr>
          <a:xfrm>
            <a:off x="2243138" y="4678363"/>
            <a:ext cx="890587" cy="215900"/>
            <a:chOff x="876" y="2800"/>
            <a:chExt cx="642" cy="175"/>
          </a:xfrm>
        </p:grpSpPr>
        <p:sp>
          <p:nvSpPr>
            <p:cNvPr id="54402" name="Rectangle 46"/>
            <p:cNvSpPr/>
            <p:nvPr/>
          </p:nvSpPr>
          <p:spPr>
            <a:xfrm>
              <a:off x="925" y="2800"/>
              <a:ext cx="485" cy="17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5F5F5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403" name="Rectangle 47"/>
            <p:cNvSpPr/>
            <p:nvPr/>
          </p:nvSpPr>
          <p:spPr>
            <a:xfrm>
              <a:off x="945" y="2849"/>
              <a:ext cx="151" cy="78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00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404" name="Rectangle 48"/>
            <p:cNvSpPr/>
            <p:nvPr/>
          </p:nvSpPr>
          <p:spPr>
            <a:xfrm>
              <a:off x="1117" y="2818"/>
              <a:ext cx="124" cy="134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405" name="Rectangle 49"/>
            <p:cNvSpPr/>
            <p:nvPr/>
          </p:nvSpPr>
          <p:spPr>
            <a:xfrm>
              <a:off x="1263" y="2815"/>
              <a:ext cx="125" cy="13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406" name="Line 50"/>
            <p:cNvSpPr/>
            <p:nvPr/>
          </p:nvSpPr>
          <p:spPr>
            <a:xfrm flipV="1">
              <a:off x="876" y="2882"/>
              <a:ext cx="642" cy="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4279" name="Group 51"/>
          <p:cNvGrpSpPr/>
          <p:nvPr/>
        </p:nvGrpSpPr>
        <p:grpSpPr>
          <a:xfrm>
            <a:off x="2238375" y="5105400"/>
            <a:ext cx="890588" cy="215900"/>
            <a:chOff x="876" y="2800"/>
            <a:chExt cx="642" cy="175"/>
          </a:xfrm>
        </p:grpSpPr>
        <p:sp>
          <p:nvSpPr>
            <p:cNvPr id="54397" name="Rectangle 52"/>
            <p:cNvSpPr/>
            <p:nvPr/>
          </p:nvSpPr>
          <p:spPr>
            <a:xfrm>
              <a:off x="925" y="2800"/>
              <a:ext cx="485" cy="17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5F5F5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98" name="Rectangle 53"/>
            <p:cNvSpPr/>
            <p:nvPr/>
          </p:nvSpPr>
          <p:spPr>
            <a:xfrm>
              <a:off x="945" y="2849"/>
              <a:ext cx="151" cy="78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00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99" name="Rectangle 54"/>
            <p:cNvSpPr/>
            <p:nvPr/>
          </p:nvSpPr>
          <p:spPr>
            <a:xfrm>
              <a:off x="1117" y="2818"/>
              <a:ext cx="124" cy="134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400" name="Rectangle 55"/>
            <p:cNvSpPr/>
            <p:nvPr/>
          </p:nvSpPr>
          <p:spPr>
            <a:xfrm>
              <a:off x="1263" y="2815"/>
              <a:ext cx="125" cy="13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401" name="Line 56"/>
            <p:cNvSpPr/>
            <p:nvPr/>
          </p:nvSpPr>
          <p:spPr>
            <a:xfrm flipV="1">
              <a:off x="876" y="2882"/>
              <a:ext cx="642" cy="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54280" name="Rectangle 57"/>
          <p:cNvSpPr/>
          <p:nvPr/>
        </p:nvSpPr>
        <p:spPr>
          <a:xfrm>
            <a:off x="3125788" y="4200525"/>
            <a:ext cx="704850" cy="1176338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54281" name="Group 64"/>
          <p:cNvGrpSpPr/>
          <p:nvPr/>
        </p:nvGrpSpPr>
        <p:grpSpPr>
          <a:xfrm>
            <a:off x="3835400" y="4281488"/>
            <a:ext cx="890588" cy="215900"/>
            <a:chOff x="455" y="3463"/>
            <a:chExt cx="561" cy="136"/>
          </a:xfrm>
        </p:grpSpPr>
        <p:sp>
          <p:nvSpPr>
            <p:cNvPr id="54392" name="Rectangle 59"/>
            <p:cNvSpPr/>
            <p:nvPr/>
          </p:nvSpPr>
          <p:spPr>
            <a:xfrm>
              <a:off x="498" y="3463"/>
              <a:ext cx="424" cy="136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5F5F5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93" name="Rectangle 60"/>
            <p:cNvSpPr/>
            <p:nvPr/>
          </p:nvSpPr>
          <p:spPr>
            <a:xfrm>
              <a:off x="771" y="3500"/>
              <a:ext cx="132" cy="61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00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94" name="Rectangle 61"/>
            <p:cNvSpPr/>
            <p:nvPr/>
          </p:nvSpPr>
          <p:spPr>
            <a:xfrm>
              <a:off x="644" y="3477"/>
              <a:ext cx="108" cy="104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95" name="Rectangle 62"/>
            <p:cNvSpPr/>
            <p:nvPr/>
          </p:nvSpPr>
          <p:spPr>
            <a:xfrm>
              <a:off x="517" y="3480"/>
              <a:ext cx="108" cy="10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96" name="Line 63"/>
            <p:cNvSpPr/>
            <p:nvPr/>
          </p:nvSpPr>
          <p:spPr>
            <a:xfrm flipV="1">
              <a:off x="455" y="3527"/>
              <a:ext cx="561" cy="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4282" name="Group 65"/>
          <p:cNvGrpSpPr/>
          <p:nvPr/>
        </p:nvGrpSpPr>
        <p:grpSpPr>
          <a:xfrm>
            <a:off x="3840163" y="4673600"/>
            <a:ext cx="890587" cy="215900"/>
            <a:chOff x="455" y="3463"/>
            <a:chExt cx="561" cy="136"/>
          </a:xfrm>
        </p:grpSpPr>
        <p:sp>
          <p:nvSpPr>
            <p:cNvPr id="54387" name="Rectangle 66"/>
            <p:cNvSpPr/>
            <p:nvPr/>
          </p:nvSpPr>
          <p:spPr>
            <a:xfrm>
              <a:off x="498" y="3463"/>
              <a:ext cx="424" cy="136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5F5F5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88" name="Rectangle 67"/>
            <p:cNvSpPr/>
            <p:nvPr/>
          </p:nvSpPr>
          <p:spPr>
            <a:xfrm>
              <a:off x="771" y="3500"/>
              <a:ext cx="132" cy="61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00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89" name="Rectangle 68"/>
            <p:cNvSpPr/>
            <p:nvPr/>
          </p:nvSpPr>
          <p:spPr>
            <a:xfrm>
              <a:off x="644" y="3477"/>
              <a:ext cx="108" cy="104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90" name="Rectangle 69"/>
            <p:cNvSpPr/>
            <p:nvPr/>
          </p:nvSpPr>
          <p:spPr>
            <a:xfrm>
              <a:off x="517" y="3480"/>
              <a:ext cx="108" cy="10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91" name="Line 70"/>
            <p:cNvSpPr/>
            <p:nvPr/>
          </p:nvSpPr>
          <p:spPr>
            <a:xfrm flipV="1">
              <a:off x="455" y="3527"/>
              <a:ext cx="561" cy="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4283" name="Group 71"/>
          <p:cNvGrpSpPr/>
          <p:nvPr/>
        </p:nvGrpSpPr>
        <p:grpSpPr>
          <a:xfrm>
            <a:off x="3835400" y="5100638"/>
            <a:ext cx="890588" cy="215900"/>
            <a:chOff x="455" y="3463"/>
            <a:chExt cx="561" cy="136"/>
          </a:xfrm>
        </p:grpSpPr>
        <p:sp>
          <p:nvSpPr>
            <p:cNvPr id="54382" name="Rectangle 72"/>
            <p:cNvSpPr/>
            <p:nvPr/>
          </p:nvSpPr>
          <p:spPr>
            <a:xfrm>
              <a:off x="498" y="3463"/>
              <a:ext cx="424" cy="136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5F5F5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83" name="Rectangle 73"/>
            <p:cNvSpPr/>
            <p:nvPr/>
          </p:nvSpPr>
          <p:spPr>
            <a:xfrm>
              <a:off x="771" y="3500"/>
              <a:ext cx="132" cy="61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00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84" name="Rectangle 74"/>
            <p:cNvSpPr/>
            <p:nvPr/>
          </p:nvSpPr>
          <p:spPr>
            <a:xfrm>
              <a:off x="644" y="3477"/>
              <a:ext cx="108" cy="104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85" name="Rectangle 75"/>
            <p:cNvSpPr/>
            <p:nvPr/>
          </p:nvSpPr>
          <p:spPr>
            <a:xfrm>
              <a:off x="517" y="3480"/>
              <a:ext cx="108" cy="10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86" name="Line 76"/>
            <p:cNvSpPr/>
            <p:nvPr/>
          </p:nvSpPr>
          <p:spPr>
            <a:xfrm flipV="1">
              <a:off x="455" y="3527"/>
              <a:ext cx="561" cy="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54284" name="Text Box 78"/>
          <p:cNvSpPr txBox="1"/>
          <p:nvPr/>
        </p:nvSpPr>
        <p:spPr>
          <a:xfrm>
            <a:off x="2959100" y="5586413"/>
            <a:ext cx="102235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memory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4285" name="Text Box 79"/>
          <p:cNvSpPr txBox="1"/>
          <p:nvPr/>
        </p:nvSpPr>
        <p:spPr>
          <a:xfrm>
            <a:off x="3057525" y="4518025"/>
            <a:ext cx="835025" cy="3794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memory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54286" name="Group 80"/>
          <p:cNvGrpSpPr/>
          <p:nvPr/>
        </p:nvGrpSpPr>
        <p:grpSpPr>
          <a:xfrm>
            <a:off x="5172075" y="4267200"/>
            <a:ext cx="890588" cy="215900"/>
            <a:chOff x="876" y="2800"/>
            <a:chExt cx="642" cy="175"/>
          </a:xfrm>
        </p:grpSpPr>
        <p:sp>
          <p:nvSpPr>
            <p:cNvPr id="54377" name="Rectangle 81"/>
            <p:cNvSpPr/>
            <p:nvPr/>
          </p:nvSpPr>
          <p:spPr>
            <a:xfrm>
              <a:off x="925" y="2800"/>
              <a:ext cx="485" cy="17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5F5F5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78" name="Rectangle 82"/>
            <p:cNvSpPr/>
            <p:nvPr/>
          </p:nvSpPr>
          <p:spPr>
            <a:xfrm>
              <a:off x="945" y="2849"/>
              <a:ext cx="151" cy="78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00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79" name="Rectangle 83"/>
            <p:cNvSpPr/>
            <p:nvPr/>
          </p:nvSpPr>
          <p:spPr>
            <a:xfrm>
              <a:off x="1117" y="2818"/>
              <a:ext cx="124" cy="134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80" name="Rectangle 84"/>
            <p:cNvSpPr/>
            <p:nvPr/>
          </p:nvSpPr>
          <p:spPr>
            <a:xfrm>
              <a:off x="1263" y="2815"/>
              <a:ext cx="125" cy="13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81" name="Line 85"/>
            <p:cNvSpPr/>
            <p:nvPr/>
          </p:nvSpPr>
          <p:spPr>
            <a:xfrm flipV="1">
              <a:off x="876" y="2882"/>
              <a:ext cx="642" cy="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4287" name="Group 86"/>
          <p:cNvGrpSpPr/>
          <p:nvPr/>
        </p:nvGrpSpPr>
        <p:grpSpPr>
          <a:xfrm>
            <a:off x="5170488" y="4662488"/>
            <a:ext cx="890587" cy="215900"/>
            <a:chOff x="876" y="2800"/>
            <a:chExt cx="642" cy="175"/>
          </a:xfrm>
        </p:grpSpPr>
        <p:sp>
          <p:nvSpPr>
            <p:cNvPr id="54372" name="Rectangle 87"/>
            <p:cNvSpPr/>
            <p:nvPr/>
          </p:nvSpPr>
          <p:spPr>
            <a:xfrm>
              <a:off x="925" y="2800"/>
              <a:ext cx="485" cy="17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5F5F5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73" name="Rectangle 88"/>
            <p:cNvSpPr/>
            <p:nvPr/>
          </p:nvSpPr>
          <p:spPr>
            <a:xfrm>
              <a:off x="945" y="2849"/>
              <a:ext cx="151" cy="78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00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74" name="Rectangle 89"/>
            <p:cNvSpPr/>
            <p:nvPr/>
          </p:nvSpPr>
          <p:spPr>
            <a:xfrm>
              <a:off x="1117" y="2818"/>
              <a:ext cx="124" cy="134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75" name="Rectangle 90"/>
            <p:cNvSpPr/>
            <p:nvPr/>
          </p:nvSpPr>
          <p:spPr>
            <a:xfrm>
              <a:off x="1263" y="2815"/>
              <a:ext cx="125" cy="13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76" name="Line 91"/>
            <p:cNvSpPr/>
            <p:nvPr/>
          </p:nvSpPr>
          <p:spPr>
            <a:xfrm flipV="1">
              <a:off x="876" y="2882"/>
              <a:ext cx="642" cy="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4288" name="Group 92"/>
          <p:cNvGrpSpPr/>
          <p:nvPr/>
        </p:nvGrpSpPr>
        <p:grpSpPr>
          <a:xfrm>
            <a:off x="5165725" y="5089525"/>
            <a:ext cx="890588" cy="215900"/>
            <a:chOff x="876" y="2800"/>
            <a:chExt cx="642" cy="175"/>
          </a:xfrm>
        </p:grpSpPr>
        <p:sp>
          <p:nvSpPr>
            <p:cNvPr id="54367" name="Rectangle 93"/>
            <p:cNvSpPr/>
            <p:nvPr/>
          </p:nvSpPr>
          <p:spPr>
            <a:xfrm>
              <a:off x="925" y="2800"/>
              <a:ext cx="485" cy="17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5F5F5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68" name="Rectangle 94"/>
            <p:cNvSpPr/>
            <p:nvPr/>
          </p:nvSpPr>
          <p:spPr>
            <a:xfrm>
              <a:off x="945" y="2849"/>
              <a:ext cx="151" cy="78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00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69" name="Rectangle 95"/>
            <p:cNvSpPr/>
            <p:nvPr/>
          </p:nvSpPr>
          <p:spPr>
            <a:xfrm>
              <a:off x="1117" y="2818"/>
              <a:ext cx="124" cy="134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70" name="Rectangle 96"/>
            <p:cNvSpPr/>
            <p:nvPr/>
          </p:nvSpPr>
          <p:spPr>
            <a:xfrm>
              <a:off x="1263" y="2815"/>
              <a:ext cx="125" cy="13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71" name="Line 97"/>
            <p:cNvSpPr/>
            <p:nvPr/>
          </p:nvSpPr>
          <p:spPr>
            <a:xfrm flipV="1">
              <a:off x="876" y="2882"/>
              <a:ext cx="642" cy="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54289" name="Line 98"/>
          <p:cNvSpPr/>
          <p:nvPr/>
        </p:nvSpPr>
        <p:spPr>
          <a:xfrm>
            <a:off x="6073775" y="4270375"/>
            <a:ext cx="0" cy="1003300"/>
          </a:xfrm>
          <a:prstGeom prst="line">
            <a:avLst/>
          </a:prstGeom>
          <a:ln w="762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54290" name="Group 99"/>
          <p:cNvGrpSpPr/>
          <p:nvPr/>
        </p:nvGrpSpPr>
        <p:grpSpPr>
          <a:xfrm>
            <a:off x="6127750" y="4254500"/>
            <a:ext cx="890588" cy="215900"/>
            <a:chOff x="455" y="3463"/>
            <a:chExt cx="561" cy="136"/>
          </a:xfrm>
        </p:grpSpPr>
        <p:sp>
          <p:nvSpPr>
            <p:cNvPr id="54362" name="Rectangle 100"/>
            <p:cNvSpPr/>
            <p:nvPr/>
          </p:nvSpPr>
          <p:spPr>
            <a:xfrm>
              <a:off x="498" y="3463"/>
              <a:ext cx="424" cy="136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5F5F5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63" name="Rectangle 101"/>
            <p:cNvSpPr/>
            <p:nvPr/>
          </p:nvSpPr>
          <p:spPr>
            <a:xfrm>
              <a:off x="771" y="3500"/>
              <a:ext cx="132" cy="61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00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64" name="Rectangle 102"/>
            <p:cNvSpPr/>
            <p:nvPr/>
          </p:nvSpPr>
          <p:spPr>
            <a:xfrm>
              <a:off x="644" y="3477"/>
              <a:ext cx="108" cy="104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65" name="Rectangle 103"/>
            <p:cNvSpPr/>
            <p:nvPr/>
          </p:nvSpPr>
          <p:spPr>
            <a:xfrm>
              <a:off x="517" y="3480"/>
              <a:ext cx="108" cy="10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66" name="Line 104"/>
            <p:cNvSpPr/>
            <p:nvPr/>
          </p:nvSpPr>
          <p:spPr>
            <a:xfrm flipV="1">
              <a:off x="455" y="3527"/>
              <a:ext cx="561" cy="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4291" name="Group 105"/>
          <p:cNvGrpSpPr/>
          <p:nvPr/>
        </p:nvGrpSpPr>
        <p:grpSpPr>
          <a:xfrm>
            <a:off x="6132513" y="4646613"/>
            <a:ext cx="890587" cy="215900"/>
            <a:chOff x="455" y="3463"/>
            <a:chExt cx="561" cy="136"/>
          </a:xfrm>
        </p:grpSpPr>
        <p:sp>
          <p:nvSpPr>
            <p:cNvPr id="54357" name="Rectangle 106"/>
            <p:cNvSpPr/>
            <p:nvPr/>
          </p:nvSpPr>
          <p:spPr>
            <a:xfrm>
              <a:off x="498" y="3463"/>
              <a:ext cx="424" cy="136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5F5F5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58" name="Rectangle 107"/>
            <p:cNvSpPr/>
            <p:nvPr/>
          </p:nvSpPr>
          <p:spPr>
            <a:xfrm>
              <a:off x="771" y="3500"/>
              <a:ext cx="132" cy="61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00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59" name="Rectangle 108"/>
            <p:cNvSpPr/>
            <p:nvPr/>
          </p:nvSpPr>
          <p:spPr>
            <a:xfrm>
              <a:off x="644" y="3477"/>
              <a:ext cx="108" cy="104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60" name="Rectangle 109"/>
            <p:cNvSpPr/>
            <p:nvPr/>
          </p:nvSpPr>
          <p:spPr>
            <a:xfrm>
              <a:off x="517" y="3480"/>
              <a:ext cx="108" cy="10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61" name="Line 110"/>
            <p:cNvSpPr/>
            <p:nvPr/>
          </p:nvSpPr>
          <p:spPr>
            <a:xfrm flipV="1">
              <a:off x="455" y="3527"/>
              <a:ext cx="561" cy="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4292" name="Group 111"/>
          <p:cNvGrpSpPr/>
          <p:nvPr/>
        </p:nvGrpSpPr>
        <p:grpSpPr>
          <a:xfrm>
            <a:off x="6127750" y="5073650"/>
            <a:ext cx="890588" cy="215900"/>
            <a:chOff x="455" y="3463"/>
            <a:chExt cx="561" cy="136"/>
          </a:xfrm>
        </p:grpSpPr>
        <p:sp>
          <p:nvSpPr>
            <p:cNvPr id="54352" name="Rectangle 112"/>
            <p:cNvSpPr/>
            <p:nvPr/>
          </p:nvSpPr>
          <p:spPr>
            <a:xfrm>
              <a:off x="498" y="3463"/>
              <a:ext cx="424" cy="136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5F5F5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53" name="Rectangle 113"/>
            <p:cNvSpPr/>
            <p:nvPr/>
          </p:nvSpPr>
          <p:spPr>
            <a:xfrm>
              <a:off x="771" y="3500"/>
              <a:ext cx="132" cy="61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00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54" name="Rectangle 114"/>
            <p:cNvSpPr/>
            <p:nvPr/>
          </p:nvSpPr>
          <p:spPr>
            <a:xfrm>
              <a:off x="644" y="3477"/>
              <a:ext cx="108" cy="104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55" name="Rectangle 115"/>
            <p:cNvSpPr/>
            <p:nvPr/>
          </p:nvSpPr>
          <p:spPr>
            <a:xfrm>
              <a:off x="517" y="3480"/>
              <a:ext cx="108" cy="10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56" name="Line 116"/>
            <p:cNvSpPr/>
            <p:nvPr/>
          </p:nvSpPr>
          <p:spPr>
            <a:xfrm flipV="1">
              <a:off x="455" y="3527"/>
              <a:ext cx="561" cy="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54293" name="Text Box 117"/>
          <p:cNvSpPr txBox="1"/>
          <p:nvPr/>
        </p:nvSpPr>
        <p:spPr>
          <a:xfrm>
            <a:off x="5810250" y="5583238"/>
            <a:ext cx="554038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bus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54294" name="Group 118"/>
          <p:cNvGrpSpPr/>
          <p:nvPr/>
        </p:nvGrpSpPr>
        <p:grpSpPr>
          <a:xfrm>
            <a:off x="7615238" y="4233863"/>
            <a:ext cx="890587" cy="215900"/>
            <a:chOff x="876" y="2800"/>
            <a:chExt cx="642" cy="175"/>
          </a:xfrm>
        </p:grpSpPr>
        <p:sp>
          <p:nvSpPr>
            <p:cNvPr id="54347" name="Rectangle 119"/>
            <p:cNvSpPr/>
            <p:nvPr/>
          </p:nvSpPr>
          <p:spPr>
            <a:xfrm>
              <a:off x="925" y="2800"/>
              <a:ext cx="485" cy="17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5F5F5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48" name="Rectangle 120"/>
            <p:cNvSpPr/>
            <p:nvPr/>
          </p:nvSpPr>
          <p:spPr>
            <a:xfrm>
              <a:off x="945" y="2849"/>
              <a:ext cx="151" cy="78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00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49" name="Rectangle 121"/>
            <p:cNvSpPr/>
            <p:nvPr/>
          </p:nvSpPr>
          <p:spPr>
            <a:xfrm>
              <a:off x="1117" y="2818"/>
              <a:ext cx="124" cy="134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50" name="Rectangle 122"/>
            <p:cNvSpPr/>
            <p:nvPr/>
          </p:nvSpPr>
          <p:spPr>
            <a:xfrm>
              <a:off x="1263" y="2815"/>
              <a:ext cx="125" cy="13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51" name="Line 123"/>
            <p:cNvSpPr/>
            <p:nvPr/>
          </p:nvSpPr>
          <p:spPr>
            <a:xfrm flipV="1">
              <a:off x="876" y="2882"/>
              <a:ext cx="642" cy="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4295" name="Group 124"/>
          <p:cNvGrpSpPr/>
          <p:nvPr/>
        </p:nvGrpSpPr>
        <p:grpSpPr>
          <a:xfrm>
            <a:off x="7591425" y="4629150"/>
            <a:ext cx="890588" cy="215900"/>
            <a:chOff x="876" y="2800"/>
            <a:chExt cx="642" cy="175"/>
          </a:xfrm>
        </p:grpSpPr>
        <p:sp>
          <p:nvSpPr>
            <p:cNvPr id="54342" name="Rectangle 125"/>
            <p:cNvSpPr/>
            <p:nvPr/>
          </p:nvSpPr>
          <p:spPr>
            <a:xfrm>
              <a:off x="925" y="2800"/>
              <a:ext cx="485" cy="17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5F5F5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43" name="Rectangle 126"/>
            <p:cNvSpPr/>
            <p:nvPr/>
          </p:nvSpPr>
          <p:spPr>
            <a:xfrm>
              <a:off x="945" y="2849"/>
              <a:ext cx="151" cy="78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00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44" name="Rectangle 127"/>
            <p:cNvSpPr/>
            <p:nvPr/>
          </p:nvSpPr>
          <p:spPr>
            <a:xfrm>
              <a:off x="1117" y="2818"/>
              <a:ext cx="124" cy="134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45" name="Rectangle 128"/>
            <p:cNvSpPr/>
            <p:nvPr/>
          </p:nvSpPr>
          <p:spPr>
            <a:xfrm>
              <a:off x="1263" y="2815"/>
              <a:ext cx="125" cy="13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46" name="Line 129"/>
            <p:cNvSpPr/>
            <p:nvPr/>
          </p:nvSpPr>
          <p:spPr>
            <a:xfrm flipV="1">
              <a:off x="876" y="2882"/>
              <a:ext cx="642" cy="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4296" name="Group 130"/>
          <p:cNvGrpSpPr/>
          <p:nvPr/>
        </p:nvGrpSpPr>
        <p:grpSpPr>
          <a:xfrm>
            <a:off x="7586663" y="5056188"/>
            <a:ext cx="890587" cy="215900"/>
            <a:chOff x="876" y="2800"/>
            <a:chExt cx="642" cy="175"/>
          </a:xfrm>
        </p:grpSpPr>
        <p:sp>
          <p:nvSpPr>
            <p:cNvPr id="54337" name="Rectangle 131"/>
            <p:cNvSpPr/>
            <p:nvPr/>
          </p:nvSpPr>
          <p:spPr>
            <a:xfrm>
              <a:off x="925" y="2800"/>
              <a:ext cx="485" cy="17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5F5F5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38" name="Rectangle 132"/>
            <p:cNvSpPr/>
            <p:nvPr/>
          </p:nvSpPr>
          <p:spPr>
            <a:xfrm>
              <a:off x="945" y="2849"/>
              <a:ext cx="151" cy="78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00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39" name="Rectangle 133"/>
            <p:cNvSpPr/>
            <p:nvPr/>
          </p:nvSpPr>
          <p:spPr>
            <a:xfrm>
              <a:off x="1117" y="2818"/>
              <a:ext cx="124" cy="134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40" name="Rectangle 134"/>
            <p:cNvSpPr/>
            <p:nvPr/>
          </p:nvSpPr>
          <p:spPr>
            <a:xfrm>
              <a:off x="1263" y="2815"/>
              <a:ext cx="125" cy="13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4341" name="Line 135"/>
            <p:cNvSpPr/>
            <p:nvPr/>
          </p:nvSpPr>
          <p:spPr>
            <a:xfrm flipV="1">
              <a:off x="876" y="2882"/>
              <a:ext cx="642" cy="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4297" name="Group 154"/>
          <p:cNvGrpSpPr/>
          <p:nvPr/>
        </p:nvGrpSpPr>
        <p:grpSpPr>
          <a:xfrm rot="5400000">
            <a:off x="8710613" y="5253038"/>
            <a:ext cx="895350" cy="1035050"/>
            <a:chOff x="2954" y="2776"/>
            <a:chExt cx="564" cy="652"/>
          </a:xfrm>
        </p:grpSpPr>
        <p:grpSp>
          <p:nvGrpSpPr>
            <p:cNvPr id="54319" name="Group 136"/>
            <p:cNvGrpSpPr/>
            <p:nvPr/>
          </p:nvGrpSpPr>
          <p:grpSpPr>
            <a:xfrm>
              <a:off x="2954" y="2776"/>
              <a:ext cx="561" cy="136"/>
              <a:chOff x="455" y="3463"/>
              <a:chExt cx="561" cy="136"/>
            </a:xfrm>
          </p:grpSpPr>
          <p:sp>
            <p:nvSpPr>
              <p:cNvPr id="54332" name="Rectangle 137"/>
              <p:cNvSpPr/>
              <p:nvPr/>
            </p:nvSpPr>
            <p:spPr>
              <a:xfrm>
                <a:off x="496" y="3465"/>
                <a:ext cx="424" cy="136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5F5F5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54333" name="Rectangle 138"/>
              <p:cNvSpPr/>
              <p:nvPr/>
            </p:nvSpPr>
            <p:spPr>
              <a:xfrm>
                <a:off x="769" y="3504"/>
                <a:ext cx="132" cy="61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0066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54334" name="Rectangle 139"/>
              <p:cNvSpPr/>
              <p:nvPr/>
            </p:nvSpPr>
            <p:spPr>
              <a:xfrm>
                <a:off x="642" y="3479"/>
                <a:ext cx="108" cy="104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54335" name="Rectangle 140"/>
              <p:cNvSpPr/>
              <p:nvPr/>
            </p:nvSpPr>
            <p:spPr>
              <a:xfrm>
                <a:off x="515" y="3484"/>
                <a:ext cx="108" cy="105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FF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54336" name="Line 141"/>
              <p:cNvSpPr/>
              <p:nvPr/>
            </p:nvSpPr>
            <p:spPr>
              <a:xfrm flipV="1">
                <a:off x="453" y="3529"/>
                <a:ext cx="561" cy="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54320" name="Group 142"/>
            <p:cNvGrpSpPr/>
            <p:nvPr/>
          </p:nvGrpSpPr>
          <p:grpSpPr>
            <a:xfrm>
              <a:off x="2957" y="3023"/>
              <a:ext cx="561" cy="136"/>
              <a:chOff x="455" y="3463"/>
              <a:chExt cx="561" cy="136"/>
            </a:xfrm>
          </p:grpSpPr>
          <p:sp>
            <p:nvSpPr>
              <p:cNvPr id="54327" name="Rectangle 143"/>
              <p:cNvSpPr/>
              <p:nvPr/>
            </p:nvSpPr>
            <p:spPr>
              <a:xfrm>
                <a:off x="496" y="3465"/>
                <a:ext cx="424" cy="136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5F5F5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54328" name="Rectangle 144"/>
              <p:cNvSpPr/>
              <p:nvPr/>
            </p:nvSpPr>
            <p:spPr>
              <a:xfrm>
                <a:off x="769" y="3504"/>
                <a:ext cx="132" cy="61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0066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54329" name="Rectangle 145"/>
              <p:cNvSpPr/>
              <p:nvPr/>
            </p:nvSpPr>
            <p:spPr>
              <a:xfrm>
                <a:off x="642" y="3479"/>
                <a:ext cx="108" cy="104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54330" name="Rectangle 146"/>
              <p:cNvSpPr/>
              <p:nvPr/>
            </p:nvSpPr>
            <p:spPr>
              <a:xfrm>
                <a:off x="515" y="3484"/>
                <a:ext cx="108" cy="105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FF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54331" name="Line 147"/>
              <p:cNvSpPr/>
              <p:nvPr/>
            </p:nvSpPr>
            <p:spPr>
              <a:xfrm flipV="1">
                <a:off x="453" y="3529"/>
                <a:ext cx="561" cy="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54321" name="Group 148"/>
            <p:cNvGrpSpPr/>
            <p:nvPr/>
          </p:nvGrpSpPr>
          <p:grpSpPr>
            <a:xfrm>
              <a:off x="2954" y="3292"/>
              <a:ext cx="561" cy="136"/>
              <a:chOff x="455" y="3463"/>
              <a:chExt cx="561" cy="136"/>
            </a:xfrm>
          </p:grpSpPr>
          <p:sp>
            <p:nvSpPr>
              <p:cNvPr id="54322" name="Rectangle 149"/>
              <p:cNvSpPr/>
              <p:nvPr/>
            </p:nvSpPr>
            <p:spPr>
              <a:xfrm>
                <a:off x="496" y="3465"/>
                <a:ext cx="424" cy="136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5F5F5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54323" name="Rectangle 150"/>
              <p:cNvSpPr/>
              <p:nvPr/>
            </p:nvSpPr>
            <p:spPr>
              <a:xfrm>
                <a:off x="769" y="3504"/>
                <a:ext cx="132" cy="61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0066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54324" name="Rectangle 151"/>
              <p:cNvSpPr/>
              <p:nvPr/>
            </p:nvSpPr>
            <p:spPr>
              <a:xfrm>
                <a:off x="642" y="3479"/>
                <a:ext cx="108" cy="104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54325" name="Rectangle 152"/>
              <p:cNvSpPr/>
              <p:nvPr/>
            </p:nvSpPr>
            <p:spPr>
              <a:xfrm>
                <a:off x="515" y="3484"/>
                <a:ext cx="108" cy="105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FF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54326" name="Line 153"/>
              <p:cNvSpPr/>
              <p:nvPr/>
            </p:nvSpPr>
            <p:spPr>
              <a:xfrm flipV="1">
                <a:off x="453" y="3529"/>
                <a:ext cx="561" cy="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</p:grpSp>
      <p:sp>
        <p:nvSpPr>
          <p:cNvPr id="54298" name="Line 155"/>
          <p:cNvSpPr/>
          <p:nvPr/>
        </p:nvSpPr>
        <p:spPr>
          <a:xfrm>
            <a:off x="8505825" y="4340225"/>
            <a:ext cx="1063625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299" name="Line 156"/>
          <p:cNvSpPr/>
          <p:nvPr/>
        </p:nvSpPr>
        <p:spPr>
          <a:xfrm flipV="1">
            <a:off x="8467725" y="4727575"/>
            <a:ext cx="1111250" cy="3175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300" name="Line 157"/>
          <p:cNvSpPr/>
          <p:nvPr/>
        </p:nvSpPr>
        <p:spPr>
          <a:xfrm>
            <a:off x="8467725" y="5159375"/>
            <a:ext cx="1101725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301" name="Line 158"/>
          <p:cNvSpPr/>
          <p:nvPr/>
        </p:nvSpPr>
        <p:spPr>
          <a:xfrm flipV="1">
            <a:off x="8750300" y="4340225"/>
            <a:ext cx="0" cy="97790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302" name="Line 159"/>
          <p:cNvSpPr/>
          <p:nvPr/>
        </p:nvSpPr>
        <p:spPr>
          <a:xfrm flipV="1">
            <a:off x="9172575" y="4340225"/>
            <a:ext cx="0" cy="97790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303" name="Line 160"/>
          <p:cNvSpPr/>
          <p:nvPr/>
        </p:nvSpPr>
        <p:spPr>
          <a:xfrm flipV="1">
            <a:off x="9569450" y="4330700"/>
            <a:ext cx="0" cy="97790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304" name="Oval 161"/>
          <p:cNvSpPr/>
          <p:nvPr/>
        </p:nvSpPr>
        <p:spPr>
          <a:xfrm>
            <a:off x="8709025" y="4302125"/>
            <a:ext cx="88900" cy="889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4305" name="Oval 162"/>
          <p:cNvSpPr/>
          <p:nvPr/>
        </p:nvSpPr>
        <p:spPr>
          <a:xfrm>
            <a:off x="8709025" y="4686300"/>
            <a:ext cx="88900" cy="889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4306" name="Oval 163"/>
          <p:cNvSpPr/>
          <p:nvPr/>
        </p:nvSpPr>
        <p:spPr>
          <a:xfrm>
            <a:off x="8702675" y="5111750"/>
            <a:ext cx="88900" cy="889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4307" name="Oval 164"/>
          <p:cNvSpPr/>
          <p:nvPr/>
        </p:nvSpPr>
        <p:spPr>
          <a:xfrm>
            <a:off x="9134475" y="4302125"/>
            <a:ext cx="88900" cy="889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4308" name="Oval 165"/>
          <p:cNvSpPr/>
          <p:nvPr/>
        </p:nvSpPr>
        <p:spPr>
          <a:xfrm>
            <a:off x="9134475" y="4686300"/>
            <a:ext cx="88900" cy="889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4309" name="Oval 166"/>
          <p:cNvSpPr/>
          <p:nvPr/>
        </p:nvSpPr>
        <p:spPr>
          <a:xfrm>
            <a:off x="9128125" y="5111750"/>
            <a:ext cx="88900" cy="889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4310" name="Oval 167"/>
          <p:cNvSpPr/>
          <p:nvPr/>
        </p:nvSpPr>
        <p:spPr>
          <a:xfrm>
            <a:off x="9525000" y="4302125"/>
            <a:ext cx="88900" cy="889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4311" name="Oval 168"/>
          <p:cNvSpPr/>
          <p:nvPr/>
        </p:nvSpPr>
        <p:spPr>
          <a:xfrm>
            <a:off x="9525000" y="4686300"/>
            <a:ext cx="88900" cy="889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4312" name="Oval 169"/>
          <p:cNvSpPr/>
          <p:nvPr/>
        </p:nvSpPr>
        <p:spPr>
          <a:xfrm>
            <a:off x="9518650" y="5111750"/>
            <a:ext cx="88900" cy="889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4313" name="Text Box 170"/>
          <p:cNvSpPr txBox="1"/>
          <p:nvPr/>
        </p:nvSpPr>
        <p:spPr>
          <a:xfrm>
            <a:off x="7423150" y="5589588"/>
            <a:ext cx="1125538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crossbar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4314" name="Freeform 171"/>
          <p:cNvSpPr/>
          <p:nvPr/>
        </p:nvSpPr>
        <p:spPr>
          <a:xfrm>
            <a:off x="2114550" y="4325938"/>
            <a:ext cx="2798763" cy="412750"/>
          </a:xfrm>
          <a:custGeom>
            <a:avLst/>
            <a:gdLst>
              <a:gd name="txL" fmla="*/ 0 w 1763"/>
              <a:gd name="txT" fmla="*/ 0 h 260"/>
              <a:gd name="txR" fmla="*/ 1763 w 1763"/>
              <a:gd name="txB" fmla="*/ 260 h 260"/>
            </a:gdLst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763" h="260">
                <a:moveTo>
                  <a:pt x="0" y="0"/>
                </a:moveTo>
                <a:lnTo>
                  <a:pt x="689" y="0"/>
                </a:lnTo>
                <a:lnTo>
                  <a:pt x="1054" y="260"/>
                </a:lnTo>
                <a:lnTo>
                  <a:pt x="1763" y="260"/>
                </a:lnTo>
              </a:path>
            </a:pathLst>
          </a:custGeom>
          <a:noFill/>
          <a:ln w="381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4315" name="Freeform 172"/>
          <p:cNvSpPr/>
          <p:nvPr/>
        </p:nvSpPr>
        <p:spPr>
          <a:xfrm>
            <a:off x="5165725" y="4295775"/>
            <a:ext cx="2006600" cy="400050"/>
          </a:xfrm>
          <a:custGeom>
            <a:avLst/>
            <a:gdLst>
              <a:gd name="txL" fmla="*/ 0 w 1264"/>
              <a:gd name="txT" fmla="*/ 0 h 252"/>
              <a:gd name="txR" fmla="*/ 1264 w 1264"/>
              <a:gd name="txB" fmla="*/ 252 h 252"/>
            </a:gdLst>
            <a:ahLst/>
            <a:cxnLst>
              <a:cxn ang="0">
                <a:pos x="0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264" h="252">
                <a:moveTo>
                  <a:pt x="0" y="2"/>
                </a:moveTo>
                <a:lnTo>
                  <a:pt x="622" y="0"/>
                </a:lnTo>
                <a:lnTo>
                  <a:pt x="616" y="246"/>
                </a:lnTo>
                <a:lnTo>
                  <a:pt x="1264" y="252"/>
                </a:lnTo>
              </a:path>
            </a:pathLst>
          </a:custGeom>
          <a:noFill/>
          <a:ln w="381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4316" name="Freeform 173"/>
          <p:cNvSpPr/>
          <p:nvPr/>
        </p:nvSpPr>
        <p:spPr>
          <a:xfrm>
            <a:off x="7562850" y="4286250"/>
            <a:ext cx="1543050" cy="2014538"/>
          </a:xfrm>
          <a:custGeom>
            <a:avLst/>
            <a:gdLst>
              <a:gd name="txL" fmla="*/ 0 w 972"/>
              <a:gd name="txT" fmla="*/ 0 h 1266"/>
              <a:gd name="txR" fmla="*/ 972 w 972"/>
              <a:gd name="txB" fmla="*/ 1266 h 1266"/>
            </a:gdLst>
            <a:ahLst/>
            <a:cxnLst>
              <a:cxn ang="0">
                <a:pos x="0" y="2147483646"/>
              </a:cxn>
              <a:cxn ang="0">
                <a:pos x="2147483646" y="0"/>
              </a:cxn>
              <a:cxn ang="0">
                <a:pos x="2147483646" y="2147483646"/>
              </a:cxn>
            </a:cxnLst>
            <a:rect l="txL" t="txT" r="txR" b="txB"/>
            <a:pathLst>
              <a:path w="972" h="1266">
                <a:moveTo>
                  <a:pt x="0" y="3"/>
                </a:moveTo>
                <a:lnTo>
                  <a:pt x="969" y="0"/>
                </a:lnTo>
                <a:lnTo>
                  <a:pt x="972" y="1266"/>
                </a:lnTo>
              </a:path>
            </a:pathLst>
          </a:custGeom>
          <a:noFill/>
          <a:ln w="381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4317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54318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6322" name="Picture 47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55825" y="781050"/>
            <a:ext cx="4570413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6323" name="Rectangle 2"/>
          <p:cNvSpPr>
            <a:spLocks noGrp="1"/>
          </p:cNvSpPr>
          <p:nvPr>
            <p:ph type="title"/>
          </p:nvPr>
        </p:nvSpPr>
        <p:spPr>
          <a:xfrm>
            <a:off x="2176463" y="263525"/>
            <a:ext cx="7772400" cy="501650"/>
          </a:xfrm>
          <a:ln/>
        </p:spPr>
        <p:txBody>
          <a:bodyPr vert="horz" wrap="square" lIns="91440" tIns="45720" rIns="91440" bIns="45720" anchor="ctr" anchorCtr="0"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Switching via memory</a:t>
            </a:r>
            <a:endParaRPr lang="en-US" altLang="zh-CN" sz="4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6324" name="Rectangle 3"/>
          <p:cNvSpPr>
            <a:spLocks noGrp="1"/>
          </p:cNvSpPr>
          <p:nvPr>
            <p:ph idx="1"/>
          </p:nvPr>
        </p:nvSpPr>
        <p:spPr>
          <a:xfrm>
            <a:off x="660400" y="1177925"/>
            <a:ext cx="10777538" cy="1066800"/>
          </a:xfrm>
          <a:ln/>
        </p:spPr>
        <p:txBody>
          <a:bodyPr vert="horz" wrap="square" lIns="91440" tIns="45720" rIns="91440" bIns="45720" anchor="t" anchorCtr="0"/>
          <a:p>
            <a:pPr marL="234950" indent="-23495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first generation routers:</a:t>
            </a:r>
            <a:endParaRPr lang="en-US" altLang="zh-CN" b="1" i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234950" indent="-234950">
              <a:lnSpc>
                <a:spcPct val="150000"/>
              </a:lnSpc>
              <a:spcBef>
                <a:spcPct val="0"/>
              </a:spcBef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traditional computers with switching under direct control of CPU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234950" indent="-234950">
              <a:lnSpc>
                <a:spcPct val="150000"/>
              </a:lnSpc>
              <a:spcBef>
                <a:spcPct val="0"/>
              </a:spcBef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packet copied to system</a:t>
            </a:r>
            <a:r>
              <a:rPr lang="ja-JP" altLang="en-US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’</a:t>
            </a:r>
            <a:r>
              <a:rPr lang="en-US" altLang="ja-JP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 memory</a:t>
            </a:r>
            <a:endParaRPr lang="en-US" altLang="ja-JP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234950" indent="-234950">
              <a:lnSpc>
                <a:spcPct val="150000"/>
              </a:lnSpc>
              <a:spcBef>
                <a:spcPct val="0"/>
              </a:spcBef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speed limited by memory bandwidth (2 bus crossings per datagram)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56325" name="Group 42"/>
          <p:cNvGrpSpPr/>
          <p:nvPr/>
        </p:nvGrpSpPr>
        <p:grpSpPr>
          <a:xfrm>
            <a:off x="3035300" y="4032250"/>
            <a:ext cx="6704013" cy="1790700"/>
            <a:chOff x="952" y="2540"/>
            <a:chExt cx="4223" cy="1128"/>
          </a:xfrm>
        </p:grpSpPr>
        <p:sp>
          <p:nvSpPr>
            <p:cNvPr id="56332" name="Rectangle 30"/>
            <p:cNvSpPr/>
            <p:nvPr/>
          </p:nvSpPr>
          <p:spPr>
            <a:xfrm>
              <a:off x="983" y="2542"/>
              <a:ext cx="766" cy="702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6333" name="Text Box 31"/>
            <p:cNvSpPr txBox="1"/>
            <p:nvPr/>
          </p:nvSpPr>
          <p:spPr>
            <a:xfrm>
              <a:off x="952" y="2557"/>
              <a:ext cx="787" cy="7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input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port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(e.g.,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Ethernet)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6334" name="Text Box 32"/>
            <p:cNvSpPr txBox="1"/>
            <p:nvPr/>
          </p:nvSpPr>
          <p:spPr>
            <a:xfrm>
              <a:off x="2320" y="2773"/>
              <a:ext cx="644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memory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6335" name="Rectangle 34"/>
            <p:cNvSpPr/>
            <p:nvPr/>
          </p:nvSpPr>
          <p:spPr>
            <a:xfrm>
              <a:off x="2072" y="2542"/>
              <a:ext cx="1173" cy="688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6336" name="Rectangle 35"/>
            <p:cNvSpPr/>
            <p:nvPr/>
          </p:nvSpPr>
          <p:spPr>
            <a:xfrm>
              <a:off x="3557" y="2540"/>
              <a:ext cx="766" cy="702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6337" name="Text Box 36"/>
            <p:cNvSpPr txBox="1"/>
            <p:nvPr/>
          </p:nvSpPr>
          <p:spPr>
            <a:xfrm>
              <a:off x="3526" y="2555"/>
              <a:ext cx="787" cy="7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output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port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(e.g.,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Ethernet)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6338" name="Line 37"/>
            <p:cNvSpPr/>
            <p:nvPr/>
          </p:nvSpPr>
          <p:spPr>
            <a:xfrm>
              <a:off x="983" y="3561"/>
              <a:ext cx="333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39" name="Line 38"/>
            <p:cNvSpPr/>
            <p:nvPr/>
          </p:nvSpPr>
          <p:spPr>
            <a:xfrm>
              <a:off x="1370" y="3252"/>
              <a:ext cx="0" cy="316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40" name="Line 39"/>
            <p:cNvSpPr/>
            <p:nvPr/>
          </p:nvSpPr>
          <p:spPr>
            <a:xfrm>
              <a:off x="3939" y="3242"/>
              <a:ext cx="0" cy="316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41" name="Line 40"/>
            <p:cNvSpPr/>
            <p:nvPr/>
          </p:nvSpPr>
          <p:spPr>
            <a:xfrm>
              <a:off x="2665" y="3240"/>
              <a:ext cx="0" cy="31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42" name="Text Box 41"/>
            <p:cNvSpPr txBox="1"/>
            <p:nvPr/>
          </p:nvSpPr>
          <p:spPr>
            <a:xfrm>
              <a:off x="4304" y="3435"/>
              <a:ext cx="871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system bus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pic>
        <p:nvPicPr>
          <p:cNvPr id="56326" name="Picture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538" y="4225925"/>
            <a:ext cx="533400" cy="6842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6327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8338" y="4189413"/>
            <a:ext cx="533400" cy="6842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7293" name="Rectangle 45"/>
          <p:cNvSpPr/>
          <p:nvPr/>
        </p:nvSpPr>
        <p:spPr>
          <a:xfrm>
            <a:off x="1901825" y="4460875"/>
            <a:ext cx="434975" cy="2222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37294" name="Rectangle 46"/>
          <p:cNvSpPr/>
          <p:nvPr/>
        </p:nvSpPr>
        <p:spPr>
          <a:xfrm>
            <a:off x="1914525" y="4470400"/>
            <a:ext cx="446088" cy="2127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6330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56331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3.33333E-6 L 0.16476 3.33333E-6 L 0.16962 0.13495 L 0.39098 0.13495 L 0.39098 0.04074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4372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00" y="6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37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1.11111E-6 L 0.16233 -1.11111E-6 L 0.16597 0.1382 L 0.33906 0.13588 L 0.33785 0.03843 " pathEditMode="relative" rAng="0" ptsTypes="AAAAA">
                                      <p:cBhvr>
                                        <p:cTn id="13" dur="2000" fill="hold"/>
                                        <p:tgtEl>
                                          <p:spTgt spid="4372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00" y="6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9098 0.04074 L 0.408 0.04074 L 0.408 0.12847 L 0.61911 0.12361 L 0.62032 -0.00162 L 0.79098 -0.00162 " pathEditMode="relative" ptsTypes="AAAAAA">
                                      <p:cBhvr>
                                        <p:cTn id="17" dur="2000" fill="hold"/>
                                        <p:tgtEl>
                                          <p:spTgt spid="4372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9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4372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7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7293" grpId="0" animBg="1"/>
      <p:bldP spid="437293" grpId="1" animBg="1"/>
      <p:bldP spid="437293" grpId="2" animBg="1"/>
      <p:bldP spid="437294" grpId="0" animBg="1"/>
      <p:bldP spid="437294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8370" name="Picture 47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012950" y="965200"/>
            <a:ext cx="4113213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8371" name="Rectangle 6"/>
          <p:cNvSpPr>
            <a:spLocks noGrp="1"/>
          </p:cNvSpPr>
          <p:nvPr>
            <p:ph type="title"/>
          </p:nvPr>
        </p:nvSpPr>
        <p:spPr>
          <a:xfrm>
            <a:off x="1973263" y="385763"/>
            <a:ext cx="7772400" cy="396875"/>
          </a:xfrm>
          <a:ln/>
        </p:spPr>
        <p:txBody>
          <a:bodyPr vert="horz" wrap="square" lIns="91440" tIns="45720" rIns="91440" bIns="45720" anchor="ctr" anchorCtr="0"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Switching via a bus</a:t>
            </a:r>
            <a:endParaRPr lang="en-US" altLang="zh-CN" sz="4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26630" name="Rectangle 7"/>
          <p:cNvSpPr>
            <a:spLocks noGrp="1" noChangeArrowheads="1"/>
          </p:cNvSpPr>
          <p:nvPr>
            <p:ph idx="1"/>
          </p:nvPr>
        </p:nvSpPr>
        <p:spPr>
          <a:xfrm>
            <a:off x="620713" y="1138238"/>
            <a:ext cx="7839075" cy="47863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datagram from input port memory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    to output port memory via a shared bus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bus contention: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  switching speed limited by bus bandwidth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32 Gbps bus, Cisco 5600: sufficient speed for access and enterprise routers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</p:txBody>
      </p:sp>
      <p:grpSp>
        <p:nvGrpSpPr>
          <p:cNvPr id="58373" name="Group 8"/>
          <p:cNvGrpSpPr/>
          <p:nvPr/>
        </p:nvGrpSpPr>
        <p:grpSpPr>
          <a:xfrm>
            <a:off x="8769350" y="1816100"/>
            <a:ext cx="890588" cy="215900"/>
            <a:chOff x="876" y="2800"/>
            <a:chExt cx="642" cy="175"/>
          </a:xfrm>
        </p:grpSpPr>
        <p:sp>
          <p:nvSpPr>
            <p:cNvPr id="58409" name="Rectangle 9"/>
            <p:cNvSpPr/>
            <p:nvPr/>
          </p:nvSpPr>
          <p:spPr>
            <a:xfrm>
              <a:off x="925" y="2800"/>
              <a:ext cx="485" cy="17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5F5F5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8410" name="Rectangle 10"/>
            <p:cNvSpPr/>
            <p:nvPr/>
          </p:nvSpPr>
          <p:spPr>
            <a:xfrm>
              <a:off x="945" y="2849"/>
              <a:ext cx="151" cy="78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00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8411" name="Rectangle 11"/>
            <p:cNvSpPr/>
            <p:nvPr/>
          </p:nvSpPr>
          <p:spPr>
            <a:xfrm>
              <a:off x="1117" y="2818"/>
              <a:ext cx="124" cy="134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8412" name="Rectangle 12"/>
            <p:cNvSpPr/>
            <p:nvPr/>
          </p:nvSpPr>
          <p:spPr>
            <a:xfrm>
              <a:off x="1263" y="2815"/>
              <a:ext cx="125" cy="13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8413" name="Line 13"/>
            <p:cNvSpPr/>
            <p:nvPr/>
          </p:nvSpPr>
          <p:spPr>
            <a:xfrm flipV="1">
              <a:off x="876" y="2882"/>
              <a:ext cx="642" cy="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8374" name="Group 14"/>
          <p:cNvGrpSpPr/>
          <p:nvPr/>
        </p:nvGrpSpPr>
        <p:grpSpPr>
          <a:xfrm>
            <a:off x="8767763" y="2211388"/>
            <a:ext cx="890587" cy="215900"/>
            <a:chOff x="876" y="2800"/>
            <a:chExt cx="642" cy="175"/>
          </a:xfrm>
        </p:grpSpPr>
        <p:sp>
          <p:nvSpPr>
            <p:cNvPr id="58404" name="Rectangle 15"/>
            <p:cNvSpPr/>
            <p:nvPr/>
          </p:nvSpPr>
          <p:spPr>
            <a:xfrm>
              <a:off x="925" y="2800"/>
              <a:ext cx="485" cy="17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5F5F5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8405" name="Rectangle 16"/>
            <p:cNvSpPr/>
            <p:nvPr/>
          </p:nvSpPr>
          <p:spPr>
            <a:xfrm>
              <a:off x="945" y="2849"/>
              <a:ext cx="151" cy="78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00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8406" name="Rectangle 17"/>
            <p:cNvSpPr/>
            <p:nvPr/>
          </p:nvSpPr>
          <p:spPr>
            <a:xfrm>
              <a:off x="1117" y="2818"/>
              <a:ext cx="124" cy="134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8407" name="Rectangle 18"/>
            <p:cNvSpPr/>
            <p:nvPr/>
          </p:nvSpPr>
          <p:spPr>
            <a:xfrm>
              <a:off x="1263" y="2815"/>
              <a:ext cx="125" cy="13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8408" name="Line 19"/>
            <p:cNvSpPr/>
            <p:nvPr/>
          </p:nvSpPr>
          <p:spPr>
            <a:xfrm flipV="1">
              <a:off x="876" y="2882"/>
              <a:ext cx="642" cy="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8375" name="Group 20"/>
          <p:cNvGrpSpPr/>
          <p:nvPr/>
        </p:nvGrpSpPr>
        <p:grpSpPr>
          <a:xfrm>
            <a:off x="8763000" y="2638425"/>
            <a:ext cx="890588" cy="215900"/>
            <a:chOff x="876" y="2800"/>
            <a:chExt cx="642" cy="175"/>
          </a:xfrm>
        </p:grpSpPr>
        <p:sp>
          <p:nvSpPr>
            <p:cNvPr id="58399" name="Rectangle 21"/>
            <p:cNvSpPr/>
            <p:nvPr/>
          </p:nvSpPr>
          <p:spPr>
            <a:xfrm>
              <a:off x="925" y="2800"/>
              <a:ext cx="485" cy="17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5F5F5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8400" name="Rectangle 22"/>
            <p:cNvSpPr/>
            <p:nvPr/>
          </p:nvSpPr>
          <p:spPr>
            <a:xfrm>
              <a:off x="945" y="2849"/>
              <a:ext cx="151" cy="78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00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8401" name="Rectangle 23"/>
            <p:cNvSpPr/>
            <p:nvPr/>
          </p:nvSpPr>
          <p:spPr>
            <a:xfrm>
              <a:off x="1117" y="2818"/>
              <a:ext cx="124" cy="134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8402" name="Rectangle 24"/>
            <p:cNvSpPr/>
            <p:nvPr/>
          </p:nvSpPr>
          <p:spPr>
            <a:xfrm>
              <a:off x="1263" y="2815"/>
              <a:ext cx="125" cy="13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8403" name="Line 25"/>
            <p:cNvSpPr/>
            <p:nvPr/>
          </p:nvSpPr>
          <p:spPr>
            <a:xfrm flipV="1">
              <a:off x="876" y="2882"/>
              <a:ext cx="642" cy="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58376" name="Line 26"/>
          <p:cNvSpPr/>
          <p:nvPr/>
        </p:nvSpPr>
        <p:spPr>
          <a:xfrm>
            <a:off x="9671050" y="1819275"/>
            <a:ext cx="0" cy="1003300"/>
          </a:xfrm>
          <a:prstGeom prst="line">
            <a:avLst/>
          </a:prstGeom>
          <a:ln w="762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58377" name="Group 27"/>
          <p:cNvGrpSpPr/>
          <p:nvPr/>
        </p:nvGrpSpPr>
        <p:grpSpPr>
          <a:xfrm>
            <a:off x="9725025" y="1803400"/>
            <a:ext cx="890588" cy="215900"/>
            <a:chOff x="455" y="3463"/>
            <a:chExt cx="561" cy="136"/>
          </a:xfrm>
        </p:grpSpPr>
        <p:sp>
          <p:nvSpPr>
            <p:cNvPr id="58394" name="Rectangle 28"/>
            <p:cNvSpPr/>
            <p:nvPr/>
          </p:nvSpPr>
          <p:spPr>
            <a:xfrm>
              <a:off x="498" y="3463"/>
              <a:ext cx="424" cy="136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5F5F5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8395" name="Rectangle 29"/>
            <p:cNvSpPr/>
            <p:nvPr/>
          </p:nvSpPr>
          <p:spPr>
            <a:xfrm>
              <a:off x="771" y="3500"/>
              <a:ext cx="132" cy="61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00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8396" name="Rectangle 30"/>
            <p:cNvSpPr/>
            <p:nvPr/>
          </p:nvSpPr>
          <p:spPr>
            <a:xfrm>
              <a:off x="644" y="3477"/>
              <a:ext cx="108" cy="104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8397" name="Rectangle 31"/>
            <p:cNvSpPr/>
            <p:nvPr/>
          </p:nvSpPr>
          <p:spPr>
            <a:xfrm>
              <a:off x="517" y="3480"/>
              <a:ext cx="108" cy="10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8398" name="Line 32"/>
            <p:cNvSpPr/>
            <p:nvPr/>
          </p:nvSpPr>
          <p:spPr>
            <a:xfrm flipV="1">
              <a:off x="455" y="3527"/>
              <a:ext cx="561" cy="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8378" name="Group 33"/>
          <p:cNvGrpSpPr/>
          <p:nvPr/>
        </p:nvGrpSpPr>
        <p:grpSpPr>
          <a:xfrm>
            <a:off x="9729788" y="2195513"/>
            <a:ext cx="890587" cy="215900"/>
            <a:chOff x="455" y="3463"/>
            <a:chExt cx="561" cy="136"/>
          </a:xfrm>
        </p:grpSpPr>
        <p:sp>
          <p:nvSpPr>
            <p:cNvPr id="58389" name="Rectangle 34"/>
            <p:cNvSpPr/>
            <p:nvPr/>
          </p:nvSpPr>
          <p:spPr>
            <a:xfrm>
              <a:off x="498" y="3463"/>
              <a:ext cx="424" cy="136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5F5F5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8390" name="Rectangle 35"/>
            <p:cNvSpPr/>
            <p:nvPr/>
          </p:nvSpPr>
          <p:spPr>
            <a:xfrm>
              <a:off x="771" y="3500"/>
              <a:ext cx="132" cy="61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00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8391" name="Rectangle 36"/>
            <p:cNvSpPr/>
            <p:nvPr/>
          </p:nvSpPr>
          <p:spPr>
            <a:xfrm>
              <a:off x="644" y="3477"/>
              <a:ext cx="108" cy="104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8392" name="Rectangle 37"/>
            <p:cNvSpPr/>
            <p:nvPr/>
          </p:nvSpPr>
          <p:spPr>
            <a:xfrm>
              <a:off x="517" y="3480"/>
              <a:ext cx="108" cy="10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8393" name="Line 38"/>
            <p:cNvSpPr/>
            <p:nvPr/>
          </p:nvSpPr>
          <p:spPr>
            <a:xfrm flipV="1">
              <a:off x="455" y="3527"/>
              <a:ext cx="561" cy="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8379" name="Group 39"/>
          <p:cNvGrpSpPr/>
          <p:nvPr/>
        </p:nvGrpSpPr>
        <p:grpSpPr>
          <a:xfrm>
            <a:off x="9725025" y="2622550"/>
            <a:ext cx="890588" cy="215900"/>
            <a:chOff x="455" y="3463"/>
            <a:chExt cx="561" cy="136"/>
          </a:xfrm>
        </p:grpSpPr>
        <p:sp>
          <p:nvSpPr>
            <p:cNvPr id="58384" name="Rectangle 40"/>
            <p:cNvSpPr/>
            <p:nvPr/>
          </p:nvSpPr>
          <p:spPr>
            <a:xfrm>
              <a:off x="498" y="3463"/>
              <a:ext cx="424" cy="136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5F5F5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8385" name="Rectangle 41"/>
            <p:cNvSpPr/>
            <p:nvPr/>
          </p:nvSpPr>
          <p:spPr>
            <a:xfrm>
              <a:off x="771" y="3500"/>
              <a:ext cx="132" cy="61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00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8386" name="Rectangle 42"/>
            <p:cNvSpPr/>
            <p:nvPr/>
          </p:nvSpPr>
          <p:spPr>
            <a:xfrm>
              <a:off x="644" y="3477"/>
              <a:ext cx="108" cy="104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8387" name="Rectangle 43"/>
            <p:cNvSpPr/>
            <p:nvPr/>
          </p:nvSpPr>
          <p:spPr>
            <a:xfrm>
              <a:off x="517" y="3480"/>
              <a:ext cx="108" cy="10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58388" name="Line 44"/>
            <p:cNvSpPr/>
            <p:nvPr/>
          </p:nvSpPr>
          <p:spPr>
            <a:xfrm flipV="1">
              <a:off x="455" y="3527"/>
              <a:ext cx="561" cy="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58380" name="Text Box 45"/>
          <p:cNvSpPr txBox="1"/>
          <p:nvPr/>
        </p:nvSpPr>
        <p:spPr>
          <a:xfrm>
            <a:off x="9196388" y="3487738"/>
            <a:ext cx="676275" cy="5857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bus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8381" name="Freeform 46"/>
          <p:cNvSpPr/>
          <p:nvPr/>
        </p:nvSpPr>
        <p:spPr>
          <a:xfrm>
            <a:off x="8763000" y="1844675"/>
            <a:ext cx="2006600" cy="400050"/>
          </a:xfrm>
          <a:custGeom>
            <a:avLst/>
            <a:gdLst>
              <a:gd name="txL" fmla="*/ 0 w 1264"/>
              <a:gd name="txT" fmla="*/ 0 h 252"/>
              <a:gd name="txR" fmla="*/ 1264 w 1264"/>
              <a:gd name="txB" fmla="*/ 252 h 252"/>
            </a:gdLst>
            <a:ahLst/>
            <a:cxnLst>
              <a:cxn ang="0">
                <a:pos x="0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264" h="252">
                <a:moveTo>
                  <a:pt x="0" y="2"/>
                </a:moveTo>
                <a:lnTo>
                  <a:pt x="622" y="0"/>
                </a:lnTo>
                <a:lnTo>
                  <a:pt x="616" y="246"/>
                </a:lnTo>
                <a:lnTo>
                  <a:pt x="1264" y="252"/>
                </a:lnTo>
              </a:path>
            </a:pathLst>
          </a:custGeom>
          <a:noFill/>
          <a:ln w="381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8382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58383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0418" name="Picture 59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1990725" y="849313"/>
            <a:ext cx="7313613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>
          <a:xfrm>
            <a:off x="1476375" y="241300"/>
            <a:ext cx="9432925" cy="6635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Switching via interconnection network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sp>
        <p:nvSpPr>
          <p:cNvPr id="27654" name="Rectangle 3"/>
          <p:cNvSpPr>
            <a:spLocks noGrp="1" noChangeArrowheads="1"/>
          </p:cNvSpPr>
          <p:nvPr>
            <p:ph idx="1"/>
          </p:nvPr>
        </p:nvSpPr>
        <p:spPr>
          <a:xfrm>
            <a:off x="623888" y="1022350"/>
            <a:ext cx="7808913" cy="50323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overcome  bus bandwidth limitations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banyan networks, crossbar, other interconnection nets initially developed to connect processors in multiprocessor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advanced design: fragmenting datagram into fixed length cells, switch cells through the fabric. 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Cisco 12000: switches 60 Gbps through the interconnection network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</p:txBody>
      </p:sp>
      <p:grpSp>
        <p:nvGrpSpPr>
          <p:cNvPr id="60421" name="Group 58"/>
          <p:cNvGrpSpPr/>
          <p:nvPr/>
        </p:nvGrpSpPr>
        <p:grpSpPr>
          <a:xfrm>
            <a:off x="8467725" y="1765300"/>
            <a:ext cx="2252663" cy="2066925"/>
            <a:chOff x="3812" y="2763"/>
            <a:chExt cx="1419" cy="1302"/>
          </a:xfrm>
        </p:grpSpPr>
        <p:grpSp>
          <p:nvGrpSpPr>
            <p:cNvPr id="60424" name="Group 4"/>
            <p:cNvGrpSpPr/>
            <p:nvPr/>
          </p:nvGrpSpPr>
          <p:grpSpPr>
            <a:xfrm>
              <a:off x="3933" y="2763"/>
              <a:ext cx="561" cy="136"/>
              <a:chOff x="876" y="2800"/>
              <a:chExt cx="642" cy="175"/>
            </a:xfrm>
          </p:grpSpPr>
          <p:sp>
            <p:nvSpPr>
              <p:cNvPr id="60473" name="Rectangle 5"/>
              <p:cNvSpPr/>
              <p:nvPr/>
            </p:nvSpPr>
            <p:spPr>
              <a:xfrm>
                <a:off x="925" y="2800"/>
                <a:ext cx="485" cy="175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5F5F5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60474" name="Rectangle 6"/>
              <p:cNvSpPr/>
              <p:nvPr/>
            </p:nvSpPr>
            <p:spPr>
              <a:xfrm>
                <a:off x="945" y="2849"/>
                <a:ext cx="151" cy="78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0066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60475" name="Rectangle 7"/>
              <p:cNvSpPr/>
              <p:nvPr/>
            </p:nvSpPr>
            <p:spPr>
              <a:xfrm>
                <a:off x="1117" y="2818"/>
                <a:ext cx="124" cy="134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60476" name="Rectangle 8"/>
              <p:cNvSpPr/>
              <p:nvPr/>
            </p:nvSpPr>
            <p:spPr>
              <a:xfrm>
                <a:off x="1263" y="2815"/>
                <a:ext cx="125" cy="135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FF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60477" name="Line 9"/>
              <p:cNvSpPr/>
              <p:nvPr/>
            </p:nvSpPr>
            <p:spPr>
              <a:xfrm flipV="1">
                <a:off x="876" y="2882"/>
                <a:ext cx="642" cy="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60425" name="Group 10"/>
            <p:cNvGrpSpPr/>
            <p:nvPr/>
          </p:nvGrpSpPr>
          <p:grpSpPr>
            <a:xfrm>
              <a:off x="3918" y="3012"/>
              <a:ext cx="561" cy="136"/>
              <a:chOff x="876" y="2800"/>
              <a:chExt cx="642" cy="175"/>
            </a:xfrm>
          </p:grpSpPr>
          <p:sp>
            <p:nvSpPr>
              <p:cNvPr id="60468" name="Rectangle 11"/>
              <p:cNvSpPr/>
              <p:nvPr/>
            </p:nvSpPr>
            <p:spPr>
              <a:xfrm>
                <a:off x="925" y="2800"/>
                <a:ext cx="485" cy="175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5F5F5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60469" name="Rectangle 12"/>
              <p:cNvSpPr/>
              <p:nvPr/>
            </p:nvSpPr>
            <p:spPr>
              <a:xfrm>
                <a:off x="945" y="2849"/>
                <a:ext cx="151" cy="78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0066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60470" name="Rectangle 13"/>
              <p:cNvSpPr/>
              <p:nvPr/>
            </p:nvSpPr>
            <p:spPr>
              <a:xfrm>
                <a:off x="1117" y="2818"/>
                <a:ext cx="124" cy="134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60471" name="Rectangle 14"/>
              <p:cNvSpPr/>
              <p:nvPr/>
            </p:nvSpPr>
            <p:spPr>
              <a:xfrm>
                <a:off x="1263" y="2815"/>
                <a:ext cx="125" cy="135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FF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60472" name="Line 15"/>
              <p:cNvSpPr/>
              <p:nvPr/>
            </p:nvSpPr>
            <p:spPr>
              <a:xfrm flipV="1">
                <a:off x="876" y="2882"/>
                <a:ext cx="642" cy="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60426" name="Group 16"/>
            <p:cNvGrpSpPr/>
            <p:nvPr/>
          </p:nvGrpSpPr>
          <p:grpSpPr>
            <a:xfrm>
              <a:off x="3915" y="3281"/>
              <a:ext cx="561" cy="136"/>
              <a:chOff x="876" y="2800"/>
              <a:chExt cx="642" cy="175"/>
            </a:xfrm>
          </p:grpSpPr>
          <p:sp>
            <p:nvSpPr>
              <p:cNvPr id="60463" name="Rectangle 17"/>
              <p:cNvSpPr/>
              <p:nvPr/>
            </p:nvSpPr>
            <p:spPr>
              <a:xfrm>
                <a:off x="925" y="2800"/>
                <a:ext cx="485" cy="175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5F5F5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60464" name="Rectangle 18"/>
              <p:cNvSpPr/>
              <p:nvPr/>
            </p:nvSpPr>
            <p:spPr>
              <a:xfrm>
                <a:off x="945" y="2849"/>
                <a:ext cx="151" cy="78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0066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60465" name="Rectangle 19"/>
              <p:cNvSpPr/>
              <p:nvPr/>
            </p:nvSpPr>
            <p:spPr>
              <a:xfrm>
                <a:off x="1117" y="2818"/>
                <a:ext cx="124" cy="134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60466" name="Rectangle 20"/>
              <p:cNvSpPr/>
              <p:nvPr/>
            </p:nvSpPr>
            <p:spPr>
              <a:xfrm>
                <a:off x="1263" y="2815"/>
                <a:ext cx="125" cy="135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FF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60467" name="Line 21"/>
              <p:cNvSpPr/>
              <p:nvPr/>
            </p:nvSpPr>
            <p:spPr>
              <a:xfrm flipV="1">
                <a:off x="876" y="2882"/>
                <a:ext cx="642" cy="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60427" name="Group 22"/>
            <p:cNvGrpSpPr/>
            <p:nvPr/>
          </p:nvGrpSpPr>
          <p:grpSpPr>
            <a:xfrm rot="5400000">
              <a:off x="4623" y="3405"/>
              <a:ext cx="564" cy="652"/>
              <a:chOff x="2954" y="2776"/>
              <a:chExt cx="564" cy="652"/>
            </a:xfrm>
          </p:grpSpPr>
          <p:grpSp>
            <p:nvGrpSpPr>
              <p:cNvPr id="60445" name="Group 23"/>
              <p:cNvGrpSpPr/>
              <p:nvPr/>
            </p:nvGrpSpPr>
            <p:grpSpPr>
              <a:xfrm>
                <a:off x="2954" y="2776"/>
                <a:ext cx="561" cy="136"/>
                <a:chOff x="455" y="3463"/>
                <a:chExt cx="561" cy="136"/>
              </a:xfrm>
            </p:grpSpPr>
            <p:sp>
              <p:nvSpPr>
                <p:cNvPr id="60458" name="Rectangle 24"/>
                <p:cNvSpPr/>
                <p:nvPr/>
              </p:nvSpPr>
              <p:spPr>
                <a:xfrm>
                  <a:off x="496" y="3465"/>
                  <a:ext cx="424" cy="136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5F5F5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0459" name="Rectangle 25"/>
                <p:cNvSpPr/>
                <p:nvPr/>
              </p:nvSpPr>
              <p:spPr>
                <a:xfrm>
                  <a:off x="769" y="3504"/>
                  <a:ext cx="132" cy="61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0066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0460" name="Rectangle 26"/>
                <p:cNvSpPr/>
                <p:nvPr/>
              </p:nvSpPr>
              <p:spPr>
                <a:xfrm>
                  <a:off x="642" y="3479"/>
                  <a:ext cx="108" cy="104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chemeClr val="accent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0461" name="Rectangle 27"/>
                <p:cNvSpPr/>
                <p:nvPr/>
              </p:nvSpPr>
              <p:spPr>
                <a:xfrm>
                  <a:off x="515" y="3484"/>
                  <a:ext cx="108" cy="105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FF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0462" name="Line 28"/>
                <p:cNvSpPr/>
                <p:nvPr/>
              </p:nvSpPr>
              <p:spPr>
                <a:xfrm flipV="1">
                  <a:off x="453" y="3529"/>
                  <a:ext cx="561" cy="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60446" name="Group 29"/>
              <p:cNvGrpSpPr/>
              <p:nvPr/>
            </p:nvGrpSpPr>
            <p:grpSpPr>
              <a:xfrm>
                <a:off x="2957" y="3023"/>
                <a:ext cx="561" cy="136"/>
                <a:chOff x="455" y="3463"/>
                <a:chExt cx="561" cy="136"/>
              </a:xfrm>
            </p:grpSpPr>
            <p:sp>
              <p:nvSpPr>
                <p:cNvPr id="60453" name="Rectangle 30"/>
                <p:cNvSpPr/>
                <p:nvPr/>
              </p:nvSpPr>
              <p:spPr>
                <a:xfrm>
                  <a:off x="496" y="3465"/>
                  <a:ext cx="424" cy="136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5F5F5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0454" name="Rectangle 31"/>
                <p:cNvSpPr/>
                <p:nvPr/>
              </p:nvSpPr>
              <p:spPr>
                <a:xfrm>
                  <a:off x="769" y="3504"/>
                  <a:ext cx="132" cy="61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0066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0455" name="Rectangle 32"/>
                <p:cNvSpPr/>
                <p:nvPr/>
              </p:nvSpPr>
              <p:spPr>
                <a:xfrm>
                  <a:off x="642" y="3479"/>
                  <a:ext cx="108" cy="104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chemeClr val="accent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0456" name="Rectangle 33"/>
                <p:cNvSpPr/>
                <p:nvPr/>
              </p:nvSpPr>
              <p:spPr>
                <a:xfrm>
                  <a:off x="515" y="3484"/>
                  <a:ext cx="108" cy="105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FF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0457" name="Line 34"/>
                <p:cNvSpPr/>
                <p:nvPr/>
              </p:nvSpPr>
              <p:spPr>
                <a:xfrm flipV="1">
                  <a:off x="453" y="3529"/>
                  <a:ext cx="561" cy="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60447" name="Group 35"/>
              <p:cNvGrpSpPr/>
              <p:nvPr/>
            </p:nvGrpSpPr>
            <p:grpSpPr>
              <a:xfrm>
                <a:off x="2954" y="3292"/>
                <a:ext cx="561" cy="136"/>
                <a:chOff x="455" y="3463"/>
                <a:chExt cx="561" cy="136"/>
              </a:xfrm>
            </p:grpSpPr>
            <p:sp>
              <p:nvSpPr>
                <p:cNvPr id="60448" name="Rectangle 36"/>
                <p:cNvSpPr/>
                <p:nvPr/>
              </p:nvSpPr>
              <p:spPr>
                <a:xfrm>
                  <a:off x="496" y="3465"/>
                  <a:ext cx="424" cy="136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5F5F5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0449" name="Rectangle 37"/>
                <p:cNvSpPr/>
                <p:nvPr/>
              </p:nvSpPr>
              <p:spPr>
                <a:xfrm>
                  <a:off x="769" y="3504"/>
                  <a:ext cx="132" cy="61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0066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0450" name="Rectangle 38"/>
                <p:cNvSpPr/>
                <p:nvPr/>
              </p:nvSpPr>
              <p:spPr>
                <a:xfrm>
                  <a:off x="642" y="3479"/>
                  <a:ext cx="108" cy="104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chemeClr val="accent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0451" name="Rectangle 39"/>
                <p:cNvSpPr/>
                <p:nvPr/>
              </p:nvSpPr>
              <p:spPr>
                <a:xfrm>
                  <a:off x="515" y="3484"/>
                  <a:ext cx="108" cy="105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FF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0452" name="Line 40"/>
                <p:cNvSpPr/>
                <p:nvPr/>
              </p:nvSpPr>
              <p:spPr>
                <a:xfrm flipV="1">
                  <a:off x="453" y="3529"/>
                  <a:ext cx="561" cy="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</p:grpSp>
        <p:sp>
          <p:nvSpPr>
            <p:cNvPr id="60428" name="Line 41"/>
            <p:cNvSpPr/>
            <p:nvPr/>
          </p:nvSpPr>
          <p:spPr>
            <a:xfrm>
              <a:off x="4494" y="2830"/>
              <a:ext cx="670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29" name="Line 42"/>
            <p:cNvSpPr/>
            <p:nvPr/>
          </p:nvSpPr>
          <p:spPr>
            <a:xfrm flipV="1">
              <a:off x="4470" y="3074"/>
              <a:ext cx="700" cy="2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30" name="Line 43"/>
            <p:cNvSpPr/>
            <p:nvPr/>
          </p:nvSpPr>
          <p:spPr>
            <a:xfrm>
              <a:off x="4470" y="3346"/>
              <a:ext cx="694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31" name="Line 44"/>
            <p:cNvSpPr/>
            <p:nvPr/>
          </p:nvSpPr>
          <p:spPr>
            <a:xfrm flipV="1">
              <a:off x="4648" y="2830"/>
              <a:ext cx="0" cy="61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32" name="Line 45"/>
            <p:cNvSpPr/>
            <p:nvPr/>
          </p:nvSpPr>
          <p:spPr>
            <a:xfrm flipV="1">
              <a:off x="4914" y="2830"/>
              <a:ext cx="0" cy="61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33" name="Line 46"/>
            <p:cNvSpPr/>
            <p:nvPr/>
          </p:nvSpPr>
          <p:spPr>
            <a:xfrm flipV="1">
              <a:off x="5164" y="2824"/>
              <a:ext cx="0" cy="61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34" name="Oval 47"/>
            <p:cNvSpPr/>
            <p:nvPr/>
          </p:nvSpPr>
          <p:spPr>
            <a:xfrm>
              <a:off x="4622" y="2806"/>
              <a:ext cx="56" cy="56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60435" name="Oval 48"/>
            <p:cNvSpPr/>
            <p:nvPr/>
          </p:nvSpPr>
          <p:spPr>
            <a:xfrm>
              <a:off x="4622" y="3048"/>
              <a:ext cx="56" cy="56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60436" name="Oval 49"/>
            <p:cNvSpPr/>
            <p:nvPr/>
          </p:nvSpPr>
          <p:spPr>
            <a:xfrm>
              <a:off x="4618" y="3316"/>
              <a:ext cx="56" cy="56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60437" name="Oval 50"/>
            <p:cNvSpPr/>
            <p:nvPr/>
          </p:nvSpPr>
          <p:spPr>
            <a:xfrm>
              <a:off x="4890" y="2806"/>
              <a:ext cx="56" cy="56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60438" name="Oval 51"/>
            <p:cNvSpPr/>
            <p:nvPr/>
          </p:nvSpPr>
          <p:spPr>
            <a:xfrm>
              <a:off x="4890" y="3048"/>
              <a:ext cx="56" cy="56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60439" name="Oval 52"/>
            <p:cNvSpPr/>
            <p:nvPr/>
          </p:nvSpPr>
          <p:spPr>
            <a:xfrm>
              <a:off x="4886" y="3316"/>
              <a:ext cx="56" cy="56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60440" name="Oval 53"/>
            <p:cNvSpPr/>
            <p:nvPr/>
          </p:nvSpPr>
          <p:spPr>
            <a:xfrm>
              <a:off x="5136" y="2806"/>
              <a:ext cx="56" cy="56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60441" name="Oval 54"/>
            <p:cNvSpPr/>
            <p:nvPr/>
          </p:nvSpPr>
          <p:spPr>
            <a:xfrm>
              <a:off x="5136" y="3048"/>
              <a:ext cx="56" cy="56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60442" name="Oval 55"/>
            <p:cNvSpPr/>
            <p:nvPr/>
          </p:nvSpPr>
          <p:spPr>
            <a:xfrm>
              <a:off x="5132" y="3316"/>
              <a:ext cx="56" cy="56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60443" name="Text Box 56"/>
            <p:cNvSpPr txBox="1"/>
            <p:nvPr/>
          </p:nvSpPr>
          <p:spPr>
            <a:xfrm>
              <a:off x="3812" y="3601"/>
              <a:ext cx="776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crossbar</a:t>
              </a:r>
              <a:endPara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60444" name="Freeform 57"/>
            <p:cNvSpPr/>
            <p:nvPr/>
          </p:nvSpPr>
          <p:spPr>
            <a:xfrm>
              <a:off x="3900" y="2796"/>
              <a:ext cx="972" cy="1269"/>
            </a:xfrm>
            <a:custGeom>
              <a:avLst/>
              <a:gdLst>
                <a:gd name="txL" fmla="*/ 0 w 972"/>
                <a:gd name="txT" fmla="*/ 0 h 1266"/>
                <a:gd name="txR" fmla="*/ 972 w 972"/>
                <a:gd name="txB" fmla="*/ 1266 h 1266"/>
              </a:gdLst>
              <a:ahLst/>
              <a:cxnLst>
                <a:cxn ang="0">
                  <a:pos x="0" y="3"/>
                </a:cxn>
                <a:cxn ang="0">
                  <a:pos x="969" y="0"/>
                </a:cxn>
                <a:cxn ang="0">
                  <a:pos x="972" y="1323"/>
                </a:cxn>
              </a:cxnLst>
              <a:rect l="txL" t="txT" r="txR" b="txB"/>
              <a:pathLst>
                <a:path w="972" h="1266">
                  <a:moveTo>
                    <a:pt x="0" y="3"/>
                  </a:moveTo>
                  <a:lnTo>
                    <a:pt x="969" y="0"/>
                  </a:lnTo>
                  <a:lnTo>
                    <a:pt x="972" y="1266"/>
                  </a:ln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60422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60423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2466" name="Picture 78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246313" y="711200"/>
            <a:ext cx="3656012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2467" name="Rectangle 2"/>
          <p:cNvSpPr>
            <a:spLocks noGrp="1"/>
          </p:cNvSpPr>
          <p:nvPr>
            <p:ph type="title"/>
          </p:nvPr>
        </p:nvSpPr>
        <p:spPr>
          <a:xfrm>
            <a:off x="2208213" y="174625"/>
            <a:ext cx="7772400" cy="457200"/>
          </a:xfrm>
          <a:ln/>
        </p:spPr>
        <p:txBody>
          <a:bodyPr vert="horz" wrap="square" lIns="91440" tIns="45720" rIns="91440" bIns="45720" anchor="ctr" anchorCtr="0"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Input port queuing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62468" name="Rectangle 3"/>
          <p:cNvSpPr>
            <a:spLocks noGrp="1"/>
          </p:cNvSpPr>
          <p:nvPr>
            <p:ph idx="1"/>
          </p:nvPr>
        </p:nvSpPr>
        <p:spPr>
          <a:xfrm>
            <a:off x="660400" y="1127125"/>
            <a:ext cx="10937875" cy="2649538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fabric slower than input ports combined -&gt; queueing may occur at input queues 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sz="20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queueing delay and loss due to input buffer overflow!</a:t>
            </a:r>
            <a:endParaRPr lang="en-US" altLang="zh-CN" sz="2000" b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Head-of-the-Line (HOL) blocking:</a:t>
            </a: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queued datagram at front of queue prevents others in queue from moving forward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62469" name="Group 7"/>
          <p:cNvGrpSpPr/>
          <p:nvPr/>
        </p:nvGrpSpPr>
        <p:grpSpPr>
          <a:xfrm>
            <a:off x="2913063" y="3194050"/>
            <a:ext cx="3027362" cy="1809750"/>
            <a:chOff x="523" y="976"/>
            <a:chExt cx="2099" cy="1356"/>
          </a:xfrm>
        </p:grpSpPr>
        <p:sp>
          <p:nvSpPr>
            <p:cNvPr id="62516" name="Rectangle 8"/>
            <p:cNvSpPr/>
            <p:nvPr/>
          </p:nvSpPr>
          <p:spPr>
            <a:xfrm>
              <a:off x="1208" y="976"/>
              <a:ext cx="745" cy="135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62517" name="Group 9"/>
            <p:cNvGrpSpPr/>
            <p:nvPr/>
          </p:nvGrpSpPr>
          <p:grpSpPr>
            <a:xfrm>
              <a:off x="804" y="997"/>
              <a:ext cx="249" cy="1295"/>
              <a:chOff x="748" y="997"/>
              <a:chExt cx="249" cy="1295"/>
            </a:xfrm>
          </p:grpSpPr>
          <p:sp>
            <p:nvSpPr>
              <p:cNvPr id="62536" name="Rectangle 10"/>
              <p:cNvSpPr/>
              <p:nvPr/>
            </p:nvSpPr>
            <p:spPr>
              <a:xfrm>
                <a:off x="759" y="997"/>
                <a:ext cx="240" cy="352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62537" name="Rectangle 11"/>
              <p:cNvSpPr/>
              <p:nvPr/>
            </p:nvSpPr>
            <p:spPr>
              <a:xfrm>
                <a:off x="750" y="1472"/>
                <a:ext cx="240" cy="352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62538" name="Rectangle 12"/>
              <p:cNvSpPr/>
              <p:nvPr/>
            </p:nvSpPr>
            <p:spPr>
              <a:xfrm>
                <a:off x="748" y="1938"/>
                <a:ext cx="240" cy="352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62518" name="Group 13"/>
            <p:cNvGrpSpPr/>
            <p:nvPr/>
          </p:nvGrpSpPr>
          <p:grpSpPr>
            <a:xfrm>
              <a:off x="2109" y="1002"/>
              <a:ext cx="249" cy="1295"/>
              <a:chOff x="748" y="997"/>
              <a:chExt cx="249" cy="1295"/>
            </a:xfrm>
          </p:grpSpPr>
          <p:sp>
            <p:nvSpPr>
              <p:cNvPr id="62533" name="Rectangle 14"/>
              <p:cNvSpPr/>
              <p:nvPr/>
            </p:nvSpPr>
            <p:spPr>
              <a:xfrm>
                <a:off x="759" y="997"/>
                <a:ext cx="238" cy="352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FF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62534" name="Rectangle 15"/>
              <p:cNvSpPr/>
              <p:nvPr/>
            </p:nvSpPr>
            <p:spPr>
              <a:xfrm>
                <a:off x="750" y="1472"/>
                <a:ext cx="238" cy="352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62535" name="Rectangle 16"/>
              <p:cNvSpPr/>
              <p:nvPr/>
            </p:nvSpPr>
            <p:spPr>
              <a:xfrm>
                <a:off x="748" y="1940"/>
                <a:ext cx="238" cy="352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008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62519" name="Line 17"/>
            <p:cNvSpPr/>
            <p:nvPr/>
          </p:nvSpPr>
          <p:spPr>
            <a:xfrm>
              <a:off x="1946" y="1181"/>
              <a:ext cx="16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20" name="Line 18"/>
            <p:cNvSpPr/>
            <p:nvPr/>
          </p:nvSpPr>
          <p:spPr>
            <a:xfrm>
              <a:off x="1940" y="1644"/>
              <a:ext cx="1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21" name="Line 19"/>
            <p:cNvSpPr/>
            <p:nvPr/>
          </p:nvSpPr>
          <p:spPr>
            <a:xfrm>
              <a:off x="1940" y="2119"/>
              <a:ext cx="1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22" name="Line 20"/>
            <p:cNvSpPr/>
            <p:nvPr/>
          </p:nvSpPr>
          <p:spPr>
            <a:xfrm>
              <a:off x="1044" y="1164"/>
              <a:ext cx="1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23" name="Line 21"/>
            <p:cNvSpPr/>
            <p:nvPr/>
          </p:nvSpPr>
          <p:spPr>
            <a:xfrm>
              <a:off x="1038" y="1629"/>
              <a:ext cx="16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24" name="Line 22"/>
            <p:cNvSpPr/>
            <p:nvPr/>
          </p:nvSpPr>
          <p:spPr>
            <a:xfrm>
              <a:off x="1038" y="2102"/>
              <a:ext cx="16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62525" name="Group 23"/>
            <p:cNvGrpSpPr/>
            <p:nvPr/>
          </p:nvGrpSpPr>
          <p:grpSpPr>
            <a:xfrm>
              <a:off x="523" y="1169"/>
              <a:ext cx="288" cy="939"/>
              <a:chOff x="-60" y="1148"/>
              <a:chExt cx="168" cy="939"/>
            </a:xfrm>
          </p:grpSpPr>
          <p:sp>
            <p:nvSpPr>
              <p:cNvPr id="62530" name="Line 24"/>
              <p:cNvSpPr/>
              <p:nvPr/>
            </p:nvSpPr>
            <p:spPr>
              <a:xfrm>
                <a:off x="-54" y="1148"/>
                <a:ext cx="16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531" name="Line 25"/>
              <p:cNvSpPr/>
              <p:nvPr/>
            </p:nvSpPr>
            <p:spPr>
              <a:xfrm>
                <a:off x="-60" y="1613"/>
                <a:ext cx="16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532" name="Line 26"/>
              <p:cNvSpPr/>
              <p:nvPr/>
            </p:nvSpPr>
            <p:spPr>
              <a:xfrm>
                <a:off x="-60" y="2087"/>
                <a:ext cx="16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62526" name="Group 27"/>
            <p:cNvGrpSpPr/>
            <p:nvPr/>
          </p:nvGrpSpPr>
          <p:grpSpPr>
            <a:xfrm>
              <a:off x="2334" y="1173"/>
              <a:ext cx="288" cy="939"/>
              <a:chOff x="-60" y="1148"/>
              <a:chExt cx="168" cy="939"/>
            </a:xfrm>
          </p:grpSpPr>
          <p:sp>
            <p:nvSpPr>
              <p:cNvPr id="62527" name="Line 28"/>
              <p:cNvSpPr/>
              <p:nvPr/>
            </p:nvSpPr>
            <p:spPr>
              <a:xfrm>
                <a:off x="-54" y="1148"/>
                <a:ext cx="16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62528" name="Line 29"/>
              <p:cNvSpPr/>
              <p:nvPr/>
            </p:nvSpPr>
            <p:spPr>
              <a:xfrm>
                <a:off x="-60" y="1615"/>
                <a:ext cx="16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62529" name="Line 30"/>
              <p:cNvSpPr/>
              <p:nvPr/>
            </p:nvSpPr>
            <p:spPr>
              <a:xfrm>
                <a:off x="-60" y="2087"/>
                <a:ext cx="16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</p:grpSp>
      <p:sp>
        <p:nvSpPr>
          <p:cNvPr id="62470" name="Rectangle 55"/>
          <p:cNvSpPr/>
          <p:nvPr/>
        </p:nvSpPr>
        <p:spPr>
          <a:xfrm>
            <a:off x="3365500" y="3190875"/>
            <a:ext cx="252413" cy="130175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62471" name="Rectangle 56"/>
          <p:cNvSpPr/>
          <p:nvPr/>
        </p:nvSpPr>
        <p:spPr>
          <a:xfrm>
            <a:off x="3351213" y="3922713"/>
            <a:ext cx="252412" cy="131762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62472" name="Rectangle 57"/>
          <p:cNvSpPr/>
          <p:nvPr/>
        </p:nvSpPr>
        <p:spPr>
          <a:xfrm>
            <a:off x="3349625" y="4557713"/>
            <a:ext cx="252413" cy="130175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62473" name="Rectangle 58"/>
          <p:cNvSpPr/>
          <p:nvPr/>
        </p:nvSpPr>
        <p:spPr>
          <a:xfrm>
            <a:off x="3006725" y="3186113"/>
            <a:ext cx="252413" cy="131762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62474" name="Rectangle 59"/>
          <p:cNvSpPr/>
          <p:nvPr/>
        </p:nvSpPr>
        <p:spPr>
          <a:xfrm>
            <a:off x="3001963" y="4546600"/>
            <a:ext cx="252412" cy="131763"/>
          </a:xfrm>
          <a:prstGeom prst="rect">
            <a:avLst/>
          </a:prstGeom>
          <a:solidFill>
            <a:srgbClr val="00CC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62475" name="Line 60"/>
          <p:cNvSpPr/>
          <p:nvPr/>
        </p:nvSpPr>
        <p:spPr>
          <a:xfrm>
            <a:off x="3657600" y="3246438"/>
            <a:ext cx="1479550" cy="1587"/>
          </a:xfrm>
          <a:prstGeom prst="line">
            <a:avLst/>
          </a:prstGeom>
          <a:ln w="28575" cap="flat" cmpd="sng"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</p:sp>
      <p:sp>
        <p:nvSpPr>
          <p:cNvPr id="62476" name="Freeform 61"/>
          <p:cNvSpPr/>
          <p:nvPr/>
        </p:nvSpPr>
        <p:spPr>
          <a:xfrm>
            <a:off x="3702050" y="3644900"/>
            <a:ext cx="1395413" cy="979488"/>
          </a:xfrm>
          <a:custGeom>
            <a:avLst/>
            <a:gdLst>
              <a:gd name="txL" fmla="*/ 0 w 967"/>
              <a:gd name="txT" fmla="*/ 0 h 735"/>
              <a:gd name="txR" fmla="*/ 967 w 967"/>
              <a:gd name="txB" fmla="*/ 735 h 735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rect l="txL" t="txT" r="txR" b="txB"/>
            <a:pathLst>
              <a:path w="967" h="735">
                <a:moveTo>
                  <a:pt x="0" y="733"/>
                </a:moveTo>
                <a:lnTo>
                  <a:pt x="522" y="735"/>
                </a:lnTo>
                <a:lnTo>
                  <a:pt x="967" y="0"/>
                </a:lnTo>
              </a:path>
            </a:pathLst>
          </a:custGeom>
          <a:noFill/>
          <a:ln w="28575" cap="flat" cmpd="sng">
            <a:solidFill>
              <a:srgbClr val="FF0000">
                <a:alpha val="100000"/>
              </a:srgbClr>
            </a:solidFill>
            <a:prstDash val="dash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2477" name="Text Box 62"/>
          <p:cNvSpPr txBox="1"/>
          <p:nvPr/>
        </p:nvSpPr>
        <p:spPr>
          <a:xfrm>
            <a:off x="2846388" y="5100638"/>
            <a:ext cx="3390900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output port contention: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only one red datagram can be transferred.</a:t>
            </a:r>
            <a:b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</a:br>
            <a:r>
              <a:rPr lang="en-US" altLang="zh-CN" sz="18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lower red packet is blocked</a:t>
            </a:r>
            <a:endParaRPr lang="en-US" altLang="zh-CN" sz="1800" b="1" i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62478" name="Text Box 64"/>
          <p:cNvSpPr txBox="1"/>
          <p:nvPr/>
        </p:nvSpPr>
        <p:spPr>
          <a:xfrm>
            <a:off x="4051300" y="3990975"/>
            <a:ext cx="803275" cy="7905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switch</a:t>
            </a:r>
            <a:endParaRPr lang="en-US" altLang="zh-CN" sz="16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fabric</a:t>
            </a:r>
            <a:endParaRPr lang="en-US" altLang="zh-CN" sz="16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62479" name="Line 73"/>
          <p:cNvSpPr/>
          <p:nvPr/>
        </p:nvSpPr>
        <p:spPr>
          <a:xfrm>
            <a:off x="3648075" y="3990975"/>
            <a:ext cx="1458913" cy="19050"/>
          </a:xfrm>
          <a:prstGeom prst="line">
            <a:avLst/>
          </a:prstGeom>
          <a:ln w="28575" cap="flat" cmpd="sng">
            <a:solidFill>
              <a:srgbClr val="000099"/>
            </a:solidFill>
            <a:prstDash val="dash"/>
            <a:headEnd type="none" w="med" len="med"/>
            <a:tailEnd type="triangle" w="med" len="med"/>
          </a:ln>
        </p:spPr>
      </p:sp>
      <p:grpSp>
        <p:nvGrpSpPr>
          <p:cNvPr id="7" name="Group 79"/>
          <p:cNvGrpSpPr/>
          <p:nvPr/>
        </p:nvGrpSpPr>
        <p:grpSpPr>
          <a:xfrm>
            <a:off x="6376988" y="3214688"/>
            <a:ext cx="3027362" cy="3373437"/>
            <a:chOff x="3074" y="2025"/>
            <a:chExt cx="1907" cy="2125"/>
          </a:xfrm>
        </p:grpSpPr>
        <p:grpSp>
          <p:nvGrpSpPr>
            <p:cNvPr id="62483" name="Group 31"/>
            <p:cNvGrpSpPr/>
            <p:nvPr/>
          </p:nvGrpSpPr>
          <p:grpSpPr>
            <a:xfrm>
              <a:off x="3074" y="2047"/>
              <a:ext cx="1907" cy="1140"/>
              <a:chOff x="523" y="976"/>
              <a:chExt cx="2099" cy="1356"/>
            </a:xfrm>
          </p:grpSpPr>
          <p:sp>
            <p:nvSpPr>
              <p:cNvPr id="62493" name="Rectangle 32"/>
              <p:cNvSpPr/>
              <p:nvPr/>
            </p:nvSpPr>
            <p:spPr>
              <a:xfrm>
                <a:off x="1208" y="976"/>
                <a:ext cx="745" cy="1356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62494" name="Group 33"/>
              <p:cNvGrpSpPr/>
              <p:nvPr/>
            </p:nvGrpSpPr>
            <p:grpSpPr>
              <a:xfrm>
                <a:off x="804" y="997"/>
                <a:ext cx="249" cy="1295"/>
                <a:chOff x="748" y="997"/>
                <a:chExt cx="249" cy="1295"/>
              </a:xfrm>
            </p:grpSpPr>
            <p:sp>
              <p:nvSpPr>
                <p:cNvPr id="62513" name="Rectangle 34"/>
                <p:cNvSpPr/>
                <p:nvPr/>
              </p:nvSpPr>
              <p:spPr>
                <a:xfrm>
                  <a:off x="759" y="997"/>
                  <a:ext cx="240" cy="352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2514" name="Rectangle 35"/>
                <p:cNvSpPr/>
                <p:nvPr/>
              </p:nvSpPr>
              <p:spPr>
                <a:xfrm>
                  <a:off x="750" y="1472"/>
                  <a:ext cx="240" cy="352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2515" name="Rectangle 36"/>
                <p:cNvSpPr/>
                <p:nvPr/>
              </p:nvSpPr>
              <p:spPr>
                <a:xfrm>
                  <a:off x="748" y="1938"/>
                  <a:ext cx="240" cy="352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  <p:grpSp>
            <p:nvGrpSpPr>
              <p:cNvPr id="62495" name="Group 37"/>
              <p:cNvGrpSpPr/>
              <p:nvPr/>
            </p:nvGrpSpPr>
            <p:grpSpPr>
              <a:xfrm>
                <a:off x="2109" y="1002"/>
                <a:ext cx="249" cy="1295"/>
                <a:chOff x="748" y="997"/>
                <a:chExt cx="249" cy="1295"/>
              </a:xfrm>
            </p:grpSpPr>
            <p:sp>
              <p:nvSpPr>
                <p:cNvPr id="62510" name="Rectangle 38"/>
                <p:cNvSpPr/>
                <p:nvPr/>
              </p:nvSpPr>
              <p:spPr>
                <a:xfrm>
                  <a:off x="759" y="997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FF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2511" name="Rectangle 39"/>
                <p:cNvSpPr/>
                <p:nvPr/>
              </p:nvSpPr>
              <p:spPr>
                <a:xfrm>
                  <a:off x="750" y="1472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chemeClr val="accent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2512" name="Rectangle 40"/>
                <p:cNvSpPr/>
                <p:nvPr/>
              </p:nvSpPr>
              <p:spPr>
                <a:xfrm>
                  <a:off x="748" y="1940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008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  <p:sp>
            <p:nvSpPr>
              <p:cNvPr id="62496" name="Line 41"/>
              <p:cNvSpPr/>
              <p:nvPr/>
            </p:nvSpPr>
            <p:spPr>
              <a:xfrm>
                <a:off x="1946" y="1181"/>
                <a:ext cx="16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497" name="Line 42"/>
              <p:cNvSpPr/>
              <p:nvPr/>
            </p:nvSpPr>
            <p:spPr>
              <a:xfrm>
                <a:off x="1940" y="1644"/>
                <a:ext cx="163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498" name="Line 43"/>
              <p:cNvSpPr/>
              <p:nvPr/>
            </p:nvSpPr>
            <p:spPr>
              <a:xfrm>
                <a:off x="1940" y="2119"/>
                <a:ext cx="163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499" name="Line 44"/>
              <p:cNvSpPr/>
              <p:nvPr/>
            </p:nvSpPr>
            <p:spPr>
              <a:xfrm>
                <a:off x="1044" y="1164"/>
                <a:ext cx="163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500" name="Line 45"/>
              <p:cNvSpPr/>
              <p:nvPr/>
            </p:nvSpPr>
            <p:spPr>
              <a:xfrm>
                <a:off x="1038" y="1629"/>
                <a:ext cx="16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501" name="Line 46"/>
              <p:cNvSpPr/>
              <p:nvPr/>
            </p:nvSpPr>
            <p:spPr>
              <a:xfrm>
                <a:off x="1038" y="2102"/>
                <a:ext cx="16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62502" name="Group 47"/>
              <p:cNvGrpSpPr/>
              <p:nvPr/>
            </p:nvGrpSpPr>
            <p:grpSpPr>
              <a:xfrm>
                <a:off x="523" y="1169"/>
                <a:ext cx="288" cy="939"/>
                <a:chOff x="-60" y="1148"/>
                <a:chExt cx="168" cy="939"/>
              </a:xfrm>
            </p:grpSpPr>
            <p:sp>
              <p:nvSpPr>
                <p:cNvPr id="62507" name="Line 48"/>
                <p:cNvSpPr/>
                <p:nvPr/>
              </p:nvSpPr>
              <p:spPr>
                <a:xfrm>
                  <a:off x="-54" y="1148"/>
                  <a:ext cx="16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2508" name="Line 49"/>
                <p:cNvSpPr/>
                <p:nvPr/>
              </p:nvSpPr>
              <p:spPr>
                <a:xfrm>
                  <a:off x="-60" y="1613"/>
                  <a:ext cx="16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2509" name="Line 50"/>
                <p:cNvSpPr/>
                <p:nvPr/>
              </p:nvSpPr>
              <p:spPr>
                <a:xfrm>
                  <a:off x="-60" y="2087"/>
                  <a:ext cx="16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62503" name="Group 51"/>
              <p:cNvGrpSpPr/>
              <p:nvPr/>
            </p:nvGrpSpPr>
            <p:grpSpPr>
              <a:xfrm>
                <a:off x="2334" y="1173"/>
                <a:ext cx="288" cy="939"/>
                <a:chOff x="-60" y="1148"/>
                <a:chExt cx="168" cy="939"/>
              </a:xfrm>
            </p:grpSpPr>
            <p:sp>
              <p:nvSpPr>
                <p:cNvPr id="62504" name="Line 52"/>
                <p:cNvSpPr/>
                <p:nvPr/>
              </p:nvSpPr>
              <p:spPr>
                <a:xfrm>
                  <a:off x="-54" y="1148"/>
                  <a:ext cx="16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62505" name="Line 53"/>
                <p:cNvSpPr/>
                <p:nvPr/>
              </p:nvSpPr>
              <p:spPr>
                <a:xfrm>
                  <a:off x="-60" y="1615"/>
                  <a:ext cx="16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62506" name="Line 54"/>
                <p:cNvSpPr/>
                <p:nvPr/>
              </p:nvSpPr>
              <p:spPr>
                <a:xfrm>
                  <a:off x="-60" y="2087"/>
                  <a:ext cx="16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</p:grpSp>
        <p:sp>
          <p:nvSpPr>
            <p:cNvPr id="62484" name="Text Box 63"/>
            <p:cNvSpPr txBox="1"/>
            <p:nvPr/>
          </p:nvSpPr>
          <p:spPr>
            <a:xfrm>
              <a:off x="3287" y="3219"/>
              <a:ext cx="1407" cy="9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one packet time later: green packet experiences HOL blocking</a:t>
              </a:r>
              <a:endParaRPr lang="en-US" altLang="zh-CN" sz="18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62485" name="Text Box 65"/>
            <p:cNvSpPr txBox="1"/>
            <p:nvPr/>
          </p:nvSpPr>
          <p:spPr>
            <a:xfrm>
              <a:off x="3778" y="2507"/>
              <a:ext cx="50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switch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fabric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62486" name="Rectangle 66"/>
            <p:cNvSpPr/>
            <p:nvPr/>
          </p:nvSpPr>
          <p:spPr>
            <a:xfrm>
              <a:off x="4551" y="2025"/>
              <a:ext cx="159" cy="83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62487" name="Rectangle 69"/>
            <p:cNvSpPr/>
            <p:nvPr/>
          </p:nvSpPr>
          <p:spPr>
            <a:xfrm>
              <a:off x="3363" y="2050"/>
              <a:ext cx="159" cy="82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62488" name="Rectangle 70"/>
            <p:cNvSpPr/>
            <p:nvPr/>
          </p:nvSpPr>
          <p:spPr>
            <a:xfrm>
              <a:off x="3360" y="2916"/>
              <a:ext cx="159" cy="83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62489" name="Freeform 71"/>
            <p:cNvSpPr/>
            <p:nvPr/>
          </p:nvSpPr>
          <p:spPr>
            <a:xfrm>
              <a:off x="3585" y="2324"/>
              <a:ext cx="878" cy="618"/>
            </a:xfrm>
            <a:custGeom>
              <a:avLst/>
              <a:gdLst>
                <a:gd name="txL" fmla="*/ 0 w 967"/>
                <a:gd name="txT" fmla="*/ 0 h 735"/>
                <a:gd name="txR" fmla="*/ 967 w 967"/>
                <a:gd name="txB" fmla="*/ 735 h 735"/>
              </a:gdLst>
              <a:ahLst/>
              <a:cxnLst>
                <a:cxn ang="0">
                  <a:pos x="0" y="28"/>
                </a:cxn>
                <a:cxn ang="0">
                  <a:pos x="84" y="28"/>
                </a:cxn>
                <a:cxn ang="0">
                  <a:pos x="155" y="0"/>
                </a:cxn>
              </a:cxnLst>
              <a:rect l="txL" t="txT" r="txR" b="txB"/>
              <a:pathLst>
                <a:path w="967" h="735">
                  <a:moveTo>
                    <a:pt x="0" y="733"/>
                  </a:moveTo>
                  <a:lnTo>
                    <a:pt x="522" y="735"/>
                  </a:lnTo>
                  <a:lnTo>
                    <a:pt x="967" y="0"/>
                  </a:lnTo>
                </a:path>
              </a:pathLst>
            </a:custGeom>
            <a:noFill/>
            <a:ln w="28575" cap="flat" cmpd="sng">
              <a:solidFill>
                <a:srgbClr val="FF0000">
                  <a:alpha val="100000"/>
                </a:srgbClr>
              </a:solidFill>
              <a:prstDash val="dash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2490" name="Freeform 72"/>
            <p:cNvSpPr/>
            <p:nvPr/>
          </p:nvSpPr>
          <p:spPr>
            <a:xfrm>
              <a:off x="3573" y="2134"/>
              <a:ext cx="860" cy="437"/>
            </a:xfrm>
            <a:custGeom>
              <a:avLst/>
              <a:gdLst>
                <a:gd name="txL" fmla="*/ 0 w 860"/>
                <a:gd name="txT" fmla="*/ 0 h 437"/>
                <a:gd name="txR" fmla="*/ 860 w 860"/>
                <a:gd name="txB" fmla="*/ 437 h 437"/>
              </a:gdLst>
              <a:ahLst/>
              <a:cxnLst>
                <a:cxn ang="0">
                  <a:pos x="0" y="3"/>
                </a:cxn>
                <a:cxn ang="0">
                  <a:pos x="468" y="0"/>
                </a:cxn>
                <a:cxn ang="0">
                  <a:pos x="860" y="437"/>
                </a:cxn>
              </a:cxnLst>
              <a:rect l="txL" t="txT" r="txR" b="txB"/>
              <a:pathLst>
                <a:path w="860" h="437">
                  <a:moveTo>
                    <a:pt x="0" y="3"/>
                  </a:moveTo>
                  <a:lnTo>
                    <a:pt x="468" y="0"/>
                  </a:lnTo>
                  <a:lnTo>
                    <a:pt x="860" y="437"/>
                  </a:lnTo>
                </a:path>
              </a:pathLst>
            </a:custGeom>
            <a:noFill/>
            <a:ln w="28575" cap="flat" cmpd="sng">
              <a:solidFill>
                <a:srgbClr val="000099">
                  <a:alpha val="100000"/>
                </a:srgbClr>
              </a:solidFill>
              <a:prstDash val="dash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2491" name="Rectangle 76"/>
            <p:cNvSpPr/>
            <p:nvPr/>
          </p:nvSpPr>
          <p:spPr>
            <a:xfrm>
              <a:off x="3141" y="2890"/>
              <a:ext cx="159" cy="83"/>
            </a:xfrm>
            <a:prstGeom prst="rect">
              <a:avLst/>
            </a:prstGeom>
            <a:solidFill>
              <a:srgbClr val="00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62492" name="Rectangle 77"/>
            <p:cNvSpPr/>
            <p:nvPr/>
          </p:nvSpPr>
          <p:spPr>
            <a:xfrm>
              <a:off x="4542" y="2518"/>
              <a:ext cx="159" cy="83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62481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62482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4514" name="Picture 29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035175" y="822325"/>
            <a:ext cx="2970213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2700"/>
            <a:ext cx="7772400" cy="685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Output ports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sp>
        <p:nvSpPr>
          <p:cNvPr id="28678" name="Rectangle 3"/>
          <p:cNvSpPr>
            <a:spLocks noGrp="1" noChangeArrowheads="1"/>
          </p:cNvSpPr>
          <p:nvPr>
            <p:ph idx="1"/>
          </p:nvPr>
        </p:nvSpPr>
        <p:spPr>
          <a:xfrm>
            <a:off x="635000" y="3536950"/>
            <a:ext cx="4789488" cy="13239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buffering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 required when datagrams arrive from fabric faster than the transmission rate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scheduling discipline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 chooses among queued datagrams for transmission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</p:txBody>
      </p:sp>
      <p:sp>
        <p:nvSpPr>
          <p:cNvPr id="64517" name="Rectangle 5"/>
          <p:cNvSpPr/>
          <p:nvPr/>
        </p:nvSpPr>
        <p:spPr>
          <a:xfrm>
            <a:off x="3930650" y="1473200"/>
            <a:ext cx="4568825" cy="1836738"/>
          </a:xfrm>
          <a:prstGeom prst="rect">
            <a:avLst/>
          </a:prstGeom>
          <a:solidFill>
            <a:schemeClr val="bg1"/>
          </a:solidFill>
          <a:ln w="19050" cap="flat" cmpd="sng">
            <a:solidFill>
              <a:srgbClr val="5F5F5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64518" name="Rectangle 6"/>
          <p:cNvSpPr/>
          <p:nvPr/>
        </p:nvSpPr>
        <p:spPr>
          <a:xfrm>
            <a:off x="6853238" y="1931988"/>
            <a:ext cx="1417637" cy="828675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line</a:t>
            </a:r>
            <a:endParaRPr lang="en-US" altLang="zh-CN" sz="1400" b="1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termination</a:t>
            </a:r>
            <a:endParaRPr lang="en-US" altLang="zh-CN" sz="1400" b="1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64519" name="Rectangle 7"/>
          <p:cNvSpPr/>
          <p:nvPr/>
        </p:nvSpPr>
        <p:spPr>
          <a:xfrm>
            <a:off x="5543550" y="1658938"/>
            <a:ext cx="1152525" cy="1409700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64520" name="Line 10"/>
          <p:cNvSpPr/>
          <p:nvPr/>
        </p:nvSpPr>
        <p:spPr>
          <a:xfrm>
            <a:off x="5365750" y="2378075"/>
            <a:ext cx="190500" cy="1588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21" name="Line 11"/>
          <p:cNvSpPr/>
          <p:nvPr/>
        </p:nvSpPr>
        <p:spPr>
          <a:xfrm>
            <a:off x="6699250" y="2335213"/>
            <a:ext cx="190500" cy="158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22" name="Line 12"/>
          <p:cNvSpPr/>
          <p:nvPr/>
        </p:nvSpPr>
        <p:spPr>
          <a:xfrm flipV="1">
            <a:off x="8256588" y="2376488"/>
            <a:ext cx="736600" cy="158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23" name="Rectangle 13"/>
          <p:cNvSpPr/>
          <p:nvPr/>
        </p:nvSpPr>
        <p:spPr>
          <a:xfrm>
            <a:off x="5576888" y="1968500"/>
            <a:ext cx="1055687" cy="8286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link </a:t>
            </a:r>
            <a:endParaRPr lang="en-US" altLang="zh-CN" sz="1400" b="1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layer </a:t>
            </a:r>
            <a:endParaRPr lang="en-US" altLang="zh-CN" sz="1400" b="1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protocol</a:t>
            </a:r>
            <a:endParaRPr lang="en-US" altLang="zh-CN" sz="1400" b="1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(send)</a:t>
            </a:r>
            <a:endParaRPr lang="en-US" altLang="zh-CN" sz="1400" b="1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64524" name="Rectangle 16"/>
          <p:cNvSpPr/>
          <p:nvPr/>
        </p:nvSpPr>
        <p:spPr>
          <a:xfrm>
            <a:off x="2371725" y="1762125"/>
            <a:ext cx="1055688" cy="8286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switch</a:t>
            </a:r>
            <a:endParaRPr lang="en-US" altLang="zh-CN" sz="16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fabric</a:t>
            </a:r>
            <a:endParaRPr lang="en-US" altLang="zh-CN" sz="16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64525" name="Group 28"/>
          <p:cNvGrpSpPr/>
          <p:nvPr/>
        </p:nvGrpSpPr>
        <p:grpSpPr>
          <a:xfrm>
            <a:off x="4083050" y="1609725"/>
            <a:ext cx="1247775" cy="1504950"/>
            <a:chOff x="3180" y="909"/>
            <a:chExt cx="786" cy="948"/>
          </a:xfrm>
        </p:grpSpPr>
        <p:sp>
          <p:nvSpPr>
            <p:cNvPr id="64533" name="Rectangle 8"/>
            <p:cNvSpPr/>
            <p:nvPr/>
          </p:nvSpPr>
          <p:spPr>
            <a:xfrm>
              <a:off x="3180" y="909"/>
              <a:ext cx="786" cy="948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64534" name="Text Box 14"/>
            <p:cNvSpPr txBox="1"/>
            <p:nvPr/>
          </p:nvSpPr>
          <p:spPr>
            <a:xfrm>
              <a:off x="3318" y="917"/>
              <a:ext cx="553" cy="9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datagram</a:t>
              </a:r>
              <a:endParaRPr lang="en-US" altLang="zh-CN" sz="12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buffer</a:t>
              </a:r>
              <a:endParaRPr lang="en-US" altLang="zh-CN" sz="12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2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2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queueing</a:t>
              </a:r>
              <a:endParaRPr lang="en-US" altLang="zh-CN" sz="12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64535" name="Group 17"/>
            <p:cNvGrpSpPr/>
            <p:nvPr/>
          </p:nvGrpSpPr>
          <p:grpSpPr>
            <a:xfrm>
              <a:off x="3260" y="1299"/>
              <a:ext cx="626" cy="295"/>
              <a:chOff x="310" y="3526"/>
              <a:chExt cx="1040" cy="457"/>
            </a:xfrm>
          </p:grpSpPr>
          <p:sp>
            <p:nvSpPr>
              <p:cNvPr id="64536" name="Rectangle 18"/>
              <p:cNvSpPr/>
              <p:nvPr/>
            </p:nvSpPr>
            <p:spPr>
              <a:xfrm>
                <a:off x="310" y="3526"/>
                <a:ext cx="1040" cy="457"/>
              </a:xfrm>
              <a:prstGeom prst="rect">
                <a:avLst/>
              </a:prstGeom>
              <a:solidFill>
                <a:srgbClr val="FF0000"/>
              </a:solidFill>
              <a:ln w="381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64537" name="Line 19"/>
              <p:cNvSpPr/>
              <p:nvPr/>
            </p:nvSpPr>
            <p:spPr>
              <a:xfrm>
                <a:off x="446" y="3535"/>
                <a:ext cx="2" cy="437"/>
              </a:xfrm>
              <a:prstGeom prst="line">
                <a:avLst/>
              </a:prstGeom>
              <a:ln w="38100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4538" name="Line 20"/>
              <p:cNvSpPr/>
              <p:nvPr/>
            </p:nvSpPr>
            <p:spPr>
              <a:xfrm>
                <a:off x="558" y="3538"/>
                <a:ext cx="2" cy="435"/>
              </a:xfrm>
              <a:prstGeom prst="line">
                <a:avLst/>
              </a:prstGeom>
              <a:ln w="38100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4539" name="Line 21"/>
              <p:cNvSpPr/>
              <p:nvPr/>
            </p:nvSpPr>
            <p:spPr>
              <a:xfrm>
                <a:off x="671" y="3534"/>
                <a:ext cx="2" cy="437"/>
              </a:xfrm>
              <a:prstGeom prst="line">
                <a:avLst/>
              </a:prstGeom>
              <a:ln w="38100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4540" name="Line 22"/>
              <p:cNvSpPr/>
              <p:nvPr/>
            </p:nvSpPr>
            <p:spPr>
              <a:xfrm>
                <a:off x="782" y="3535"/>
                <a:ext cx="2" cy="437"/>
              </a:xfrm>
              <a:prstGeom prst="line">
                <a:avLst/>
              </a:prstGeom>
              <a:ln w="38100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4541" name="Line 23"/>
              <p:cNvSpPr/>
              <p:nvPr/>
            </p:nvSpPr>
            <p:spPr>
              <a:xfrm>
                <a:off x="895" y="3534"/>
                <a:ext cx="2" cy="437"/>
              </a:xfrm>
              <a:prstGeom prst="line">
                <a:avLst/>
              </a:prstGeom>
              <a:ln w="38100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4542" name="Line 24"/>
              <p:cNvSpPr/>
              <p:nvPr/>
            </p:nvSpPr>
            <p:spPr>
              <a:xfrm>
                <a:off x="1006" y="3534"/>
                <a:ext cx="2" cy="437"/>
              </a:xfrm>
              <a:prstGeom prst="line">
                <a:avLst/>
              </a:prstGeom>
              <a:ln w="38100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4543" name="Line 25"/>
              <p:cNvSpPr/>
              <p:nvPr/>
            </p:nvSpPr>
            <p:spPr>
              <a:xfrm>
                <a:off x="1121" y="3535"/>
                <a:ext cx="2" cy="437"/>
              </a:xfrm>
              <a:prstGeom prst="line">
                <a:avLst/>
              </a:prstGeom>
              <a:ln w="38100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4544" name="Line 26"/>
              <p:cNvSpPr/>
              <p:nvPr/>
            </p:nvSpPr>
            <p:spPr>
              <a:xfrm>
                <a:off x="1229" y="3538"/>
                <a:ext cx="2" cy="435"/>
              </a:xfrm>
              <a:prstGeom prst="line">
                <a:avLst/>
              </a:prstGeom>
              <a:ln w="38100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64526" name="Line 27"/>
          <p:cNvSpPr/>
          <p:nvPr/>
        </p:nvSpPr>
        <p:spPr>
          <a:xfrm>
            <a:off x="3294063" y="1338263"/>
            <a:ext cx="11112" cy="2195512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27" name="Line 9"/>
          <p:cNvSpPr/>
          <p:nvPr/>
        </p:nvSpPr>
        <p:spPr>
          <a:xfrm flipV="1">
            <a:off x="3286125" y="2420938"/>
            <a:ext cx="925513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28" name="TextBox 1"/>
          <p:cNvSpPr txBox="1"/>
          <p:nvPr/>
        </p:nvSpPr>
        <p:spPr>
          <a:xfrm>
            <a:off x="5573713" y="257175"/>
            <a:ext cx="4992687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This slide in HUGELY important!</a:t>
            </a:r>
            <a:endParaRPr lang="en-US" altLang="zh-CN" sz="2400" b="1" i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54800" y="3713163"/>
            <a:ext cx="4822825" cy="9652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Datagram (packets) can be lost due to congestion, lack of buffers</a:t>
            </a:r>
            <a:endParaRPr lang="en-US" altLang="zh-CN" sz="2000" b="1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372100" y="5005388"/>
            <a:ext cx="6124575" cy="9652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Priority scheduling – who gets best performance, network neutrality</a:t>
            </a:r>
            <a:endParaRPr lang="en-US" altLang="zh-CN" sz="2000" b="1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64531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64532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/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6562" name="Picture 80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09788" y="784225"/>
            <a:ext cx="5027612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6563" name="Rectangle 2"/>
          <p:cNvSpPr>
            <a:spLocks noGrp="1"/>
          </p:cNvSpPr>
          <p:nvPr>
            <p:ph type="title"/>
          </p:nvPr>
        </p:nvSpPr>
        <p:spPr>
          <a:xfrm>
            <a:off x="2057400" y="196850"/>
            <a:ext cx="7772400" cy="520700"/>
          </a:xfrm>
          <a:ln/>
        </p:spPr>
        <p:txBody>
          <a:bodyPr vert="horz" wrap="square" lIns="91440" tIns="45720" rIns="91440" bIns="45720" anchor="ctr" anchorCtr="0"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Output port queueing</a:t>
            </a:r>
            <a:endParaRPr lang="en-US" altLang="zh-CN" sz="4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66564" name="Rectangle 3"/>
          <p:cNvSpPr>
            <a:spLocks noGrp="1"/>
          </p:cNvSpPr>
          <p:nvPr>
            <p:ph idx="1"/>
          </p:nvPr>
        </p:nvSpPr>
        <p:spPr>
          <a:xfrm>
            <a:off x="660400" y="4602163"/>
            <a:ext cx="10745788" cy="1190625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buffering when arrival rate via switch exceeds output line speed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4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queueing (delay) and loss due to output port buffer overflow!</a:t>
            </a:r>
            <a:endParaRPr lang="en-US" altLang="zh-CN" sz="2400" b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66565" name="Group 78"/>
          <p:cNvGrpSpPr/>
          <p:nvPr/>
        </p:nvGrpSpPr>
        <p:grpSpPr>
          <a:xfrm>
            <a:off x="2408238" y="1477963"/>
            <a:ext cx="7412037" cy="3019425"/>
            <a:chOff x="550" y="931"/>
            <a:chExt cx="4669" cy="1902"/>
          </a:xfrm>
        </p:grpSpPr>
        <p:grpSp>
          <p:nvGrpSpPr>
            <p:cNvPr id="66568" name="Group 29"/>
            <p:cNvGrpSpPr/>
            <p:nvPr/>
          </p:nvGrpSpPr>
          <p:grpSpPr>
            <a:xfrm>
              <a:off x="699" y="948"/>
              <a:ext cx="2099" cy="1356"/>
              <a:chOff x="523" y="976"/>
              <a:chExt cx="2099" cy="1356"/>
            </a:xfrm>
          </p:grpSpPr>
          <p:sp>
            <p:nvSpPr>
              <p:cNvPr id="66614" name="Rectangle 6"/>
              <p:cNvSpPr/>
              <p:nvPr/>
            </p:nvSpPr>
            <p:spPr>
              <a:xfrm>
                <a:off x="1208" y="976"/>
                <a:ext cx="745" cy="1356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66615" name="Group 10"/>
              <p:cNvGrpSpPr/>
              <p:nvPr/>
            </p:nvGrpSpPr>
            <p:grpSpPr>
              <a:xfrm>
                <a:off x="804" y="997"/>
                <a:ext cx="249" cy="1295"/>
                <a:chOff x="748" y="997"/>
                <a:chExt cx="249" cy="1295"/>
              </a:xfrm>
            </p:grpSpPr>
            <p:sp>
              <p:nvSpPr>
                <p:cNvPr id="66634" name="Rectangle 7"/>
                <p:cNvSpPr/>
                <p:nvPr/>
              </p:nvSpPr>
              <p:spPr>
                <a:xfrm>
                  <a:off x="759" y="997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6635" name="Rectangle 8"/>
                <p:cNvSpPr/>
                <p:nvPr/>
              </p:nvSpPr>
              <p:spPr>
                <a:xfrm>
                  <a:off x="750" y="1472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6636" name="Rectangle 9"/>
                <p:cNvSpPr/>
                <p:nvPr/>
              </p:nvSpPr>
              <p:spPr>
                <a:xfrm>
                  <a:off x="748" y="1940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  <p:grpSp>
            <p:nvGrpSpPr>
              <p:cNvPr id="66616" name="Group 11"/>
              <p:cNvGrpSpPr/>
              <p:nvPr/>
            </p:nvGrpSpPr>
            <p:grpSpPr>
              <a:xfrm>
                <a:off x="2109" y="1002"/>
                <a:ext cx="249" cy="1295"/>
                <a:chOff x="748" y="997"/>
                <a:chExt cx="249" cy="1295"/>
              </a:xfrm>
            </p:grpSpPr>
            <p:sp>
              <p:nvSpPr>
                <p:cNvPr id="66631" name="Rectangle 12"/>
                <p:cNvSpPr/>
                <p:nvPr/>
              </p:nvSpPr>
              <p:spPr>
                <a:xfrm>
                  <a:off x="759" y="997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FF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6632" name="Rectangle 13"/>
                <p:cNvSpPr/>
                <p:nvPr/>
              </p:nvSpPr>
              <p:spPr>
                <a:xfrm>
                  <a:off x="750" y="1472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chemeClr val="accent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6633" name="Rectangle 14"/>
                <p:cNvSpPr/>
                <p:nvPr/>
              </p:nvSpPr>
              <p:spPr>
                <a:xfrm>
                  <a:off x="748" y="1940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008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  <p:sp>
            <p:nvSpPr>
              <p:cNvPr id="66617" name="Line 15"/>
              <p:cNvSpPr/>
              <p:nvPr/>
            </p:nvSpPr>
            <p:spPr>
              <a:xfrm>
                <a:off x="1946" y="1180"/>
                <a:ext cx="16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6618" name="Line 16"/>
              <p:cNvSpPr/>
              <p:nvPr/>
            </p:nvSpPr>
            <p:spPr>
              <a:xfrm>
                <a:off x="1940" y="1645"/>
                <a:ext cx="16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6619" name="Line 17"/>
              <p:cNvSpPr/>
              <p:nvPr/>
            </p:nvSpPr>
            <p:spPr>
              <a:xfrm>
                <a:off x="1940" y="2119"/>
                <a:ext cx="16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6620" name="Line 18"/>
              <p:cNvSpPr/>
              <p:nvPr/>
            </p:nvSpPr>
            <p:spPr>
              <a:xfrm>
                <a:off x="1044" y="1164"/>
                <a:ext cx="16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6621" name="Line 19"/>
              <p:cNvSpPr/>
              <p:nvPr/>
            </p:nvSpPr>
            <p:spPr>
              <a:xfrm>
                <a:off x="1038" y="1629"/>
                <a:ext cx="16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6622" name="Line 20"/>
              <p:cNvSpPr/>
              <p:nvPr/>
            </p:nvSpPr>
            <p:spPr>
              <a:xfrm>
                <a:off x="1038" y="2103"/>
                <a:ext cx="16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66623" name="Group 24"/>
              <p:cNvGrpSpPr/>
              <p:nvPr/>
            </p:nvGrpSpPr>
            <p:grpSpPr>
              <a:xfrm>
                <a:off x="523" y="1169"/>
                <a:ext cx="288" cy="939"/>
                <a:chOff x="-60" y="1148"/>
                <a:chExt cx="168" cy="939"/>
              </a:xfrm>
            </p:grpSpPr>
            <p:sp>
              <p:nvSpPr>
                <p:cNvPr id="66628" name="Line 21"/>
                <p:cNvSpPr/>
                <p:nvPr/>
              </p:nvSpPr>
              <p:spPr>
                <a:xfrm>
                  <a:off x="-54" y="1148"/>
                  <a:ext cx="16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6629" name="Line 22"/>
                <p:cNvSpPr/>
                <p:nvPr/>
              </p:nvSpPr>
              <p:spPr>
                <a:xfrm>
                  <a:off x="-60" y="1613"/>
                  <a:ext cx="16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6630" name="Line 23"/>
                <p:cNvSpPr/>
                <p:nvPr/>
              </p:nvSpPr>
              <p:spPr>
                <a:xfrm>
                  <a:off x="-60" y="2087"/>
                  <a:ext cx="16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66624" name="Group 25"/>
              <p:cNvGrpSpPr/>
              <p:nvPr/>
            </p:nvGrpSpPr>
            <p:grpSpPr>
              <a:xfrm>
                <a:off x="2334" y="1173"/>
                <a:ext cx="288" cy="939"/>
                <a:chOff x="-60" y="1148"/>
                <a:chExt cx="168" cy="939"/>
              </a:xfrm>
            </p:grpSpPr>
            <p:sp>
              <p:nvSpPr>
                <p:cNvPr id="66625" name="Line 26"/>
                <p:cNvSpPr/>
                <p:nvPr/>
              </p:nvSpPr>
              <p:spPr>
                <a:xfrm>
                  <a:off x="-54" y="1148"/>
                  <a:ext cx="16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66626" name="Line 27"/>
                <p:cNvSpPr/>
                <p:nvPr/>
              </p:nvSpPr>
              <p:spPr>
                <a:xfrm>
                  <a:off x="-60" y="1613"/>
                  <a:ext cx="16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66627" name="Line 28"/>
                <p:cNvSpPr/>
                <p:nvPr/>
              </p:nvSpPr>
              <p:spPr>
                <a:xfrm>
                  <a:off x="-60" y="2087"/>
                  <a:ext cx="16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</p:grpSp>
        <p:grpSp>
          <p:nvGrpSpPr>
            <p:cNvPr id="66569" name="Group 30"/>
            <p:cNvGrpSpPr/>
            <p:nvPr/>
          </p:nvGrpSpPr>
          <p:grpSpPr>
            <a:xfrm>
              <a:off x="3120" y="931"/>
              <a:ext cx="2099" cy="1356"/>
              <a:chOff x="523" y="976"/>
              <a:chExt cx="2099" cy="1356"/>
            </a:xfrm>
          </p:grpSpPr>
          <p:sp>
            <p:nvSpPr>
              <p:cNvPr id="66591" name="Rectangle 31"/>
              <p:cNvSpPr/>
              <p:nvPr/>
            </p:nvSpPr>
            <p:spPr>
              <a:xfrm>
                <a:off x="1208" y="976"/>
                <a:ext cx="745" cy="1356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66592" name="Group 32"/>
              <p:cNvGrpSpPr/>
              <p:nvPr/>
            </p:nvGrpSpPr>
            <p:grpSpPr>
              <a:xfrm>
                <a:off x="804" y="997"/>
                <a:ext cx="249" cy="1295"/>
                <a:chOff x="748" y="997"/>
                <a:chExt cx="249" cy="1295"/>
              </a:xfrm>
            </p:grpSpPr>
            <p:sp>
              <p:nvSpPr>
                <p:cNvPr id="66611" name="Rectangle 33"/>
                <p:cNvSpPr/>
                <p:nvPr/>
              </p:nvSpPr>
              <p:spPr>
                <a:xfrm>
                  <a:off x="759" y="997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6612" name="Rectangle 34"/>
                <p:cNvSpPr/>
                <p:nvPr/>
              </p:nvSpPr>
              <p:spPr>
                <a:xfrm>
                  <a:off x="750" y="1472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6613" name="Rectangle 35"/>
                <p:cNvSpPr/>
                <p:nvPr/>
              </p:nvSpPr>
              <p:spPr>
                <a:xfrm>
                  <a:off x="748" y="1940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  <p:grpSp>
            <p:nvGrpSpPr>
              <p:cNvPr id="66593" name="Group 36"/>
              <p:cNvGrpSpPr/>
              <p:nvPr/>
            </p:nvGrpSpPr>
            <p:grpSpPr>
              <a:xfrm>
                <a:off x="2109" y="1002"/>
                <a:ext cx="249" cy="1295"/>
                <a:chOff x="748" y="997"/>
                <a:chExt cx="249" cy="1295"/>
              </a:xfrm>
            </p:grpSpPr>
            <p:sp>
              <p:nvSpPr>
                <p:cNvPr id="66608" name="Rectangle 37"/>
                <p:cNvSpPr/>
                <p:nvPr/>
              </p:nvSpPr>
              <p:spPr>
                <a:xfrm>
                  <a:off x="759" y="997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FF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6609" name="Rectangle 38"/>
                <p:cNvSpPr/>
                <p:nvPr/>
              </p:nvSpPr>
              <p:spPr>
                <a:xfrm>
                  <a:off x="750" y="1472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chemeClr val="accent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 algn="ctr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66610" name="Rectangle 39"/>
                <p:cNvSpPr/>
                <p:nvPr/>
              </p:nvSpPr>
              <p:spPr>
                <a:xfrm>
                  <a:off x="748" y="1940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008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  <p:sp>
            <p:nvSpPr>
              <p:cNvPr id="66594" name="Line 40"/>
              <p:cNvSpPr/>
              <p:nvPr/>
            </p:nvSpPr>
            <p:spPr>
              <a:xfrm>
                <a:off x="1946" y="1180"/>
                <a:ext cx="16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6595" name="Line 41"/>
              <p:cNvSpPr/>
              <p:nvPr/>
            </p:nvSpPr>
            <p:spPr>
              <a:xfrm>
                <a:off x="1940" y="1645"/>
                <a:ext cx="16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6596" name="Line 42"/>
              <p:cNvSpPr/>
              <p:nvPr/>
            </p:nvSpPr>
            <p:spPr>
              <a:xfrm>
                <a:off x="1940" y="2119"/>
                <a:ext cx="16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6597" name="Line 43"/>
              <p:cNvSpPr/>
              <p:nvPr/>
            </p:nvSpPr>
            <p:spPr>
              <a:xfrm>
                <a:off x="1044" y="1164"/>
                <a:ext cx="16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6598" name="Line 44"/>
              <p:cNvSpPr/>
              <p:nvPr/>
            </p:nvSpPr>
            <p:spPr>
              <a:xfrm>
                <a:off x="1038" y="1629"/>
                <a:ext cx="16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6599" name="Line 45"/>
              <p:cNvSpPr/>
              <p:nvPr/>
            </p:nvSpPr>
            <p:spPr>
              <a:xfrm>
                <a:off x="1038" y="2103"/>
                <a:ext cx="16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66600" name="Group 46"/>
              <p:cNvGrpSpPr/>
              <p:nvPr/>
            </p:nvGrpSpPr>
            <p:grpSpPr>
              <a:xfrm>
                <a:off x="523" y="1169"/>
                <a:ext cx="288" cy="939"/>
                <a:chOff x="-60" y="1148"/>
                <a:chExt cx="168" cy="939"/>
              </a:xfrm>
            </p:grpSpPr>
            <p:sp>
              <p:nvSpPr>
                <p:cNvPr id="66605" name="Line 47"/>
                <p:cNvSpPr/>
                <p:nvPr/>
              </p:nvSpPr>
              <p:spPr>
                <a:xfrm>
                  <a:off x="-54" y="1148"/>
                  <a:ext cx="16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6606" name="Line 48"/>
                <p:cNvSpPr/>
                <p:nvPr/>
              </p:nvSpPr>
              <p:spPr>
                <a:xfrm>
                  <a:off x="-60" y="1613"/>
                  <a:ext cx="16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6607" name="Line 49"/>
                <p:cNvSpPr/>
                <p:nvPr/>
              </p:nvSpPr>
              <p:spPr>
                <a:xfrm>
                  <a:off x="-60" y="2087"/>
                  <a:ext cx="16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66601" name="Group 50"/>
              <p:cNvGrpSpPr/>
              <p:nvPr/>
            </p:nvGrpSpPr>
            <p:grpSpPr>
              <a:xfrm>
                <a:off x="2334" y="1173"/>
                <a:ext cx="288" cy="939"/>
                <a:chOff x="-60" y="1148"/>
                <a:chExt cx="168" cy="939"/>
              </a:xfrm>
            </p:grpSpPr>
            <p:sp>
              <p:nvSpPr>
                <p:cNvPr id="66602" name="Line 51"/>
                <p:cNvSpPr/>
                <p:nvPr/>
              </p:nvSpPr>
              <p:spPr>
                <a:xfrm>
                  <a:off x="-54" y="1148"/>
                  <a:ext cx="16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66603" name="Line 52"/>
                <p:cNvSpPr/>
                <p:nvPr/>
              </p:nvSpPr>
              <p:spPr>
                <a:xfrm>
                  <a:off x="-60" y="1613"/>
                  <a:ext cx="16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66604" name="Line 53"/>
                <p:cNvSpPr/>
                <p:nvPr/>
              </p:nvSpPr>
              <p:spPr>
                <a:xfrm>
                  <a:off x="-60" y="2087"/>
                  <a:ext cx="16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</p:grpSp>
        <p:sp>
          <p:nvSpPr>
            <p:cNvPr id="66570" name="Rectangle 54"/>
            <p:cNvSpPr/>
            <p:nvPr/>
          </p:nvSpPr>
          <p:spPr>
            <a:xfrm>
              <a:off x="1012" y="1012"/>
              <a:ext cx="175" cy="98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66571" name="Rectangle 55"/>
            <p:cNvSpPr/>
            <p:nvPr/>
          </p:nvSpPr>
          <p:spPr>
            <a:xfrm>
              <a:off x="1003" y="1494"/>
              <a:ext cx="175" cy="98"/>
            </a:xfrm>
            <a:prstGeom prst="rect">
              <a:avLst/>
            </a:prstGeom>
            <a:solidFill>
              <a:srgbClr val="0000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66572" name="Rectangle 56"/>
            <p:cNvSpPr/>
            <p:nvPr/>
          </p:nvSpPr>
          <p:spPr>
            <a:xfrm>
              <a:off x="994" y="1969"/>
              <a:ext cx="175" cy="98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66573" name="Rectangle 57"/>
            <p:cNvSpPr/>
            <p:nvPr/>
          </p:nvSpPr>
          <p:spPr>
            <a:xfrm>
              <a:off x="764" y="1017"/>
              <a:ext cx="175" cy="9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66574" name="Rectangle 58"/>
            <p:cNvSpPr/>
            <p:nvPr/>
          </p:nvSpPr>
          <p:spPr>
            <a:xfrm>
              <a:off x="760" y="1953"/>
              <a:ext cx="175" cy="98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66575" name="Line 60"/>
            <p:cNvSpPr/>
            <p:nvPr/>
          </p:nvSpPr>
          <p:spPr>
            <a:xfrm>
              <a:off x="1215" y="1054"/>
              <a:ext cx="1026" cy="1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</p:sp>
        <p:sp>
          <p:nvSpPr>
            <p:cNvPr id="66576" name="Freeform 62"/>
            <p:cNvSpPr/>
            <p:nvPr/>
          </p:nvSpPr>
          <p:spPr>
            <a:xfrm>
              <a:off x="1246" y="1285"/>
              <a:ext cx="967" cy="735"/>
            </a:xfrm>
            <a:custGeom>
              <a:avLst/>
              <a:gdLst>
                <a:gd name="txL" fmla="*/ 0 w 967"/>
                <a:gd name="txT" fmla="*/ 0 h 735"/>
                <a:gd name="txR" fmla="*/ 967 w 967"/>
                <a:gd name="txB" fmla="*/ 735 h 735"/>
              </a:gdLst>
              <a:ahLst/>
              <a:cxnLst>
                <a:cxn ang="0">
                  <a:pos x="0" y="733"/>
                </a:cxn>
                <a:cxn ang="0">
                  <a:pos x="522" y="735"/>
                </a:cxn>
                <a:cxn ang="0">
                  <a:pos x="967" y="0"/>
                </a:cxn>
              </a:cxnLst>
              <a:rect l="txL" t="txT" r="txR" b="txB"/>
              <a:pathLst>
                <a:path w="967" h="735">
                  <a:moveTo>
                    <a:pt x="0" y="733"/>
                  </a:moveTo>
                  <a:lnTo>
                    <a:pt x="522" y="735"/>
                  </a:lnTo>
                  <a:lnTo>
                    <a:pt x="967" y="0"/>
                  </a:lnTo>
                </a:path>
              </a:pathLst>
            </a:custGeom>
            <a:noFill/>
            <a:ln w="28575" cap="flat" cmpd="sng">
              <a:solidFill>
                <a:srgbClr val="FF0000">
                  <a:alpha val="100000"/>
                </a:srgbClr>
              </a:solidFill>
              <a:prstDash val="dash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6577" name="Text Box 63"/>
            <p:cNvSpPr txBox="1"/>
            <p:nvPr/>
          </p:nvSpPr>
          <p:spPr>
            <a:xfrm>
              <a:off x="933" y="2335"/>
              <a:ext cx="1549" cy="49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at </a:t>
              </a:r>
              <a:r>
                <a:rPr lang="en-US" altLang="zh-CN" sz="1600" b="1" i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t,</a:t>
              </a: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 packets more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from input to output</a:t>
              </a:r>
              <a:endParaRPr lang="en-US" altLang="zh-CN" sz="16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66578" name="Text Box 64"/>
            <p:cNvSpPr txBox="1"/>
            <p:nvPr/>
          </p:nvSpPr>
          <p:spPr>
            <a:xfrm>
              <a:off x="3354" y="2325"/>
              <a:ext cx="1549" cy="2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one packet time later</a:t>
              </a:r>
              <a:endParaRPr lang="en-US" altLang="zh-CN" sz="16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66579" name="Text Box 66"/>
            <p:cNvSpPr txBox="1"/>
            <p:nvPr/>
          </p:nvSpPr>
          <p:spPr>
            <a:xfrm>
              <a:off x="1488" y="1545"/>
              <a:ext cx="506" cy="4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switch</a:t>
              </a:r>
              <a:endPara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fabric</a:t>
              </a:r>
              <a:endPara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66580" name="Text Box 67"/>
            <p:cNvSpPr txBox="1"/>
            <p:nvPr/>
          </p:nvSpPr>
          <p:spPr>
            <a:xfrm>
              <a:off x="3895" y="1479"/>
              <a:ext cx="506" cy="4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switch</a:t>
              </a:r>
              <a:endPara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fabric</a:t>
              </a:r>
              <a:endPara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66581" name="Rectangle 68"/>
            <p:cNvSpPr/>
            <p:nvPr/>
          </p:nvSpPr>
          <p:spPr>
            <a:xfrm>
              <a:off x="4746" y="972"/>
              <a:ext cx="175" cy="98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66582" name="Rectangle 69"/>
            <p:cNvSpPr/>
            <p:nvPr/>
          </p:nvSpPr>
          <p:spPr>
            <a:xfrm>
              <a:off x="4746" y="1497"/>
              <a:ext cx="175" cy="98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66583" name="Rectangle 70"/>
            <p:cNvSpPr/>
            <p:nvPr/>
          </p:nvSpPr>
          <p:spPr>
            <a:xfrm>
              <a:off x="4743" y="1099"/>
              <a:ext cx="175" cy="98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66584" name="Rectangle 71"/>
            <p:cNvSpPr/>
            <p:nvPr/>
          </p:nvSpPr>
          <p:spPr>
            <a:xfrm>
              <a:off x="3445" y="1001"/>
              <a:ext cx="175" cy="9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66585" name="Rectangle 72"/>
            <p:cNvSpPr/>
            <p:nvPr/>
          </p:nvSpPr>
          <p:spPr>
            <a:xfrm>
              <a:off x="3434" y="1965"/>
              <a:ext cx="175" cy="98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66586" name="Freeform 73"/>
            <p:cNvSpPr/>
            <p:nvPr/>
          </p:nvSpPr>
          <p:spPr>
            <a:xfrm>
              <a:off x="3682" y="1261"/>
              <a:ext cx="967" cy="735"/>
            </a:xfrm>
            <a:custGeom>
              <a:avLst/>
              <a:gdLst>
                <a:gd name="txL" fmla="*/ 0 w 967"/>
                <a:gd name="txT" fmla="*/ 0 h 735"/>
                <a:gd name="txR" fmla="*/ 967 w 967"/>
                <a:gd name="txB" fmla="*/ 735 h 735"/>
              </a:gdLst>
              <a:ahLst/>
              <a:cxnLst>
                <a:cxn ang="0">
                  <a:pos x="0" y="733"/>
                </a:cxn>
                <a:cxn ang="0">
                  <a:pos x="522" y="735"/>
                </a:cxn>
                <a:cxn ang="0">
                  <a:pos x="967" y="0"/>
                </a:cxn>
              </a:cxnLst>
              <a:rect l="txL" t="txT" r="txR" b="txB"/>
              <a:pathLst>
                <a:path w="967" h="735">
                  <a:moveTo>
                    <a:pt x="0" y="733"/>
                  </a:moveTo>
                  <a:lnTo>
                    <a:pt x="522" y="735"/>
                  </a:lnTo>
                  <a:lnTo>
                    <a:pt x="967" y="0"/>
                  </a:lnTo>
                </a:path>
              </a:pathLst>
            </a:custGeom>
            <a:noFill/>
            <a:ln w="28575" cap="flat" cmpd="sng">
              <a:solidFill>
                <a:srgbClr val="FF0000">
                  <a:alpha val="100000"/>
                </a:srgbClr>
              </a:solidFill>
              <a:prstDash val="dash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6587" name="Freeform 74"/>
            <p:cNvSpPr/>
            <p:nvPr/>
          </p:nvSpPr>
          <p:spPr>
            <a:xfrm>
              <a:off x="3669" y="1051"/>
              <a:ext cx="988" cy="951"/>
            </a:xfrm>
            <a:custGeom>
              <a:avLst/>
              <a:gdLst>
                <a:gd name="txL" fmla="*/ 0 w 1002"/>
                <a:gd name="txT" fmla="*/ 0 h 480"/>
                <a:gd name="txR" fmla="*/ 1002 w 1002"/>
                <a:gd name="txB" fmla="*/ 480 h 480"/>
              </a:gdLst>
              <a:ahLst/>
              <a:cxnLst>
                <a:cxn ang="0">
                  <a:pos x="0" y="906889"/>
                </a:cxn>
                <a:cxn ang="0">
                  <a:pos x="399" y="0"/>
                </a:cxn>
                <a:cxn ang="0">
                  <a:pos x="767" y="210415145"/>
                </a:cxn>
              </a:cxnLst>
              <a:rect l="txL" t="txT" r="txR" b="txB"/>
              <a:pathLst>
                <a:path w="1002" h="480">
                  <a:moveTo>
                    <a:pt x="0" y="2"/>
                  </a:moveTo>
                  <a:lnTo>
                    <a:pt x="522" y="0"/>
                  </a:lnTo>
                  <a:lnTo>
                    <a:pt x="1002" y="480"/>
                  </a:lnTo>
                </a:path>
              </a:pathLst>
            </a:custGeom>
            <a:noFill/>
            <a:ln w="28575" cap="flat" cmpd="sng">
              <a:solidFill>
                <a:srgbClr val="008000">
                  <a:alpha val="100000"/>
                </a:srgbClr>
              </a:solidFill>
              <a:prstDash val="dash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6588" name="Line 75"/>
            <p:cNvSpPr/>
            <p:nvPr/>
          </p:nvSpPr>
          <p:spPr>
            <a:xfrm>
              <a:off x="1208" y="1545"/>
              <a:ext cx="1012" cy="14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dash"/>
              <a:headEnd type="none" w="med" len="med"/>
              <a:tailEnd type="triangle" w="med" len="med"/>
            </a:ln>
          </p:spPr>
        </p:sp>
        <p:sp>
          <p:nvSpPr>
            <p:cNvPr id="66589" name="Rectangle 76"/>
            <p:cNvSpPr/>
            <p:nvPr/>
          </p:nvSpPr>
          <p:spPr>
            <a:xfrm>
              <a:off x="550" y="1010"/>
              <a:ext cx="175" cy="98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66590" name="Rectangle 77"/>
            <p:cNvSpPr/>
            <p:nvPr/>
          </p:nvSpPr>
          <p:spPr>
            <a:xfrm>
              <a:off x="3194" y="997"/>
              <a:ext cx="175" cy="98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6656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66567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8610" name="Picture 2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25663" y="1025525"/>
            <a:ext cx="4113212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8611" name="Rectangle 3"/>
          <p:cNvSpPr>
            <a:spLocks noGrp="1"/>
          </p:cNvSpPr>
          <p:nvPr>
            <p:ph sz="half" idx="1"/>
          </p:nvPr>
        </p:nvSpPr>
        <p:spPr>
          <a:xfrm>
            <a:off x="711200" y="1193800"/>
            <a:ext cx="5226050" cy="505460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4.1 Overview of Network layer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data plane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control plane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4.2 What</a:t>
            </a:r>
            <a:r>
              <a:rPr lang="ja-JP" altLang="en-US" sz="24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’</a:t>
            </a:r>
            <a:r>
              <a:rPr lang="en-US" altLang="ja-JP" sz="24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s inside a router</a:t>
            </a:r>
            <a:endParaRPr lang="en-US" altLang="ja-JP" sz="24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4.3 IP: Internet Protocol</a:t>
            </a:r>
            <a:endParaRPr lang="en-US" altLang="zh-CN" sz="2400" b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datagram format</a:t>
            </a:r>
            <a:endParaRPr lang="en-US" altLang="zh-CN" b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fragmentation</a:t>
            </a:r>
            <a:endParaRPr lang="en-US" altLang="zh-CN" b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IPv4 addressing</a:t>
            </a:r>
            <a:endParaRPr lang="en-US" altLang="zh-CN" b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network address translation</a:t>
            </a:r>
            <a:endParaRPr lang="en-US" altLang="zh-CN" b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IPv6</a:t>
            </a:r>
            <a:endParaRPr lang="en-US" altLang="zh-CN" b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</p:txBody>
      </p:sp>
      <p:sp>
        <p:nvSpPr>
          <p:cNvPr id="68612" name="Rectangle 4"/>
          <p:cNvSpPr>
            <a:spLocks noGrp="1"/>
          </p:cNvSpPr>
          <p:nvPr>
            <p:ph sz="half" idx="2"/>
          </p:nvPr>
        </p:nvSpPr>
        <p:spPr>
          <a:xfrm>
            <a:off x="6096000" y="1193800"/>
            <a:ext cx="5326063" cy="505460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4.4 Generalized Forward and SDN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match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action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OpenFlow  examples of match-plus-action in action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</a:pP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68613" name="Rectangle 2"/>
          <p:cNvSpPr/>
          <p:nvPr/>
        </p:nvSpPr>
        <p:spPr>
          <a:xfrm>
            <a:off x="2057400" y="228600"/>
            <a:ext cx="7772400" cy="6111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Chapter 4: outline</a:t>
            </a:r>
            <a:endParaRPr lang="en-US" altLang="zh-CN" sz="3600" b="1" dirty="0">
              <a:solidFill>
                <a:srgbClr val="000099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68614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68615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Rectangle 2"/>
          <p:cNvSpPr/>
          <p:nvPr/>
        </p:nvSpPr>
        <p:spPr>
          <a:xfrm>
            <a:off x="3228975" y="1781175"/>
            <a:ext cx="6534150" cy="407670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70659" name="Rectangle 3"/>
          <p:cNvSpPr/>
          <p:nvPr/>
        </p:nvSpPr>
        <p:spPr>
          <a:xfrm>
            <a:off x="3162300" y="1855788"/>
            <a:ext cx="6534150" cy="4076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70660" name="Rectangle 4"/>
          <p:cNvSpPr>
            <a:spLocks noGrp="1"/>
          </p:cNvSpPr>
          <p:nvPr>
            <p:ph type="title"/>
          </p:nvPr>
        </p:nvSpPr>
        <p:spPr>
          <a:xfrm>
            <a:off x="1943100" y="133350"/>
            <a:ext cx="7772400" cy="895350"/>
          </a:xfrm>
          <a:ln/>
        </p:spPr>
        <p:txBody>
          <a:bodyPr vert="horz" wrap="square" lIns="91440" tIns="45720" rIns="91440" bIns="45720" anchor="ctr" anchorCtr="0"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The Internet network layer</a:t>
            </a:r>
            <a:endParaRPr lang="en-US" altLang="zh-CN" sz="4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70661" name="Group 6"/>
          <p:cNvGrpSpPr/>
          <p:nvPr/>
        </p:nvGrpSpPr>
        <p:grpSpPr>
          <a:xfrm>
            <a:off x="5224463" y="3479800"/>
            <a:ext cx="1373187" cy="1214438"/>
            <a:chOff x="3961" y="2883"/>
            <a:chExt cx="669" cy="765"/>
          </a:xfrm>
        </p:grpSpPr>
        <p:sp>
          <p:nvSpPr>
            <p:cNvPr id="70686" name="Rectangle 7"/>
            <p:cNvSpPr/>
            <p:nvPr/>
          </p:nvSpPr>
          <p:spPr>
            <a:xfrm>
              <a:off x="4023" y="2883"/>
              <a:ext cx="582" cy="738"/>
            </a:xfrm>
            <a:prstGeom prst="rect">
              <a:avLst/>
            </a:prstGeom>
            <a:solidFill>
              <a:srgbClr val="000099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0687" name="Rectangle 8"/>
            <p:cNvSpPr/>
            <p:nvPr/>
          </p:nvSpPr>
          <p:spPr>
            <a:xfrm>
              <a:off x="3996" y="2910"/>
              <a:ext cx="582" cy="738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0688" name="Text Box 9"/>
            <p:cNvSpPr txBox="1"/>
            <p:nvPr/>
          </p:nvSpPr>
          <p:spPr>
            <a:xfrm>
              <a:off x="3961" y="3071"/>
              <a:ext cx="669" cy="4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forwarding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table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0689" name="Line 10"/>
            <p:cNvSpPr/>
            <p:nvPr/>
          </p:nvSpPr>
          <p:spPr>
            <a:xfrm>
              <a:off x="4065" y="2994"/>
              <a:ext cx="43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690" name="Line 11"/>
            <p:cNvSpPr/>
            <p:nvPr/>
          </p:nvSpPr>
          <p:spPr>
            <a:xfrm>
              <a:off x="4071" y="3048"/>
              <a:ext cx="43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691" name="Line 12"/>
            <p:cNvSpPr/>
            <p:nvPr/>
          </p:nvSpPr>
          <p:spPr>
            <a:xfrm>
              <a:off x="4074" y="3102"/>
              <a:ext cx="43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692" name="Line 13"/>
            <p:cNvSpPr/>
            <p:nvPr/>
          </p:nvSpPr>
          <p:spPr>
            <a:xfrm>
              <a:off x="4065" y="3477"/>
              <a:ext cx="43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693" name="Line 14"/>
            <p:cNvSpPr/>
            <p:nvPr/>
          </p:nvSpPr>
          <p:spPr>
            <a:xfrm>
              <a:off x="4068" y="3528"/>
              <a:ext cx="43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694" name="Line 15"/>
            <p:cNvSpPr/>
            <p:nvPr/>
          </p:nvSpPr>
          <p:spPr>
            <a:xfrm>
              <a:off x="4071" y="3579"/>
              <a:ext cx="43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3800" name="Rectangle 16"/>
          <p:cNvSpPr>
            <a:spLocks noGrp="1" noChangeArrowheads="1"/>
          </p:cNvSpPr>
          <p:nvPr>
            <p:ph sz="half" idx="1"/>
          </p:nvPr>
        </p:nvSpPr>
        <p:spPr>
          <a:xfrm>
            <a:off x="785813" y="1189038"/>
            <a:ext cx="8831263" cy="4381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host, router network layer functions: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</p:txBody>
      </p:sp>
      <p:sp>
        <p:nvSpPr>
          <p:cNvPr id="70663" name="Line 17"/>
          <p:cNvSpPr/>
          <p:nvPr/>
        </p:nvSpPr>
        <p:spPr>
          <a:xfrm flipV="1">
            <a:off x="3152775" y="5410200"/>
            <a:ext cx="6505575" cy="952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0664" name="Line 18"/>
          <p:cNvSpPr/>
          <p:nvPr/>
        </p:nvSpPr>
        <p:spPr>
          <a:xfrm flipV="1">
            <a:off x="3181350" y="4886325"/>
            <a:ext cx="6524625" cy="952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0665" name="Rectangle 20"/>
          <p:cNvSpPr/>
          <p:nvPr/>
        </p:nvSpPr>
        <p:spPr>
          <a:xfrm>
            <a:off x="3438525" y="2667000"/>
            <a:ext cx="1809750" cy="819150"/>
          </a:xfrm>
          <a:prstGeom prst="rect">
            <a:avLst/>
          </a:prstGeom>
          <a:solidFill>
            <a:srgbClr val="000099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70666" name="Rectangle 21"/>
          <p:cNvSpPr/>
          <p:nvPr/>
        </p:nvSpPr>
        <p:spPr>
          <a:xfrm>
            <a:off x="3371850" y="2733675"/>
            <a:ext cx="1809750" cy="819150"/>
          </a:xfrm>
          <a:prstGeom prst="rect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70667" name="Text Box 22"/>
          <p:cNvSpPr txBox="1"/>
          <p:nvPr/>
        </p:nvSpPr>
        <p:spPr>
          <a:xfrm>
            <a:off x="3360738" y="2714625"/>
            <a:ext cx="1846262" cy="7699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routing protocols</a:t>
            </a:r>
            <a:endParaRPr lang="en-US" altLang="zh-CN" sz="1600" b="1" i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1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path selection</a:t>
            </a:r>
            <a:endParaRPr lang="en-US" altLang="zh-CN" sz="1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1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RIP, OSPF, BGP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70668" name="Freeform 23"/>
          <p:cNvSpPr/>
          <p:nvPr/>
        </p:nvSpPr>
        <p:spPr>
          <a:xfrm>
            <a:off x="4667250" y="3657600"/>
            <a:ext cx="628650" cy="390525"/>
          </a:xfrm>
          <a:custGeom>
            <a:avLst/>
            <a:gdLst>
              <a:gd name="txL" fmla="*/ 0 w 396"/>
              <a:gd name="txT" fmla="*/ 0 h 246"/>
              <a:gd name="txR" fmla="*/ 396 w 396"/>
              <a:gd name="txB" fmla="*/ 246 h 246"/>
            </a:gdLst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396" h="246">
                <a:moveTo>
                  <a:pt x="0" y="0"/>
                </a:moveTo>
                <a:cubicBezTo>
                  <a:pt x="30" y="16"/>
                  <a:pt x="42" y="126"/>
                  <a:pt x="150" y="186"/>
                </a:cubicBezTo>
                <a:cubicBezTo>
                  <a:pt x="258" y="246"/>
                  <a:pt x="345" y="205"/>
                  <a:pt x="396" y="210"/>
                </a:cubicBezTo>
              </a:path>
            </a:pathLst>
          </a:custGeom>
          <a:noFill/>
          <a:ln w="38100" cap="flat" cmpd="sng">
            <a:solidFill>
              <a:srgbClr val="000099">
                <a:alpha val="100000"/>
              </a:srgbClr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70669" name="Group 24"/>
          <p:cNvGrpSpPr/>
          <p:nvPr/>
        </p:nvGrpSpPr>
        <p:grpSpPr>
          <a:xfrm>
            <a:off x="6616700" y="2576513"/>
            <a:ext cx="3000375" cy="1181100"/>
            <a:chOff x="102" y="1272"/>
            <a:chExt cx="1890" cy="744"/>
          </a:xfrm>
        </p:grpSpPr>
        <p:sp>
          <p:nvSpPr>
            <p:cNvPr id="70683" name="Rectangle 25"/>
            <p:cNvSpPr/>
            <p:nvPr/>
          </p:nvSpPr>
          <p:spPr>
            <a:xfrm>
              <a:off x="144" y="1272"/>
              <a:ext cx="1848" cy="690"/>
            </a:xfrm>
            <a:prstGeom prst="rect">
              <a:avLst/>
            </a:prstGeom>
            <a:solidFill>
              <a:srgbClr val="000099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0684" name="Rectangle 26"/>
            <p:cNvSpPr/>
            <p:nvPr/>
          </p:nvSpPr>
          <p:spPr>
            <a:xfrm>
              <a:off x="102" y="1314"/>
              <a:ext cx="1848" cy="702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0685" name="Text Box 27"/>
            <p:cNvSpPr txBox="1"/>
            <p:nvPr/>
          </p:nvSpPr>
          <p:spPr>
            <a:xfrm>
              <a:off x="116" y="1287"/>
              <a:ext cx="1719" cy="6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 dirty="0">
                  <a:solidFill>
                    <a:srgbClr val="CC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 protocol</a:t>
              </a:r>
              <a:endParaRPr lang="en-US" altLang="zh-CN" sz="18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Char char="•"/>
              </a:pPr>
              <a:r>
                <a: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 addressing conventions</a:t>
              </a:r>
              <a:endParaRPr lang="en-US" altLang="zh-CN" sz="1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Char char="•"/>
              </a:pPr>
              <a:r>
                <a: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 datagram format</a:t>
              </a:r>
              <a:endParaRPr lang="en-US" altLang="zh-CN" sz="1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Char char="•"/>
              </a:pPr>
              <a:r>
                <a: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 packet handling conventions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70670" name="Rectangle 29"/>
          <p:cNvSpPr/>
          <p:nvPr/>
        </p:nvSpPr>
        <p:spPr>
          <a:xfrm>
            <a:off x="6740525" y="3878263"/>
            <a:ext cx="1933575" cy="847725"/>
          </a:xfrm>
          <a:prstGeom prst="rect">
            <a:avLst/>
          </a:prstGeom>
          <a:solidFill>
            <a:srgbClr val="000099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70671" name="Rectangle 30"/>
          <p:cNvSpPr/>
          <p:nvPr/>
        </p:nvSpPr>
        <p:spPr>
          <a:xfrm>
            <a:off x="6673850" y="3946525"/>
            <a:ext cx="1933575" cy="847725"/>
          </a:xfrm>
          <a:prstGeom prst="rect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70672" name="Text Box 31"/>
          <p:cNvSpPr txBox="1"/>
          <p:nvPr/>
        </p:nvSpPr>
        <p:spPr>
          <a:xfrm>
            <a:off x="6686550" y="3911600"/>
            <a:ext cx="2103438" cy="800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ICMP protocol</a:t>
            </a:r>
            <a:endParaRPr lang="en-US" altLang="zh-CN" sz="1800" b="1" i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1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error reporting</a:t>
            </a:r>
            <a:endParaRPr lang="en-US" altLang="zh-CN" sz="1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1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router </a:t>
            </a:r>
            <a:r>
              <a:rPr lang="ja-JP" altLang="en-US" sz="1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“</a:t>
            </a:r>
            <a:r>
              <a:rPr lang="en-US" altLang="ja-JP" sz="1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signaling</a:t>
            </a:r>
            <a:r>
              <a:rPr lang="ja-JP" altLang="en-US" sz="1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”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70673" name="Line 32"/>
          <p:cNvSpPr/>
          <p:nvPr/>
        </p:nvSpPr>
        <p:spPr>
          <a:xfrm flipV="1">
            <a:off x="3181350" y="2466975"/>
            <a:ext cx="6524625" cy="952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0674" name="Text Box 33"/>
          <p:cNvSpPr txBox="1"/>
          <p:nvPr/>
        </p:nvSpPr>
        <p:spPr>
          <a:xfrm>
            <a:off x="4622800" y="1989138"/>
            <a:ext cx="3173413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7030A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transport layer: TCP, UDP</a:t>
            </a:r>
            <a:endParaRPr lang="en-US" altLang="zh-CN" sz="1800" b="1" dirty="0">
              <a:solidFill>
                <a:srgbClr val="7030A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70675" name="Text Box 34"/>
          <p:cNvSpPr txBox="1"/>
          <p:nvPr/>
        </p:nvSpPr>
        <p:spPr>
          <a:xfrm>
            <a:off x="5737225" y="4960938"/>
            <a:ext cx="1216025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7030A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link layer</a:t>
            </a:r>
            <a:endParaRPr lang="en-US" altLang="zh-CN" sz="1800" b="1" dirty="0">
              <a:solidFill>
                <a:srgbClr val="7030A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70676" name="Text Box 35"/>
          <p:cNvSpPr txBox="1"/>
          <p:nvPr/>
        </p:nvSpPr>
        <p:spPr>
          <a:xfrm>
            <a:off x="5584825" y="5484813"/>
            <a:ext cx="1714500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7030A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physical layer</a:t>
            </a:r>
            <a:endParaRPr lang="en-US" altLang="zh-CN" sz="1800" b="1" dirty="0">
              <a:solidFill>
                <a:srgbClr val="7030A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70677" name="Text Box 36"/>
          <p:cNvSpPr txBox="1"/>
          <p:nvPr/>
        </p:nvSpPr>
        <p:spPr>
          <a:xfrm>
            <a:off x="1747838" y="3259138"/>
            <a:ext cx="1347787" cy="8302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</a:t>
            </a:r>
            <a:endParaRPr lang="en-US" altLang="zh-CN" sz="2400" b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layer</a:t>
            </a:r>
            <a:endParaRPr lang="en-US" altLang="zh-CN" sz="1800" b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70678" name="Line 37"/>
          <p:cNvSpPr/>
          <p:nvPr/>
        </p:nvSpPr>
        <p:spPr>
          <a:xfrm flipV="1">
            <a:off x="2905125" y="2486025"/>
            <a:ext cx="0" cy="742950"/>
          </a:xfrm>
          <a:prstGeom prst="line">
            <a:avLst/>
          </a:prstGeom>
          <a:ln w="28575" cap="flat" cmpd="sng">
            <a:solidFill>
              <a:srgbClr val="CC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0679" name="Line 38"/>
          <p:cNvSpPr/>
          <p:nvPr/>
        </p:nvSpPr>
        <p:spPr>
          <a:xfrm>
            <a:off x="2905125" y="4152900"/>
            <a:ext cx="0" cy="742950"/>
          </a:xfrm>
          <a:prstGeom prst="line">
            <a:avLst/>
          </a:prstGeom>
          <a:ln w="28575" cap="flat" cmpd="sng">
            <a:solidFill>
              <a:srgbClr val="CC0000"/>
            </a:solidFill>
            <a:prstDash val="solid"/>
            <a:headEnd type="none" w="med" len="med"/>
            <a:tailEnd type="triangle" w="med" len="med"/>
          </a:ln>
        </p:spPr>
      </p:sp>
      <p:pic>
        <p:nvPicPr>
          <p:cNvPr id="70680" name="Picture 40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084388" y="938213"/>
            <a:ext cx="5942012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0681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70682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2706" name="Group 55"/>
          <p:cNvGrpSpPr/>
          <p:nvPr/>
        </p:nvGrpSpPr>
        <p:grpSpPr>
          <a:xfrm>
            <a:off x="4586288" y="963613"/>
            <a:ext cx="4127500" cy="5356225"/>
            <a:chOff x="1929" y="607"/>
            <a:chExt cx="2600" cy="3374"/>
          </a:xfrm>
        </p:grpSpPr>
        <p:sp>
          <p:nvSpPr>
            <p:cNvPr id="72737" name="Rectangle 4"/>
            <p:cNvSpPr/>
            <p:nvPr/>
          </p:nvSpPr>
          <p:spPr>
            <a:xfrm>
              <a:off x="2040" y="868"/>
              <a:ext cx="2489" cy="3039"/>
            </a:xfrm>
            <a:prstGeom prst="rect">
              <a:avLst/>
            </a:prstGeom>
            <a:solidFill>
              <a:srgbClr val="000099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2738" name="Rectangle 5"/>
            <p:cNvSpPr/>
            <p:nvPr/>
          </p:nvSpPr>
          <p:spPr>
            <a:xfrm>
              <a:off x="1980" y="935"/>
              <a:ext cx="2489" cy="3027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2739" name="Text Box 6"/>
            <p:cNvSpPr txBox="1"/>
            <p:nvPr/>
          </p:nvSpPr>
          <p:spPr>
            <a:xfrm>
              <a:off x="1944" y="973"/>
              <a:ext cx="336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ver</a:t>
              </a:r>
              <a:endParaRPr lang="en-US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2740" name="Text Box 7"/>
            <p:cNvSpPr txBox="1"/>
            <p:nvPr/>
          </p:nvSpPr>
          <p:spPr>
            <a:xfrm>
              <a:off x="3513" y="1012"/>
              <a:ext cx="540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length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2741" name="Line 8"/>
            <p:cNvSpPr/>
            <p:nvPr/>
          </p:nvSpPr>
          <p:spPr>
            <a:xfrm>
              <a:off x="1988" y="1261"/>
              <a:ext cx="2486" cy="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42" name="Line 9"/>
            <p:cNvSpPr/>
            <p:nvPr/>
          </p:nvSpPr>
          <p:spPr>
            <a:xfrm flipH="1" flipV="1">
              <a:off x="3210" y="941"/>
              <a:ext cx="0" cy="31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43" name="Text Box 10"/>
            <p:cNvSpPr txBox="1"/>
            <p:nvPr/>
          </p:nvSpPr>
          <p:spPr>
            <a:xfrm>
              <a:off x="2890" y="607"/>
              <a:ext cx="603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32 bits</a:t>
              </a:r>
              <a:endParaRPr lang="en-US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2744" name="Line 11"/>
            <p:cNvSpPr/>
            <p:nvPr/>
          </p:nvSpPr>
          <p:spPr>
            <a:xfrm>
              <a:off x="3552" y="762"/>
              <a:ext cx="899" cy="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2745" name="Line 12"/>
            <p:cNvSpPr/>
            <p:nvPr/>
          </p:nvSpPr>
          <p:spPr>
            <a:xfrm rot="10800000">
              <a:off x="1972" y="769"/>
              <a:ext cx="84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2746" name="Text Box 13"/>
            <p:cNvSpPr txBox="1"/>
            <p:nvPr/>
          </p:nvSpPr>
          <p:spPr>
            <a:xfrm>
              <a:off x="2590" y="2792"/>
              <a:ext cx="1383" cy="118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data </a:t>
              </a:r>
              <a:endPara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(variable length,</a:t>
              </a:r>
              <a:endPara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typically a TCP </a:t>
              </a:r>
              <a:endPara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or UDP segment)</a:t>
              </a:r>
              <a:endParaRPr lang="en-US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2747" name="Text Box 14"/>
            <p:cNvSpPr txBox="1"/>
            <p:nvPr/>
          </p:nvSpPr>
          <p:spPr>
            <a:xfrm>
              <a:off x="1929" y="1324"/>
              <a:ext cx="1351" cy="2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16-bit identifier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2748" name="Line 15"/>
            <p:cNvSpPr/>
            <p:nvPr/>
          </p:nvSpPr>
          <p:spPr>
            <a:xfrm flipV="1">
              <a:off x="1984" y="2205"/>
              <a:ext cx="248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49" name="Line 16"/>
            <p:cNvSpPr/>
            <p:nvPr/>
          </p:nvSpPr>
          <p:spPr>
            <a:xfrm flipV="1">
              <a:off x="1984" y="2505"/>
              <a:ext cx="248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50" name="Text Box 17"/>
            <p:cNvSpPr txBox="1"/>
            <p:nvPr/>
          </p:nvSpPr>
          <p:spPr>
            <a:xfrm>
              <a:off x="3449" y="1549"/>
              <a:ext cx="832" cy="4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header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 checksum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2751" name="Text Box 18"/>
            <p:cNvSpPr txBox="1"/>
            <p:nvPr/>
          </p:nvSpPr>
          <p:spPr>
            <a:xfrm>
              <a:off x="2024" y="1531"/>
              <a:ext cx="515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time to</a:t>
              </a:r>
              <a:endParaRPr lang="en-US" altLang="zh-CN" sz="1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live</a:t>
              </a:r>
              <a:endParaRPr lang="en-US" altLang="zh-CN" sz="1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2752" name="Text Box 19"/>
            <p:cNvSpPr txBox="1"/>
            <p:nvPr/>
          </p:nvSpPr>
          <p:spPr>
            <a:xfrm>
              <a:off x="2302" y="1959"/>
              <a:ext cx="1803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32 bit source IP address</a:t>
              </a:r>
              <a:endParaRPr lang="en-US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2753" name="Text Box 31"/>
            <p:cNvSpPr txBox="1"/>
            <p:nvPr/>
          </p:nvSpPr>
          <p:spPr>
            <a:xfrm>
              <a:off x="2227" y="907"/>
              <a:ext cx="468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head.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len</a:t>
              </a:r>
              <a:endPara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2754" name="Text Box 32"/>
            <p:cNvSpPr txBox="1"/>
            <p:nvPr/>
          </p:nvSpPr>
          <p:spPr>
            <a:xfrm>
              <a:off x="2642" y="901"/>
              <a:ext cx="580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type of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service</a:t>
              </a:r>
              <a:endPara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2755" name="Line 33"/>
            <p:cNvSpPr/>
            <p:nvPr/>
          </p:nvSpPr>
          <p:spPr>
            <a:xfrm flipH="1" flipV="1">
              <a:off x="2646" y="938"/>
              <a:ext cx="0" cy="31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56" name="Line 34"/>
            <p:cNvSpPr/>
            <p:nvPr/>
          </p:nvSpPr>
          <p:spPr>
            <a:xfrm flipH="1" flipV="1">
              <a:off x="2259" y="944"/>
              <a:ext cx="0" cy="31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57" name="Line 37"/>
            <p:cNvSpPr/>
            <p:nvPr/>
          </p:nvSpPr>
          <p:spPr>
            <a:xfrm flipH="1" flipV="1">
              <a:off x="3210" y="1265"/>
              <a:ext cx="0" cy="31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58" name="Text Box 38"/>
            <p:cNvSpPr txBox="1"/>
            <p:nvPr/>
          </p:nvSpPr>
          <p:spPr>
            <a:xfrm>
              <a:off x="3117" y="1314"/>
              <a:ext cx="486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flgs</a:t>
              </a:r>
              <a:endPara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2759" name="Line 39"/>
            <p:cNvSpPr/>
            <p:nvPr/>
          </p:nvSpPr>
          <p:spPr>
            <a:xfrm flipH="1" flipV="1">
              <a:off x="3504" y="1259"/>
              <a:ext cx="0" cy="31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60" name="Text Box 40"/>
            <p:cNvSpPr txBox="1"/>
            <p:nvPr/>
          </p:nvSpPr>
          <p:spPr>
            <a:xfrm>
              <a:off x="3531" y="1230"/>
              <a:ext cx="900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fragment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 offset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2761" name="Line 43"/>
            <p:cNvSpPr/>
            <p:nvPr/>
          </p:nvSpPr>
          <p:spPr>
            <a:xfrm flipV="1">
              <a:off x="1984" y="1581"/>
              <a:ext cx="248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62" name="Line 44"/>
            <p:cNvSpPr/>
            <p:nvPr/>
          </p:nvSpPr>
          <p:spPr>
            <a:xfrm flipH="1" flipV="1">
              <a:off x="3210" y="1583"/>
              <a:ext cx="0" cy="31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63" name="Line 45"/>
            <p:cNvSpPr/>
            <p:nvPr/>
          </p:nvSpPr>
          <p:spPr>
            <a:xfrm flipV="1">
              <a:off x="1972" y="1905"/>
              <a:ext cx="248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64" name="Text Box 46"/>
            <p:cNvSpPr txBox="1"/>
            <p:nvPr/>
          </p:nvSpPr>
          <p:spPr>
            <a:xfrm>
              <a:off x="2644" y="1525"/>
              <a:ext cx="531" cy="4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upper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 layer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2765" name="Line 47"/>
            <p:cNvSpPr/>
            <p:nvPr/>
          </p:nvSpPr>
          <p:spPr>
            <a:xfrm flipH="1" flipV="1">
              <a:off x="2610" y="1589"/>
              <a:ext cx="0" cy="31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66" name="Text Box 49"/>
            <p:cNvSpPr txBox="1"/>
            <p:nvPr/>
          </p:nvSpPr>
          <p:spPr>
            <a:xfrm>
              <a:off x="2172" y="2235"/>
              <a:ext cx="2113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32 bit destination IP address</a:t>
              </a:r>
              <a:endParaRPr lang="en-US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2767" name="Line 50"/>
            <p:cNvSpPr/>
            <p:nvPr/>
          </p:nvSpPr>
          <p:spPr>
            <a:xfrm flipV="1">
              <a:off x="1984" y="2787"/>
              <a:ext cx="248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68" name="Text Box 51"/>
            <p:cNvSpPr txBox="1"/>
            <p:nvPr/>
          </p:nvSpPr>
          <p:spPr>
            <a:xfrm>
              <a:off x="2634" y="2529"/>
              <a:ext cx="1137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options (if any)</a:t>
              </a:r>
              <a:endParaRPr lang="en-US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72707" name="Rectangle 2"/>
          <p:cNvSpPr>
            <a:spLocks noGrp="1"/>
          </p:cNvSpPr>
          <p:nvPr>
            <p:ph type="title"/>
          </p:nvPr>
        </p:nvSpPr>
        <p:spPr>
          <a:xfrm>
            <a:off x="2044700" y="0"/>
            <a:ext cx="7772400" cy="781050"/>
          </a:xfrm>
          <a:ln/>
        </p:spPr>
        <p:txBody>
          <a:bodyPr vert="horz" wrap="square" lIns="91440" tIns="45720" rIns="91440" bIns="45720" anchor="ctr" anchorCtr="0"/>
          <a:p>
            <a:pPr>
              <a:lnSpc>
                <a:spcPct val="150000"/>
              </a:lnSpc>
            </a:pPr>
            <a:r>
              <a:rPr lang="en-US" altLang="zh-CN" sz="4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IP datagram format</a:t>
            </a:r>
            <a:endParaRPr lang="en-US" altLang="zh-CN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3" name="Group 56"/>
          <p:cNvGrpSpPr/>
          <p:nvPr/>
        </p:nvGrpSpPr>
        <p:grpSpPr>
          <a:xfrm>
            <a:off x="2074863" y="858838"/>
            <a:ext cx="2719387" cy="792162"/>
            <a:chOff x="347" y="541"/>
            <a:chExt cx="1713" cy="499"/>
          </a:xfrm>
        </p:grpSpPr>
        <p:sp>
          <p:nvSpPr>
            <p:cNvPr id="72735" name="Text Box 20"/>
            <p:cNvSpPr txBox="1"/>
            <p:nvPr/>
          </p:nvSpPr>
          <p:spPr>
            <a:xfrm>
              <a:off x="347" y="541"/>
              <a:ext cx="1445" cy="4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 protocol version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number</a:t>
              </a:r>
              <a:endParaRPr lang="en-US" altLang="zh-CN" sz="1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2736" name="Line 23"/>
            <p:cNvSpPr/>
            <p:nvPr/>
          </p:nvSpPr>
          <p:spPr>
            <a:xfrm>
              <a:off x="1727" y="749"/>
              <a:ext cx="333" cy="291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57"/>
          <p:cNvGrpSpPr/>
          <p:nvPr/>
        </p:nvGrpSpPr>
        <p:grpSpPr>
          <a:xfrm>
            <a:off x="2635250" y="1406525"/>
            <a:ext cx="2563813" cy="646113"/>
            <a:chOff x="700" y="886"/>
            <a:chExt cx="1615" cy="407"/>
          </a:xfrm>
        </p:grpSpPr>
        <p:sp>
          <p:nvSpPr>
            <p:cNvPr id="72733" name="Text Box 21"/>
            <p:cNvSpPr txBox="1"/>
            <p:nvPr/>
          </p:nvSpPr>
          <p:spPr>
            <a:xfrm>
              <a:off x="700" y="886"/>
              <a:ext cx="1089" cy="4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header length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 (bytes)</a:t>
              </a:r>
              <a:endParaRPr lang="en-US" altLang="zh-CN" sz="1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2734" name="Line 24"/>
            <p:cNvSpPr/>
            <p:nvPr/>
          </p:nvSpPr>
          <p:spPr>
            <a:xfrm>
              <a:off x="1745" y="1100"/>
              <a:ext cx="570" cy="93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" name="Group 60"/>
          <p:cNvGrpSpPr/>
          <p:nvPr/>
        </p:nvGrpSpPr>
        <p:grpSpPr>
          <a:xfrm>
            <a:off x="1960563" y="2732088"/>
            <a:ext cx="3914775" cy="1828800"/>
            <a:chOff x="275" y="1721"/>
            <a:chExt cx="2466" cy="1152"/>
          </a:xfrm>
        </p:grpSpPr>
        <p:sp>
          <p:nvSpPr>
            <p:cNvPr id="72731" name="Text Box 27"/>
            <p:cNvSpPr txBox="1"/>
            <p:nvPr/>
          </p:nvSpPr>
          <p:spPr>
            <a:xfrm>
              <a:off x="275" y="2320"/>
              <a:ext cx="1587" cy="5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upper layer protocol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to deliver payload to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2732" name="Line 28"/>
            <p:cNvSpPr/>
            <p:nvPr/>
          </p:nvSpPr>
          <p:spPr>
            <a:xfrm flipV="1">
              <a:off x="1817" y="1721"/>
              <a:ext cx="924" cy="708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" name="Group 61"/>
          <p:cNvGrpSpPr/>
          <p:nvPr/>
        </p:nvGrpSpPr>
        <p:grpSpPr>
          <a:xfrm>
            <a:off x="8370888" y="1054100"/>
            <a:ext cx="2389187" cy="735013"/>
            <a:chOff x="4313" y="664"/>
            <a:chExt cx="1505" cy="463"/>
          </a:xfrm>
        </p:grpSpPr>
        <p:sp>
          <p:nvSpPr>
            <p:cNvPr id="72729" name="Text Box 26"/>
            <p:cNvSpPr txBox="1"/>
            <p:nvPr/>
          </p:nvSpPr>
          <p:spPr>
            <a:xfrm>
              <a:off x="4648" y="664"/>
              <a:ext cx="1170" cy="4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total datagram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length (bytes)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2730" name="Line 30"/>
            <p:cNvSpPr/>
            <p:nvPr/>
          </p:nvSpPr>
          <p:spPr>
            <a:xfrm flipH="1">
              <a:off x="4313" y="869"/>
              <a:ext cx="402" cy="258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" name="Group 58"/>
          <p:cNvGrpSpPr/>
          <p:nvPr/>
        </p:nvGrpSpPr>
        <p:grpSpPr>
          <a:xfrm>
            <a:off x="2236788" y="1760538"/>
            <a:ext cx="3609975" cy="568325"/>
            <a:chOff x="449" y="1109"/>
            <a:chExt cx="2274" cy="358"/>
          </a:xfrm>
        </p:grpSpPr>
        <p:sp>
          <p:nvSpPr>
            <p:cNvPr id="72727" name="Text Box 35"/>
            <p:cNvSpPr txBox="1"/>
            <p:nvPr/>
          </p:nvSpPr>
          <p:spPr>
            <a:xfrm>
              <a:off x="449" y="1234"/>
              <a:ext cx="1370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ja-JP" altLang="en-US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“</a:t>
              </a:r>
              <a:r>
                <a:rPr lang="en-US" altLang="ja-JP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type</a:t>
              </a:r>
              <a:r>
                <a:rPr lang="ja-JP" altLang="en-US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”</a:t>
              </a:r>
              <a:r>
                <a:rPr lang="en-US" altLang="ja-JP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 of data </a:t>
              </a:r>
              <a:endParaRPr lang="en-US" altLang="zh-CN" sz="1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2728" name="Line 36"/>
            <p:cNvSpPr/>
            <p:nvPr/>
          </p:nvSpPr>
          <p:spPr>
            <a:xfrm flipV="1">
              <a:off x="1757" y="1109"/>
              <a:ext cx="966" cy="261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" name="Group 62"/>
          <p:cNvGrpSpPr/>
          <p:nvPr/>
        </p:nvGrpSpPr>
        <p:grpSpPr>
          <a:xfrm>
            <a:off x="7037388" y="1781175"/>
            <a:ext cx="4321175" cy="923925"/>
            <a:chOff x="3119" y="1126"/>
            <a:chExt cx="2722" cy="582"/>
          </a:xfrm>
        </p:grpSpPr>
        <p:sp>
          <p:nvSpPr>
            <p:cNvPr id="72723" name="Text Box 25"/>
            <p:cNvSpPr txBox="1"/>
            <p:nvPr/>
          </p:nvSpPr>
          <p:spPr>
            <a:xfrm>
              <a:off x="4667" y="1126"/>
              <a:ext cx="1174" cy="5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for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fragmentation/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reassembly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2724" name="Line 29"/>
            <p:cNvSpPr/>
            <p:nvPr/>
          </p:nvSpPr>
          <p:spPr>
            <a:xfrm flipH="1">
              <a:off x="3443" y="1415"/>
              <a:ext cx="1284" cy="12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25" name="Line 41"/>
            <p:cNvSpPr/>
            <p:nvPr/>
          </p:nvSpPr>
          <p:spPr>
            <a:xfrm flipH="1" flipV="1">
              <a:off x="4301" y="1349"/>
              <a:ext cx="414" cy="72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26" name="Line 42"/>
            <p:cNvSpPr/>
            <p:nvPr/>
          </p:nvSpPr>
          <p:spPr>
            <a:xfrm flipH="1">
              <a:off x="3119" y="1421"/>
              <a:ext cx="1584" cy="3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" name="Group 59"/>
          <p:cNvGrpSpPr/>
          <p:nvPr/>
        </p:nvGrpSpPr>
        <p:grpSpPr>
          <a:xfrm>
            <a:off x="2319338" y="2406650"/>
            <a:ext cx="2622550" cy="1200150"/>
            <a:chOff x="501" y="1516"/>
            <a:chExt cx="1652" cy="756"/>
          </a:xfrm>
        </p:grpSpPr>
        <p:sp>
          <p:nvSpPr>
            <p:cNvPr id="72721" name="Text Box 22"/>
            <p:cNvSpPr txBox="1"/>
            <p:nvPr/>
          </p:nvSpPr>
          <p:spPr>
            <a:xfrm>
              <a:off x="501" y="1516"/>
              <a:ext cx="1345" cy="7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max number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remaining hops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(decremented at 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each router)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2722" name="Line 48"/>
            <p:cNvSpPr/>
            <p:nvPr/>
          </p:nvSpPr>
          <p:spPr>
            <a:xfrm>
              <a:off x="1805" y="1700"/>
              <a:ext cx="348" cy="57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" name="Group 63"/>
          <p:cNvGrpSpPr/>
          <p:nvPr/>
        </p:nvGrpSpPr>
        <p:grpSpPr>
          <a:xfrm>
            <a:off x="8056563" y="3987800"/>
            <a:ext cx="2730500" cy="1477963"/>
            <a:chOff x="4115" y="2512"/>
            <a:chExt cx="1720" cy="931"/>
          </a:xfrm>
        </p:grpSpPr>
        <p:sp>
          <p:nvSpPr>
            <p:cNvPr id="72719" name="Text Box 52"/>
            <p:cNvSpPr txBox="1"/>
            <p:nvPr/>
          </p:nvSpPr>
          <p:spPr>
            <a:xfrm>
              <a:off x="4595" y="2512"/>
              <a:ext cx="1240" cy="9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e.g. timestamp,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record route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taken, specify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list of routers 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to visit.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2720" name="Line 53"/>
            <p:cNvSpPr/>
            <p:nvPr/>
          </p:nvSpPr>
          <p:spPr>
            <a:xfrm flipH="1">
              <a:off x="4115" y="2651"/>
              <a:ext cx="516" cy="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75542" name="Rectangle 54"/>
          <p:cNvSpPr/>
          <p:nvPr/>
        </p:nvSpPr>
        <p:spPr>
          <a:xfrm>
            <a:off x="1768475" y="4595813"/>
            <a:ext cx="2620963" cy="1606550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342900" lvl="0" indent="-342900">
              <a:lnSpc>
                <a:spcPct val="100000"/>
              </a:lnSpc>
              <a:spcBef>
                <a:spcPct val="0"/>
              </a:spcBef>
              <a:buSzPct val="65000"/>
              <a:buNone/>
            </a:pPr>
            <a:r>
              <a:rPr lang="en-US" altLang="zh-CN" sz="18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how much overhead?</a:t>
            </a:r>
            <a:endParaRPr lang="en-US" altLang="zh-CN" sz="1800" b="1" i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342900" lvl="0" indent="-342900">
              <a:lnSpc>
                <a:spcPct val="100000"/>
              </a:lnSpc>
              <a:spcBef>
                <a:spcPct val="0"/>
              </a:spcBef>
              <a:buSzPct val="65000"/>
              <a:buFont typeface="Wingdings" panose="05000000000000000000" pitchFamily="2" charset="2"/>
              <a:buChar char="v"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20 bytes of TCP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342900" lvl="0" indent="-342900">
              <a:lnSpc>
                <a:spcPct val="100000"/>
              </a:lnSpc>
              <a:spcBef>
                <a:spcPct val="0"/>
              </a:spcBef>
              <a:buSzPct val="65000"/>
              <a:buFont typeface="Wingdings" panose="05000000000000000000" pitchFamily="2" charset="2"/>
              <a:buChar char="v"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20 bytes of IP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342900" lvl="0" indent="-342900">
              <a:lnSpc>
                <a:spcPct val="100000"/>
              </a:lnSpc>
              <a:spcBef>
                <a:spcPct val="0"/>
              </a:spcBef>
              <a:buSzPct val="65000"/>
              <a:buFont typeface="Wingdings" panose="05000000000000000000" pitchFamily="2" charset="2"/>
              <a:buChar char="v"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= 40 bytes + app layer overhead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72717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72718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7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554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页脚占位符 3"/>
          <p:cNvSpPr txBox="1">
            <a:spLocks noGrp="1"/>
          </p:cNvSpPr>
          <p:nvPr/>
        </p:nvSpPr>
        <p:spPr>
          <a:xfrm>
            <a:off x="6934200" y="64008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 Layer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74755" name="灯片编号占位符 4"/>
          <p:cNvSpPr txBox="1">
            <a:spLocks noGrp="1"/>
          </p:cNvSpPr>
          <p:nvPr/>
        </p:nvSpPr>
        <p:spPr>
          <a:xfrm>
            <a:off x="9686925" y="6400800"/>
            <a:ext cx="676275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</a:fld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1988" name="Text Box 3"/>
          <p:cNvSpPr txBox="1"/>
          <p:nvPr/>
        </p:nvSpPr>
        <p:spPr>
          <a:xfrm>
            <a:off x="1339850" y="508000"/>
            <a:ext cx="9512300" cy="1323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     </a:t>
            </a:r>
            <a:r>
              <a:rPr lang="en-US" altLang="zh-CN" sz="32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MTU</a:t>
            </a:r>
            <a:r>
              <a:rPr lang="en-US" altLang="zh-CN" sz="24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最大传输单元</a:t>
            </a:r>
            <a:r>
              <a:rPr lang="en-US" altLang="zh-CN" sz="24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):</a:t>
            </a:r>
            <a:r>
              <a:rPr lang="en-US" altLang="zh-CN" sz="24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The maximum amount of data that a link layer packet can carry</a:t>
            </a:r>
            <a:endParaRPr lang="en-US" altLang="zh-CN" sz="2400" b="1" i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1989" name="Text Box 4"/>
          <p:cNvSpPr txBox="1"/>
          <p:nvPr/>
        </p:nvSpPr>
        <p:spPr>
          <a:xfrm>
            <a:off x="1600200" y="1852613"/>
            <a:ext cx="9567863" cy="1138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en-US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  The MTU of the link-layer protocol places a hard limit on the length of an IP datagram</a:t>
            </a:r>
            <a:endParaRPr lang="en-US" altLang="zh-CN" sz="2400" b="1" i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41990" name="组合 41989"/>
          <p:cNvGrpSpPr/>
          <p:nvPr/>
        </p:nvGrpSpPr>
        <p:grpSpPr>
          <a:xfrm>
            <a:off x="1524000" y="3429000"/>
            <a:ext cx="9864725" cy="2303463"/>
            <a:chOff x="0" y="0"/>
            <a:chExt cx="5687" cy="1451"/>
          </a:xfrm>
        </p:grpSpPr>
        <p:sp>
          <p:nvSpPr>
            <p:cNvPr id="74759" name="Text Box 6"/>
            <p:cNvSpPr txBox="1"/>
            <p:nvPr/>
          </p:nvSpPr>
          <p:spPr>
            <a:xfrm>
              <a:off x="0" y="384"/>
              <a:ext cx="5687" cy="106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     What is a problem is that each of the links along the route between sender and destination can use different link-layer protocols, and each of these protocols can have different MTUs?</a:t>
              </a:r>
              <a:endParaRPr lang="en-US" altLang="zh-CN" sz="24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4760" name="Text Box 7"/>
            <p:cNvSpPr txBox="1"/>
            <p:nvPr/>
          </p:nvSpPr>
          <p:spPr>
            <a:xfrm>
              <a:off x="96" y="0"/>
              <a:ext cx="960" cy="369"/>
            </a:xfrm>
            <a:prstGeom prst="rect">
              <a:avLst/>
            </a:prstGeom>
            <a:solidFill>
              <a:schemeClr val="tx2"/>
            </a:solidFill>
            <a:ln w="9525">
              <a:noFill/>
            </a:ln>
            <a:effectLst>
              <a:outerShdw dist="107763" dir="13499999" algn="ctr" rotWithShape="0">
                <a:srgbClr val="B2B2B2"/>
              </a:outerShdw>
            </a:effectLst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 eaLnBrk="1" hangingPunct="1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problem</a:t>
              </a:r>
              <a:endParaRPr lang="en-US" altLang="zh-CN" sz="2400" b="1" dirty="0">
                <a:solidFill>
                  <a:schemeClr val="bg1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98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" grpId="0"/>
      <p:bldP spid="4198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Rectangle 2"/>
          <p:cNvSpPr>
            <a:spLocks noGrp="1"/>
          </p:cNvSpPr>
          <p:nvPr>
            <p:ph type="title"/>
          </p:nvPr>
        </p:nvSpPr>
        <p:spPr>
          <a:xfrm>
            <a:off x="2057400" y="185738"/>
            <a:ext cx="9150350" cy="728662"/>
          </a:xfrm>
          <a:ln/>
        </p:spPr>
        <p:txBody>
          <a:bodyPr vert="horz" wrap="square" lIns="91440" tIns="45720" rIns="91440" bIns="45720" anchor="ctr" anchorCtr="0"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IP fragmentation, reassembly</a:t>
            </a:r>
            <a:endParaRPr lang="en-US" altLang="zh-CN" sz="4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75779" name="Rectangle 3"/>
          <p:cNvSpPr>
            <a:spLocks noGrp="1"/>
          </p:cNvSpPr>
          <p:nvPr>
            <p:ph sz="half" idx="1"/>
          </p:nvPr>
        </p:nvSpPr>
        <p:spPr>
          <a:xfrm>
            <a:off x="660400" y="1377950"/>
            <a:ext cx="5984875" cy="515620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links have </a:t>
            </a:r>
            <a:r>
              <a:rPr lang="en-US" altLang="zh-CN" sz="20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MTU (max.transfer size) </a:t>
            </a: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- largest possible link-level frame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different link types, different MTUs 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large IP datagram divided (</a:t>
            </a:r>
            <a:r>
              <a:rPr lang="ja-JP" altLang="en-US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“</a:t>
            </a:r>
            <a:r>
              <a:rPr lang="en-US" altLang="ja-JP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fragmented</a:t>
            </a:r>
            <a:r>
              <a:rPr lang="ja-JP" altLang="en-US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”</a:t>
            </a:r>
            <a:r>
              <a:rPr lang="en-US" altLang="ja-JP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) within net</a:t>
            </a:r>
            <a:endParaRPr lang="en-US" altLang="ja-JP" sz="20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one datagram becomes several datagrams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ja-JP" altLang="en-US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“</a:t>
            </a:r>
            <a:r>
              <a:rPr lang="en-US" altLang="ja-JP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reassembled</a:t>
            </a:r>
            <a:r>
              <a:rPr lang="ja-JP" altLang="en-US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”</a:t>
            </a:r>
            <a:r>
              <a:rPr lang="en-US" altLang="ja-JP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 only at final destination</a:t>
            </a:r>
            <a:endParaRPr lang="en-US" altLang="ja-JP" sz="2000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IP header bits used to identify, order related fragments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</p:txBody>
      </p:sp>
      <p:sp>
        <p:nvSpPr>
          <p:cNvPr id="75780" name="Freeform 4"/>
          <p:cNvSpPr/>
          <p:nvPr/>
        </p:nvSpPr>
        <p:spPr>
          <a:xfrm>
            <a:off x="7539038" y="1230313"/>
            <a:ext cx="2436812" cy="2255837"/>
          </a:xfrm>
          <a:custGeom>
            <a:avLst/>
            <a:gdLst>
              <a:gd name="txL" fmla="*/ 0 w 1292"/>
              <a:gd name="txT" fmla="*/ 0 h 1255"/>
              <a:gd name="txR" fmla="*/ 1292 w 1292"/>
              <a:gd name="txB" fmla="*/ 1255 h 1255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75781" name="Freeform 5"/>
          <p:cNvSpPr/>
          <p:nvPr/>
        </p:nvSpPr>
        <p:spPr>
          <a:xfrm>
            <a:off x="7539038" y="3632200"/>
            <a:ext cx="1976437" cy="1987550"/>
          </a:xfrm>
          <a:custGeom>
            <a:avLst/>
            <a:gdLst>
              <a:gd name="txL" fmla="*/ 0 w 873"/>
              <a:gd name="txT" fmla="*/ 0 h 940"/>
              <a:gd name="txR" fmla="*/ 873 w 873"/>
              <a:gd name="txB" fmla="*/ 940 h 94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873" h="940">
                <a:moveTo>
                  <a:pt x="2" y="405"/>
                </a:moveTo>
                <a:cubicBezTo>
                  <a:pt x="17" y="290"/>
                  <a:pt x="138" y="129"/>
                  <a:pt x="230" y="65"/>
                </a:cubicBezTo>
                <a:cubicBezTo>
                  <a:pt x="322" y="1"/>
                  <a:pt x="460" y="0"/>
                  <a:pt x="555" y="22"/>
                </a:cubicBezTo>
                <a:cubicBezTo>
                  <a:pt x="650" y="44"/>
                  <a:pt x="748" y="143"/>
                  <a:pt x="800" y="197"/>
                </a:cubicBezTo>
                <a:cubicBezTo>
                  <a:pt x="852" y="251"/>
                  <a:pt x="859" y="292"/>
                  <a:pt x="866" y="347"/>
                </a:cubicBezTo>
                <a:cubicBezTo>
                  <a:pt x="873" y="402"/>
                  <a:pt x="855" y="457"/>
                  <a:pt x="842" y="527"/>
                </a:cubicBezTo>
                <a:cubicBezTo>
                  <a:pt x="829" y="597"/>
                  <a:pt x="827" y="714"/>
                  <a:pt x="788" y="767"/>
                </a:cubicBezTo>
                <a:cubicBezTo>
                  <a:pt x="749" y="820"/>
                  <a:pt x="670" y="819"/>
                  <a:pt x="608" y="845"/>
                </a:cubicBezTo>
                <a:cubicBezTo>
                  <a:pt x="546" y="871"/>
                  <a:pt x="496" y="940"/>
                  <a:pt x="418" y="925"/>
                </a:cubicBezTo>
                <a:cubicBezTo>
                  <a:pt x="340" y="910"/>
                  <a:pt x="208" y="840"/>
                  <a:pt x="139" y="754"/>
                </a:cubicBezTo>
                <a:cubicBezTo>
                  <a:pt x="69" y="667"/>
                  <a:pt x="0" y="546"/>
                  <a:pt x="2" y="405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75782" name="Line 16"/>
          <p:cNvSpPr/>
          <p:nvPr/>
        </p:nvSpPr>
        <p:spPr>
          <a:xfrm flipV="1">
            <a:off x="7612063" y="2185988"/>
            <a:ext cx="127000" cy="31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5783" name="Line 17"/>
          <p:cNvSpPr/>
          <p:nvPr/>
        </p:nvSpPr>
        <p:spPr>
          <a:xfrm>
            <a:off x="8188325" y="1511300"/>
            <a:ext cx="658813" cy="2794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5784" name="Line 18"/>
          <p:cNvSpPr/>
          <p:nvPr/>
        </p:nvSpPr>
        <p:spPr>
          <a:xfrm>
            <a:off x="9034463" y="1847850"/>
            <a:ext cx="196850" cy="6699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5785" name="Line 19"/>
          <p:cNvSpPr/>
          <p:nvPr/>
        </p:nvSpPr>
        <p:spPr>
          <a:xfrm>
            <a:off x="7937500" y="1624013"/>
            <a:ext cx="1588" cy="5826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5786" name="Line 20"/>
          <p:cNvSpPr/>
          <p:nvPr/>
        </p:nvSpPr>
        <p:spPr>
          <a:xfrm>
            <a:off x="8172450" y="2278063"/>
            <a:ext cx="971550" cy="40163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5787" name="Line 21"/>
          <p:cNvSpPr/>
          <p:nvPr/>
        </p:nvSpPr>
        <p:spPr>
          <a:xfrm flipH="1" flipV="1">
            <a:off x="9445625" y="2808288"/>
            <a:ext cx="476250" cy="6873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5788" name="Line 22"/>
          <p:cNvSpPr/>
          <p:nvPr/>
        </p:nvSpPr>
        <p:spPr>
          <a:xfrm flipH="1">
            <a:off x="8196263" y="1816100"/>
            <a:ext cx="758825" cy="5175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5789" name="Line 23"/>
          <p:cNvSpPr/>
          <p:nvPr/>
        </p:nvSpPr>
        <p:spPr>
          <a:xfrm flipH="1">
            <a:off x="8205788" y="1255713"/>
            <a:ext cx="476250" cy="3429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5790" name="Line 24"/>
          <p:cNvSpPr/>
          <p:nvPr/>
        </p:nvSpPr>
        <p:spPr>
          <a:xfrm flipH="1">
            <a:off x="8923338" y="1431925"/>
            <a:ext cx="273050" cy="23653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5791" name="Line 119"/>
          <p:cNvSpPr/>
          <p:nvPr/>
        </p:nvSpPr>
        <p:spPr>
          <a:xfrm flipH="1">
            <a:off x="9402763" y="3808413"/>
            <a:ext cx="636587" cy="8778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" name="Group 199"/>
          <p:cNvGrpSpPr/>
          <p:nvPr/>
        </p:nvGrpSpPr>
        <p:grpSpPr>
          <a:xfrm>
            <a:off x="7945438" y="2557463"/>
            <a:ext cx="1222375" cy="403225"/>
            <a:chOff x="3152" y="1862"/>
            <a:chExt cx="770" cy="254"/>
          </a:xfrm>
        </p:grpSpPr>
        <p:grpSp>
          <p:nvGrpSpPr>
            <p:cNvPr id="75907" name="Group 120"/>
            <p:cNvGrpSpPr/>
            <p:nvPr/>
          </p:nvGrpSpPr>
          <p:grpSpPr>
            <a:xfrm rot="1433392">
              <a:off x="3152" y="1862"/>
              <a:ext cx="648" cy="108"/>
              <a:chOff x="4712" y="1742"/>
              <a:chExt cx="648" cy="108"/>
            </a:xfrm>
          </p:grpSpPr>
          <p:sp>
            <p:nvSpPr>
              <p:cNvPr id="75909" name="Rectangle 121"/>
              <p:cNvSpPr/>
              <p:nvPr/>
            </p:nvSpPr>
            <p:spPr>
              <a:xfrm>
                <a:off x="4712" y="1742"/>
                <a:ext cx="648" cy="108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75910" name="Rectangle 122"/>
              <p:cNvSpPr/>
              <p:nvPr/>
            </p:nvSpPr>
            <p:spPr>
              <a:xfrm>
                <a:off x="4710" y="1742"/>
                <a:ext cx="534" cy="108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75908" name="Line 132"/>
            <p:cNvSpPr/>
            <p:nvPr/>
          </p:nvSpPr>
          <p:spPr>
            <a:xfrm>
              <a:off x="3784" y="2060"/>
              <a:ext cx="138" cy="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576648" name="Text Box 136"/>
          <p:cNvSpPr txBox="1"/>
          <p:nvPr/>
        </p:nvSpPr>
        <p:spPr>
          <a:xfrm>
            <a:off x="9556750" y="1843088"/>
            <a:ext cx="2701925" cy="1158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fragmentation:</a:t>
            </a: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in:</a:t>
            </a: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one large datagram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out:</a:t>
            </a: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3 smaller datagrams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75794" name="Line 118"/>
          <p:cNvSpPr/>
          <p:nvPr/>
        </p:nvSpPr>
        <p:spPr>
          <a:xfrm>
            <a:off x="8426450" y="4779963"/>
            <a:ext cx="287338" cy="31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4" name="Group 220"/>
          <p:cNvGrpSpPr/>
          <p:nvPr/>
        </p:nvGrpSpPr>
        <p:grpSpPr>
          <a:xfrm>
            <a:off x="8348663" y="3954463"/>
            <a:ext cx="708025" cy="558800"/>
            <a:chOff x="3406" y="2742"/>
            <a:chExt cx="446" cy="352"/>
          </a:xfrm>
        </p:grpSpPr>
        <p:grpSp>
          <p:nvGrpSpPr>
            <p:cNvPr id="75895" name="Group 137"/>
            <p:cNvGrpSpPr/>
            <p:nvPr/>
          </p:nvGrpSpPr>
          <p:grpSpPr>
            <a:xfrm rot="-10773343">
              <a:off x="3566" y="2742"/>
              <a:ext cx="282" cy="108"/>
              <a:chOff x="5078" y="1860"/>
              <a:chExt cx="282" cy="108"/>
            </a:xfrm>
          </p:grpSpPr>
          <p:sp>
            <p:nvSpPr>
              <p:cNvPr id="75905" name="Rectangle 138"/>
              <p:cNvSpPr/>
              <p:nvPr/>
            </p:nvSpPr>
            <p:spPr>
              <a:xfrm>
                <a:off x="5216" y="1860"/>
                <a:ext cx="144" cy="108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75906" name="Rectangle 139"/>
              <p:cNvSpPr/>
              <p:nvPr/>
            </p:nvSpPr>
            <p:spPr>
              <a:xfrm>
                <a:off x="5080" y="1860"/>
                <a:ext cx="166" cy="108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75896" name="Group 140"/>
            <p:cNvGrpSpPr/>
            <p:nvPr/>
          </p:nvGrpSpPr>
          <p:grpSpPr>
            <a:xfrm rot="-10773343">
              <a:off x="3568" y="2864"/>
              <a:ext cx="282" cy="108"/>
              <a:chOff x="5078" y="1860"/>
              <a:chExt cx="282" cy="108"/>
            </a:xfrm>
          </p:grpSpPr>
          <p:sp>
            <p:nvSpPr>
              <p:cNvPr id="75903" name="Rectangle 141"/>
              <p:cNvSpPr/>
              <p:nvPr/>
            </p:nvSpPr>
            <p:spPr>
              <a:xfrm>
                <a:off x="5216" y="1860"/>
                <a:ext cx="144" cy="108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75904" name="Rectangle 142"/>
              <p:cNvSpPr/>
              <p:nvPr/>
            </p:nvSpPr>
            <p:spPr>
              <a:xfrm>
                <a:off x="5080" y="1860"/>
                <a:ext cx="166" cy="108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75897" name="Group 143"/>
            <p:cNvGrpSpPr/>
            <p:nvPr/>
          </p:nvGrpSpPr>
          <p:grpSpPr>
            <a:xfrm rot="-10773343">
              <a:off x="3570" y="2986"/>
              <a:ext cx="282" cy="108"/>
              <a:chOff x="5078" y="1860"/>
              <a:chExt cx="282" cy="108"/>
            </a:xfrm>
          </p:grpSpPr>
          <p:sp>
            <p:nvSpPr>
              <p:cNvPr id="75901" name="Rectangle 144"/>
              <p:cNvSpPr/>
              <p:nvPr/>
            </p:nvSpPr>
            <p:spPr>
              <a:xfrm>
                <a:off x="5216" y="1860"/>
                <a:ext cx="144" cy="108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75902" name="Rectangle 145"/>
              <p:cNvSpPr/>
              <p:nvPr/>
            </p:nvSpPr>
            <p:spPr>
              <a:xfrm>
                <a:off x="5080" y="1860"/>
                <a:ext cx="166" cy="108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75898" name="Line 146"/>
            <p:cNvSpPr/>
            <p:nvPr/>
          </p:nvSpPr>
          <p:spPr>
            <a:xfrm rot="9691848">
              <a:off x="3412" y="2778"/>
              <a:ext cx="138" cy="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5899" name="Line 147"/>
            <p:cNvSpPr/>
            <p:nvPr/>
          </p:nvSpPr>
          <p:spPr>
            <a:xfrm rot="9691848">
              <a:off x="3406" y="2888"/>
              <a:ext cx="138" cy="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5900" name="Line 148"/>
            <p:cNvSpPr/>
            <p:nvPr/>
          </p:nvSpPr>
          <p:spPr>
            <a:xfrm rot="9691848">
              <a:off x="3408" y="3018"/>
              <a:ext cx="138" cy="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8" name="Group 233"/>
          <p:cNvGrpSpPr/>
          <p:nvPr/>
        </p:nvGrpSpPr>
        <p:grpSpPr>
          <a:xfrm>
            <a:off x="7229475" y="3473450"/>
            <a:ext cx="1450975" cy="490538"/>
            <a:chOff x="2701" y="2439"/>
            <a:chExt cx="914" cy="309"/>
          </a:xfrm>
        </p:grpSpPr>
        <p:grpSp>
          <p:nvGrpSpPr>
            <p:cNvPr id="75889" name="Group 232"/>
            <p:cNvGrpSpPr/>
            <p:nvPr/>
          </p:nvGrpSpPr>
          <p:grpSpPr>
            <a:xfrm>
              <a:off x="2701" y="2639"/>
              <a:ext cx="806" cy="109"/>
              <a:chOff x="2540" y="2639"/>
              <a:chExt cx="806" cy="109"/>
            </a:xfrm>
          </p:grpSpPr>
          <p:grpSp>
            <p:nvGrpSpPr>
              <p:cNvPr id="75891" name="Group 149"/>
              <p:cNvGrpSpPr/>
              <p:nvPr/>
            </p:nvGrpSpPr>
            <p:grpSpPr>
              <a:xfrm rot="10793026">
                <a:off x="2697" y="2639"/>
                <a:ext cx="649" cy="109"/>
                <a:chOff x="4712" y="1742"/>
                <a:chExt cx="648" cy="108"/>
              </a:xfrm>
            </p:grpSpPr>
            <p:sp>
              <p:nvSpPr>
                <p:cNvPr id="75893" name="Rectangle 150"/>
                <p:cNvSpPr/>
                <p:nvPr/>
              </p:nvSpPr>
              <p:spPr>
                <a:xfrm>
                  <a:off x="4712" y="1742"/>
                  <a:ext cx="648" cy="108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75894" name="Rectangle 151"/>
                <p:cNvSpPr/>
                <p:nvPr/>
              </p:nvSpPr>
              <p:spPr>
                <a:xfrm>
                  <a:off x="4714" y="1744"/>
                  <a:ext cx="534" cy="108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  <p:sp>
            <p:nvSpPr>
              <p:cNvPr id="75892" name="Line 152"/>
              <p:cNvSpPr/>
              <p:nvPr/>
            </p:nvSpPr>
            <p:spPr>
              <a:xfrm rot="9691848">
                <a:off x="2540" y="2666"/>
                <a:ext cx="138" cy="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75890" name="Text Box 153"/>
            <p:cNvSpPr txBox="1"/>
            <p:nvPr/>
          </p:nvSpPr>
          <p:spPr>
            <a:xfrm>
              <a:off x="2810" y="2439"/>
              <a:ext cx="805" cy="2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i="1" dirty="0">
                  <a:solidFill>
                    <a:srgbClr val="CC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reassembly</a:t>
              </a:r>
              <a:endParaRPr lang="en-US" altLang="zh-CN" sz="18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pic>
        <p:nvPicPr>
          <p:cNvPr id="75797" name="Picture 154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05025" y="881063"/>
            <a:ext cx="6856413" cy="173037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75798" name="Group 162"/>
          <p:cNvGrpSpPr/>
          <p:nvPr/>
        </p:nvGrpSpPr>
        <p:grpSpPr>
          <a:xfrm>
            <a:off x="6791325" y="1309688"/>
            <a:ext cx="892175" cy="1720850"/>
            <a:chOff x="2345" y="1140"/>
            <a:chExt cx="562" cy="1084"/>
          </a:xfrm>
        </p:grpSpPr>
        <p:sp>
          <p:nvSpPr>
            <p:cNvPr id="75879" name="Line 8"/>
            <p:cNvSpPr/>
            <p:nvPr/>
          </p:nvSpPr>
          <p:spPr>
            <a:xfrm flipV="1">
              <a:off x="2811" y="1459"/>
              <a:ext cx="62" cy="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80" name="Line 10"/>
            <p:cNvSpPr/>
            <p:nvPr/>
          </p:nvSpPr>
          <p:spPr>
            <a:xfrm flipV="1">
              <a:off x="2811" y="1967"/>
              <a:ext cx="62" cy="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81" name="Line 15"/>
            <p:cNvSpPr/>
            <p:nvPr/>
          </p:nvSpPr>
          <p:spPr>
            <a:xfrm>
              <a:off x="2868" y="1456"/>
              <a:ext cx="0" cy="51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75882" name="Group 155"/>
            <p:cNvGrpSpPr/>
            <p:nvPr/>
          </p:nvGrpSpPr>
          <p:grpSpPr>
            <a:xfrm>
              <a:off x="2345" y="1140"/>
              <a:ext cx="503" cy="444"/>
              <a:chOff x="-44" y="1473"/>
              <a:chExt cx="981" cy="1105"/>
            </a:xfrm>
          </p:grpSpPr>
          <p:pic>
            <p:nvPicPr>
              <p:cNvPr id="75887" name="Picture 156" descr="desktop_computer_stylized_medium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75888" name="Freeform 15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>
                  <a:gd name="txL" fmla="*/ 0 w 356"/>
                  <a:gd name="txT" fmla="*/ 0 h 368"/>
                  <a:gd name="txR" fmla="*/ 356 w 356"/>
                  <a:gd name="txB" fmla="*/ 368 h 368"/>
                </a:gdLst>
                <a:ahLst/>
                <a:cxnLst>
                  <a:cxn ang="0">
                    <a:pos x="0" y="0"/>
                  </a:cxn>
                  <a:cxn ang="0">
                    <a:pos x="77884" y="5998"/>
                  </a:cxn>
                  <a:cxn ang="0">
                    <a:pos x="92393" y="124961"/>
                  </a:cxn>
                  <a:cxn ang="0">
                    <a:pos x="20362" y="156280"/>
                  </a:cxn>
                  <a:cxn ang="0">
                    <a:pos x="0" y="0"/>
                  </a:cxn>
                </a:cxnLst>
                <a:rect l="txL" t="txT" r="txR" b="tx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75883" name="Text Box 158"/>
            <p:cNvSpPr txBox="1"/>
            <p:nvPr/>
          </p:nvSpPr>
          <p:spPr>
            <a:xfrm rot="5400000">
              <a:off x="2562" y="1462"/>
              <a:ext cx="269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…</a:t>
              </a:r>
              <a:endPara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75884" name="Group 159"/>
            <p:cNvGrpSpPr/>
            <p:nvPr/>
          </p:nvGrpSpPr>
          <p:grpSpPr>
            <a:xfrm>
              <a:off x="2357" y="1780"/>
              <a:ext cx="503" cy="444"/>
              <a:chOff x="-44" y="1473"/>
              <a:chExt cx="981" cy="1105"/>
            </a:xfrm>
          </p:grpSpPr>
          <p:pic>
            <p:nvPicPr>
              <p:cNvPr id="75885" name="Picture 160" descr="desktop_computer_stylized_medium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75886" name="Freeform 16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>
                  <a:gd name="txL" fmla="*/ 0 w 356"/>
                  <a:gd name="txT" fmla="*/ 0 h 368"/>
                  <a:gd name="txR" fmla="*/ 356 w 356"/>
                  <a:gd name="txB" fmla="*/ 368 h 368"/>
                </a:gdLst>
                <a:ahLst/>
                <a:cxnLst>
                  <a:cxn ang="0">
                    <a:pos x="0" y="0"/>
                  </a:cxn>
                  <a:cxn ang="0">
                    <a:pos x="77884" y="5998"/>
                  </a:cxn>
                  <a:cxn ang="0">
                    <a:pos x="92393" y="124961"/>
                  </a:cxn>
                  <a:cxn ang="0">
                    <a:pos x="20362" y="156280"/>
                  </a:cxn>
                  <a:cxn ang="0">
                    <a:pos x="0" y="0"/>
                  </a:cxn>
                </a:cxnLst>
                <a:rect l="txL" t="txT" r="txR" b="tx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75799" name="Group 163"/>
          <p:cNvGrpSpPr/>
          <p:nvPr/>
        </p:nvGrpSpPr>
        <p:grpSpPr>
          <a:xfrm>
            <a:off x="8912225" y="2497138"/>
            <a:ext cx="698500" cy="355600"/>
            <a:chOff x="4396" y="1245"/>
            <a:chExt cx="672" cy="248"/>
          </a:xfrm>
        </p:grpSpPr>
        <p:sp>
          <p:nvSpPr>
            <p:cNvPr id="75871" name="Oval 407"/>
            <p:cNvSpPr/>
            <p:nvPr/>
          </p:nvSpPr>
          <p:spPr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5872" name="Rectangle 410"/>
            <p:cNvSpPr/>
            <p:nvPr/>
          </p:nvSpPr>
          <p:spPr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5873" name="Oval 411"/>
            <p:cNvSpPr/>
            <p:nvPr/>
          </p:nvSpPr>
          <p:spPr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75874" name="Group 167"/>
            <p:cNvGrpSpPr/>
            <p:nvPr/>
          </p:nvGrpSpPr>
          <p:grpSpPr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75877" name="Freeform 168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5878" name="Freeform 169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75875" name="Line 170"/>
            <p:cNvSpPr/>
            <p:nvPr/>
          </p:nvSpPr>
          <p:spPr>
            <a:xfrm>
              <a:off x="4399" y="1321"/>
              <a:ext cx="0" cy="109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76" name="Line 171"/>
            <p:cNvSpPr/>
            <p:nvPr/>
          </p:nvSpPr>
          <p:spPr>
            <a:xfrm>
              <a:off x="5063" y="1326"/>
              <a:ext cx="0" cy="107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5800" name="Group 172"/>
          <p:cNvGrpSpPr/>
          <p:nvPr/>
        </p:nvGrpSpPr>
        <p:grpSpPr>
          <a:xfrm>
            <a:off x="7699375" y="1392238"/>
            <a:ext cx="698500" cy="355600"/>
            <a:chOff x="4396" y="1245"/>
            <a:chExt cx="672" cy="248"/>
          </a:xfrm>
        </p:grpSpPr>
        <p:sp>
          <p:nvSpPr>
            <p:cNvPr id="75863" name="Oval 407"/>
            <p:cNvSpPr/>
            <p:nvPr/>
          </p:nvSpPr>
          <p:spPr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5864" name="Rectangle 410"/>
            <p:cNvSpPr/>
            <p:nvPr/>
          </p:nvSpPr>
          <p:spPr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5865" name="Oval 411"/>
            <p:cNvSpPr/>
            <p:nvPr/>
          </p:nvSpPr>
          <p:spPr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75866" name="Group 176"/>
            <p:cNvGrpSpPr/>
            <p:nvPr/>
          </p:nvGrpSpPr>
          <p:grpSpPr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75869" name="Freeform 177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5870" name="Freeform 178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75867" name="Line 179"/>
            <p:cNvSpPr/>
            <p:nvPr/>
          </p:nvSpPr>
          <p:spPr>
            <a:xfrm>
              <a:off x="4399" y="1321"/>
              <a:ext cx="0" cy="109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68" name="Line 180"/>
            <p:cNvSpPr/>
            <p:nvPr/>
          </p:nvSpPr>
          <p:spPr>
            <a:xfrm>
              <a:off x="5063" y="1326"/>
              <a:ext cx="0" cy="107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5801" name="Group 181"/>
          <p:cNvGrpSpPr/>
          <p:nvPr/>
        </p:nvGrpSpPr>
        <p:grpSpPr>
          <a:xfrm>
            <a:off x="7705725" y="2027238"/>
            <a:ext cx="698500" cy="355600"/>
            <a:chOff x="4396" y="1245"/>
            <a:chExt cx="672" cy="248"/>
          </a:xfrm>
        </p:grpSpPr>
        <p:sp>
          <p:nvSpPr>
            <p:cNvPr id="75855" name="Oval 407"/>
            <p:cNvSpPr/>
            <p:nvPr/>
          </p:nvSpPr>
          <p:spPr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5856" name="Rectangle 410"/>
            <p:cNvSpPr/>
            <p:nvPr/>
          </p:nvSpPr>
          <p:spPr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5857" name="Oval 411"/>
            <p:cNvSpPr/>
            <p:nvPr/>
          </p:nvSpPr>
          <p:spPr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75858" name="Group 185"/>
            <p:cNvGrpSpPr/>
            <p:nvPr/>
          </p:nvGrpSpPr>
          <p:grpSpPr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75861" name="Freeform 186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5862" name="Freeform 187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75859" name="Line 188"/>
            <p:cNvSpPr/>
            <p:nvPr/>
          </p:nvSpPr>
          <p:spPr>
            <a:xfrm>
              <a:off x="4399" y="1321"/>
              <a:ext cx="0" cy="109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60" name="Line 189"/>
            <p:cNvSpPr/>
            <p:nvPr/>
          </p:nvSpPr>
          <p:spPr>
            <a:xfrm>
              <a:off x="5063" y="1326"/>
              <a:ext cx="0" cy="107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5802" name="Group 190"/>
          <p:cNvGrpSpPr/>
          <p:nvPr/>
        </p:nvGrpSpPr>
        <p:grpSpPr>
          <a:xfrm>
            <a:off x="8537575" y="1601788"/>
            <a:ext cx="698500" cy="355600"/>
            <a:chOff x="4396" y="1245"/>
            <a:chExt cx="672" cy="248"/>
          </a:xfrm>
        </p:grpSpPr>
        <p:sp>
          <p:nvSpPr>
            <p:cNvPr id="75847" name="Oval 407"/>
            <p:cNvSpPr/>
            <p:nvPr/>
          </p:nvSpPr>
          <p:spPr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5848" name="Rectangle 410"/>
            <p:cNvSpPr/>
            <p:nvPr/>
          </p:nvSpPr>
          <p:spPr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5849" name="Oval 411"/>
            <p:cNvSpPr/>
            <p:nvPr/>
          </p:nvSpPr>
          <p:spPr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75850" name="Group 194"/>
            <p:cNvGrpSpPr/>
            <p:nvPr/>
          </p:nvGrpSpPr>
          <p:grpSpPr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75853" name="Freeform 195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5854" name="Freeform 196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75851" name="Line 197"/>
            <p:cNvSpPr/>
            <p:nvPr/>
          </p:nvSpPr>
          <p:spPr>
            <a:xfrm>
              <a:off x="4399" y="1321"/>
              <a:ext cx="0" cy="109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52" name="Line 198"/>
            <p:cNvSpPr/>
            <p:nvPr/>
          </p:nvSpPr>
          <p:spPr>
            <a:xfrm>
              <a:off x="5063" y="1326"/>
              <a:ext cx="0" cy="107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2" name="Group 200"/>
          <p:cNvGrpSpPr/>
          <p:nvPr/>
        </p:nvGrpSpPr>
        <p:grpSpPr>
          <a:xfrm>
            <a:off x="9363075" y="2705100"/>
            <a:ext cx="1033463" cy="801688"/>
            <a:chOff x="4045" y="1955"/>
            <a:chExt cx="651" cy="505"/>
          </a:xfrm>
        </p:grpSpPr>
        <p:grpSp>
          <p:nvGrpSpPr>
            <p:cNvPr id="75835" name="Group 123"/>
            <p:cNvGrpSpPr/>
            <p:nvPr/>
          </p:nvGrpSpPr>
          <p:grpSpPr>
            <a:xfrm rot="3346875">
              <a:off x="3958" y="2042"/>
              <a:ext cx="282" cy="108"/>
              <a:chOff x="5078" y="1860"/>
              <a:chExt cx="282" cy="108"/>
            </a:xfrm>
          </p:grpSpPr>
          <p:sp>
            <p:nvSpPr>
              <p:cNvPr id="75845" name="Rectangle 124"/>
              <p:cNvSpPr/>
              <p:nvPr/>
            </p:nvSpPr>
            <p:spPr>
              <a:xfrm>
                <a:off x="5215" y="1861"/>
                <a:ext cx="144" cy="108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75846" name="Rectangle 125"/>
              <p:cNvSpPr/>
              <p:nvPr/>
            </p:nvSpPr>
            <p:spPr>
              <a:xfrm>
                <a:off x="5078" y="1860"/>
                <a:ext cx="166" cy="108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75836" name="Group 126"/>
            <p:cNvGrpSpPr/>
            <p:nvPr/>
          </p:nvGrpSpPr>
          <p:grpSpPr>
            <a:xfrm rot="3215306">
              <a:off x="4158" y="2108"/>
              <a:ext cx="282" cy="108"/>
              <a:chOff x="5078" y="1860"/>
              <a:chExt cx="282" cy="108"/>
            </a:xfrm>
          </p:grpSpPr>
          <p:sp>
            <p:nvSpPr>
              <p:cNvPr id="75843" name="Rectangle 127"/>
              <p:cNvSpPr/>
              <p:nvPr/>
            </p:nvSpPr>
            <p:spPr>
              <a:xfrm>
                <a:off x="5214" y="1860"/>
                <a:ext cx="144" cy="108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75844" name="Rectangle 128"/>
              <p:cNvSpPr/>
              <p:nvPr/>
            </p:nvSpPr>
            <p:spPr>
              <a:xfrm>
                <a:off x="5076" y="1860"/>
                <a:ext cx="166" cy="108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75837" name="Group 129"/>
            <p:cNvGrpSpPr/>
            <p:nvPr/>
          </p:nvGrpSpPr>
          <p:grpSpPr>
            <a:xfrm rot="3051000">
              <a:off x="4380" y="2184"/>
              <a:ext cx="282" cy="108"/>
              <a:chOff x="5078" y="1860"/>
              <a:chExt cx="282" cy="108"/>
            </a:xfrm>
          </p:grpSpPr>
          <p:sp>
            <p:nvSpPr>
              <p:cNvPr id="75841" name="Rectangle 130"/>
              <p:cNvSpPr/>
              <p:nvPr/>
            </p:nvSpPr>
            <p:spPr>
              <a:xfrm>
                <a:off x="5214" y="1860"/>
                <a:ext cx="144" cy="108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75842" name="Rectangle 131"/>
              <p:cNvSpPr/>
              <p:nvPr/>
            </p:nvSpPr>
            <p:spPr>
              <a:xfrm>
                <a:off x="5078" y="1860"/>
                <a:ext cx="166" cy="108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75838" name="Line 133"/>
            <p:cNvSpPr/>
            <p:nvPr/>
          </p:nvSpPr>
          <p:spPr>
            <a:xfrm>
              <a:off x="4184" y="2216"/>
              <a:ext cx="84" cy="1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5839" name="Line 134"/>
            <p:cNvSpPr/>
            <p:nvPr/>
          </p:nvSpPr>
          <p:spPr>
            <a:xfrm>
              <a:off x="4388" y="2278"/>
              <a:ext cx="82" cy="1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5840" name="Line 135"/>
            <p:cNvSpPr/>
            <p:nvPr/>
          </p:nvSpPr>
          <p:spPr>
            <a:xfrm>
              <a:off x="4620" y="2350"/>
              <a:ext cx="76" cy="11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75804" name="Group 201"/>
          <p:cNvGrpSpPr/>
          <p:nvPr/>
        </p:nvGrpSpPr>
        <p:grpSpPr>
          <a:xfrm>
            <a:off x="9636125" y="3487738"/>
            <a:ext cx="698500" cy="355600"/>
            <a:chOff x="4396" y="1245"/>
            <a:chExt cx="672" cy="248"/>
          </a:xfrm>
        </p:grpSpPr>
        <p:sp>
          <p:nvSpPr>
            <p:cNvPr id="75827" name="Oval 407"/>
            <p:cNvSpPr/>
            <p:nvPr/>
          </p:nvSpPr>
          <p:spPr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5828" name="Rectangle 410"/>
            <p:cNvSpPr/>
            <p:nvPr/>
          </p:nvSpPr>
          <p:spPr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5829" name="Oval 411"/>
            <p:cNvSpPr/>
            <p:nvPr/>
          </p:nvSpPr>
          <p:spPr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75830" name="Group 205"/>
            <p:cNvGrpSpPr/>
            <p:nvPr/>
          </p:nvGrpSpPr>
          <p:grpSpPr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75833" name="Freeform 206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5834" name="Freeform 207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75831" name="Line 208"/>
            <p:cNvSpPr/>
            <p:nvPr/>
          </p:nvSpPr>
          <p:spPr>
            <a:xfrm>
              <a:off x="4399" y="1321"/>
              <a:ext cx="0" cy="109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32" name="Line 209"/>
            <p:cNvSpPr/>
            <p:nvPr/>
          </p:nvSpPr>
          <p:spPr>
            <a:xfrm>
              <a:off x="5063" y="1326"/>
              <a:ext cx="0" cy="107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5805" name="Group 210"/>
          <p:cNvGrpSpPr/>
          <p:nvPr/>
        </p:nvGrpSpPr>
        <p:grpSpPr>
          <a:xfrm>
            <a:off x="8732838" y="4556125"/>
            <a:ext cx="698500" cy="355600"/>
            <a:chOff x="4396" y="1245"/>
            <a:chExt cx="672" cy="248"/>
          </a:xfrm>
        </p:grpSpPr>
        <p:sp>
          <p:nvSpPr>
            <p:cNvPr id="75819" name="Oval 407"/>
            <p:cNvSpPr/>
            <p:nvPr/>
          </p:nvSpPr>
          <p:spPr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5820" name="Rectangle 410"/>
            <p:cNvSpPr/>
            <p:nvPr/>
          </p:nvSpPr>
          <p:spPr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5821" name="Oval 411"/>
            <p:cNvSpPr/>
            <p:nvPr/>
          </p:nvSpPr>
          <p:spPr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75822" name="Group 214"/>
            <p:cNvGrpSpPr/>
            <p:nvPr/>
          </p:nvGrpSpPr>
          <p:grpSpPr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75825" name="Freeform 215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5826" name="Freeform 216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75823" name="Line 217"/>
            <p:cNvSpPr/>
            <p:nvPr/>
          </p:nvSpPr>
          <p:spPr>
            <a:xfrm>
              <a:off x="4399" y="1321"/>
              <a:ext cx="0" cy="109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24" name="Line 218"/>
            <p:cNvSpPr/>
            <p:nvPr/>
          </p:nvSpPr>
          <p:spPr>
            <a:xfrm>
              <a:off x="5063" y="1326"/>
              <a:ext cx="0" cy="107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5806" name="Group 221"/>
          <p:cNvGrpSpPr/>
          <p:nvPr/>
        </p:nvGrpSpPr>
        <p:grpSpPr>
          <a:xfrm>
            <a:off x="7694613" y="4002088"/>
            <a:ext cx="792162" cy="1385887"/>
            <a:chOff x="2345" y="1140"/>
            <a:chExt cx="567" cy="1084"/>
          </a:xfrm>
        </p:grpSpPr>
        <p:sp>
          <p:nvSpPr>
            <p:cNvPr id="75809" name="Line 222"/>
            <p:cNvSpPr/>
            <p:nvPr/>
          </p:nvSpPr>
          <p:spPr>
            <a:xfrm flipV="1">
              <a:off x="2811" y="1459"/>
              <a:ext cx="62" cy="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10" name="Line 223"/>
            <p:cNvSpPr/>
            <p:nvPr/>
          </p:nvSpPr>
          <p:spPr>
            <a:xfrm flipV="1">
              <a:off x="2811" y="1967"/>
              <a:ext cx="62" cy="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11" name="Line 224"/>
            <p:cNvSpPr/>
            <p:nvPr/>
          </p:nvSpPr>
          <p:spPr>
            <a:xfrm>
              <a:off x="2868" y="1455"/>
              <a:ext cx="0" cy="50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75812" name="Group 225"/>
            <p:cNvGrpSpPr/>
            <p:nvPr/>
          </p:nvGrpSpPr>
          <p:grpSpPr>
            <a:xfrm>
              <a:off x="2345" y="1140"/>
              <a:ext cx="503" cy="444"/>
              <a:chOff x="-44" y="1473"/>
              <a:chExt cx="981" cy="1105"/>
            </a:xfrm>
          </p:grpSpPr>
          <p:pic>
            <p:nvPicPr>
              <p:cNvPr id="75817" name="Picture 226" descr="desktop_computer_stylized_medium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75818" name="Freeform 22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>
                  <a:gd name="txL" fmla="*/ 0 w 356"/>
                  <a:gd name="txT" fmla="*/ 0 h 368"/>
                  <a:gd name="txR" fmla="*/ 356 w 356"/>
                  <a:gd name="txB" fmla="*/ 368 h 368"/>
                </a:gdLst>
                <a:ahLst/>
                <a:cxnLst>
                  <a:cxn ang="0">
                    <a:pos x="0" y="0"/>
                  </a:cxn>
                  <a:cxn ang="0">
                    <a:pos x="77884" y="5998"/>
                  </a:cxn>
                  <a:cxn ang="0">
                    <a:pos x="92393" y="124961"/>
                  </a:cxn>
                  <a:cxn ang="0">
                    <a:pos x="20362" y="156280"/>
                  </a:cxn>
                  <a:cxn ang="0">
                    <a:pos x="0" y="0"/>
                  </a:cxn>
                </a:cxnLst>
                <a:rect l="txL" t="txT" r="txR" b="tx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75813" name="Text Box 228"/>
            <p:cNvSpPr txBox="1"/>
            <p:nvPr/>
          </p:nvSpPr>
          <p:spPr>
            <a:xfrm rot="5400000">
              <a:off x="2506" y="1476"/>
              <a:ext cx="334" cy="4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…</a:t>
              </a:r>
              <a:endPara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75814" name="Group 229"/>
            <p:cNvGrpSpPr/>
            <p:nvPr/>
          </p:nvGrpSpPr>
          <p:grpSpPr>
            <a:xfrm>
              <a:off x="2357" y="1780"/>
              <a:ext cx="503" cy="444"/>
              <a:chOff x="-44" y="1473"/>
              <a:chExt cx="981" cy="1105"/>
            </a:xfrm>
          </p:grpSpPr>
          <p:pic>
            <p:nvPicPr>
              <p:cNvPr id="75815" name="Picture 230" descr="desktop_computer_stylized_medium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75816" name="Freeform 23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>
                  <a:gd name="txL" fmla="*/ 0 w 356"/>
                  <a:gd name="txT" fmla="*/ 0 h 368"/>
                  <a:gd name="txR" fmla="*/ 356 w 356"/>
                  <a:gd name="txB" fmla="*/ 368 h 368"/>
                </a:gdLst>
                <a:ahLst/>
                <a:cxnLst>
                  <a:cxn ang="0">
                    <a:pos x="0" y="0"/>
                  </a:cxn>
                  <a:cxn ang="0">
                    <a:pos x="77884" y="5998"/>
                  </a:cxn>
                  <a:cxn ang="0">
                    <a:pos x="92393" y="124961"/>
                  </a:cxn>
                  <a:cxn ang="0">
                    <a:pos x="20362" y="156280"/>
                  </a:cxn>
                  <a:cxn ang="0">
                    <a:pos x="0" y="0"/>
                  </a:cxn>
                </a:cxnLst>
                <a:rect l="txL" t="txT" r="txR" b="tx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75807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75808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648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76648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648">
                                            <p:txEl>
                                              <p:charRg st="16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76648">
                                            <p:txEl>
                                              <p:charRg st="16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648">
                                            <p:txEl>
                                              <p:charRg st="39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76648">
                                            <p:txEl>
                                              <p:charRg st="39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7826" name="Group 4"/>
          <p:cNvGrpSpPr/>
          <p:nvPr/>
        </p:nvGrpSpPr>
        <p:grpSpPr>
          <a:xfrm>
            <a:off x="5119688" y="1527175"/>
            <a:ext cx="4248150" cy="665163"/>
            <a:chOff x="3006" y="1205"/>
            <a:chExt cx="2676" cy="419"/>
          </a:xfrm>
        </p:grpSpPr>
        <p:sp>
          <p:nvSpPr>
            <p:cNvPr id="77880" name="Rectangle 5"/>
            <p:cNvSpPr/>
            <p:nvPr/>
          </p:nvSpPr>
          <p:spPr>
            <a:xfrm>
              <a:off x="3048" y="1212"/>
              <a:ext cx="2634" cy="342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7881" name="Rectangle 6"/>
            <p:cNvSpPr/>
            <p:nvPr/>
          </p:nvSpPr>
          <p:spPr>
            <a:xfrm>
              <a:off x="3006" y="1242"/>
              <a:ext cx="2634" cy="342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7882" name="Text Box 7"/>
            <p:cNvSpPr txBox="1"/>
            <p:nvPr/>
          </p:nvSpPr>
          <p:spPr>
            <a:xfrm>
              <a:off x="3734" y="1205"/>
              <a:ext cx="301" cy="4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ID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=x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7883" name="Text Box 8"/>
            <p:cNvSpPr txBox="1"/>
            <p:nvPr/>
          </p:nvSpPr>
          <p:spPr>
            <a:xfrm>
              <a:off x="4602" y="1217"/>
              <a:ext cx="560" cy="4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offset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=0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7884" name="Text Box 9"/>
            <p:cNvSpPr txBox="1"/>
            <p:nvPr/>
          </p:nvSpPr>
          <p:spPr>
            <a:xfrm>
              <a:off x="3977" y="1217"/>
              <a:ext cx="676" cy="4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fragflag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=0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7885" name="Text Box 10"/>
            <p:cNvSpPr txBox="1"/>
            <p:nvPr/>
          </p:nvSpPr>
          <p:spPr>
            <a:xfrm>
              <a:off x="3230" y="1205"/>
              <a:ext cx="545" cy="4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length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=4000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77886" name="Line 11"/>
            <p:cNvSpPr/>
            <p:nvPr/>
          </p:nvSpPr>
          <p:spPr>
            <a:xfrm>
              <a:off x="3246" y="1242"/>
              <a:ext cx="0" cy="34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87" name="Line 12"/>
            <p:cNvSpPr/>
            <p:nvPr/>
          </p:nvSpPr>
          <p:spPr>
            <a:xfrm>
              <a:off x="3750" y="1242"/>
              <a:ext cx="0" cy="34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88" name="Line 13"/>
            <p:cNvSpPr/>
            <p:nvPr/>
          </p:nvSpPr>
          <p:spPr>
            <a:xfrm>
              <a:off x="4020" y="1254"/>
              <a:ext cx="0" cy="34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89" name="Line 14"/>
            <p:cNvSpPr/>
            <p:nvPr/>
          </p:nvSpPr>
          <p:spPr>
            <a:xfrm>
              <a:off x="4638" y="1242"/>
              <a:ext cx="0" cy="34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90" name="Line 15"/>
            <p:cNvSpPr/>
            <p:nvPr/>
          </p:nvSpPr>
          <p:spPr>
            <a:xfrm>
              <a:off x="5112" y="1242"/>
              <a:ext cx="0" cy="34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91" name="Rectangle 16"/>
            <p:cNvSpPr/>
            <p:nvPr/>
          </p:nvSpPr>
          <p:spPr>
            <a:xfrm>
              <a:off x="5232" y="1212"/>
              <a:ext cx="138" cy="378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grpSp>
        <p:nvGrpSpPr>
          <p:cNvPr id="3" name="Group 70"/>
          <p:cNvGrpSpPr/>
          <p:nvPr/>
        </p:nvGrpSpPr>
        <p:grpSpPr>
          <a:xfrm>
            <a:off x="5208588" y="2290763"/>
            <a:ext cx="4711700" cy="3282950"/>
            <a:chOff x="2321" y="1443"/>
            <a:chExt cx="2968" cy="2068"/>
          </a:xfrm>
        </p:grpSpPr>
        <p:grpSp>
          <p:nvGrpSpPr>
            <p:cNvPr id="77837" name="Group 17"/>
            <p:cNvGrpSpPr/>
            <p:nvPr/>
          </p:nvGrpSpPr>
          <p:grpSpPr>
            <a:xfrm>
              <a:off x="2613" y="2066"/>
              <a:ext cx="2676" cy="419"/>
              <a:chOff x="3006" y="1205"/>
              <a:chExt cx="2676" cy="419"/>
            </a:xfrm>
          </p:grpSpPr>
          <p:sp>
            <p:nvSpPr>
              <p:cNvPr id="77868" name="Rectangle 18"/>
              <p:cNvSpPr/>
              <p:nvPr/>
            </p:nvSpPr>
            <p:spPr>
              <a:xfrm>
                <a:off x="3048" y="1212"/>
                <a:ext cx="2634" cy="342"/>
              </a:xfrm>
              <a:prstGeom prst="rect">
                <a:avLst/>
              </a:prstGeom>
              <a:solidFill>
                <a:srgbClr val="000099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77869" name="Rectangle 19"/>
              <p:cNvSpPr/>
              <p:nvPr/>
            </p:nvSpPr>
            <p:spPr>
              <a:xfrm>
                <a:off x="3006" y="1242"/>
                <a:ext cx="2634" cy="342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77870" name="Text Box 20"/>
              <p:cNvSpPr txBox="1"/>
              <p:nvPr/>
            </p:nvSpPr>
            <p:spPr>
              <a:xfrm>
                <a:off x="3734" y="1205"/>
                <a:ext cx="301" cy="4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ID</a:t>
                </a:r>
                <a:endPara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=x</a:t>
                </a:r>
                <a:endPara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77871" name="Text Box 21"/>
              <p:cNvSpPr txBox="1"/>
              <p:nvPr/>
            </p:nvSpPr>
            <p:spPr>
              <a:xfrm>
                <a:off x="4602" y="1217"/>
                <a:ext cx="560" cy="4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offset</a:t>
                </a:r>
                <a:endPara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=0</a:t>
                </a:r>
                <a:endPara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77872" name="Text Box 22"/>
              <p:cNvSpPr txBox="1"/>
              <p:nvPr/>
            </p:nvSpPr>
            <p:spPr>
              <a:xfrm>
                <a:off x="3977" y="1217"/>
                <a:ext cx="676" cy="4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fragflag</a:t>
                </a:r>
                <a:endPara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=1</a:t>
                </a:r>
                <a:endPara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77873" name="Text Box 23"/>
              <p:cNvSpPr txBox="1"/>
              <p:nvPr/>
            </p:nvSpPr>
            <p:spPr>
              <a:xfrm>
                <a:off x="3230" y="1205"/>
                <a:ext cx="540" cy="4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length</a:t>
                </a:r>
                <a:endPara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=1500</a:t>
                </a:r>
                <a:endPara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77874" name="Line 24"/>
              <p:cNvSpPr/>
              <p:nvPr/>
            </p:nvSpPr>
            <p:spPr>
              <a:xfrm>
                <a:off x="3246" y="1242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7875" name="Line 25"/>
              <p:cNvSpPr/>
              <p:nvPr/>
            </p:nvSpPr>
            <p:spPr>
              <a:xfrm>
                <a:off x="3750" y="1242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7876" name="Line 26"/>
              <p:cNvSpPr/>
              <p:nvPr/>
            </p:nvSpPr>
            <p:spPr>
              <a:xfrm>
                <a:off x="4020" y="1254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7877" name="Line 27"/>
              <p:cNvSpPr/>
              <p:nvPr/>
            </p:nvSpPr>
            <p:spPr>
              <a:xfrm>
                <a:off x="4638" y="1242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7878" name="Line 28"/>
              <p:cNvSpPr/>
              <p:nvPr/>
            </p:nvSpPr>
            <p:spPr>
              <a:xfrm>
                <a:off x="5112" y="1242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7879" name="Rectangle 29"/>
              <p:cNvSpPr/>
              <p:nvPr/>
            </p:nvSpPr>
            <p:spPr>
              <a:xfrm>
                <a:off x="5232" y="1212"/>
                <a:ext cx="138" cy="378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77838" name="Group 30"/>
            <p:cNvGrpSpPr/>
            <p:nvPr/>
          </p:nvGrpSpPr>
          <p:grpSpPr>
            <a:xfrm>
              <a:off x="2613" y="2570"/>
              <a:ext cx="2676" cy="419"/>
              <a:chOff x="3006" y="1205"/>
              <a:chExt cx="2676" cy="419"/>
            </a:xfrm>
          </p:grpSpPr>
          <p:sp>
            <p:nvSpPr>
              <p:cNvPr id="77856" name="Rectangle 31"/>
              <p:cNvSpPr/>
              <p:nvPr/>
            </p:nvSpPr>
            <p:spPr>
              <a:xfrm>
                <a:off x="3048" y="1212"/>
                <a:ext cx="2634" cy="342"/>
              </a:xfrm>
              <a:prstGeom prst="rect">
                <a:avLst/>
              </a:prstGeom>
              <a:solidFill>
                <a:srgbClr val="000099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77857" name="Rectangle 32"/>
              <p:cNvSpPr/>
              <p:nvPr/>
            </p:nvSpPr>
            <p:spPr>
              <a:xfrm>
                <a:off x="3006" y="1242"/>
                <a:ext cx="2634" cy="342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77858" name="Text Box 33"/>
              <p:cNvSpPr txBox="1"/>
              <p:nvPr/>
            </p:nvSpPr>
            <p:spPr>
              <a:xfrm>
                <a:off x="3734" y="1205"/>
                <a:ext cx="301" cy="4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ID</a:t>
                </a:r>
                <a:endPara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=x</a:t>
                </a:r>
                <a:endPara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77859" name="Text Box 34"/>
              <p:cNvSpPr txBox="1"/>
              <p:nvPr/>
            </p:nvSpPr>
            <p:spPr>
              <a:xfrm>
                <a:off x="4602" y="1217"/>
                <a:ext cx="560" cy="4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offset</a:t>
                </a:r>
                <a:endPara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=185</a:t>
                </a:r>
                <a:endPara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77860" name="Text Box 35"/>
              <p:cNvSpPr txBox="1"/>
              <p:nvPr/>
            </p:nvSpPr>
            <p:spPr>
              <a:xfrm>
                <a:off x="3977" y="1217"/>
                <a:ext cx="676" cy="4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fragflag</a:t>
                </a:r>
                <a:endPara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=1</a:t>
                </a:r>
                <a:endPara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77861" name="Text Box 36"/>
              <p:cNvSpPr txBox="1"/>
              <p:nvPr/>
            </p:nvSpPr>
            <p:spPr>
              <a:xfrm>
                <a:off x="3230" y="1205"/>
                <a:ext cx="540" cy="4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length</a:t>
                </a:r>
                <a:endPara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=1500</a:t>
                </a:r>
                <a:endPara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77862" name="Line 37"/>
              <p:cNvSpPr/>
              <p:nvPr/>
            </p:nvSpPr>
            <p:spPr>
              <a:xfrm>
                <a:off x="3246" y="1242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7863" name="Line 38"/>
              <p:cNvSpPr/>
              <p:nvPr/>
            </p:nvSpPr>
            <p:spPr>
              <a:xfrm>
                <a:off x="3750" y="1242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7864" name="Line 39"/>
              <p:cNvSpPr/>
              <p:nvPr/>
            </p:nvSpPr>
            <p:spPr>
              <a:xfrm>
                <a:off x="4020" y="1254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7865" name="Line 40"/>
              <p:cNvSpPr/>
              <p:nvPr/>
            </p:nvSpPr>
            <p:spPr>
              <a:xfrm>
                <a:off x="4638" y="1242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7866" name="Line 41"/>
              <p:cNvSpPr/>
              <p:nvPr/>
            </p:nvSpPr>
            <p:spPr>
              <a:xfrm>
                <a:off x="5112" y="1242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7867" name="Rectangle 42"/>
              <p:cNvSpPr/>
              <p:nvPr/>
            </p:nvSpPr>
            <p:spPr>
              <a:xfrm>
                <a:off x="5232" y="1212"/>
                <a:ext cx="138" cy="378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77839" name="Group 43"/>
            <p:cNvGrpSpPr/>
            <p:nvPr/>
          </p:nvGrpSpPr>
          <p:grpSpPr>
            <a:xfrm>
              <a:off x="2607" y="3092"/>
              <a:ext cx="2676" cy="419"/>
              <a:chOff x="3006" y="1205"/>
              <a:chExt cx="2676" cy="419"/>
            </a:xfrm>
          </p:grpSpPr>
          <p:sp>
            <p:nvSpPr>
              <p:cNvPr id="77844" name="Rectangle 44"/>
              <p:cNvSpPr/>
              <p:nvPr/>
            </p:nvSpPr>
            <p:spPr>
              <a:xfrm>
                <a:off x="3048" y="1212"/>
                <a:ext cx="2634" cy="342"/>
              </a:xfrm>
              <a:prstGeom prst="rect">
                <a:avLst/>
              </a:prstGeom>
              <a:solidFill>
                <a:srgbClr val="000099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77845" name="Rectangle 45"/>
              <p:cNvSpPr/>
              <p:nvPr/>
            </p:nvSpPr>
            <p:spPr>
              <a:xfrm>
                <a:off x="3006" y="1242"/>
                <a:ext cx="2634" cy="342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77846" name="Text Box 46"/>
              <p:cNvSpPr txBox="1"/>
              <p:nvPr/>
            </p:nvSpPr>
            <p:spPr>
              <a:xfrm>
                <a:off x="3734" y="1205"/>
                <a:ext cx="301" cy="4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ID</a:t>
                </a:r>
                <a:endPara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=x</a:t>
                </a:r>
                <a:endPara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77847" name="Text Box 47"/>
              <p:cNvSpPr txBox="1"/>
              <p:nvPr/>
            </p:nvSpPr>
            <p:spPr>
              <a:xfrm>
                <a:off x="4602" y="1217"/>
                <a:ext cx="560" cy="4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offset</a:t>
                </a:r>
                <a:endPara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=370</a:t>
                </a:r>
                <a:endPara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77848" name="Text Box 48"/>
              <p:cNvSpPr txBox="1"/>
              <p:nvPr/>
            </p:nvSpPr>
            <p:spPr>
              <a:xfrm>
                <a:off x="3977" y="1217"/>
                <a:ext cx="676" cy="4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fragflag</a:t>
                </a:r>
                <a:endPara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=0</a:t>
                </a:r>
                <a:endPara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77849" name="Text Box 49"/>
              <p:cNvSpPr txBox="1"/>
              <p:nvPr/>
            </p:nvSpPr>
            <p:spPr>
              <a:xfrm>
                <a:off x="3230" y="1205"/>
                <a:ext cx="540" cy="4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length</a:t>
                </a:r>
                <a:endPara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=1040</a:t>
                </a:r>
                <a:endPara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77850" name="Line 50"/>
              <p:cNvSpPr/>
              <p:nvPr/>
            </p:nvSpPr>
            <p:spPr>
              <a:xfrm>
                <a:off x="3246" y="1242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7851" name="Line 51"/>
              <p:cNvSpPr/>
              <p:nvPr/>
            </p:nvSpPr>
            <p:spPr>
              <a:xfrm>
                <a:off x="3750" y="1242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7852" name="Line 52"/>
              <p:cNvSpPr/>
              <p:nvPr/>
            </p:nvSpPr>
            <p:spPr>
              <a:xfrm>
                <a:off x="4020" y="1254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7853" name="Line 53"/>
              <p:cNvSpPr/>
              <p:nvPr/>
            </p:nvSpPr>
            <p:spPr>
              <a:xfrm>
                <a:off x="4638" y="1242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7854" name="Line 54"/>
              <p:cNvSpPr/>
              <p:nvPr/>
            </p:nvSpPr>
            <p:spPr>
              <a:xfrm>
                <a:off x="5112" y="1242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7855" name="Rectangle 55"/>
              <p:cNvSpPr/>
              <p:nvPr/>
            </p:nvSpPr>
            <p:spPr>
              <a:xfrm>
                <a:off x="5232" y="1212"/>
                <a:ext cx="138" cy="378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77840" name="Freeform 56"/>
            <p:cNvSpPr/>
            <p:nvPr/>
          </p:nvSpPr>
          <p:spPr>
            <a:xfrm>
              <a:off x="2337" y="1443"/>
              <a:ext cx="210" cy="1362"/>
            </a:xfrm>
            <a:custGeom>
              <a:avLst/>
              <a:gdLst>
                <a:gd name="txL" fmla="*/ 0 w 210"/>
                <a:gd name="txT" fmla="*/ 0 h 1362"/>
                <a:gd name="txR" fmla="*/ 210 w 210"/>
                <a:gd name="txB" fmla="*/ 1362 h 1362"/>
              </a:gdLst>
              <a:ahLst/>
              <a:cxnLst>
                <a:cxn ang="0">
                  <a:pos x="0" y="0"/>
                </a:cxn>
                <a:cxn ang="0">
                  <a:pos x="0" y="1362"/>
                </a:cxn>
                <a:cxn ang="0">
                  <a:pos x="210" y="858"/>
                </a:cxn>
              </a:cxnLst>
              <a:rect l="txL" t="txT" r="txR" b="txB"/>
              <a:pathLst>
                <a:path w="210" h="1362">
                  <a:moveTo>
                    <a:pt x="0" y="0"/>
                  </a:moveTo>
                  <a:lnTo>
                    <a:pt x="0" y="1362"/>
                  </a:lnTo>
                  <a:lnTo>
                    <a:pt x="210" y="858"/>
                  </a:lnTo>
                </a:path>
              </a:pathLst>
            </a:custGeom>
            <a:noFill/>
            <a:ln w="19050" cap="flat" cmpd="sng">
              <a:solidFill>
                <a:srgbClr val="CC00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7841" name="Line 57"/>
            <p:cNvSpPr/>
            <p:nvPr/>
          </p:nvSpPr>
          <p:spPr>
            <a:xfrm>
              <a:off x="2337" y="2787"/>
              <a:ext cx="228" cy="0"/>
            </a:xfrm>
            <a:prstGeom prst="line">
              <a:avLst/>
            </a:prstGeom>
            <a:ln w="19050" cap="flat" cmpd="sng">
              <a:solidFill>
                <a:srgbClr val="CC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7842" name="Line 58"/>
            <p:cNvSpPr/>
            <p:nvPr/>
          </p:nvSpPr>
          <p:spPr>
            <a:xfrm>
              <a:off x="2343" y="2793"/>
              <a:ext cx="210" cy="498"/>
            </a:xfrm>
            <a:prstGeom prst="line">
              <a:avLst/>
            </a:prstGeom>
            <a:ln w="19050" cap="flat" cmpd="sng">
              <a:solidFill>
                <a:srgbClr val="CC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7843" name="Text Box 59"/>
            <p:cNvSpPr txBox="1"/>
            <p:nvPr/>
          </p:nvSpPr>
          <p:spPr>
            <a:xfrm>
              <a:off x="2321" y="1490"/>
              <a:ext cx="2038" cy="4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i="1" dirty="0">
                  <a:solidFill>
                    <a:srgbClr val="CC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one large datagram becomes</a:t>
              </a:r>
              <a:endParaRPr lang="en-US" altLang="zh-CN" sz="1800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i="1" dirty="0">
                  <a:solidFill>
                    <a:srgbClr val="CC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several smaller datagrams</a:t>
              </a:r>
              <a:endParaRPr lang="en-US" altLang="zh-CN" sz="1800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77828" name="Rectangle 60"/>
          <p:cNvSpPr/>
          <p:nvPr/>
        </p:nvSpPr>
        <p:spPr>
          <a:xfrm>
            <a:off x="735013" y="1314450"/>
            <a:ext cx="4097337" cy="16779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342900" lvl="0" indent="-342900">
              <a:lnSpc>
                <a:spcPct val="150000"/>
              </a:lnSpc>
              <a:spcBef>
                <a:spcPct val="0"/>
              </a:spcBef>
              <a:buSzPct val="65000"/>
              <a:buNone/>
            </a:pPr>
            <a:r>
              <a:rPr lang="en-US" altLang="zh-CN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example:</a:t>
            </a:r>
            <a:endParaRPr lang="en-US" altLang="zh-CN" b="1" i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342900" lvl="0" indent="-342900">
              <a:lnSpc>
                <a:spcPct val="150000"/>
              </a:lnSpc>
              <a:spcBef>
                <a:spcPct val="0"/>
              </a:spcBef>
              <a:buSzPct val="65000"/>
              <a:buFont typeface="Wingdings" panose="05000000000000000000" pitchFamily="2" charset="2"/>
              <a:buChar char="v"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4000 byte datagram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342900" lvl="0" indent="-342900">
              <a:lnSpc>
                <a:spcPct val="150000"/>
              </a:lnSpc>
              <a:spcBef>
                <a:spcPct val="0"/>
              </a:spcBef>
              <a:buSzPct val="65000"/>
              <a:buFont typeface="Wingdings" panose="05000000000000000000" pitchFamily="2" charset="2"/>
              <a:buChar char="v"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MTU = 1500 bytes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342900" lvl="0" indent="-342900">
              <a:lnSpc>
                <a:spcPct val="150000"/>
              </a:lnSpc>
              <a:spcBef>
                <a:spcPct val="0"/>
              </a:spcBef>
              <a:buSzPct val="65000"/>
              <a:buFont typeface="Wingdings" panose="05000000000000000000" pitchFamily="2" charset="2"/>
              <a:buChar char="v"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77597" name="Text Box 61"/>
          <p:cNvSpPr txBox="1"/>
          <p:nvPr/>
        </p:nvSpPr>
        <p:spPr>
          <a:xfrm>
            <a:off x="2566988" y="3238500"/>
            <a:ext cx="1708150" cy="877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1480 bytes in </a:t>
            </a:r>
            <a:b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</a:b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data field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77599" name="Text Box 63"/>
          <p:cNvSpPr txBox="1"/>
          <p:nvPr/>
        </p:nvSpPr>
        <p:spPr>
          <a:xfrm>
            <a:off x="3028950" y="4071938"/>
            <a:ext cx="1074738" cy="877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offset =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1480/8 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36873" name="Rectangle 66"/>
          <p:cNvSpPr>
            <a:spLocks noGrp="1" noChangeArrowheads="1"/>
          </p:cNvSpPr>
          <p:nvPr>
            <p:ph type="title"/>
          </p:nvPr>
        </p:nvSpPr>
        <p:spPr>
          <a:xfrm>
            <a:off x="2057400" y="185738"/>
            <a:ext cx="9359900" cy="7159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IP fragmentation, reassembly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pic>
        <p:nvPicPr>
          <p:cNvPr id="77832" name="Picture 67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05025" y="881063"/>
            <a:ext cx="6856413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77604" name="Line 68"/>
          <p:cNvSpPr/>
          <p:nvPr/>
        </p:nvSpPr>
        <p:spPr>
          <a:xfrm>
            <a:off x="3509963" y="3590925"/>
            <a:ext cx="26193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77605" name="Line 69"/>
          <p:cNvSpPr/>
          <p:nvPr/>
        </p:nvSpPr>
        <p:spPr>
          <a:xfrm flipH="1">
            <a:off x="3843338" y="4394200"/>
            <a:ext cx="467201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7835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77836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77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77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77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77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7597" grpId="0"/>
      <p:bldP spid="57759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9874" name="Picture 2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25663" y="1025525"/>
            <a:ext cx="4113212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9875" name="Rectangle 3"/>
          <p:cNvSpPr>
            <a:spLocks noGrp="1"/>
          </p:cNvSpPr>
          <p:nvPr>
            <p:ph sz="half" idx="1"/>
          </p:nvPr>
        </p:nvSpPr>
        <p:spPr>
          <a:xfrm>
            <a:off x="609600" y="1198563"/>
            <a:ext cx="5529263" cy="5049837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4.1 Overview of Network layer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data plane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control plane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4.2 What</a:t>
            </a:r>
            <a:r>
              <a:rPr lang="ja-JP" altLang="en-US" sz="24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’</a:t>
            </a:r>
            <a:r>
              <a:rPr lang="en-US" altLang="ja-JP" sz="24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s inside a router</a:t>
            </a:r>
            <a:endParaRPr lang="en-US" altLang="ja-JP" sz="24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4.3 IP: Internet Protocol</a:t>
            </a:r>
            <a:endParaRPr lang="en-US" altLang="zh-CN" sz="2400" b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datagram format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fragmentation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IPv4 addressing</a:t>
            </a:r>
            <a:endParaRPr lang="en-US" altLang="zh-CN" b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network address translation</a:t>
            </a:r>
            <a:endParaRPr lang="en-US" altLang="zh-CN" b="1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IPv6</a:t>
            </a:r>
            <a:endParaRPr lang="en-US" altLang="zh-CN" b="1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</p:txBody>
      </p:sp>
      <p:sp>
        <p:nvSpPr>
          <p:cNvPr id="79876" name="Rectangle 4"/>
          <p:cNvSpPr>
            <a:spLocks noGrp="1"/>
          </p:cNvSpPr>
          <p:nvPr>
            <p:ph sz="half" idx="2"/>
          </p:nvPr>
        </p:nvSpPr>
        <p:spPr>
          <a:xfrm>
            <a:off x="6096000" y="1198563"/>
            <a:ext cx="5400675" cy="4932362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4.4 Generalized Forward and SDN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match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action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OpenFlow  examples of match-plus-action in action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</a:pP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79877" name="Rectangle 2"/>
          <p:cNvSpPr/>
          <p:nvPr/>
        </p:nvSpPr>
        <p:spPr>
          <a:xfrm>
            <a:off x="2057400" y="228600"/>
            <a:ext cx="7772400" cy="7429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Chapter 4: outline</a:t>
            </a:r>
            <a:endParaRPr lang="en-US" altLang="zh-CN" sz="3600" b="1" dirty="0">
              <a:solidFill>
                <a:srgbClr val="000099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79878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79879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Freeform 140"/>
          <p:cNvSpPr/>
          <p:nvPr/>
        </p:nvSpPr>
        <p:spPr>
          <a:xfrm rot="-5400000">
            <a:off x="7726363" y="3195638"/>
            <a:ext cx="846137" cy="1593850"/>
          </a:xfrm>
          <a:custGeom>
            <a:avLst/>
            <a:gdLst>
              <a:gd name="txL" fmla="*/ 0 w 10315"/>
              <a:gd name="txT" fmla="*/ 0 h 10000"/>
              <a:gd name="txR" fmla="*/ 10315 w 10315"/>
              <a:gd name="txB" fmla="*/ 10000 h 1000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81923" name="Freeform 140"/>
          <p:cNvSpPr/>
          <p:nvPr/>
        </p:nvSpPr>
        <p:spPr>
          <a:xfrm rot="10800000">
            <a:off x="8724900" y="1870075"/>
            <a:ext cx="846138" cy="1593850"/>
          </a:xfrm>
          <a:custGeom>
            <a:avLst/>
            <a:gdLst>
              <a:gd name="txL" fmla="*/ 0 w 10315"/>
              <a:gd name="txT" fmla="*/ 0 h 10000"/>
              <a:gd name="txR" fmla="*/ 10315 w 10315"/>
              <a:gd name="txB" fmla="*/ 10000 h 1000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81924" name="Freeform 140"/>
          <p:cNvSpPr/>
          <p:nvPr/>
        </p:nvSpPr>
        <p:spPr>
          <a:xfrm>
            <a:off x="6689725" y="1452563"/>
            <a:ext cx="1038225" cy="1927225"/>
          </a:xfrm>
          <a:custGeom>
            <a:avLst/>
            <a:gdLst>
              <a:gd name="txL" fmla="*/ 0 w 1223"/>
              <a:gd name="txT" fmla="*/ 0 h 1291"/>
              <a:gd name="txR" fmla="*/ 1223 w 1223"/>
              <a:gd name="txB" fmla="*/ 1291 h 1291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81925" name="Rectangle 2"/>
          <p:cNvSpPr>
            <a:spLocks noGrp="1"/>
          </p:cNvSpPr>
          <p:nvPr>
            <p:ph type="title"/>
          </p:nvPr>
        </p:nvSpPr>
        <p:spPr>
          <a:xfrm>
            <a:off x="2057400" y="230188"/>
            <a:ext cx="7772400" cy="531812"/>
          </a:xfrm>
          <a:ln/>
        </p:spPr>
        <p:txBody>
          <a:bodyPr vert="horz" wrap="square" lIns="91440" tIns="45720" rIns="91440" bIns="45720" anchor="ctr" anchorCtr="0"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IP addressing: introduction</a:t>
            </a:r>
            <a:endParaRPr lang="en-US" altLang="zh-CN" sz="4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1926" name="Rectangle 3"/>
          <p:cNvSpPr>
            <a:spLocks noGrp="1"/>
          </p:cNvSpPr>
          <p:nvPr>
            <p:ph sz="half" idx="1"/>
          </p:nvPr>
        </p:nvSpPr>
        <p:spPr>
          <a:xfrm>
            <a:off x="614363" y="1028700"/>
            <a:ext cx="5081587" cy="5064125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</a:pPr>
            <a:r>
              <a:rPr lang="en-US" altLang="zh-CN" sz="24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IP address:</a:t>
            </a: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 32-bit identifier for host, router </a:t>
            </a:r>
            <a:r>
              <a:rPr lang="en-US" altLang="zh-CN" sz="2000" b="1" i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interface</a:t>
            </a: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 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</a:pPr>
            <a:r>
              <a:rPr lang="en-US" altLang="zh-CN" sz="24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interface:</a:t>
            </a: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 connection between host/router and physical link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router</a:t>
            </a:r>
            <a:r>
              <a:rPr lang="ja-JP" altLang="en-US" sz="1800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’</a:t>
            </a:r>
            <a:r>
              <a:rPr lang="en-US" altLang="ja-JP" sz="1800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s typically have multiple interfaces</a:t>
            </a:r>
            <a:endParaRPr lang="en-US" altLang="ja-JP" sz="1800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host typically has one or two interfaces (e.g., wired Ethernet, wireless 802.11)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</a:pPr>
            <a:r>
              <a:rPr lang="en-US" altLang="zh-CN" sz="20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IP addresses associated with each interface</a:t>
            </a:r>
            <a:endParaRPr lang="en-US" altLang="zh-CN" sz="2000" b="1" i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81927" name="Text Box 26"/>
          <p:cNvSpPr txBox="1"/>
          <p:nvPr/>
        </p:nvSpPr>
        <p:spPr>
          <a:xfrm>
            <a:off x="6072188" y="1282700"/>
            <a:ext cx="790575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223.1.1.1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81928" name="Group 27"/>
          <p:cNvGrpSpPr/>
          <p:nvPr/>
        </p:nvGrpSpPr>
        <p:grpSpPr>
          <a:xfrm>
            <a:off x="5338763" y="2243138"/>
            <a:ext cx="920750" cy="338137"/>
            <a:chOff x="3251" y="608"/>
            <a:chExt cx="580" cy="213"/>
          </a:xfrm>
        </p:grpSpPr>
        <p:sp>
          <p:nvSpPr>
            <p:cNvPr id="81991" name="Rectangle 28"/>
            <p:cNvSpPr/>
            <p:nvPr/>
          </p:nvSpPr>
          <p:spPr>
            <a:xfrm>
              <a:off x="3306" y="657"/>
              <a:ext cx="525" cy="114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81992" name="Text Box 29"/>
            <p:cNvSpPr txBox="1"/>
            <p:nvPr/>
          </p:nvSpPr>
          <p:spPr>
            <a:xfrm>
              <a:off x="3251" y="608"/>
              <a:ext cx="514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223.1.1.2</a:t>
              </a:r>
              <a:endPara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81929" name="Text Box 30"/>
          <p:cNvSpPr txBox="1"/>
          <p:nvPr/>
        </p:nvSpPr>
        <p:spPr>
          <a:xfrm>
            <a:off x="6176963" y="3238500"/>
            <a:ext cx="815975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223.1.1.3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1930" name="Text Box 31"/>
          <p:cNvSpPr txBox="1"/>
          <p:nvPr/>
        </p:nvSpPr>
        <p:spPr>
          <a:xfrm>
            <a:off x="7277100" y="2368550"/>
            <a:ext cx="815975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223.1.1.4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1931" name="Line 32"/>
          <p:cNvSpPr/>
          <p:nvPr/>
        </p:nvSpPr>
        <p:spPr>
          <a:xfrm>
            <a:off x="8378825" y="2668588"/>
            <a:ext cx="581025" cy="4762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32" name="Text Box 33"/>
          <p:cNvSpPr txBox="1"/>
          <p:nvPr/>
        </p:nvSpPr>
        <p:spPr>
          <a:xfrm>
            <a:off x="8253413" y="2378075"/>
            <a:ext cx="841375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223.1.2.9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1933" name="Line 36"/>
          <p:cNvSpPr/>
          <p:nvPr/>
        </p:nvSpPr>
        <p:spPr>
          <a:xfrm>
            <a:off x="9402763" y="1978025"/>
            <a:ext cx="234950" cy="63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34" name="Line 38"/>
          <p:cNvSpPr/>
          <p:nvPr/>
        </p:nvSpPr>
        <p:spPr>
          <a:xfrm>
            <a:off x="9402763" y="3249613"/>
            <a:ext cx="234950" cy="63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35" name="Text Box 41"/>
          <p:cNvSpPr txBox="1"/>
          <p:nvPr/>
        </p:nvSpPr>
        <p:spPr>
          <a:xfrm>
            <a:off x="8982075" y="3349625"/>
            <a:ext cx="841375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223.1.2.2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1936" name="Text Box 44"/>
          <p:cNvSpPr txBox="1"/>
          <p:nvPr/>
        </p:nvSpPr>
        <p:spPr>
          <a:xfrm>
            <a:off x="8774113" y="1743075"/>
            <a:ext cx="815975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223.1.2.1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1937" name="Line 45"/>
          <p:cNvSpPr/>
          <p:nvPr/>
        </p:nvSpPr>
        <p:spPr>
          <a:xfrm>
            <a:off x="8140700" y="3006725"/>
            <a:ext cx="0" cy="75723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38" name="Line 47"/>
          <p:cNvSpPr/>
          <p:nvPr/>
        </p:nvSpPr>
        <p:spPr>
          <a:xfrm flipH="1" flipV="1">
            <a:off x="7527925" y="4279900"/>
            <a:ext cx="3175" cy="2413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39" name="Line 48"/>
          <p:cNvSpPr/>
          <p:nvPr/>
        </p:nvSpPr>
        <p:spPr>
          <a:xfrm flipH="1" flipV="1">
            <a:off x="8704263" y="4284663"/>
            <a:ext cx="3175" cy="2413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40" name="Text Box 53"/>
          <p:cNvSpPr txBox="1"/>
          <p:nvPr/>
        </p:nvSpPr>
        <p:spPr>
          <a:xfrm>
            <a:off x="8736013" y="4344988"/>
            <a:ext cx="841375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223.1.3.2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1941" name="Text Box 56"/>
          <p:cNvSpPr txBox="1"/>
          <p:nvPr/>
        </p:nvSpPr>
        <p:spPr>
          <a:xfrm>
            <a:off x="7493000" y="4349750"/>
            <a:ext cx="815975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223.1.3.1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81942" name="Group 57"/>
          <p:cNvGrpSpPr/>
          <p:nvPr/>
        </p:nvGrpSpPr>
        <p:grpSpPr>
          <a:xfrm>
            <a:off x="7637463" y="3101975"/>
            <a:ext cx="936625" cy="338138"/>
            <a:chOff x="4532" y="1229"/>
            <a:chExt cx="590" cy="213"/>
          </a:xfrm>
        </p:grpSpPr>
        <p:sp>
          <p:nvSpPr>
            <p:cNvPr id="81989" name="Rectangle 58"/>
            <p:cNvSpPr/>
            <p:nvPr/>
          </p:nvSpPr>
          <p:spPr>
            <a:xfrm>
              <a:off x="4587" y="1284"/>
              <a:ext cx="534" cy="114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81990" name="Text Box 59"/>
            <p:cNvSpPr txBox="1"/>
            <p:nvPr/>
          </p:nvSpPr>
          <p:spPr>
            <a:xfrm>
              <a:off x="4532" y="1229"/>
              <a:ext cx="590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223.1.3.27</a:t>
              </a:r>
              <a:endPara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81943" name="Text Box 60"/>
          <p:cNvSpPr txBox="1"/>
          <p:nvPr/>
        </p:nvSpPr>
        <p:spPr>
          <a:xfrm>
            <a:off x="5508625" y="5341938"/>
            <a:ext cx="5081588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223.1.1.1 = 11011111 00000001 00000001 00000001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1944" name="Freeform 61"/>
          <p:cNvSpPr/>
          <p:nvPr/>
        </p:nvSpPr>
        <p:spPr>
          <a:xfrm>
            <a:off x="6686550" y="5597525"/>
            <a:ext cx="892175" cy="92075"/>
          </a:xfrm>
          <a:custGeom>
            <a:avLst/>
            <a:gdLst>
              <a:gd name="txL" fmla="*/ 0 w 562"/>
              <a:gd name="txT" fmla="*/ 0 h 58"/>
              <a:gd name="txR" fmla="*/ 562 w 562"/>
              <a:gd name="txB" fmla="*/ 58 h 58"/>
            </a:gdLst>
            <a:ahLst/>
            <a:cxnLst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562" h="58">
                <a:moveTo>
                  <a:pt x="0" y="0"/>
                </a:moveTo>
                <a:lnTo>
                  <a:pt x="0" y="58"/>
                </a:lnTo>
                <a:lnTo>
                  <a:pt x="562" y="58"/>
                </a:lnTo>
                <a:lnTo>
                  <a:pt x="562" y="16"/>
                </a:lnTo>
              </a:path>
            </a:pathLst>
          </a:custGeom>
          <a:noFill/>
          <a:ln w="190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1945" name="Freeform 62"/>
          <p:cNvSpPr/>
          <p:nvPr/>
        </p:nvSpPr>
        <p:spPr>
          <a:xfrm>
            <a:off x="7648575" y="5616575"/>
            <a:ext cx="892175" cy="79375"/>
          </a:xfrm>
          <a:custGeom>
            <a:avLst/>
            <a:gdLst>
              <a:gd name="txL" fmla="*/ 0 w 562"/>
              <a:gd name="txT" fmla="*/ 0 h 50"/>
              <a:gd name="txR" fmla="*/ 562 w 562"/>
              <a:gd name="txB" fmla="*/ 50 h 50"/>
            </a:gdLst>
            <a:ahLst/>
            <a:cxnLst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562" h="50">
                <a:moveTo>
                  <a:pt x="0" y="0"/>
                </a:moveTo>
                <a:lnTo>
                  <a:pt x="0" y="50"/>
                </a:lnTo>
                <a:lnTo>
                  <a:pt x="562" y="50"/>
                </a:lnTo>
                <a:lnTo>
                  <a:pt x="562" y="8"/>
                </a:lnTo>
              </a:path>
            </a:pathLst>
          </a:custGeom>
          <a:noFill/>
          <a:ln w="190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1946" name="Freeform 63"/>
          <p:cNvSpPr/>
          <p:nvPr/>
        </p:nvSpPr>
        <p:spPr>
          <a:xfrm>
            <a:off x="8613775" y="5619750"/>
            <a:ext cx="869950" cy="79375"/>
          </a:xfrm>
          <a:custGeom>
            <a:avLst/>
            <a:gdLst>
              <a:gd name="txL" fmla="*/ 0 w 562"/>
              <a:gd name="txT" fmla="*/ 0 h 50"/>
              <a:gd name="txR" fmla="*/ 562 w 562"/>
              <a:gd name="txB" fmla="*/ 50 h 50"/>
            </a:gdLst>
            <a:ahLst/>
            <a:cxnLst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562" h="50">
                <a:moveTo>
                  <a:pt x="0" y="0"/>
                </a:moveTo>
                <a:lnTo>
                  <a:pt x="0" y="50"/>
                </a:lnTo>
                <a:lnTo>
                  <a:pt x="562" y="50"/>
                </a:lnTo>
                <a:lnTo>
                  <a:pt x="562" y="8"/>
                </a:lnTo>
              </a:path>
            </a:pathLst>
          </a:custGeom>
          <a:noFill/>
          <a:ln w="190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1947" name="Freeform 64"/>
          <p:cNvSpPr/>
          <p:nvPr/>
        </p:nvSpPr>
        <p:spPr>
          <a:xfrm>
            <a:off x="9578975" y="5622925"/>
            <a:ext cx="869950" cy="79375"/>
          </a:xfrm>
          <a:custGeom>
            <a:avLst/>
            <a:gdLst>
              <a:gd name="txL" fmla="*/ 0 w 562"/>
              <a:gd name="txT" fmla="*/ 0 h 50"/>
              <a:gd name="txR" fmla="*/ 562 w 562"/>
              <a:gd name="txB" fmla="*/ 50 h 50"/>
            </a:gdLst>
            <a:ahLst/>
            <a:cxnLst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562" h="50">
                <a:moveTo>
                  <a:pt x="0" y="0"/>
                </a:moveTo>
                <a:lnTo>
                  <a:pt x="0" y="50"/>
                </a:lnTo>
                <a:lnTo>
                  <a:pt x="562" y="50"/>
                </a:lnTo>
                <a:lnTo>
                  <a:pt x="562" y="8"/>
                </a:lnTo>
              </a:path>
            </a:pathLst>
          </a:custGeom>
          <a:noFill/>
          <a:ln w="190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1948" name="Text Box 65"/>
          <p:cNvSpPr txBox="1"/>
          <p:nvPr/>
        </p:nvSpPr>
        <p:spPr>
          <a:xfrm>
            <a:off x="6884988" y="5818188"/>
            <a:ext cx="560387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1949" name="Text Box 66"/>
          <p:cNvSpPr txBox="1"/>
          <p:nvPr/>
        </p:nvSpPr>
        <p:spPr>
          <a:xfrm>
            <a:off x="7927975" y="5827713"/>
            <a:ext cx="277813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1950" name="Text Box 67"/>
          <p:cNvSpPr txBox="1"/>
          <p:nvPr/>
        </p:nvSpPr>
        <p:spPr>
          <a:xfrm>
            <a:off x="9885363" y="5827713"/>
            <a:ext cx="277812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1951" name="Text Box 68"/>
          <p:cNvSpPr txBox="1"/>
          <p:nvPr/>
        </p:nvSpPr>
        <p:spPr>
          <a:xfrm>
            <a:off x="8866188" y="5827713"/>
            <a:ext cx="277812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81952" name="Group 73"/>
          <p:cNvGrpSpPr/>
          <p:nvPr/>
        </p:nvGrpSpPr>
        <p:grpSpPr>
          <a:xfrm>
            <a:off x="5897563" y="1528763"/>
            <a:ext cx="641350" cy="558800"/>
            <a:chOff x="-44" y="1473"/>
            <a:chExt cx="981" cy="1105"/>
          </a:xfrm>
        </p:grpSpPr>
        <p:pic>
          <p:nvPicPr>
            <p:cNvPr id="81987" name="Picture 74" descr="desktop_computer_stylized_medium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1988" name="Freeform 75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81953" name="Group 80"/>
          <p:cNvGrpSpPr/>
          <p:nvPr/>
        </p:nvGrpSpPr>
        <p:grpSpPr>
          <a:xfrm>
            <a:off x="5892800" y="2127250"/>
            <a:ext cx="641350" cy="558800"/>
            <a:chOff x="-44" y="1473"/>
            <a:chExt cx="981" cy="1105"/>
          </a:xfrm>
        </p:grpSpPr>
        <p:pic>
          <p:nvPicPr>
            <p:cNvPr id="81985" name="Picture 81" descr="desktop_computer_stylized_medium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1986" name="Freeform 82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81954" name="Group 83"/>
          <p:cNvGrpSpPr/>
          <p:nvPr/>
        </p:nvGrpSpPr>
        <p:grpSpPr>
          <a:xfrm>
            <a:off x="5921375" y="2736850"/>
            <a:ext cx="641350" cy="558800"/>
            <a:chOff x="-44" y="1473"/>
            <a:chExt cx="981" cy="1105"/>
          </a:xfrm>
        </p:grpSpPr>
        <p:pic>
          <p:nvPicPr>
            <p:cNvPr id="81983" name="Picture 84" descr="desktop_computer_stylized_medium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1984" name="Freeform 85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81955" name="Group 87"/>
          <p:cNvGrpSpPr/>
          <p:nvPr/>
        </p:nvGrpSpPr>
        <p:grpSpPr>
          <a:xfrm flipH="1">
            <a:off x="9580563" y="1685925"/>
            <a:ext cx="641350" cy="558800"/>
            <a:chOff x="-44" y="1473"/>
            <a:chExt cx="981" cy="1105"/>
          </a:xfrm>
        </p:grpSpPr>
        <p:pic>
          <p:nvPicPr>
            <p:cNvPr id="81981" name="Picture 88" descr="desktop_computer_stylized_medium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1982" name="Freeform 89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81956" name="Group 90"/>
          <p:cNvGrpSpPr/>
          <p:nvPr/>
        </p:nvGrpSpPr>
        <p:grpSpPr>
          <a:xfrm flipH="1">
            <a:off x="9594850" y="2965450"/>
            <a:ext cx="641350" cy="558800"/>
            <a:chOff x="-44" y="1473"/>
            <a:chExt cx="981" cy="1105"/>
          </a:xfrm>
        </p:grpSpPr>
        <p:pic>
          <p:nvPicPr>
            <p:cNvPr id="81979" name="Picture 91" descr="desktop_computer_stylized_medium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1980" name="Freeform 92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81957" name="Group 93"/>
          <p:cNvGrpSpPr/>
          <p:nvPr/>
        </p:nvGrpSpPr>
        <p:grpSpPr>
          <a:xfrm flipH="1">
            <a:off x="8496300" y="4489450"/>
            <a:ext cx="641350" cy="558800"/>
            <a:chOff x="-44" y="1473"/>
            <a:chExt cx="981" cy="1105"/>
          </a:xfrm>
        </p:grpSpPr>
        <p:pic>
          <p:nvPicPr>
            <p:cNvPr id="81977" name="Picture 94" descr="desktop_computer_stylized_medium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1978" name="Freeform 95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81958" name="Group 96"/>
          <p:cNvGrpSpPr/>
          <p:nvPr/>
        </p:nvGrpSpPr>
        <p:grpSpPr>
          <a:xfrm flipH="1">
            <a:off x="7332663" y="4530725"/>
            <a:ext cx="641350" cy="558800"/>
            <a:chOff x="-44" y="1473"/>
            <a:chExt cx="981" cy="1105"/>
          </a:xfrm>
        </p:grpSpPr>
        <p:pic>
          <p:nvPicPr>
            <p:cNvPr id="81975" name="Picture 97" descr="desktop_computer_stylized_medium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1976" name="Freeform 98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81959" name="Group 99"/>
          <p:cNvGrpSpPr/>
          <p:nvPr/>
        </p:nvGrpSpPr>
        <p:grpSpPr>
          <a:xfrm>
            <a:off x="7761288" y="2624138"/>
            <a:ext cx="698500" cy="355600"/>
            <a:chOff x="4396" y="1245"/>
            <a:chExt cx="672" cy="248"/>
          </a:xfrm>
        </p:grpSpPr>
        <p:sp>
          <p:nvSpPr>
            <p:cNvPr id="81967" name="Oval 407"/>
            <p:cNvSpPr/>
            <p:nvPr/>
          </p:nvSpPr>
          <p:spPr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81968" name="Rectangle 410"/>
            <p:cNvSpPr/>
            <p:nvPr/>
          </p:nvSpPr>
          <p:spPr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81969" name="Oval 411"/>
            <p:cNvSpPr/>
            <p:nvPr/>
          </p:nvSpPr>
          <p:spPr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81970" name="Group 103"/>
            <p:cNvGrpSpPr/>
            <p:nvPr/>
          </p:nvGrpSpPr>
          <p:grpSpPr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81973" name="Freeform 104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1974" name="Freeform 105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81971" name="Line 106"/>
            <p:cNvSpPr/>
            <p:nvPr/>
          </p:nvSpPr>
          <p:spPr>
            <a:xfrm>
              <a:off x="4399" y="1321"/>
              <a:ext cx="0" cy="109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1972" name="Line 107"/>
            <p:cNvSpPr/>
            <p:nvPr/>
          </p:nvSpPr>
          <p:spPr>
            <a:xfrm>
              <a:off x="5063" y="1326"/>
              <a:ext cx="0" cy="107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pic>
        <p:nvPicPr>
          <p:cNvPr id="81960" name="Picture 108" descr="underline_base"/>
          <p:cNvPicPr/>
          <p:nvPr/>
        </p:nvPicPr>
        <p:blipFill>
          <a:blip r:embed="rId2"/>
          <a:stretch>
            <a:fillRect/>
          </a:stretch>
        </p:blipFill>
        <p:spPr>
          <a:xfrm>
            <a:off x="2152650" y="911225"/>
            <a:ext cx="5484813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61" name="Line 5"/>
          <p:cNvSpPr/>
          <p:nvPr/>
        </p:nvSpPr>
        <p:spPr>
          <a:xfrm>
            <a:off x="6503988" y="1816100"/>
            <a:ext cx="390525" cy="63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62" name="Line 7"/>
          <p:cNvSpPr/>
          <p:nvPr/>
        </p:nvSpPr>
        <p:spPr>
          <a:xfrm flipV="1">
            <a:off x="6538913" y="2555875"/>
            <a:ext cx="277812" cy="317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63" name="Line 8"/>
          <p:cNvSpPr/>
          <p:nvPr/>
        </p:nvSpPr>
        <p:spPr>
          <a:xfrm>
            <a:off x="6550025" y="3087688"/>
            <a:ext cx="422275" cy="4762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64" name="Line 11"/>
          <p:cNvSpPr/>
          <p:nvPr/>
        </p:nvSpPr>
        <p:spPr>
          <a:xfrm>
            <a:off x="7304088" y="2663825"/>
            <a:ext cx="561975" cy="158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65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81966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Freeform 140"/>
          <p:cNvSpPr/>
          <p:nvPr/>
        </p:nvSpPr>
        <p:spPr>
          <a:xfrm rot="-5400000">
            <a:off x="9148763" y="2867025"/>
            <a:ext cx="846137" cy="1593850"/>
          </a:xfrm>
          <a:custGeom>
            <a:avLst/>
            <a:gdLst>
              <a:gd name="txL" fmla="*/ 0 w 10315"/>
              <a:gd name="txT" fmla="*/ 0 h 10000"/>
              <a:gd name="txR" fmla="*/ 10315 w 10315"/>
              <a:gd name="txB" fmla="*/ 10000 h 1000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83971" name="Freeform 140"/>
          <p:cNvSpPr/>
          <p:nvPr/>
        </p:nvSpPr>
        <p:spPr>
          <a:xfrm rot="10800000">
            <a:off x="10147300" y="1541463"/>
            <a:ext cx="846138" cy="1593850"/>
          </a:xfrm>
          <a:custGeom>
            <a:avLst/>
            <a:gdLst>
              <a:gd name="txL" fmla="*/ 0 w 10315"/>
              <a:gd name="txT" fmla="*/ 0 h 10000"/>
              <a:gd name="txR" fmla="*/ 10315 w 10315"/>
              <a:gd name="txB" fmla="*/ 10000 h 1000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83972" name="Freeform 140"/>
          <p:cNvSpPr/>
          <p:nvPr/>
        </p:nvSpPr>
        <p:spPr>
          <a:xfrm>
            <a:off x="8112125" y="1123950"/>
            <a:ext cx="1038225" cy="1927225"/>
          </a:xfrm>
          <a:custGeom>
            <a:avLst/>
            <a:gdLst>
              <a:gd name="txL" fmla="*/ 0 w 1223"/>
              <a:gd name="txT" fmla="*/ 0 h 1291"/>
              <a:gd name="txR" fmla="*/ 1223 w 1223"/>
              <a:gd name="txB" fmla="*/ 1291 h 1291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83973" name="Rectangle 2"/>
          <p:cNvSpPr>
            <a:spLocks noGrp="1"/>
          </p:cNvSpPr>
          <p:nvPr>
            <p:ph type="title"/>
          </p:nvPr>
        </p:nvSpPr>
        <p:spPr>
          <a:xfrm>
            <a:off x="2057400" y="230188"/>
            <a:ext cx="7772400" cy="581025"/>
          </a:xfrm>
          <a:ln/>
        </p:spPr>
        <p:txBody>
          <a:bodyPr vert="horz" wrap="square" lIns="91440" tIns="45720" rIns="91440" bIns="45720" anchor="ctr" anchorCtr="0"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IP addressing: introduction</a:t>
            </a:r>
            <a:endParaRPr lang="en-US" altLang="zh-CN" sz="4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3974" name="Rectangle 3"/>
          <p:cNvSpPr>
            <a:spLocks noGrp="1"/>
          </p:cNvSpPr>
          <p:nvPr>
            <p:ph sz="half" idx="1"/>
          </p:nvPr>
        </p:nvSpPr>
        <p:spPr>
          <a:xfrm>
            <a:off x="669925" y="1292225"/>
            <a:ext cx="4818063" cy="1681163"/>
          </a:xfrm>
          <a:ln/>
        </p:spPr>
        <p:txBody>
          <a:bodyPr vert="horz" wrap="square" lIns="91440" tIns="45720" rIns="91440" bIns="45720" anchor="t" anchorCtr="0"/>
          <a:p>
            <a:pPr marL="0" indent="0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Q: how are interfaces actually connected?</a:t>
            </a:r>
            <a:endParaRPr lang="en-US" altLang="zh-CN" sz="2000" b="1" i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A: </a:t>
            </a:r>
            <a:r>
              <a:rPr lang="en-US" altLang="zh-CN" sz="2000" b="1" i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we</a:t>
            </a:r>
            <a:r>
              <a:rPr lang="en-US" altLang="en-US" sz="2000" b="1" i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’</a:t>
            </a:r>
            <a:r>
              <a:rPr lang="en-US" altLang="zh-CN" sz="2000" b="1" i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ll learn about that in chapter 5, 6.</a:t>
            </a:r>
            <a:endParaRPr lang="en-US" altLang="zh-CN" sz="2000" b="1" i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83975" name="Line 5"/>
          <p:cNvSpPr/>
          <p:nvPr/>
        </p:nvSpPr>
        <p:spPr>
          <a:xfrm>
            <a:off x="7926388" y="1487488"/>
            <a:ext cx="390525" cy="63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3976" name="Line 7"/>
          <p:cNvSpPr/>
          <p:nvPr/>
        </p:nvSpPr>
        <p:spPr>
          <a:xfrm flipV="1">
            <a:off x="7961313" y="2227263"/>
            <a:ext cx="277812" cy="317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3977" name="Line 8"/>
          <p:cNvSpPr/>
          <p:nvPr/>
        </p:nvSpPr>
        <p:spPr>
          <a:xfrm>
            <a:off x="7972425" y="2759075"/>
            <a:ext cx="422275" cy="4763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3978" name="Line 11"/>
          <p:cNvSpPr/>
          <p:nvPr/>
        </p:nvSpPr>
        <p:spPr>
          <a:xfrm>
            <a:off x="8726488" y="2335213"/>
            <a:ext cx="561975" cy="158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3979" name="Text Box 26"/>
          <p:cNvSpPr txBox="1"/>
          <p:nvPr/>
        </p:nvSpPr>
        <p:spPr>
          <a:xfrm>
            <a:off x="7494588" y="954088"/>
            <a:ext cx="790575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223.1.1.1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83980" name="Group 27"/>
          <p:cNvGrpSpPr/>
          <p:nvPr/>
        </p:nvGrpSpPr>
        <p:grpSpPr>
          <a:xfrm>
            <a:off x="6761163" y="1914525"/>
            <a:ext cx="920750" cy="338138"/>
            <a:chOff x="3251" y="608"/>
            <a:chExt cx="580" cy="213"/>
          </a:xfrm>
        </p:grpSpPr>
        <p:sp>
          <p:nvSpPr>
            <p:cNvPr id="84042" name="Rectangle 28"/>
            <p:cNvSpPr/>
            <p:nvPr/>
          </p:nvSpPr>
          <p:spPr>
            <a:xfrm>
              <a:off x="3306" y="657"/>
              <a:ext cx="525" cy="114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84043" name="Text Box 29"/>
            <p:cNvSpPr txBox="1"/>
            <p:nvPr/>
          </p:nvSpPr>
          <p:spPr>
            <a:xfrm>
              <a:off x="3251" y="608"/>
              <a:ext cx="514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223.1.1.2</a:t>
              </a:r>
              <a:endPara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83981" name="Text Box 30"/>
          <p:cNvSpPr txBox="1"/>
          <p:nvPr/>
        </p:nvSpPr>
        <p:spPr>
          <a:xfrm>
            <a:off x="7599363" y="2909888"/>
            <a:ext cx="815975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223.1.1.3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3982" name="Text Box 31"/>
          <p:cNvSpPr txBox="1"/>
          <p:nvPr/>
        </p:nvSpPr>
        <p:spPr>
          <a:xfrm>
            <a:off x="8699500" y="2039938"/>
            <a:ext cx="815975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223.1.1.4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3983" name="Line 32"/>
          <p:cNvSpPr/>
          <p:nvPr/>
        </p:nvSpPr>
        <p:spPr>
          <a:xfrm>
            <a:off x="9801225" y="2339975"/>
            <a:ext cx="581025" cy="4763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3984" name="Text Box 33"/>
          <p:cNvSpPr txBox="1"/>
          <p:nvPr/>
        </p:nvSpPr>
        <p:spPr>
          <a:xfrm>
            <a:off x="9675813" y="2049463"/>
            <a:ext cx="841375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223.1.2.9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3985" name="Line 36"/>
          <p:cNvSpPr/>
          <p:nvPr/>
        </p:nvSpPr>
        <p:spPr>
          <a:xfrm>
            <a:off x="10825163" y="1649413"/>
            <a:ext cx="234950" cy="63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3986" name="Line 38"/>
          <p:cNvSpPr/>
          <p:nvPr/>
        </p:nvSpPr>
        <p:spPr>
          <a:xfrm>
            <a:off x="10825163" y="2921000"/>
            <a:ext cx="234950" cy="63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3987" name="Text Box 41"/>
          <p:cNvSpPr txBox="1"/>
          <p:nvPr/>
        </p:nvSpPr>
        <p:spPr>
          <a:xfrm>
            <a:off x="10404475" y="3021013"/>
            <a:ext cx="841375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223.1.2.2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3988" name="Text Box 44"/>
          <p:cNvSpPr txBox="1"/>
          <p:nvPr/>
        </p:nvSpPr>
        <p:spPr>
          <a:xfrm>
            <a:off x="10196513" y="1414463"/>
            <a:ext cx="815975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223.1.2.1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3989" name="Line 45"/>
          <p:cNvSpPr/>
          <p:nvPr/>
        </p:nvSpPr>
        <p:spPr>
          <a:xfrm>
            <a:off x="9563100" y="2678113"/>
            <a:ext cx="0" cy="75723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3990" name="Line 47"/>
          <p:cNvSpPr/>
          <p:nvPr/>
        </p:nvSpPr>
        <p:spPr>
          <a:xfrm flipH="1" flipV="1">
            <a:off x="8950325" y="3951288"/>
            <a:ext cx="3175" cy="2413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3991" name="Line 48"/>
          <p:cNvSpPr/>
          <p:nvPr/>
        </p:nvSpPr>
        <p:spPr>
          <a:xfrm flipH="1" flipV="1">
            <a:off x="10126663" y="3956050"/>
            <a:ext cx="3175" cy="2413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3992" name="Text Box 53"/>
          <p:cNvSpPr txBox="1"/>
          <p:nvPr/>
        </p:nvSpPr>
        <p:spPr>
          <a:xfrm>
            <a:off x="10158413" y="4016375"/>
            <a:ext cx="841375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223.1.3.2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3993" name="Text Box 56"/>
          <p:cNvSpPr txBox="1"/>
          <p:nvPr/>
        </p:nvSpPr>
        <p:spPr>
          <a:xfrm>
            <a:off x="8915400" y="4021138"/>
            <a:ext cx="815975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223.1.3.1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83994" name="Group 57"/>
          <p:cNvGrpSpPr/>
          <p:nvPr/>
        </p:nvGrpSpPr>
        <p:grpSpPr>
          <a:xfrm>
            <a:off x="9059863" y="2773363"/>
            <a:ext cx="936625" cy="338137"/>
            <a:chOff x="4532" y="1229"/>
            <a:chExt cx="590" cy="213"/>
          </a:xfrm>
        </p:grpSpPr>
        <p:sp>
          <p:nvSpPr>
            <p:cNvPr id="84040" name="Rectangle 58"/>
            <p:cNvSpPr/>
            <p:nvPr/>
          </p:nvSpPr>
          <p:spPr>
            <a:xfrm>
              <a:off x="4587" y="1284"/>
              <a:ext cx="534" cy="114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84041" name="Text Box 59"/>
            <p:cNvSpPr txBox="1"/>
            <p:nvPr/>
          </p:nvSpPr>
          <p:spPr>
            <a:xfrm>
              <a:off x="4532" y="1229"/>
              <a:ext cx="590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223.1.3.27</a:t>
              </a:r>
              <a:endPara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grpSp>
        <p:nvGrpSpPr>
          <p:cNvPr id="83995" name="Group 73"/>
          <p:cNvGrpSpPr/>
          <p:nvPr/>
        </p:nvGrpSpPr>
        <p:grpSpPr>
          <a:xfrm>
            <a:off x="7319963" y="1200150"/>
            <a:ext cx="641350" cy="558800"/>
            <a:chOff x="-44" y="1473"/>
            <a:chExt cx="981" cy="1105"/>
          </a:xfrm>
        </p:grpSpPr>
        <p:pic>
          <p:nvPicPr>
            <p:cNvPr id="84038" name="Picture 74" descr="desktop_computer_stylized_medium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4039" name="Freeform 75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83996" name="Group 80"/>
          <p:cNvGrpSpPr/>
          <p:nvPr/>
        </p:nvGrpSpPr>
        <p:grpSpPr>
          <a:xfrm>
            <a:off x="7315200" y="1798638"/>
            <a:ext cx="641350" cy="558800"/>
            <a:chOff x="-44" y="1473"/>
            <a:chExt cx="981" cy="1105"/>
          </a:xfrm>
        </p:grpSpPr>
        <p:pic>
          <p:nvPicPr>
            <p:cNvPr id="84036" name="Picture 81" descr="desktop_computer_stylized_medium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4037" name="Freeform 82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83997" name="Group 83"/>
          <p:cNvGrpSpPr/>
          <p:nvPr/>
        </p:nvGrpSpPr>
        <p:grpSpPr>
          <a:xfrm>
            <a:off x="7343775" y="2408238"/>
            <a:ext cx="641350" cy="558800"/>
            <a:chOff x="-44" y="1473"/>
            <a:chExt cx="981" cy="1105"/>
          </a:xfrm>
        </p:grpSpPr>
        <p:pic>
          <p:nvPicPr>
            <p:cNvPr id="84034" name="Picture 84" descr="desktop_computer_stylized_medium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4035" name="Freeform 85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83998" name="Group 87"/>
          <p:cNvGrpSpPr/>
          <p:nvPr/>
        </p:nvGrpSpPr>
        <p:grpSpPr>
          <a:xfrm flipH="1">
            <a:off x="11002963" y="1357313"/>
            <a:ext cx="641350" cy="558800"/>
            <a:chOff x="-44" y="1473"/>
            <a:chExt cx="981" cy="1105"/>
          </a:xfrm>
        </p:grpSpPr>
        <p:pic>
          <p:nvPicPr>
            <p:cNvPr id="84032" name="Picture 88" descr="desktop_computer_stylized_medium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4033" name="Freeform 89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83999" name="Group 90"/>
          <p:cNvGrpSpPr/>
          <p:nvPr/>
        </p:nvGrpSpPr>
        <p:grpSpPr>
          <a:xfrm flipH="1">
            <a:off x="11017250" y="2636838"/>
            <a:ext cx="641350" cy="558800"/>
            <a:chOff x="-44" y="1473"/>
            <a:chExt cx="981" cy="1105"/>
          </a:xfrm>
        </p:grpSpPr>
        <p:pic>
          <p:nvPicPr>
            <p:cNvPr id="84030" name="Picture 91" descr="desktop_computer_stylized_medium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4031" name="Freeform 92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84000" name="Group 93"/>
          <p:cNvGrpSpPr/>
          <p:nvPr/>
        </p:nvGrpSpPr>
        <p:grpSpPr>
          <a:xfrm flipH="1">
            <a:off x="9918700" y="4160838"/>
            <a:ext cx="641350" cy="558800"/>
            <a:chOff x="-44" y="1473"/>
            <a:chExt cx="981" cy="1105"/>
          </a:xfrm>
        </p:grpSpPr>
        <p:pic>
          <p:nvPicPr>
            <p:cNvPr id="84028" name="Picture 94" descr="desktop_computer_stylized_medium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4029" name="Freeform 95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84001" name="Group 96"/>
          <p:cNvGrpSpPr/>
          <p:nvPr/>
        </p:nvGrpSpPr>
        <p:grpSpPr>
          <a:xfrm flipH="1">
            <a:off x="8755063" y="4202113"/>
            <a:ext cx="641350" cy="558800"/>
            <a:chOff x="-44" y="1473"/>
            <a:chExt cx="981" cy="1105"/>
          </a:xfrm>
        </p:grpSpPr>
        <p:pic>
          <p:nvPicPr>
            <p:cNvPr id="84026" name="Picture 97" descr="desktop_computer_stylized_medium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4027" name="Freeform 98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84002" name="Group 99"/>
          <p:cNvGrpSpPr/>
          <p:nvPr/>
        </p:nvGrpSpPr>
        <p:grpSpPr>
          <a:xfrm>
            <a:off x="9183688" y="2295525"/>
            <a:ext cx="698500" cy="355600"/>
            <a:chOff x="4396" y="1245"/>
            <a:chExt cx="672" cy="248"/>
          </a:xfrm>
        </p:grpSpPr>
        <p:sp>
          <p:nvSpPr>
            <p:cNvPr id="84018" name="Oval 407"/>
            <p:cNvSpPr/>
            <p:nvPr/>
          </p:nvSpPr>
          <p:spPr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84019" name="Rectangle 410"/>
            <p:cNvSpPr/>
            <p:nvPr/>
          </p:nvSpPr>
          <p:spPr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84020" name="Oval 411"/>
            <p:cNvSpPr/>
            <p:nvPr/>
          </p:nvSpPr>
          <p:spPr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84021" name="Group 103"/>
            <p:cNvGrpSpPr/>
            <p:nvPr/>
          </p:nvGrpSpPr>
          <p:grpSpPr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84024" name="Freeform 104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4025" name="Freeform 105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84022" name="Line 106"/>
            <p:cNvSpPr/>
            <p:nvPr/>
          </p:nvSpPr>
          <p:spPr>
            <a:xfrm>
              <a:off x="4399" y="1321"/>
              <a:ext cx="0" cy="109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4023" name="Line 107"/>
            <p:cNvSpPr/>
            <p:nvPr/>
          </p:nvSpPr>
          <p:spPr>
            <a:xfrm>
              <a:off x="5063" y="1326"/>
              <a:ext cx="0" cy="107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pic>
        <p:nvPicPr>
          <p:cNvPr id="84003" name="Picture 108" descr="underline_base"/>
          <p:cNvPicPr/>
          <p:nvPr/>
        </p:nvPicPr>
        <p:blipFill>
          <a:blip r:embed="rId2"/>
          <a:stretch>
            <a:fillRect/>
          </a:stretch>
        </p:blipFill>
        <p:spPr>
          <a:xfrm>
            <a:off x="2152650" y="911225"/>
            <a:ext cx="5484813" cy="173038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3" name="Group 9"/>
          <p:cNvGrpSpPr/>
          <p:nvPr/>
        </p:nvGrpSpPr>
        <p:grpSpPr>
          <a:xfrm>
            <a:off x="8224838" y="1489075"/>
            <a:ext cx="509587" cy="1279525"/>
            <a:chOff x="5278322" y="1817603"/>
            <a:chExt cx="509379" cy="1279224"/>
          </a:xfrm>
        </p:grpSpPr>
        <p:pic>
          <p:nvPicPr>
            <p:cNvPr id="84015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78322" y="2485783"/>
              <a:ext cx="509379" cy="287270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84016" name="Straight Connector 3"/>
            <p:cNvCxnSpPr/>
            <p:nvPr/>
          </p:nvCxnSpPr>
          <p:spPr>
            <a:xfrm>
              <a:off x="5369756" y="1817603"/>
              <a:ext cx="0" cy="68102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84017" name="Straight Connector 77"/>
            <p:cNvCxnSpPr/>
            <p:nvPr/>
          </p:nvCxnSpPr>
          <p:spPr>
            <a:xfrm flipV="1">
              <a:off x="5443520" y="2769741"/>
              <a:ext cx="1" cy="32708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14" name="Group 14"/>
          <p:cNvGrpSpPr/>
          <p:nvPr/>
        </p:nvGrpSpPr>
        <p:grpSpPr>
          <a:xfrm>
            <a:off x="3360738" y="2287588"/>
            <a:ext cx="5080000" cy="2006600"/>
            <a:chOff x="414922" y="2615565"/>
            <a:chExt cx="5079651" cy="2008656"/>
          </a:xfrm>
        </p:grpSpPr>
        <p:sp>
          <p:nvSpPr>
            <p:cNvPr id="84013" name="TextBox 10"/>
            <p:cNvSpPr txBox="1"/>
            <p:nvPr/>
          </p:nvSpPr>
          <p:spPr>
            <a:xfrm>
              <a:off x="414922" y="3659276"/>
              <a:ext cx="4300100" cy="96494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 dirty="0">
                  <a:solidFill>
                    <a:srgbClr val="CC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A: </a:t>
              </a:r>
              <a:r>
                <a:rPr lang="en-US" altLang="zh-CN" sz="2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wired Ethernet interfaces connected by Ethernet switches</a:t>
              </a:r>
              <a:endPara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cxnSp>
          <p:nvCxnSpPr>
            <p:cNvPr id="84014" name="Straight Connector 12"/>
            <p:cNvCxnSpPr/>
            <p:nvPr/>
          </p:nvCxnSpPr>
          <p:spPr>
            <a:xfrm flipH="1">
              <a:off x="4061206" y="2615565"/>
              <a:ext cx="1433367" cy="142095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15" name="Group 15"/>
          <p:cNvGrpSpPr/>
          <p:nvPr/>
        </p:nvGrpSpPr>
        <p:grpSpPr>
          <a:xfrm>
            <a:off x="7275513" y="3462338"/>
            <a:ext cx="4298950" cy="2706687"/>
            <a:chOff x="4328727" y="3790332"/>
            <a:chExt cx="4300100" cy="2707671"/>
          </a:xfrm>
        </p:grpSpPr>
        <p:pic>
          <p:nvPicPr>
            <p:cNvPr id="84010" name="Picture 777" descr="access_point_stylized_small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12411" y="3790332"/>
              <a:ext cx="587569" cy="48690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4011" name="TextBox 89"/>
            <p:cNvSpPr txBox="1"/>
            <p:nvPr/>
          </p:nvSpPr>
          <p:spPr>
            <a:xfrm>
              <a:off x="4328727" y="5533427"/>
              <a:ext cx="4300100" cy="96457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 dirty="0">
                  <a:solidFill>
                    <a:srgbClr val="CC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A: </a:t>
              </a:r>
              <a:r>
                <a:rPr lang="en-US" altLang="zh-CN" sz="20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wireless WiFi interfaces connected by WiFi base station</a:t>
              </a:r>
              <a:endPara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cxnSp>
          <p:nvCxnSpPr>
            <p:cNvPr id="84012" name="Straight Connector 90"/>
            <p:cNvCxnSpPr/>
            <p:nvPr/>
          </p:nvCxnSpPr>
          <p:spPr>
            <a:xfrm flipH="1">
              <a:off x="4982985" y="4208863"/>
              <a:ext cx="1433367" cy="142095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17" name="TextBox 16"/>
          <p:cNvSpPr txBox="1"/>
          <p:nvPr/>
        </p:nvSpPr>
        <p:spPr>
          <a:xfrm>
            <a:off x="3386138" y="4446588"/>
            <a:ext cx="3797300" cy="18875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For now: </a:t>
            </a:r>
            <a:r>
              <a: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don</a:t>
            </a:r>
            <a:r>
              <a:rPr lang="fr-FR" altLang="en-US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’</a:t>
            </a:r>
            <a:r>
              <a:rPr lang="en-US" altLang="ja-JP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t need to worry about how one interface is connected to another (with no intervening router) </a:t>
            </a:r>
            <a:endParaRPr lang="en-US" altLang="zh-CN" sz="20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4008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84009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页脚占位符 4"/>
          <p:cNvSpPr txBox="1">
            <a:spLocks noGrp="1"/>
          </p:cNvSpPr>
          <p:nvPr/>
        </p:nvSpPr>
        <p:spPr>
          <a:xfrm>
            <a:off x="6934200" y="64008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 Layer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19" name="灯片编号占位符 5"/>
          <p:cNvSpPr txBox="1">
            <a:spLocks noGrp="1"/>
          </p:cNvSpPr>
          <p:nvPr/>
        </p:nvSpPr>
        <p:spPr>
          <a:xfrm>
            <a:off x="9686925" y="6400800"/>
            <a:ext cx="676275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</a:fld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20" name="Text Box 4"/>
          <p:cNvSpPr txBox="1"/>
          <p:nvPr/>
        </p:nvSpPr>
        <p:spPr>
          <a:xfrm>
            <a:off x="2133600" y="654050"/>
            <a:ext cx="3505200" cy="461963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IP Address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21" name="Rectangle 5"/>
          <p:cNvSpPr/>
          <p:nvPr/>
        </p:nvSpPr>
        <p:spPr>
          <a:xfrm>
            <a:off x="2590800" y="1568450"/>
            <a:ext cx="5486400" cy="457200"/>
          </a:xfrm>
          <a:prstGeom prst="rect">
            <a:avLst/>
          </a:prstGeom>
          <a:solidFill>
            <a:schemeClr val="bg2"/>
          </a:solidFill>
          <a:ln w="12700" cap="sq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22" name="Rectangle 6"/>
          <p:cNvSpPr/>
          <p:nvPr/>
        </p:nvSpPr>
        <p:spPr>
          <a:xfrm>
            <a:off x="2590800" y="2482850"/>
            <a:ext cx="5486400" cy="457200"/>
          </a:xfrm>
          <a:prstGeom prst="rect">
            <a:avLst/>
          </a:prstGeom>
          <a:solidFill>
            <a:schemeClr val="bg2"/>
          </a:solidFill>
          <a:ln w="12700" cap="sq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23" name="Rectangle 7"/>
          <p:cNvSpPr/>
          <p:nvPr/>
        </p:nvSpPr>
        <p:spPr>
          <a:xfrm>
            <a:off x="2590800" y="3397250"/>
            <a:ext cx="5486400" cy="457200"/>
          </a:xfrm>
          <a:prstGeom prst="rect">
            <a:avLst/>
          </a:prstGeom>
          <a:solidFill>
            <a:schemeClr val="bg2"/>
          </a:solidFill>
          <a:ln w="12700" cap="sq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24" name="Rectangle 8"/>
          <p:cNvSpPr/>
          <p:nvPr/>
        </p:nvSpPr>
        <p:spPr>
          <a:xfrm>
            <a:off x="2590800" y="4464050"/>
            <a:ext cx="5486400" cy="457200"/>
          </a:xfrm>
          <a:prstGeom prst="rect">
            <a:avLst/>
          </a:prstGeom>
          <a:solidFill>
            <a:schemeClr val="bg2"/>
          </a:solidFill>
          <a:ln w="12700" cap="sq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Multicast(</a:t>
            </a:r>
            <a:r>
              <a: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多点广播</a:t>
            </a: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)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25" name="Rectangle 9"/>
          <p:cNvSpPr/>
          <p:nvPr/>
        </p:nvSpPr>
        <p:spPr>
          <a:xfrm>
            <a:off x="2590800" y="5302250"/>
            <a:ext cx="5486400" cy="457200"/>
          </a:xfrm>
          <a:prstGeom prst="rect">
            <a:avLst/>
          </a:prstGeom>
          <a:solidFill>
            <a:schemeClr val="bg2"/>
          </a:solidFill>
          <a:ln w="12700" cap="sq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Preserved for future use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26" name="Text Box 10"/>
          <p:cNvSpPr txBox="1"/>
          <p:nvPr/>
        </p:nvSpPr>
        <p:spPr>
          <a:xfrm>
            <a:off x="2057400" y="1644650"/>
            <a:ext cx="9144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A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27" name="Text Box 11"/>
          <p:cNvSpPr txBox="1"/>
          <p:nvPr/>
        </p:nvSpPr>
        <p:spPr>
          <a:xfrm>
            <a:off x="2057400" y="2559050"/>
            <a:ext cx="9144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B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28" name="Text Box 12"/>
          <p:cNvSpPr txBox="1"/>
          <p:nvPr/>
        </p:nvSpPr>
        <p:spPr>
          <a:xfrm>
            <a:off x="2057400" y="3473450"/>
            <a:ext cx="9144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29" name="Text Box 13"/>
          <p:cNvSpPr txBox="1"/>
          <p:nvPr/>
        </p:nvSpPr>
        <p:spPr>
          <a:xfrm>
            <a:off x="2057400" y="4540250"/>
            <a:ext cx="9144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30" name="Text Box 14"/>
          <p:cNvSpPr txBox="1"/>
          <p:nvPr/>
        </p:nvSpPr>
        <p:spPr>
          <a:xfrm>
            <a:off x="2032000" y="5378450"/>
            <a:ext cx="9144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E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31" name="Rectangle 15"/>
          <p:cNvSpPr/>
          <p:nvPr/>
        </p:nvSpPr>
        <p:spPr>
          <a:xfrm>
            <a:off x="2590800" y="1568450"/>
            <a:ext cx="228600" cy="457200"/>
          </a:xfrm>
          <a:prstGeom prst="rec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0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32" name="Rectangle 16"/>
          <p:cNvSpPr/>
          <p:nvPr/>
        </p:nvSpPr>
        <p:spPr>
          <a:xfrm>
            <a:off x="2590800" y="2482850"/>
            <a:ext cx="228600" cy="457200"/>
          </a:xfrm>
          <a:prstGeom prst="rec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33" name="Rectangle 17"/>
          <p:cNvSpPr/>
          <p:nvPr/>
        </p:nvSpPr>
        <p:spPr>
          <a:xfrm>
            <a:off x="2819400" y="2482850"/>
            <a:ext cx="228600" cy="457200"/>
          </a:xfrm>
          <a:prstGeom prst="rec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0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34" name="Rectangle 18"/>
          <p:cNvSpPr/>
          <p:nvPr/>
        </p:nvSpPr>
        <p:spPr>
          <a:xfrm>
            <a:off x="2590800" y="3397250"/>
            <a:ext cx="228600" cy="457200"/>
          </a:xfrm>
          <a:prstGeom prst="rec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35" name="Rectangle 19"/>
          <p:cNvSpPr/>
          <p:nvPr/>
        </p:nvSpPr>
        <p:spPr>
          <a:xfrm>
            <a:off x="2819400" y="3397250"/>
            <a:ext cx="228600" cy="457200"/>
          </a:xfrm>
          <a:prstGeom prst="rec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36" name="Rectangle 20"/>
          <p:cNvSpPr/>
          <p:nvPr/>
        </p:nvSpPr>
        <p:spPr>
          <a:xfrm>
            <a:off x="3048000" y="3397250"/>
            <a:ext cx="228600" cy="457200"/>
          </a:xfrm>
          <a:prstGeom prst="rec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0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37" name="Rectangle 21"/>
          <p:cNvSpPr/>
          <p:nvPr/>
        </p:nvSpPr>
        <p:spPr>
          <a:xfrm>
            <a:off x="2819400" y="4464050"/>
            <a:ext cx="228600" cy="457200"/>
          </a:xfrm>
          <a:prstGeom prst="rec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38" name="Rectangle 22"/>
          <p:cNvSpPr/>
          <p:nvPr/>
        </p:nvSpPr>
        <p:spPr>
          <a:xfrm>
            <a:off x="3048000" y="4464050"/>
            <a:ext cx="228600" cy="457200"/>
          </a:xfrm>
          <a:prstGeom prst="rec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39" name="Rectangle 23"/>
          <p:cNvSpPr/>
          <p:nvPr/>
        </p:nvSpPr>
        <p:spPr>
          <a:xfrm>
            <a:off x="3276600" y="4464050"/>
            <a:ext cx="228600" cy="457200"/>
          </a:xfrm>
          <a:prstGeom prst="rec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0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40" name="Rectangle 24"/>
          <p:cNvSpPr/>
          <p:nvPr/>
        </p:nvSpPr>
        <p:spPr>
          <a:xfrm>
            <a:off x="2590800" y="4464050"/>
            <a:ext cx="228600" cy="457200"/>
          </a:xfrm>
          <a:prstGeom prst="rec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41" name="Rectangle 25"/>
          <p:cNvSpPr/>
          <p:nvPr/>
        </p:nvSpPr>
        <p:spPr>
          <a:xfrm>
            <a:off x="3060700" y="5302250"/>
            <a:ext cx="228600" cy="457200"/>
          </a:xfrm>
          <a:prstGeom prst="rec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42" name="Rectangle 26"/>
          <p:cNvSpPr/>
          <p:nvPr/>
        </p:nvSpPr>
        <p:spPr>
          <a:xfrm>
            <a:off x="3289300" y="5302250"/>
            <a:ext cx="228600" cy="457200"/>
          </a:xfrm>
          <a:prstGeom prst="rec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43" name="Rectangle 27"/>
          <p:cNvSpPr/>
          <p:nvPr/>
        </p:nvSpPr>
        <p:spPr>
          <a:xfrm>
            <a:off x="3517900" y="5302250"/>
            <a:ext cx="228600" cy="457200"/>
          </a:xfrm>
          <a:prstGeom prst="rec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0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44" name="Rectangle 28"/>
          <p:cNvSpPr/>
          <p:nvPr/>
        </p:nvSpPr>
        <p:spPr>
          <a:xfrm>
            <a:off x="2832100" y="5302250"/>
            <a:ext cx="228600" cy="457200"/>
          </a:xfrm>
          <a:prstGeom prst="rec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45" name="Rectangle 29"/>
          <p:cNvSpPr/>
          <p:nvPr/>
        </p:nvSpPr>
        <p:spPr>
          <a:xfrm>
            <a:off x="2590800" y="5302250"/>
            <a:ext cx="228600" cy="457200"/>
          </a:xfrm>
          <a:prstGeom prst="rec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46" name="Text Box 30"/>
          <p:cNvSpPr txBox="1"/>
          <p:nvPr/>
        </p:nvSpPr>
        <p:spPr>
          <a:xfrm>
            <a:off x="4419600" y="3473450"/>
            <a:ext cx="13716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netid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47" name="Text Box 31"/>
          <p:cNvSpPr txBox="1"/>
          <p:nvPr/>
        </p:nvSpPr>
        <p:spPr>
          <a:xfrm>
            <a:off x="6629400" y="3473450"/>
            <a:ext cx="13716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Hostid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48" name="Text Box 32"/>
          <p:cNvSpPr txBox="1"/>
          <p:nvPr/>
        </p:nvSpPr>
        <p:spPr>
          <a:xfrm>
            <a:off x="3886200" y="2559050"/>
            <a:ext cx="13716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netid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49" name="Text Box 33"/>
          <p:cNvSpPr txBox="1"/>
          <p:nvPr/>
        </p:nvSpPr>
        <p:spPr>
          <a:xfrm>
            <a:off x="6324600" y="2559050"/>
            <a:ext cx="13716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Hostid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50" name="Text Box 34"/>
          <p:cNvSpPr txBox="1"/>
          <p:nvPr/>
        </p:nvSpPr>
        <p:spPr>
          <a:xfrm>
            <a:off x="6400800" y="1644650"/>
            <a:ext cx="13716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Hostid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51" name="Text Box 35"/>
          <p:cNvSpPr txBox="1"/>
          <p:nvPr/>
        </p:nvSpPr>
        <p:spPr>
          <a:xfrm>
            <a:off x="3276600" y="1644650"/>
            <a:ext cx="13716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netid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52" name="Line 36"/>
          <p:cNvSpPr/>
          <p:nvPr/>
        </p:nvSpPr>
        <p:spPr>
          <a:xfrm>
            <a:off x="5143500" y="2482850"/>
            <a:ext cx="0" cy="45720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6053" name="Line 37"/>
          <p:cNvSpPr/>
          <p:nvPr/>
        </p:nvSpPr>
        <p:spPr>
          <a:xfrm>
            <a:off x="6477000" y="3397250"/>
            <a:ext cx="0" cy="45720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6054" name="Line 38"/>
          <p:cNvSpPr/>
          <p:nvPr/>
        </p:nvSpPr>
        <p:spPr>
          <a:xfrm>
            <a:off x="4191000" y="1568450"/>
            <a:ext cx="0" cy="45720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6055" name="Text Box 39"/>
          <p:cNvSpPr txBox="1"/>
          <p:nvPr/>
        </p:nvSpPr>
        <p:spPr>
          <a:xfrm>
            <a:off x="2438400" y="1238250"/>
            <a:ext cx="13716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0</a:t>
            </a:r>
            <a:endParaRPr lang="zh-CN" altLang="en-US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56" name="Text Box 40"/>
          <p:cNvSpPr txBox="1"/>
          <p:nvPr/>
        </p:nvSpPr>
        <p:spPr>
          <a:xfrm>
            <a:off x="4953000" y="1263650"/>
            <a:ext cx="13716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16</a:t>
            </a:r>
            <a:endParaRPr lang="zh-CN" altLang="en-US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57" name="Text Box 41"/>
          <p:cNvSpPr txBox="1"/>
          <p:nvPr/>
        </p:nvSpPr>
        <p:spPr>
          <a:xfrm>
            <a:off x="6248400" y="1263650"/>
            <a:ext cx="13716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24</a:t>
            </a:r>
            <a:endParaRPr lang="zh-CN" altLang="en-US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58" name="Text Box 42"/>
          <p:cNvSpPr txBox="1"/>
          <p:nvPr/>
        </p:nvSpPr>
        <p:spPr>
          <a:xfrm>
            <a:off x="7848600" y="1238250"/>
            <a:ext cx="13716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31</a:t>
            </a:r>
            <a:endParaRPr lang="zh-CN" altLang="en-US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59" name="Text Box 43"/>
          <p:cNvSpPr txBox="1"/>
          <p:nvPr/>
        </p:nvSpPr>
        <p:spPr>
          <a:xfrm>
            <a:off x="4038600" y="1263650"/>
            <a:ext cx="13716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8</a:t>
            </a:r>
            <a:endParaRPr lang="zh-CN" altLang="en-US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60" name="Text Box 44"/>
          <p:cNvSpPr txBox="1"/>
          <p:nvPr/>
        </p:nvSpPr>
        <p:spPr>
          <a:xfrm>
            <a:off x="2590800" y="2101850"/>
            <a:ext cx="80010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The number of hosts is 2</a:t>
            </a:r>
            <a:r>
              <a:rPr lang="en-US" altLang="zh-CN" sz="1800" baseline="30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24</a:t>
            </a: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.address:1.0.0.0~127.255.255.255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61" name="Text Box 45"/>
          <p:cNvSpPr txBox="1"/>
          <p:nvPr/>
        </p:nvSpPr>
        <p:spPr>
          <a:xfrm>
            <a:off x="2667000" y="3016250"/>
            <a:ext cx="80010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The number of hosts is 2</a:t>
            </a:r>
            <a:r>
              <a:rPr lang="en-US" altLang="zh-CN" sz="1800" baseline="30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16</a:t>
            </a: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.address:128.0.0.0~191.255.255.255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62" name="Text Box 46"/>
          <p:cNvSpPr txBox="1"/>
          <p:nvPr/>
        </p:nvSpPr>
        <p:spPr>
          <a:xfrm>
            <a:off x="2590800" y="3930650"/>
            <a:ext cx="80010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The number of hosts is 2</a:t>
            </a:r>
            <a:r>
              <a:rPr lang="en-US" altLang="zh-CN" sz="1800" baseline="30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8</a:t>
            </a: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.address:192.0.0.0~223.255.255.255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63" name="Text Box 47"/>
          <p:cNvSpPr txBox="1"/>
          <p:nvPr/>
        </p:nvSpPr>
        <p:spPr>
          <a:xfrm>
            <a:off x="2590800" y="4921250"/>
            <a:ext cx="80010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address:224.0.0.0~239.255.255.255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64" name="Text Box 48"/>
          <p:cNvSpPr txBox="1"/>
          <p:nvPr/>
        </p:nvSpPr>
        <p:spPr>
          <a:xfrm>
            <a:off x="2590800" y="5759450"/>
            <a:ext cx="80010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address:240.0.0.0~247.255.255.255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6065" name="Line 49"/>
          <p:cNvSpPr/>
          <p:nvPr/>
        </p:nvSpPr>
        <p:spPr>
          <a:xfrm>
            <a:off x="1765300" y="4311650"/>
            <a:ext cx="8915400" cy="0"/>
          </a:xfrm>
          <a:prstGeom prst="line">
            <a:avLst/>
          </a:prstGeom>
          <a:ln w="76200" cap="sq" cmpd="sng">
            <a:pattFill prst="smGrid">
              <a:fgClr>
                <a:srgbClr val="FF3300"/>
              </a:fgClr>
              <a:bgClr>
                <a:srgbClr val="FFFFFF"/>
              </a:bgClr>
            </a:pattFill>
            <a:prstDash val="solid"/>
            <a:headEnd type="none" w="med" len="med"/>
            <a:tailEnd type="none" w="med" len="med"/>
          </a:ln>
        </p:spPr>
      </p:sp>
      <p:sp>
        <p:nvSpPr>
          <p:cNvPr id="50" name="矩形 49"/>
          <p:cNvSpPr/>
          <p:nvPr/>
        </p:nvSpPr>
        <p:spPr bwMode="auto">
          <a:xfrm>
            <a:off x="10628313" y="180975"/>
            <a:ext cx="1411288" cy="47783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补充内容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页脚占位符 4"/>
          <p:cNvSpPr txBox="1">
            <a:spLocks noGrp="1"/>
          </p:cNvSpPr>
          <p:nvPr/>
        </p:nvSpPr>
        <p:spPr>
          <a:xfrm>
            <a:off x="6934200" y="64008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 Layer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7043" name="灯片编号占位符 5"/>
          <p:cNvSpPr txBox="1">
            <a:spLocks noGrp="1"/>
          </p:cNvSpPr>
          <p:nvPr/>
        </p:nvSpPr>
        <p:spPr>
          <a:xfrm>
            <a:off x="9686925" y="6400800"/>
            <a:ext cx="676275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</a:fld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4278" name="Text Box 4"/>
          <p:cNvSpPr txBox="1"/>
          <p:nvPr/>
        </p:nvSpPr>
        <p:spPr>
          <a:xfrm>
            <a:off x="1292225" y="273050"/>
            <a:ext cx="5641975" cy="646113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x-none" sz="3600" b="1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Special IP Address</a:t>
            </a:r>
            <a:endParaRPr kumimoji="0" lang="en-US" altLang="x-none" sz="3600" b="1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</p:txBody>
      </p:sp>
      <p:sp>
        <p:nvSpPr>
          <p:cNvPr id="54279" name="Text Box 5"/>
          <p:cNvSpPr txBox="1"/>
          <p:nvPr/>
        </p:nvSpPr>
        <p:spPr>
          <a:xfrm>
            <a:off x="1230313" y="1298575"/>
            <a:ext cx="10029825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1. broadcast address(</a:t>
            </a:r>
            <a:r>
              <a:rPr lang="zh-CN" altLang="en-US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广播地址</a:t>
            </a: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):</a:t>
            </a:r>
            <a:r>
              <a:rPr lang="zh-CN" altLang="en-US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主机号全为</a:t>
            </a: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1.</a:t>
            </a:r>
            <a:r>
              <a:rPr lang="zh-CN" altLang="en-US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向其它网络广播</a:t>
            </a: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,</a:t>
            </a:r>
            <a:r>
              <a:rPr lang="zh-CN" altLang="en-US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必须有一个有效的网络号。</a:t>
            </a:r>
            <a:endParaRPr lang="zh-CN" altLang="en-US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4280" name="Rectangle 6"/>
          <p:cNvSpPr/>
          <p:nvPr/>
        </p:nvSpPr>
        <p:spPr>
          <a:xfrm>
            <a:off x="1154113" y="2593975"/>
            <a:ext cx="10029825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2. limited broadcast address (</a:t>
            </a:r>
            <a:r>
              <a:rPr lang="zh-CN" altLang="en-US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有限广播</a:t>
            </a: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):255.255.255.255,</a:t>
            </a:r>
            <a:r>
              <a:rPr lang="zh-CN" altLang="en-US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向本网络的所有主机广播，不需要网络号</a:t>
            </a:r>
            <a:endParaRPr lang="zh-CN" altLang="en-US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4281" name="Rectangle 7"/>
          <p:cNvSpPr/>
          <p:nvPr/>
        </p:nvSpPr>
        <p:spPr>
          <a:xfrm>
            <a:off x="1154113" y="3970338"/>
            <a:ext cx="11303000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3.“0” address(“0”</a:t>
            </a:r>
            <a:r>
              <a:rPr lang="zh-CN" altLang="en-US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地址</a:t>
            </a: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):0.0.0.0</a:t>
            </a:r>
            <a:r>
              <a:rPr lang="zh-CN" altLang="en-US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。本网络本主机</a:t>
            </a:r>
            <a:endParaRPr lang="zh-CN" altLang="en-US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4282" name="Rectangle 8"/>
          <p:cNvSpPr/>
          <p:nvPr/>
        </p:nvSpPr>
        <p:spPr>
          <a:xfrm>
            <a:off x="1084263" y="5054600"/>
            <a:ext cx="1002982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4. loopback address (</a:t>
            </a:r>
            <a:r>
              <a:rPr lang="zh-CN" altLang="en-US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回送地址</a:t>
            </a: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):netid=127</a:t>
            </a:r>
            <a:r>
              <a:rPr lang="zh-CN" altLang="en-US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，将信息回送本机。</a:t>
            </a:r>
            <a:endParaRPr lang="zh-CN" altLang="en-US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10628313" y="180975"/>
            <a:ext cx="1411288" cy="47783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补充内容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4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9" grpId="0"/>
      <p:bldP spid="54280" grpId="0"/>
      <p:bldP spid="54281" grpId="0"/>
      <p:bldP spid="5428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页脚占位符 4"/>
          <p:cNvSpPr txBox="1">
            <a:spLocks noGrp="1"/>
          </p:cNvSpPr>
          <p:nvPr/>
        </p:nvSpPr>
        <p:spPr>
          <a:xfrm>
            <a:off x="6934200" y="64008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 Layer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8067" name="灯片编号占位符 5"/>
          <p:cNvSpPr txBox="1">
            <a:spLocks noGrp="1"/>
          </p:cNvSpPr>
          <p:nvPr/>
        </p:nvSpPr>
        <p:spPr>
          <a:xfrm>
            <a:off x="9686925" y="6400800"/>
            <a:ext cx="676275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</a:fld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pic>
        <p:nvPicPr>
          <p:cNvPr id="88068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0813" y="750888"/>
            <a:ext cx="9144000" cy="4532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/>
          <p:nvPr/>
        </p:nvSpPr>
        <p:spPr bwMode="auto">
          <a:xfrm>
            <a:off x="10628313" y="180975"/>
            <a:ext cx="1411288" cy="47783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补充内容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页脚占位符 4"/>
          <p:cNvSpPr txBox="1">
            <a:spLocks noGrp="1"/>
          </p:cNvSpPr>
          <p:nvPr/>
        </p:nvSpPr>
        <p:spPr>
          <a:xfrm>
            <a:off x="6934200" y="64008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 Layer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9091" name="灯片编号占位符 5"/>
          <p:cNvSpPr txBox="1">
            <a:spLocks noGrp="1"/>
          </p:cNvSpPr>
          <p:nvPr/>
        </p:nvSpPr>
        <p:spPr>
          <a:xfrm>
            <a:off x="9686925" y="6400800"/>
            <a:ext cx="676275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</a:fld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9092" name="Rectangle 4"/>
          <p:cNvSpPr/>
          <p:nvPr/>
        </p:nvSpPr>
        <p:spPr>
          <a:xfrm>
            <a:off x="2125663" y="547688"/>
            <a:ext cx="3138487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Subnetting </a:t>
            </a:r>
            <a:r>
              <a:rPr lang="zh-CN" altLang="en-US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子网编址</a:t>
            </a:r>
            <a:endParaRPr lang="zh-CN" altLang="en-US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9093" name="Oval 5"/>
          <p:cNvSpPr/>
          <p:nvPr/>
        </p:nvSpPr>
        <p:spPr>
          <a:xfrm>
            <a:off x="3581400" y="2133600"/>
            <a:ext cx="1143000" cy="685800"/>
          </a:xfrm>
          <a:prstGeom prst="ellipse">
            <a:avLst/>
          </a:prstGeom>
          <a:solidFill>
            <a:srgbClr val="3333FF"/>
          </a:solidFill>
          <a:ln w="12700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bg1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Internet</a:t>
            </a:r>
            <a:endParaRPr lang="en-US" altLang="zh-CN" sz="1800" b="1" dirty="0">
              <a:solidFill>
                <a:schemeClr val="bg1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9094" name="Oval 6"/>
          <p:cNvSpPr/>
          <p:nvPr/>
        </p:nvSpPr>
        <p:spPr>
          <a:xfrm>
            <a:off x="2514600" y="3048000"/>
            <a:ext cx="1371600" cy="685800"/>
          </a:xfrm>
          <a:prstGeom prst="ellipse">
            <a:avLst/>
          </a:prstGeom>
          <a:solidFill>
            <a:srgbClr val="3333FF"/>
          </a:solidFill>
          <a:ln w="12700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bg1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</a:t>
            </a:r>
            <a:endParaRPr lang="en-US" altLang="zh-CN" sz="1800" b="1" dirty="0">
              <a:solidFill>
                <a:schemeClr val="bg1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9095" name="Oval 7"/>
          <p:cNvSpPr/>
          <p:nvPr/>
        </p:nvSpPr>
        <p:spPr>
          <a:xfrm>
            <a:off x="4648200" y="3048000"/>
            <a:ext cx="1371600" cy="685800"/>
          </a:xfrm>
          <a:prstGeom prst="ellipse">
            <a:avLst/>
          </a:prstGeom>
          <a:solidFill>
            <a:srgbClr val="3333FF"/>
          </a:solidFill>
          <a:ln w="12700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bg1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</a:t>
            </a:r>
            <a:endParaRPr lang="en-US" altLang="zh-CN" sz="1800" b="1" dirty="0">
              <a:solidFill>
                <a:schemeClr val="bg1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9096" name="Oval 8"/>
          <p:cNvSpPr/>
          <p:nvPr/>
        </p:nvSpPr>
        <p:spPr>
          <a:xfrm>
            <a:off x="1828800" y="3810000"/>
            <a:ext cx="990600" cy="685800"/>
          </a:xfrm>
          <a:prstGeom prst="ellipse">
            <a:avLst/>
          </a:prstGeom>
          <a:solidFill>
            <a:srgbClr val="3333FF"/>
          </a:solidFill>
          <a:ln w="12700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bg1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subnet</a:t>
            </a:r>
            <a:endParaRPr lang="en-US" altLang="zh-CN" sz="1800" b="1" dirty="0">
              <a:solidFill>
                <a:schemeClr val="bg1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9097" name="Line 9"/>
          <p:cNvSpPr/>
          <p:nvPr/>
        </p:nvSpPr>
        <p:spPr>
          <a:xfrm flipH="1">
            <a:off x="3276600" y="2743200"/>
            <a:ext cx="457200" cy="304800"/>
          </a:xfrm>
          <a:prstGeom prst="line">
            <a:avLst/>
          </a:prstGeom>
          <a:ln w="28575" cap="sq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9098" name="Line 10"/>
          <p:cNvSpPr/>
          <p:nvPr/>
        </p:nvSpPr>
        <p:spPr>
          <a:xfrm>
            <a:off x="4572000" y="2743200"/>
            <a:ext cx="609600" cy="304800"/>
          </a:xfrm>
          <a:prstGeom prst="line">
            <a:avLst/>
          </a:prstGeom>
          <a:ln w="28575" cap="sq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9099" name="Line 11"/>
          <p:cNvSpPr/>
          <p:nvPr/>
        </p:nvSpPr>
        <p:spPr>
          <a:xfrm>
            <a:off x="5638800" y="3733800"/>
            <a:ext cx="381000" cy="304800"/>
          </a:xfrm>
          <a:prstGeom prst="line">
            <a:avLst/>
          </a:prstGeom>
          <a:ln w="28575" cap="sq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9100" name="Oval 12"/>
          <p:cNvSpPr/>
          <p:nvPr/>
        </p:nvSpPr>
        <p:spPr>
          <a:xfrm>
            <a:off x="1752600" y="4953000"/>
            <a:ext cx="762000" cy="685800"/>
          </a:xfrm>
          <a:prstGeom prst="ellipse">
            <a:avLst/>
          </a:prstGeom>
          <a:solidFill>
            <a:srgbClr val="3333FF"/>
          </a:solidFill>
          <a:ln w="12700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bg1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host</a:t>
            </a:r>
            <a:endParaRPr lang="en-US" altLang="zh-CN" sz="1800" b="1" dirty="0">
              <a:solidFill>
                <a:schemeClr val="bg1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9101" name="Line 13"/>
          <p:cNvSpPr/>
          <p:nvPr/>
        </p:nvSpPr>
        <p:spPr>
          <a:xfrm flipH="1">
            <a:off x="2209800" y="3657600"/>
            <a:ext cx="533400" cy="152400"/>
          </a:xfrm>
          <a:prstGeom prst="line">
            <a:avLst/>
          </a:prstGeom>
          <a:ln w="28575" cap="sq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9102" name="Line 14"/>
          <p:cNvSpPr/>
          <p:nvPr/>
        </p:nvSpPr>
        <p:spPr>
          <a:xfrm flipH="1">
            <a:off x="2133600" y="4495800"/>
            <a:ext cx="76200" cy="457200"/>
          </a:xfrm>
          <a:prstGeom prst="line">
            <a:avLst/>
          </a:prstGeom>
          <a:ln w="28575" cap="sq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9103" name="Oval 15"/>
          <p:cNvSpPr/>
          <p:nvPr/>
        </p:nvSpPr>
        <p:spPr>
          <a:xfrm>
            <a:off x="5334000" y="3962400"/>
            <a:ext cx="990600" cy="685800"/>
          </a:xfrm>
          <a:prstGeom prst="ellipse">
            <a:avLst/>
          </a:prstGeom>
          <a:solidFill>
            <a:srgbClr val="3333FF"/>
          </a:solidFill>
          <a:ln w="12700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bg1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subnet</a:t>
            </a:r>
            <a:endParaRPr lang="en-US" altLang="zh-CN" sz="1800" b="1" dirty="0">
              <a:solidFill>
                <a:schemeClr val="bg1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9104" name="Oval 16"/>
          <p:cNvSpPr/>
          <p:nvPr/>
        </p:nvSpPr>
        <p:spPr>
          <a:xfrm>
            <a:off x="5029200" y="5029200"/>
            <a:ext cx="762000" cy="685800"/>
          </a:xfrm>
          <a:prstGeom prst="ellipse">
            <a:avLst/>
          </a:prstGeom>
          <a:solidFill>
            <a:srgbClr val="3333FF"/>
          </a:solidFill>
          <a:ln w="12700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bg1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host</a:t>
            </a:r>
            <a:endParaRPr lang="en-US" altLang="zh-CN" sz="1800" b="1" dirty="0">
              <a:solidFill>
                <a:schemeClr val="bg1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9105" name="Line 17"/>
          <p:cNvSpPr/>
          <p:nvPr/>
        </p:nvSpPr>
        <p:spPr>
          <a:xfrm flipH="1">
            <a:off x="5410200" y="4572000"/>
            <a:ext cx="76200" cy="457200"/>
          </a:xfrm>
          <a:prstGeom prst="line">
            <a:avLst/>
          </a:prstGeom>
          <a:ln w="28575" cap="sq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9106" name="Rectangle 18"/>
          <p:cNvSpPr/>
          <p:nvPr/>
        </p:nvSpPr>
        <p:spPr>
          <a:xfrm>
            <a:off x="6629400" y="2362200"/>
            <a:ext cx="4038600" cy="457200"/>
          </a:xfrm>
          <a:prstGeom prst="rect">
            <a:avLst/>
          </a:prstGeom>
          <a:solidFill>
            <a:srgbClr val="00FFCC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Host id</a:t>
            </a:r>
            <a:endParaRPr lang="en-US" altLang="zh-CN" sz="20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9107" name="Rectangle 19"/>
          <p:cNvSpPr/>
          <p:nvPr/>
        </p:nvSpPr>
        <p:spPr>
          <a:xfrm>
            <a:off x="6629400" y="2362200"/>
            <a:ext cx="1066800" cy="457200"/>
          </a:xfrm>
          <a:prstGeom prst="rect">
            <a:avLst/>
          </a:prstGeom>
          <a:solidFill>
            <a:srgbClr val="00FFCC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 id</a:t>
            </a:r>
            <a:endParaRPr lang="en-US" altLang="zh-CN" sz="20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9108" name="AutoShape 20"/>
          <p:cNvSpPr/>
          <p:nvPr/>
        </p:nvSpPr>
        <p:spPr>
          <a:xfrm>
            <a:off x="8077200" y="2819400"/>
            <a:ext cx="1295400" cy="9144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0099FF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9109" name="Rectangle 21"/>
          <p:cNvSpPr/>
          <p:nvPr/>
        </p:nvSpPr>
        <p:spPr>
          <a:xfrm>
            <a:off x="6629400" y="3810000"/>
            <a:ext cx="4038600" cy="457200"/>
          </a:xfrm>
          <a:prstGeom prst="rect">
            <a:avLst/>
          </a:prstGeom>
          <a:solidFill>
            <a:srgbClr val="00FFCC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Host id</a:t>
            </a:r>
            <a:endParaRPr lang="en-US" altLang="zh-CN" sz="20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9110" name="Rectangle 22"/>
          <p:cNvSpPr/>
          <p:nvPr/>
        </p:nvSpPr>
        <p:spPr>
          <a:xfrm>
            <a:off x="6629400" y="3810000"/>
            <a:ext cx="1066800" cy="457200"/>
          </a:xfrm>
          <a:prstGeom prst="rect">
            <a:avLst/>
          </a:prstGeom>
          <a:solidFill>
            <a:srgbClr val="00FFCC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 id</a:t>
            </a:r>
            <a:endParaRPr lang="en-US" altLang="zh-CN" sz="20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9111" name="Rectangle 23"/>
          <p:cNvSpPr/>
          <p:nvPr/>
        </p:nvSpPr>
        <p:spPr>
          <a:xfrm>
            <a:off x="7696200" y="3810000"/>
            <a:ext cx="1600200" cy="457200"/>
          </a:xfrm>
          <a:prstGeom prst="rec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Subnet id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9112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endParaRPr lang="zh-CN" altLang="en-US" dirty="0"/>
          </a:p>
        </p:txBody>
      </p:sp>
      <p:sp>
        <p:nvSpPr>
          <p:cNvPr id="89113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endParaRPr lang="zh-CN" altLang="en-US" dirty="0"/>
          </a:p>
        </p:txBody>
      </p:sp>
      <p:sp>
        <p:nvSpPr>
          <p:cNvPr id="26" name="矩形 25"/>
          <p:cNvSpPr/>
          <p:nvPr/>
        </p:nvSpPr>
        <p:spPr bwMode="auto">
          <a:xfrm>
            <a:off x="10628313" y="180975"/>
            <a:ext cx="1411288" cy="47783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补充内容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页脚占位符 4"/>
          <p:cNvSpPr txBox="1">
            <a:spLocks noGrp="1"/>
          </p:cNvSpPr>
          <p:nvPr/>
        </p:nvSpPr>
        <p:spPr>
          <a:xfrm>
            <a:off x="6934200" y="64008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 Layer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0115" name="灯片编号占位符 5"/>
          <p:cNvSpPr txBox="1">
            <a:spLocks noGrp="1"/>
          </p:cNvSpPr>
          <p:nvPr/>
        </p:nvSpPr>
        <p:spPr>
          <a:xfrm>
            <a:off x="9686925" y="6400800"/>
            <a:ext cx="676275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</a:fld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0116" name="Text Box 4"/>
          <p:cNvSpPr txBox="1"/>
          <p:nvPr/>
        </p:nvSpPr>
        <p:spPr>
          <a:xfrm>
            <a:off x="1157288" y="365125"/>
            <a:ext cx="5486400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Subnet mask </a:t>
            </a:r>
            <a:r>
              <a:rPr lang="zh-CN" altLang="en-US" sz="32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子网掩码</a:t>
            </a:r>
            <a:endParaRPr lang="zh-CN" altLang="en-US" sz="32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0117" name="Rectangle 5"/>
          <p:cNvSpPr/>
          <p:nvPr/>
        </p:nvSpPr>
        <p:spPr>
          <a:xfrm>
            <a:off x="2590800" y="2209800"/>
            <a:ext cx="4572000" cy="381000"/>
          </a:xfrm>
          <a:prstGeom prst="rect">
            <a:avLst/>
          </a:prstGeom>
          <a:solidFill>
            <a:schemeClr val="folHlink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11111111 11111111 00000000 00000000</a:t>
            </a:r>
            <a:endParaRPr lang="en-US" altLang="zh-CN" sz="20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0118" name="Rectangle 6"/>
          <p:cNvSpPr/>
          <p:nvPr/>
        </p:nvSpPr>
        <p:spPr>
          <a:xfrm>
            <a:off x="7315200" y="2209800"/>
            <a:ext cx="1524000" cy="381000"/>
          </a:xfrm>
          <a:prstGeom prst="rect">
            <a:avLst/>
          </a:prstGeom>
          <a:solidFill>
            <a:schemeClr val="folHlink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255.255.0.0</a:t>
            </a:r>
            <a:endParaRPr lang="en-US" altLang="zh-CN" sz="20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0119" name="Rectangle 7"/>
          <p:cNvSpPr/>
          <p:nvPr/>
        </p:nvSpPr>
        <p:spPr>
          <a:xfrm>
            <a:off x="2514600" y="4191000"/>
            <a:ext cx="1524000" cy="381000"/>
          </a:xfrm>
          <a:prstGeom prst="rect">
            <a:avLst/>
          </a:prstGeom>
          <a:solidFill>
            <a:schemeClr val="folHlink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130.1.0.0</a:t>
            </a:r>
            <a:endParaRPr lang="en-US" altLang="zh-CN" sz="20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0120" name="Line 8"/>
          <p:cNvSpPr/>
          <p:nvPr/>
        </p:nvSpPr>
        <p:spPr>
          <a:xfrm>
            <a:off x="4114800" y="4419600"/>
            <a:ext cx="1219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21" name="Line 9"/>
          <p:cNvSpPr/>
          <p:nvPr/>
        </p:nvSpPr>
        <p:spPr>
          <a:xfrm>
            <a:off x="5410200" y="3962400"/>
            <a:ext cx="0" cy="1447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22" name="Rectangle 10"/>
          <p:cNvSpPr/>
          <p:nvPr/>
        </p:nvSpPr>
        <p:spPr>
          <a:xfrm>
            <a:off x="4114800" y="4495800"/>
            <a:ext cx="1219200" cy="381000"/>
          </a:xfrm>
          <a:prstGeom prst="rect">
            <a:avLst/>
          </a:prstGeom>
          <a:solidFill>
            <a:schemeClr val="folHlink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255.255.255.0</a:t>
            </a:r>
            <a:endParaRPr lang="en-US" altLang="zh-CN" sz="16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0123" name="Rectangle 11"/>
          <p:cNvSpPr/>
          <p:nvPr/>
        </p:nvSpPr>
        <p:spPr>
          <a:xfrm>
            <a:off x="5562600" y="3962400"/>
            <a:ext cx="1524000" cy="381000"/>
          </a:xfrm>
          <a:prstGeom prst="rect">
            <a:avLst/>
          </a:prstGeom>
          <a:solidFill>
            <a:schemeClr val="folHlink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130.1.1.0</a:t>
            </a:r>
            <a:endParaRPr lang="en-US" altLang="zh-CN" sz="20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0124" name="Rectangle 12"/>
          <p:cNvSpPr/>
          <p:nvPr/>
        </p:nvSpPr>
        <p:spPr>
          <a:xfrm>
            <a:off x="5562600" y="5105400"/>
            <a:ext cx="1524000" cy="381000"/>
          </a:xfrm>
          <a:prstGeom prst="rect">
            <a:avLst/>
          </a:prstGeom>
          <a:solidFill>
            <a:schemeClr val="folHlink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130.1.254.0</a:t>
            </a:r>
            <a:endParaRPr lang="en-US" altLang="zh-CN" sz="20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0125" name="Text Box 13"/>
          <p:cNvSpPr txBox="1"/>
          <p:nvPr/>
        </p:nvSpPr>
        <p:spPr>
          <a:xfrm>
            <a:off x="5840413" y="4495800"/>
            <a:ext cx="461962" cy="533400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2"/>
            </a:outerShdw>
          </a:effectLst>
        </p:spPr>
        <p:txBody>
          <a:bodyPr vert="eaVert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…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0126" name="Rectangle 14"/>
          <p:cNvSpPr/>
          <p:nvPr/>
        </p:nvSpPr>
        <p:spPr>
          <a:xfrm>
            <a:off x="7620000" y="3657600"/>
            <a:ext cx="1524000" cy="381000"/>
          </a:xfrm>
          <a:prstGeom prst="rect">
            <a:avLst/>
          </a:prstGeom>
          <a:solidFill>
            <a:srgbClr val="3333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130.1.1.1</a:t>
            </a:r>
            <a:endParaRPr lang="en-US" altLang="zh-CN" sz="2000" dirty="0">
              <a:solidFill>
                <a:schemeClr val="bg1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0127" name="Rectangle 15"/>
          <p:cNvSpPr/>
          <p:nvPr/>
        </p:nvSpPr>
        <p:spPr>
          <a:xfrm>
            <a:off x="7620000" y="4343400"/>
            <a:ext cx="1524000" cy="381000"/>
          </a:xfrm>
          <a:prstGeom prst="rect">
            <a:avLst/>
          </a:prstGeom>
          <a:solidFill>
            <a:srgbClr val="3333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130.1.1.254</a:t>
            </a:r>
            <a:endParaRPr lang="en-US" altLang="zh-CN" sz="2000" dirty="0">
              <a:solidFill>
                <a:schemeClr val="bg1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0128" name="Line 16"/>
          <p:cNvSpPr/>
          <p:nvPr/>
        </p:nvSpPr>
        <p:spPr>
          <a:xfrm>
            <a:off x="7315200" y="3733800"/>
            <a:ext cx="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29" name="Text Box 17"/>
          <p:cNvSpPr txBox="1"/>
          <p:nvPr/>
        </p:nvSpPr>
        <p:spPr>
          <a:xfrm>
            <a:off x="2362200" y="3352800"/>
            <a:ext cx="41910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Example of subnet mask</a:t>
            </a:r>
            <a:endParaRPr lang="en-US" altLang="zh-CN" sz="20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0130" name="Text Box 18"/>
          <p:cNvSpPr txBox="1"/>
          <p:nvPr/>
        </p:nvSpPr>
        <p:spPr>
          <a:xfrm>
            <a:off x="2667000" y="4572000"/>
            <a:ext cx="16764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B</a:t>
            </a:r>
            <a:r>
              <a: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类地址</a:t>
            </a:r>
            <a:endParaRPr lang="zh-CN" altLang="en-US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0131" name="Text Box 19"/>
          <p:cNvSpPr txBox="1"/>
          <p:nvPr/>
        </p:nvSpPr>
        <p:spPr>
          <a:xfrm>
            <a:off x="5715000" y="3581400"/>
            <a:ext cx="16764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subnet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0132" name="Text Box 20"/>
          <p:cNvSpPr txBox="1"/>
          <p:nvPr/>
        </p:nvSpPr>
        <p:spPr>
          <a:xfrm>
            <a:off x="7620000" y="3352800"/>
            <a:ext cx="16764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host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0133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endParaRPr lang="zh-CN" altLang="en-US" dirty="0"/>
          </a:p>
        </p:txBody>
      </p:sp>
      <p:sp>
        <p:nvSpPr>
          <p:cNvPr id="90134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endParaRPr lang="zh-CN" altLang="en-US" dirty="0"/>
          </a:p>
        </p:txBody>
      </p:sp>
      <p:sp>
        <p:nvSpPr>
          <p:cNvPr id="23" name="矩形 22"/>
          <p:cNvSpPr/>
          <p:nvPr/>
        </p:nvSpPr>
        <p:spPr bwMode="auto">
          <a:xfrm>
            <a:off x="10628313" y="180975"/>
            <a:ext cx="1411288" cy="47783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补充内容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页脚占位符 4"/>
          <p:cNvSpPr txBox="1">
            <a:spLocks noGrp="1"/>
          </p:cNvSpPr>
          <p:nvPr/>
        </p:nvSpPr>
        <p:spPr>
          <a:xfrm>
            <a:off x="6934200" y="64008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 Layer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1139" name="灯片编号占位符 5"/>
          <p:cNvSpPr txBox="1">
            <a:spLocks noGrp="1"/>
          </p:cNvSpPr>
          <p:nvPr/>
        </p:nvSpPr>
        <p:spPr>
          <a:xfrm>
            <a:off x="9686925" y="6400800"/>
            <a:ext cx="676275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</a:fld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1140" name="Text Box 4"/>
          <p:cNvSpPr txBox="1"/>
          <p:nvPr/>
        </p:nvSpPr>
        <p:spPr>
          <a:xfrm>
            <a:off x="1101725" y="523875"/>
            <a:ext cx="7131050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Notation of Subnet mask</a:t>
            </a:r>
            <a:endParaRPr lang="en-US" altLang="zh-CN" sz="3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1141" name="Rectangle 5"/>
          <p:cNvSpPr/>
          <p:nvPr/>
        </p:nvSpPr>
        <p:spPr>
          <a:xfrm>
            <a:off x="1525588" y="1782763"/>
            <a:ext cx="9971087" cy="2492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en-US" sz="3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 </a:t>
            </a:r>
            <a:r>
              <a:rPr lang="en-US" altLang="zh-CN" sz="3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Dotted-decimal notation</a:t>
            </a:r>
            <a:endParaRPr lang="en-US" altLang="zh-CN" sz="36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       255.255.255.0</a:t>
            </a:r>
            <a:endParaRPr lang="en-US" altLang="zh-CN" sz="36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3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193.1.1.0/24,subnet mask </a:t>
            </a:r>
            <a:r>
              <a:rPr lang="zh-CN" altLang="en-US" sz="3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有</a:t>
            </a:r>
            <a:r>
              <a:rPr lang="en-US" altLang="zh-CN" sz="3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24</a:t>
            </a:r>
            <a:r>
              <a:rPr lang="zh-CN" altLang="en-US" sz="3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个</a:t>
            </a:r>
            <a:r>
              <a:rPr lang="en-US" altLang="zh-CN" sz="3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</a:t>
            </a:r>
            <a:endParaRPr lang="en-US" altLang="zh-CN" sz="36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10628313" y="180975"/>
            <a:ext cx="1411288" cy="47783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补充内容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40" name="Rectangle 5"/>
          <p:cNvSpPr>
            <a:spLocks noGrp="1" noChangeArrowheads="1"/>
          </p:cNvSpPr>
          <p:nvPr>
            <p:ph type="title"/>
          </p:nvPr>
        </p:nvSpPr>
        <p:spPr>
          <a:xfrm>
            <a:off x="2057400" y="228600"/>
            <a:ext cx="3702050" cy="5254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Subnets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sp>
        <p:nvSpPr>
          <p:cNvPr id="92163" name="Rectangle 6"/>
          <p:cNvSpPr>
            <a:spLocks noGrp="1"/>
          </p:cNvSpPr>
          <p:nvPr>
            <p:ph sz="half" idx="1"/>
          </p:nvPr>
        </p:nvSpPr>
        <p:spPr>
          <a:xfrm>
            <a:off x="660400" y="1130300"/>
            <a:ext cx="5464175" cy="4851400"/>
          </a:xfrm>
          <a:ln/>
        </p:spPr>
        <p:txBody>
          <a:bodyPr vert="horz" wrap="square" lIns="91440" tIns="45720" rIns="91440" bIns="45720" anchor="t" anchorCtr="0"/>
          <a:p>
            <a:pPr marL="234950" indent="-234950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</a:pPr>
            <a:r>
              <a:rPr lang="en-US" altLang="zh-CN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IP address:</a:t>
            </a: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 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marL="513080" lvl="1" indent="-163830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subnet part - high order bits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marL="513080" lvl="1" indent="-163830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host part - low order bits 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marL="234950" indent="-234950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</a:pPr>
            <a:r>
              <a:rPr lang="en-US" altLang="zh-CN" b="1" i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what</a:t>
            </a:r>
            <a:r>
              <a:rPr lang="ja-JP" altLang="en-US" b="1" i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’</a:t>
            </a:r>
            <a:r>
              <a:rPr lang="en-US" altLang="ja-JP" b="1" i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s a subnet ?</a:t>
            </a:r>
            <a:endParaRPr lang="en-US" altLang="ja-JP" b="1" i="1" dirty="0">
              <a:solidFill>
                <a:srgbClr val="000099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marL="513080" lvl="1" indent="-163830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device interfaces with same subnet part of IP address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marL="513080" lvl="1" indent="-163830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can physically reach each other </a:t>
            </a:r>
            <a:r>
              <a:rPr lang="en-US" altLang="zh-CN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without intervening router</a:t>
            </a:r>
            <a:endParaRPr lang="en-US" altLang="zh-CN" b="1" i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</p:txBody>
      </p:sp>
      <p:sp>
        <p:nvSpPr>
          <p:cNvPr id="92164" name="Text Box 56"/>
          <p:cNvSpPr txBox="1"/>
          <p:nvPr/>
        </p:nvSpPr>
        <p:spPr>
          <a:xfrm>
            <a:off x="7207250" y="5194300"/>
            <a:ext cx="4137025" cy="5016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 consisting of 3 subnets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pic>
        <p:nvPicPr>
          <p:cNvPr id="92165" name="Picture 59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46300" y="855663"/>
            <a:ext cx="2011363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166" name="Rectangle 139"/>
          <p:cNvSpPr/>
          <p:nvPr/>
        </p:nvSpPr>
        <p:spPr>
          <a:xfrm>
            <a:off x="7435850" y="3349625"/>
            <a:ext cx="847725" cy="1809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2167" name="Freeform 140"/>
          <p:cNvSpPr/>
          <p:nvPr/>
        </p:nvSpPr>
        <p:spPr>
          <a:xfrm>
            <a:off x="6848475" y="1289050"/>
            <a:ext cx="1941513" cy="2049463"/>
          </a:xfrm>
          <a:custGeom>
            <a:avLst/>
            <a:gdLst>
              <a:gd name="txL" fmla="*/ 0 w 1223"/>
              <a:gd name="txT" fmla="*/ 0 h 1291"/>
              <a:gd name="txR" fmla="*/ 1223 w 1223"/>
              <a:gd name="txB" fmla="*/ 1291 h 1291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92168" name="Freeform 141"/>
          <p:cNvSpPr/>
          <p:nvPr/>
        </p:nvSpPr>
        <p:spPr>
          <a:xfrm>
            <a:off x="9375775" y="1598613"/>
            <a:ext cx="1906588" cy="1958975"/>
          </a:xfrm>
          <a:custGeom>
            <a:avLst/>
            <a:gdLst>
              <a:gd name="txL" fmla="*/ 0 w 1201"/>
              <a:gd name="txT" fmla="*/ 0 h 1234"/>
              <a:gd name="txR" fmla="*/ 1201 w 1201"/>
              <a:gd name="txB" fmla="*/ 1234 h 1234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201" h="1234">
                <a:moveTo>
                  <a:pt x="25" y="709"/>
                </a:moveTo>
                <a:cubicBezTo>
                  <a:pt x="49" y="824"/>
                  <a:pt x="428" y="709"/>
                  <a:pt x="526" y="780"/>
                </a:cubicBezTo>
                <a:cubicBezTo>
                  <a:pt x="624" y="851"/>
                  <a:pt x="543" y="1059"/>
                  <a:pt x="613" y="1134"/>
                </a:cubicBezTo>
                <a:cubicBezTo>
                  <a:pt x="683" y="1209"/>
                  <a:pt x="853" y="1234"/>
                  <a:pt x="946" y="1230"/>
                </a:cubicBezTo>
                <a:cubicBezTo>
                  <a:pt x="1039" y="1226"/>
                  <a:pt x="1141" y="1163"/>
                  <a:pt x="1171" y="1107"/>
                </a:cubicBezTo>
                <a:cubicBezTo>
                  <a:pt x="1201" y="1051"/>
                  <a:pt x="1135" y="963"/>
                  <a:pt x="1126" y="894"/>
                </a:cubicBezTo>
                <a:cubicBezTo>
                  <a:pt x="1117" y="825"/>
                  <a:pt x="1119" y="772"/>
                  <a:pt x="1114" y="693"/>
                </a:cubicBezTo>
                <a:cubicBezTo>
                  <a:pt x="1109" y="614"/>
                  <a:pt x="1095" y="502"/>
                  <a:pt x="1099" y="423"/>
                </a:cubicBezTo>
                <a:cubicBezTo>
                  <a:pt x="1103" y="344"/>
                  <a:pt x="1141" y="281"/>
                  <a:pt x="1141" y="216"/>
                </a:cubicBezTo>
                <a:cubicBezTo>
                  <a:pt x="1141" y="151"/>
                  <a:pt x="1185" y="56"/>
                  <a:pt x="1102" y="33"/>
                </a:cubicBezTo>
                <a:cubicBezTo>
                  <a:pt x="1019" y="10"/>
                  <a:pt x="740" y="0"/>
                  <a:pt x="646" y="81"/>
                </a:cubicBezTo>
                <a:cubicBezTo>
                  <a:pt x="552" y="162"/>
                  <a:pt x="635" y="441"/>
                  <a:pt x="535" y="519"/>
                </a:cubicBezTo>
                <a:cubicBezTo>
                  <a:pt x="435" y="597"/>
                  <a:pt x="129" y="516"/>
                  <a:pt x="44" y="548"/>
                </a:cubicBezTo>
                <a:cubicBezTo>
                  <a:pt x="15" y="601"/>
                  <a:pt x="0" y="594"/>
                  <a:pt x="25" y="709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92169" name="Freeform 142"/>
          <p:cNvSpPr/>
          <p:nvPr/>
        </p:nvSpPr>
        <p:spPr>
          <a:xfrm>
            <a:off x="8048625" y="3032125"/>
            <a:ext cx="2041525" cy="1979613"/>
          </a:xfrm>
          <a:custGeom>
            <a:avLst/>
            <a:gdLst>
              <a:gd name="txL" fmla="*/ 0 w 1286"/>
              <a:gd name="txT" fmla="*/ 0 h 1247"/>
              <a:gd name="txR" fmla="*/ 1286 w 1286"/>
              <a:gd name="txB" fmla="*/ 1247 h 1247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286" h="1247">
                <a:moveTo>
                  <a:pt x="587" y="30"/>
                </a:moveTo>
                <a:cubicBezTo>
                  <a:pt x="473" y="60"/>
                  <a:pt x="601" y="475"/>
                  <a:pt x="509" y="618"/>
                </a:cubicBezTo>
                <a:cubicBezTo>
                  <a:pt x="424" y="765"/>
                  <a:pt x="154" y="830"/>
                  <a:pt x="77" y="909"/>
                </a:cubicBezTo>
                <a:cubicBezTo>
                  <a:pt x="0" y="988"/>
                  <a:pt x="37" y="1043"/>
                  <a:pt x="47" y="1095"/>
                </a:cubicBezTo>
                <a:cubicBezTo>
                  <a:pt x="57" y="1147"/>
                  <a:pt x="71" y="1205"/>
                  <a:pt x="140" y="1224"/>
                </a:cubicBezTo>
                <a:cubicBezTo>
                  <a:pt x="209" y="1243"/>
                  <a:pt x="369" y="1212"/>
                  <a:pt x="461" y="1209"/>
                </a:cubicBezTo>
                <a:cubicBezTo>
                  <a:pt x="553" y="1206"/>
                  <a:pt x="571" y="1206"/>
                  <a:pt x="692" y="1209"/>
                </a:cubicBezTo>
                <a:cubicBezTo>
                  <a:pt x="813" y="1212"/>
                  <a:pt x="1094" y="1247"/>
                  <a:pt x="1190" y="1227"/>
                </a:cubicBezTo>
                <a:cubicBezTo>
                  <a:pt x="1286" y="1207"/>
                  <a:pt x="1279" y="1170"/>
                  <a:pt x="1271" y="1089"/>
                </a:cubicBezTo>
                <a:cubicBezTo>
                  <a:pt x="1263" y="1008"/>
                  <a:pt x="1217" y="818"/>
                  <a:pt x="1139" y="741"/>
                </a:cubicBezTo>
                <a:cubicBezTo>
                  <a:pt x="1061" y="664"/>
                  <a:pt x="865" y="743"/>
                  <a:pt x="800" y="627"/>
                </a:cubicBezTo>
                <a:cubicBezTo>
                  <a:pt x="735" y="511"/>
                  <a:pt x="785" y="142"/>
                  <a:pt x="749" y="42"/>
                </a:cubicBezTo>
                <a:cubicBezTo>
                  <a:pt x="695" y="15"/>
                  <a:pt x="701" y="0"/>
                  <a:pt x="587" y="30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92170" name="Line 143"/>
          <p:cNvSpPr/>
          <p:nvPr/>
        </p:nvSpPr>
        <p:spPr>
          <a:xfrm>
            <a:off x="7486650" y="1811338"/>
            <a:ext cx="277813" cy="158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1" name="Line 145"/>
          <p:cNvSpPr/>
          <p:nvPr/>
        </p:nvSpPr>
        <p:spPr>
          <a:xfrm flipV="1">
            <a:off x="7486650" y="2455863"/>
            <a:ext cx="277813" cy="317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2" name="Line 146"/>
          <p:cNvSpPr/>
          <p:nvPr/>
        </p:nvSpPr>
        <p:spPr>
          <a:xfrm>
            <a:off x="7496175" y="3082925"/>
            <a:ext cx="273050" cy="158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3" name="Line 147"/>
          <p:cNvSpPr/>
          <p:nvPr/>
        </p:nvSpPr>
        <p:spPr>
          <a:xfrm>
            <a:off x="7989888" y="2657475"/>
            <a:ext cx="822325" cy="317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4" name="Text Box 148"/>
          <p:cNvSpPr txBox="1"/>
          <p:nvPr/>
        </p:nvSpPr>
        <p:spPr>
          <a:xfrm>
            <a:off x="7445375" y="1485900"/>
            <a:ext cx="1204913" cy="4206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223.1.1.1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2175" name="Text Box 149"/>
          <p:cNvSpPr txBox="1"/>
          <p:nvPr/>
        </p:nvSpPr>
        <p:spPr>
          <a:xfrm>
            <a:off x="7331075" y="3111500"/>
            <a:ext cx="1204913" cy="4206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223.1.1.3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2176" name="Text Box 150"/>
          <p:cNvSpPr txBox="1"/>
          <p:nvPr/>
        </p:nvSpPr>
        <p:spPr>
          <a:xfrm>
            <a:off x="8077200" y="2351088"/>
            <a:ext cx="1204913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223.1.1.4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2177" name="Line 151"/>
          <p:cNvSpPr/>
          <p:nvPr/>
        </p:nvSpPr>
        <p:spPr>
          <a:xfrm>
            <a:off x="9324975" y="2663825"/>
            <a:ext cx="639763" cy="158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8" name="Text Box 152"/>
          <p:cNvSpPr txBox="1"/>
          <p:nvPr/>
        </p:nvSpPr>
        <p:spPr>
          <a:xfrm>
            <a:off x="9197975" y="2352675"/>
            <a:ext cx="1204913" cy="4206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223.1.2.9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2179" name="Line 154"/>
          <p:cNvSpPr/>
          <p:nvPr/>
        </p:nvSpPr>
        <p:spPr>
          <a:xfrm>
            <a:off x="10348913" y="1973263"/>
            <a:ext cx="234950" cy="63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80" name="Line 155"/>
          <p:cNvSpPr/>
          <p:nvPr/>
        </p:nvSpPr>
        <p:spPr>
          <a:xfrm>
            <a:off x="10348913" y="3244850"/>
            <a:ext cx="234950" cy="63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81" name="Line 156"/>
          <p:cNvSpPr/>
          <p:nvPr/>
        </p:nvSpPr>
        <p:spPr>
          <a:xfrm>
            <a:off x="9086850" y="3001963"/>
            <a:ext cx="3175" cy="64452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82" name="Line 158"/>
          <p:cNvSpPr/>
          <p:nvPr/>
        </p:nvSpPr>
        <p:spPr>
          <a:xfrm flipH="1" flipV="1">
            <a:off x="8474075" y="4275138"/>
            <a:ext cx="3175" cy="2413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83" name="Line 159"/>
          <p:cNvSpPr/>
          <p:nvPr/>
        </p:nvSpPr>
        <p:spPr>
          <a:xfrm flipH="1" flipV="1">
            <a:off x="9650413" y="4279900"/>
            <a:ext cx="3175" cy="2413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84" name="Text Box 160"/>
          <p:cNvSpPr txBox="1"/>
          <p:nvPr/>
        </p:nvSpPr>
        <p:spPr>
          <a:xfrm>
            <a:off x="9621838" y="4157663"/>
            <a:ext cx="1204912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223.1.3.2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2185" name="Text Box 161"/>
          <p:cNvSpPr txBox="1"/>
          <p:nvPr/>
        </p:nvSpPr>
        <p:spPr>
          <a:xfrm>
            <a:off x="7451725" y="4252913"/>
            <a:ext cx="1204913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223.1.3.1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92186" name="Group 162"/>
          <p:cNvGrpSpPr/>
          <p:nvPr/>
        </p:nvGrpSpPr>
        <p:grpSpPr>
          <a:xfrm>
            <a:off x="6843713" y="1512888"/>
            <a:ext cx="641350" cy="558800"/>
            <a:chOff x="-44" y="1473"/>
            <a:chExt cx="981" cy="1105"/>
          </a:xfrm>
        </p:grpSpPr>
        <p:pic>
          <p:nvPicPr>
            <p:cNvPr id="92227" name="Picture 163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228" name="Freeform 164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92187" name="Group 165"/>
          <p:cNvGrpSpPr/>
          <p:nvPr/>
        </p:nvGrpSpPr>
        <p:grpSpPr>
          <a:xfrm>
            <a:off x="6838950" y="2122488"/>
            <a:ext cx="641350" cy="558800"/>
            <a:chOff x="-44" y="1473"/>
            <a:chExt cx="981" cy="1105"/>
          </a:xfrm>
        </p:grpSpPr>
        <p:pic>
          <p:nvPicPr>
            <p:cNvPr id="92225" name="Picture 166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226" name="Freeform 167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92188" name="Group 168"/>
          <p:cNvGrpSpPr/>
          <p:nvPr/>
        </p:nvGrpSpPr>
        <p:grpSpPr>
          <a:xfrm>
            <a:off x="6867525" y="2732088"/>
            <a:ext cx="641350" cy="558800"/>
            <a:chOff x="-44" y="1473"/>
            <a:chExt cx="981" cy="1105"/>
          </a:xfrm>
        </p:grpSpPr>
        <p:pic>
          <p:nvPicPr>
            <p:cNvPr id="92223" name="Picture 169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224" name="Freeform 170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92189" name="Group 171"/>
          <p:cNvGrpSpPr/>
          <p:nvPr/>
        </p:nvGrpSpPr>
        <p:grpSpPr>
          <a:xfrm flipH="1">
            <a:off x="10575925" y="1681163"/>
            <a:ext cx="641350" cy="558800"/>
            <a:chOff x="-44" y="1473"/>
            <a:chExt cx="981" cy="1105"/>
          </a:xfrm>
        </p:grpSpPr>
        <p:pic>
          <p:nvPicPr>
            <p:cNvPr id="92221" name="Picture 172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222" name="Freeform 173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92190" name="Group 174"/>
          <p:cNvGrpSpPr/>
          <p:nvPr/>
        </p:nvGrpSpPr>
        <p:grpSpPr>
          <a:xfrm flipH="1">
            <a:off x="10650538" y="2960688"/>
            <a:ext cx="641350" cy="558800"/>
            <a:chOff x="-44" y="1473"/>
            <a:chExt cx="981" cy="1105"/>
          </a:xfrm>
        </p:grpSpPr>
        <p:pic>
          <p:nvPicPr>
            <p:cNvPr id="92219" name="Picture 175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220" name="Freeform 176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92191" name="Group 177"/>
          <p:cNvGrpSpPr/>
          <p:nvPr/>
        </p:nvGrpSpPr>
        <p:grpSpPr>
          <a:xfrm flipH="1">
            <a:off x="9442450" y="4484688"/>
            <a:ext cx="641350" cy="558800"/>
            <a:chOff x="-44" y="1473"/>
            <a:chExt cx="981" cy="1105"/>
          </a:xfrm>
        </p:grpSpPr>
        <p:pic>
          <p:nvPicPr>
            <p:cNvPr id="92217" name="Picture 178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218" name="Freeform 179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92192" name="Group 180"/>
          <p:cNvGrpSpPr/>
          <p:nvPr/>
        </p:nvGrpSpPr>
        <p:grpSpPr>
          <a:xfrm flipH="1">
            <a:off x="8278813" y="4525963"/>
            <a:ext cx="641350" cy="558800"/>
            <a:chOff x="-44" y="1473"/>
            <a:chExt cx="981" cy="1105"/>
          </a:xfrm>
        </p:grpSpPr>
        <p:pic>
          <p:nvPicPr>
            <p:cNvPr id="92215" name="Picture 181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216" name="Freeform 182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92193" name="Group 183"/>
          <p:cNvGrpSpPr/>
          <p:nvPr/>
        </p:nvGrpSpPr>
        <p:grpSpPr>
          <a:xfrm>
            <a:off x="8707438" y="2619375"/>
            <a:ext cx="698500" cy="355600"/>
            <a:chOff x="4396" y="1245"/>
            <a:chExt cx="672" cy="248"/>
          </a:xfrm>
        </p:grpSpPr>
        <p:sp>
          <p:nvSpPr>
            <p:cNvPr id="92207" name="Oval 407"/>
            <p:cNvSpPr/>
            <p:nvPr/>
          </p:nvSpPr>
          <p:spPr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92208" name="Rectangle 410"/>
            <p:cNvSpPr/>
            <p:nvPr/>
          </p:nvSpPr>
          <p:spPr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92209" name="Oval 411"/>
            <p:cNvSpPr/>
            <p:nvPr/>
          </p:nvSpPr>
          <p:spPr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92210" name="Group 187"/>
            <p:cNvGrpSpPr/>
            <p:nvPr/>
          </p:nvGrpSpPr>
          <p:grpSpPr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92213" name="Freeform 188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2214" name="Freeform 189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92211" name="Line 190"/>
            <p:cNvSpPr/>
            <p:nvPr/>
          </p:nvSpPr>
          <p:spPr>
            <a:xfrm>
              <a:off x="4399" y="1321"/>
              <a:ext cx="0" cy="109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212" name="Line 191"/>
            <p:cNvSpPr/>
            <p:nvPr/>
          </p:nvSpPr>
          <p:spPr>
            <a:xfrm>
              <a:off x="5063" y="1326"/>
              <a:ext cx="0" cy="107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2194" name="Group 192"/>
          <p:cNvGrpSpPr/>
          <p:nvPr/>
        </p:nvGrpSpPr>
        <p:grpSpPr>
          <a:xfrm>
            <a:off x="9320213" y="3524250"/>
            <a:ext cx="1046162" cy="573088"/>
            <a:chOff x="4758" y="3508"/>
            <a:chExt cx="659" cy="361"/>
          </a:xfrm>
        </p:grpSpPr>
        <p:sp>
          <p:nvSpPr>
            <p:cNvPr id="92205" name="Text Box 193"/>
            <p:cNvSpPr txBox="1"/>
            <p:nvPr/>
          </p:nvSpPr>
          <p:spPr>
            <a:xfrm>
              <a:off x="4844" y="3508"/>
              <a:ext cx="573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CC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subnet</a:t>
              </a:r>
              <a:endParaRPr lang="en-US" altLang="zh-CN" sz="18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92206" name="Line 194"/>
            <p:cNvSpPr/>
            <p:nvPr/>
          </p:nvSpPr>
          <p:spPr>
            <a:xfrm flipH="1">
              <a:off x="4758" y="3677"/>
              <a:ext cx="108" cy="192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92195" name="Rectangle 195"/>
          <p:cNvSpPr/>
          <p:nvPr/>
        </p:nvSpPr>
        <p:spPr>
          <a:xfrm>
            <a:off x="7600950" y="2159000"/>
            <a:ext cx="288925" cy="233363"/>
          </a:xfrm>
          <a:prstGeom prst="rect">
            <a:avLst/>
          </a:prstGeom>
          <a:solidFill>
            <a:srgbClr val="66CC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2196" name="Text Box 196"/>
          <p:cNvSpPr txBox="1"/>
          <p:nvPr/>
        </p:nvSpPr>
        <p:spPr>
          <a:xfrm>
            <a:off x="7445375" y="2128838"/>
            <a:ext cx="1204913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223.1.1.2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2197" name="Rectangle 197"/>
          <p:cNvSpPr/>
          <p:nvPr/>
        </p:nvSpPr>
        <p:spPr>
          <a:xfrm>
            <a:off x="10306050" y="2144713"/>
            <a:ext cx="288925" cy="233362"/>
          </a:xfrm>
          <a:prstGeom prst="rect">
            <a:avLst/>
          </a:prstGeom>
          <a:solidFill>
            <a:srgbClr val="66CC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2198" name="Rectangle 198"/>
          <p:cNvSpPr/>
          <p:nvPr/>
        </p:nvSpPr>
        <p:spPr>
          <a:xfrm>
            <a:off x="10302875" y="2944813"/>
            <a:ext cx="288925" cy="233362"/>
          </a:xfrm>
          <a:prstGeom prst="rect">
            <a:avLst/>
          </a:prstGeom>
          <a:solidFill>
            <a:srgbClr val="66CC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2199" name="Rectangle 199"/>
          <p:cNvSpPr/>
          <p:nvPr/>
        </p:nvSpPr>
        <p:spPr>
          <a:xfrm>
            <a:off x="8950325" y="3130550"/>
            <a:ext cx="288925" cy="233363"/>
          </a:xfrm>
          <a:prstGeom prst="rect">
            <a:avLst/>
          </a:prstGeom>
          <a:solidFill>
            <a:srgbClr val="66CC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2200" name="Text Box 200"/>
          <p:cNvSpPr txBox="1"/>
          <p:nvPr/>
        </p:nvSpPr>
        <p:spPr>
          <a:xfrm>
            <a:off x="8474075" y="3092450"/>
            <a:ext cx="1330325" cy="4206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223.1.3.27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2201" name="Text Box 201"/>
          <p:cNvSpPr txBox="1"/>
          <p:nvPr/>
        </p:nvSpPr>
        <p:spPr>
          <a:xfrm>
            <a:off x="9659938" y="2882900"/>
            <a:ext cx="1204912" cy="4206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223.1.2.2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2202" name="Text Box 202"/>
          <p:cNvSpPr txBox="1"/>
          <p:nvPr/>
        </p:nvSpPr>
        <p:spPr>
          <a:xfrm>
            <a:off x="10056813" y="2124075"/>
            <a:ext cx="1204912" cy="4206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223.1.2.1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2203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92204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10" name="Rectangle 6"/>
          <p:cNvSpPr>
            <a:spLocks noGrp="1"/>
          </p:cNvSpPr>
          <p:nvPr>
            <p:ph sz="half" idx="1"/>
          </p:nvPr>
        </p:nvSpPr>
        <p:spPr>
          <a:xfrm>
            <a:off x="2000250" y="1333500"/>
            <a:ext cx="3695700" cy="464820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</a:pP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</a:pP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40965" name="Rectangle 60"/>
          <p:cNvSpPr>
            <a:spLocks noGrp="1" noChangeArrowheads="1"/>
          </p:cNvSpPr>
          <p:nvPr>
            <p:ph sz="half" idx="2"/>
          </p:nvPr>
        </p:nvSpPr>
        <p:spPr>
          <a:xfrm>
            <a:off x="660400" y="1028700"/>
            <a:ext cx="5189538" cy="51546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recipe</a:t>
            </a:r>
            <a:endParaRPr kumimoji="0" lang="en-US" sz="2400" b="1" i="1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to determine the subnets, detach each interface from its host or router, creating islands of isolated networks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each isolated network is called a </a:t>
            </a: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subnet</a:t>
            </a:r>
            <a:endParaRPr kumimoji="0" lang="en-US" sz="2400" b="1" i="1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</p:txBody>
      </p:sp>
      <p:sp>
        <p:nvSpPr>
          <p:cNvPr id="94212" name="Text Box 61"/>
          <p:cNvSpPr txBox="1"/>
          <p:nvPr/>
        </p:nvSpPr>
        <p:spPr>
          <a:xfrm>
            <a:off x="7081838" y="5781675"/>
            <a:ext cx="2668587" cy="5857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subnet mask: /24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0967" name="Rectangle 185"/>
          <p:cNvSpPr>
            <a:spLocks noGrp="1" noChangeArrowheads="1"/>
          </p:cNvSpPr>
          <p:nvPr>
            <p:ph type="title"/>
          </p:nvPr>
        </p:nvSpPr>
        <p:spPr>
          <a:xfrm>
            <a:off x="2057400" y="228600"/>
            <a:ext cx="3702050" cy="5143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Subnets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pic>
        <p:nvPicPr>
          <p:cNvPr id="94214" name="Picture 186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46300" y="855663"/>
            <a:ext cx="2011363" cy="173037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94215" name="Group 190"/>
          <p:cNvGrpSpPr/>
          <p:nvPr/>
        </p:nvGrpSpPr>
        <p:grpSpPr>
          <a:xfrm>
            <a:off x="5892800" y="908050"/>
            <a:ext cx="4452938" cy="4759325"/>
            <a:chOff x="2752" y="572"/>
            <a:chExt cx="2805" cy="2998"/>
          </a:xfrm>
        </p:grpSpPr>
        <p:sp>
          <p:nvSpPr>
            <p:cNvPr id="94221" name="Text Box 191"/>
            <p:cNvSpPr txBox="1"/>
            <p:nvPr/>
          </p:nvSpPr>
          <p:spPr>
            <a:xfrm>
              <a:off x="2825" y="572"/>
              <a:ext cx="1059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 dirty="0">
                  <a:solidFill>
                    <a:srgbClr val="CC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223.1.1.0/24</a:t>
              </a:r>
              <a:endParaRPr lang="en-US" altLang="zh-CN" sz="2000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94222" name="Text Box 192"/>
            <p:cNvSpPr txBox="1"/>
            <p:nvPr/>
          </p:nvSpPr>
          <p:spPr>
            <a:xfrm>
              <a:off x="4419" y="725"/>
              <a:ext cx="1086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 dirty="0">
                  <a:solidFill>
                    <a:srgbClr val="CC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223.1.2.0/24</a:t>
              </a:r>
              <a:endParaRPr lang="en-US" altLang="zh-CN" sz="2000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94223" name="Text Box 193"/>
            <p:cNvSpPr txBox="1"/>
            <p:nvPr/>
          </p:nvSpPr>
          <p:spPr>
            <a:xfrm>
              <a:off x="3743" y="3253"/>
              <a:ext cx="1086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 dirty="0">
                  <a:solidFill>
                    <a:srgbClr val="CC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223.1.3.0/24</a:t>
              </a:r>
              <a:endParaRPr lang="en-US" altLang="zh-CN" sz="2000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94224" name="Rectangle 194"/>
            <p:cNvSpPr/>
            <p:nvPr/>
          </p:nvSpPr>
          <p:spPr>
            <a:xfrm>
              <a:off x="3128" y="2113"/>
              <a:ext cx="534" cy="114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94225" name="Freeform 195"/>
            <p:cNvSpPr/>
            <p:nvPr/>
          </p:nvSpPr>
          <p:spPr>
            <a:xfrm>
              <a:off x="2758" y="815"/>
              <a:ext cx="1223" cy="1291"/>
            </a:xfrm>
            <a:custGeom>
              <a:avLst/>
              <a:gdLst>
                <a:gd name="txL" fmla="*/ 0 w 1223"/>
                <a:gd name="txT" fmla="*/ 0 h 1291"/>
                <a:gd name="txR" fmla="*/ 1223 w 1223"/>
                <a:gd name="txB" fmla="*/ 1291 h 1291"/>
              </a:gdLst>
              <a:ahLst/>
              <a:cxnLst>
                <a:cxn ang="0">
                  <a:pos x="1201" y="756"/>
                </a:cxn>
                <a:cxn ang="0">
                  <a:pos x="702" y="670"/>
                </a:cxn>
                <a:cxn ang="0">
                  <a:pos x="608" y="103"/>
                </a:cxn>
                <a:cxn ang="0">
                  <a:pos x="335" y="52"/>
                </a:cxn>
                <a:cxn ang="0">
                  <a:pos x="65" y="82"/>
                </a:cxn>
                <a:cxn ang="0">
                  <a:pos x="41" y="544"/>
                </a:cxn>
                <a:cxn ang="0">
                  <a:pos x="38" y="751"/>
                </a:cxn>
                <a:cxn ang="0">
                  <a:pos x="23" y="940"/>
                </a:cxn>
                <a:cxn ang="0">
                  <a:pos x="17" y="1114"/>
                </a:cxn>
                <a:cxn ang="0">
                  <a:pos x="128" y="1219"/>
                </a:cxn>
                <a:cxn ang="0">
                  <a:pos x="602" y="1243"/>
                </a:cxn>
                <a:cxn ang="0">
                  <a:pos x="686" y="930"/>
                </a:cxn>
                <a:cxn ang="0">
                  <a:pos x="1177" y="916"/>
                </a:cxn>
                <a:cxn ang="0">
                  <a:pos x="1201" y="756"/>
                </a:cxn>
              </a:cxnLst>
              <a:rect l="txL" t="txT" r="txR" b="txB"/>
              <a:pathLst>
                <a:path w="1223" h="1291">
                  <a:moveTo>
                    <a:pt x="1201" y="756"/>
                  </a:moveTo>
                  <a:cubicBezTo>
                    <a:pt x="1180" y="640"/>
                    <a:pt x="798" y="744"/>
                    <a:pt x="702" y="670"/>
                  </a:cubicBezTo>
                  <a:cubicBezTo>
                    <a:pt x="603" y="561"/>
                    <a:pt x="669" y="206"/>
                    <a:pt x="608" y="103"/>
                  </a:cubicBezTo>
                  <a:cubicBezTo>
                    <a:pt x="547" y="0"/>
                    <a:pt x="425" y="55"/>
                    <a:pt x="335" y="52"/>
                  </a:cubicBezTo>
                  <a:cubicBezTo>
                    <a:pt x="245" y="49"/>
                    <a:pt x="114" y="0"/>
                    <a:pt x="65" y="82"/>
                  </a:cubicBezTo>
                  <a:cubicBezTo>
                    <a:pt x="16" y="164"/>
                    <a:pt x="45" y="433"/>
                    <a:pt x="41" y="544"/>
                  </a:cubicBezTo>
                  <a:cubicBezTo>
                    <a:pt x="37" y="655"/>
                    <a:pt x="41" y="685"/>
                    <a:pt x="38" y="751"/>
                  </a:cubicBezTo>
                  <a:cubicBezTo>
                    <a:pt x="35" y="817"/>
                    <a:pt x="26" y="880"/>
                    <a:pt x="23" y="940"/>
                  </a:cubicBezTo>
                  <a:cubicBezTo>
                    <a:pt x="20" y="1000"/>
                    <a:pt x="0" y="1068"/>
                    <a:pt x="17" y="1114"/>
                  </a:cubicBezTo>
                  <a:cubicBezTo>
                    <a:pt x="34" y="1160"/>
                    <a:pt x="31" y="1198"/>
                    <a:pt x="128" y="1219"/>
                  </a:cubicBezTo>
                  <a:cubicBezTo>
                    <a:pt x="225" y="1240"/>
                    <a:pt x="509" y="1291"/>
                    <a:pt x="602" y="1243"/>
                  </a:cubicBezTo>
                  <a:cubicBezTo>
                    <a:pt x="695" y="1195"/>
                    <a:pt x="590" y="984"/>
                    <a:pt x="686" y="930"/>
                  </a:cubicBezTo>
                  <a:cubicBezTo>
                    <a:pt x="782" y="876"/>
                    <a:pt x="1091" y="945"/>
                    <a:pt x="1177" y="916"/>
                  </a:cubicBezTo>
                  <a:cubicBezTo>
                    <a:pt x="1208" y="864"/>
                    <a:pt x="1223" y="871"/>
                    <a:pt x="1201" y="756"/>
                  </a:cubicBezTo>
                  <a:close/>
                </a:path>
              </a:pathLst>
            </a:custGeom>
            <a:solidFill>
              <a:srgbClr val="66CC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4226" name="Freeform 196"/>
            <p:cNvSpPr/>
            <p:nvPr/>
          </p:nvSpPr>
          <p:spPr>
            <a:xfrm>
              <a:off x="4350" y="1010"/>
              <a:ext cx="1201" cy="1234"/>
            </a:xfrm>
            <a:custGeom>
              <a:avLst/>
              <a:gdLst>
                <a:gd name="txL" fmla="*/ 0 w 1201"/>
                <a:gd name="txT" fmla="*/ 0 h 1234"/>
                <a:gd name="txR" fmla="*/ 1201 w 1201"/>
                <a:gd name="txB" fmla="*/ 1234 h 1234"/>
              </a:gdLst>
              <a:ahLst/>
              <a:cxnLst>
                <a:cxn ang="0">
                  <a:pos x="25" y="709"/>
                </a:cxn>
                <a:cxn ang="0">
                  <a:pos x="526" y="780"/>
                </a:cxn>
                <a:cxn ang="0">
                  <a:pos x="613" y="1134"/>
                </a:cxn>
                <a:cxn ang="0">
                  <a:pos x="946" y="1230"/>
                </a:cxn>
                <a:cxn ang="0">
                  <a:pos x="1171" y="1107"/>
                </a:cxn>
                <a:cxn ang="0">
                  <a:pos x="1126" y="894"/>
                </a:cxn>
                <a:cxn ang="0">
                  <a:pos x="1114" y="693"/>
                </a:cxn>
                <a:cxn ang="0">
                  <a:pos x="1099" y="423"/>
                </a:cxn>
                <a:cxn ang="0">
                  <a:pos x="1141" y="216"/>
                </a:cxn>
                <a:cxn ang="0">
                  <a:pos x="1102" y="33"/>
                </a:cxn>
                <a:cxn ang="0">
                  <a:pos x="646" y="81"/>
                </a:cxn>
                <a:cxn ang="0">
                  <a:pos x="535" y="519"/>
                </a:cxn>
                <a:cxn ang="0">
                  <a:pos x="44" y="548"/>
                </a:cxn>
                <a:cxn ang="0">
                  <a:pos x="25" y="709"/>
                </a:cxn>
              </a:cxnLst>
              <a:rect l="txL" t="txT" r="txR" b="txB"/>
              <a:pathLst>
                <a:path w="1201" h="1234">
                  <a:moveTo>
                    <a:pt x="25" y="709"/>
                  </a:moveTo>
                  <a:cubicBezTo>
                    <a:pt x="49" y="824"/>
                    <a:pt x="428" y="709"/>
                    <a:pt x="526" y="780"/>
                  </a:cubicBezTo>
                  <a:cubicBezTo>
                    <a:pt x="624" y="851"/>
                    <a:pt x="543" y="1059"/>
                    <a:pt x="613" y="1134"/>
                  </a:cubicBezTo>
                  <a:cubicBezTo>
                    <a:pt x="683" y="1209"/>
                    <a:pt x="853" y="1234"/>
                    <a:pt x="946" y="1230"/>
                  </a:cubicBezTo>
                  <a:cubicBezTo>
                    <a:pt x="1039" y="1226"/>
                    <a:pt x="1141" y="1163"/>
                    <a:pt x="1171" y="1107"/>
                  </a:cubicBezTo>
                  <a:cubicBezTo>
                    <a:pt x="1201" y="1051"/>
                    <a:pt x="1135" y="963"/>
                    <a:pt x="1126" y="894"/>
                  </a:cubicBezTo>
                  <a:cubicBezTo>
                    <a:pt x="1117" y="825"/>
                    <a:pt x="1119" y="772"/>
                    <a:pt x="1114" y="693"/>
                  </a:cubicBezTo>
                  <a:cubicBezTo>
                    <a:pt x="1109" y="614"/>
                    <a:pt x="1095" y="502"/>
                    <a:pt x="1099" y="423"/>
                  </a:cubicBezTo>
                  <a:cubicBezTo>
                    <a:pt x="1103" y="344"/>
                    <a:pt x="1141" y="281"/>
                    <a:pt x="1141" y="216"/>
                  </a:cubicBezTo>
                  <a:cubicBezTo>
                    <a:pt x="1141" y="151"/>
                    <a:pt x="1185" y="56"/>
                    <a:pt x="1102" y="33"/>
                  </a:cubicBezTo>
                  <a:cubicBezTo>
                    <a:pt x="1019" y="10"/>
                    <a:pt x="740" y="0"/>
                    <a:pt x="646" y="81"/>
                  </a:cubicBezTo>
                  <a:cubicBezTo>
                    <a:pt x="552" y="162"/>
                    <a:pt x="635" y="441"/>
                    <a:pt x="535" y="519"/>
                  </a:cubicBezTo>
                  <a:cubicBezTo>
                    <a:pt x="435" y="597"/>
                    <a:pt x="129" y="516"/>
                    <a:pt x="44" y="548"/>
                  </a:cubicBezTo>
                  <a:cubicBezTo>
                    <a:pt x="15" y="601"/>
                    <a:pt x="0" y="594"/>
                    <a:pt x="25" y="709"/>
                  </a:cubicBezTo>
                  <a:close/>
                </a:path>
              </a:pathLst>
            </a:custGeom>
            <a:solidFill>
              <a:srgbClr val="66CC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4227" name="Freeform 197"/>
            <p:cNvSpPr/>
            <p:nvPr/>
          </p:nvSpPr>
          <p:spPr>
            <a:xfrm>
              <a:off x="3514" y="1913"/>
              <a:ext cx="1286" cy="1247"/>
            </a:xfrm>
            <a:custGeom>
              <a:avLst/>
              <a:gdLst>
                <a:gd name="txL" fmla="*/ 0 w 1286"/>
                <a:gd name="txT" fmla="*/ 0 h 1247"/>
                <a:gd name="txR" fmla="*/ 1286 w 1286"/>
                <a:gd name="txB" fmla="*/ 1247 h 1247"/>
              </a:gdLst>
              <a:ahLst/>
              <a:cxnLst>
                <a:cxn ang="0">
                  <a:pos x="587" y="30"/>
                </a:cxn>
                <a:cxn ang="0">
                  <a:pos x="509" y="618"/>
                </a:cxn>
                <a:cxn ang="0">
                  <a:pos x="77" y="909"/>
                </a:cxn>
                <a:cxn ang="0">
                  <a:pos x="47" y="1095"/>
                </a:cxn>
                <a:cxn ang="0">
                  <a:pos x="140" y="1224"/>
                </a:cxn>
                <a:cxn ang="0">
                  <a:pos x="461" y="1209"/>
                </a:cxn>
                <a:cxn ang="0">
                  <a:pos x="692" y="1209"/>
                </a:cxn>
                <a:cxn ang="0">
                  <a:pos x="1190" y="1227"/>
                </a:cxn>
                <a:cxn ang="0">
                  <a:pos x="1271" y="1089"/>
                </a:cxn>
                <a:cxn ang="0">
                  <a:pos x="1139" y="741"/>
                </a:cxn>
                <a:cxn ang="0">
                  <a:pos x="800" y="627"/>
                </a:cxn>
                <a:cxn ang="0">
                  <a:pos x="749" y="42"/>
                </a:cxn>
                <a:cxn ang="0">
                  <a:pos x="587" y="30"/>
                </a:cxn>
              </a:cxnLst>
              <a:rect l="txL" t="txT" r="txR" b="txB"/>
              <a:pathLst>
                <a:path w="1286" h="1247">
                  <a:moveTo>
                    <a:pt x="587" y="30"/>
                  </a:moveTo>
                  <a:cubicBezTo>
                    <a:pt x="473" y="60"/>
                    <a:pt x="601" y="475"/>
                    <a:pt x="509" y="618"/>
                  </a:cubicBezTo>
                  <a:cubicBezTo>
                    <a:pt x="424" y="765"/>
                    <a:pt x="154" y="830"/>
                    <a:pt x="77" y="909"/>
                  </a:cubicBezTo>
                  <a:cubicBezTo>
                    <a:pt x="0" y="988"/>
                    <a:pt x="37" y="1043"/>
                    <a:pt x="47" y="1095"/>
                  </a:cubicBezTo>
                  <a:cubicBezTo>
                    <a:pt x="57" y="1147"/>
                    <a:pt x="71" y="1205"/>
                    <a:pt x="140" y="1224"/>
                  </a:cubicBezTo>
                  <a:cubicBezTo>
                    <a:pt x="209" y="1243"/>
                    <a:pt x="369" y="1212"/>
                    <a:pt x="461" y="1209"/>
                  </a:cubicBezTo>
                  <a:cubicBezTo>
                    <a:pt x="553" y="1206"/>
                    <a:pt x="571" y="1206"/>
                    <a:pt x="692" y="1209"/>
                  </a:cubicBezTo>
                  <a:cubicBezTo>
                    <a:pt x="813" y="1212"/>
                    <a:pt x="1094" y="1247"/>
                    <a:pt x="1190" y="1227"/>
                  </a:cubicBezTo>
                  <a:cubicBezTo>
                    <a:pt x="1286" y="1207"/>
                    <a:pt x="1279" y="1170"/>
                    <a:pt x="1271" y="1089"/>
                  </a:cubicBezTo>
                  <a:cubicBezTo>
                    <a:pt x="1263" y="1008"/>
                    <a:pt x="1217" y="818"/>
                    <a:pt x="1139" y="741"/>
                  </a:cubicBezTo>
                  <a:cubicBezTo>
                    <a:pt x="1061" y="664"/>
                    <a:pt x="865" y="743"/>
                    <a:pt x="800" y="627"/>
                  </a:cubicBezTo>
                  <a:cubicBezTo>
                    <a:pt x="735" y="511"/>
                    <a:pt x="785" y="142"/>
                    <a:pt x="749" y="42"/>
                  </a:cubicBezTo>
                  <a:cubicBezTo>
                    <a:pt x="695" y="15"/>
                    <a:pt x="701" y="0"/>
                    <a:pt x="587" y="30"/>
                  </a:cubicBezTo>
                  <a:close/>
                </a:path>
              </a:pathLst>
            </a:custGeom>
            <a:solidFill>
              <a:srgbClr val="66CC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4228" name="Line 198"/>
            <p:cNvSpPr/>
            <p:nvPr/>
          </p:nvSpPr>
          <p:spPr>
            <a:xfrm>
              <a:off x="3160" y="1144"/>
              <a:ext cx="175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29" name="Line 200"/>
            <p:cNvSpPr/>
            <p:nvPr/>
          </p:nvSpPr>
          <p:spPr>
            <a:xfrm flipV="1">
              <a:off x="3160" y="1550"/>
              <a:ext cx="175" cy="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30" name="Line 201"/>
            <p:cNvSpPr/>
            <p:nvPr/>
          </p:nvSpPr>
          <p:spPr>
            <a:xfrm>
              <a:off x="3166" y="1945"/>
              <a:ext cx="172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31" name="Text Box 203"/>
            <p:cNvSpPr txBox="1"/>
            <p:nvPr/>
          </p:nvSpPr>
          <p:spPr>
            <a:xfrm>
              <a:off x="3134" y="939"/>
              <a:ext cx="625" cy="2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223.1.1.1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94232" name="Text Box 204"/>
            <p:cNvSpPr txBox="1"/>
            <p:nvPr/>
          </p:nvSpPr>
          <p:spPr>
            <a:xfrm>
              <a:off x="3062" y="1963"/>
              <a:ext cx="645" cy="2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223.1.1.3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94233" name="Text Box 205"/>
            <p:cNvSpPr txBox="1"/>
            <p:nvPr/>
          </p:nvSpPr>
          <p:spPr>
            <a:xfrm>
              <a:off x="3532" y="1484"/>
              <a:ext cx="645" cy="2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223.1.1.4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94234" name="Text Box 207"/>
            <p:cNvSpPr txBox="1"/>
            <p:nvPr/>
          </p:nvSpPr>
          <p:spPr>
            <a:xfrm>
              <a:off x="4238" y="1485"/>
              <a:ext cx="666" cy="2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223.1.2.9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94235" name="Line 209"/>
            <p:cNvSpPr/>
            <p:nvPr/>
          </p:nvSpPr>
          <p:spPr>
            <a:xfrm>
              <a:off x="4963" y="1246"/>
              <a:ext cx="148" cy="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36" name="Line 210"/>
            <p:cNvSpPr/>
            <p:nvPr/>
          </p:nvSpPr>
          <p:spPr>
            <a:xfrm>
              <a:off x="4963" y="2047"/>
              <a:ext cx="148" cy="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37" name="Line 213"/>
            <p:cNvSpPr/>
            <p:nvPr/>
          </p:nvSpPr>
          <p:spPr>
            <a:xfrm flipH="1" flipV="1">
              <a:off x="3782" y="2696"/>
              <a:ext cx="2" cy="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38" name="Line 214"/>
            <p:cNvSpPr/>
            <p:nvPr/>
          </p:nvSpPr>
          <p:spPr>
            <a:xfrm flipH="1" flipV="1">
              <a:off x="4523" y="2699"/>
              <a:ext cx="2" cy="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39" name="Text Box 215"/>
            <p:cNvSpPr txBox="1"/>
            <p:nvPr/>
          </p:nvSpPr>
          <p:spPr>
            <a:xfrm>
              <a:off x="4505" y="2622"/>
              <a:ext cx="666" cy="2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223.1.3.2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94240" name="Text Box 216"/>
            <p:cNvSpPr txBox="1"/>
            <p:nvPr/>
          </p:nvSpPr>
          <p:spPr>
            <a:xfrm>
              <a:off x="3138" y="2682"/>
              <a:ext cx="645" cy="2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223.1.3.1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94241" name="Group 217"/>
            <p:cNvGrpSpPr/>
            <p:nvPr/>
          </p:nvGrpSpPr>
          <p:grpSpPr>
            <a:xfrm>
              <a:off x="2755" y="956"/>
              <a:ext cx="404" cy="352"/>
              <a:chOff x="-44" y="1473"/>
              <a:chExt cx="981" cy="1105"/>
            </a:xfrm>
          </p:grpSpPr>
          <p:pic>
            <p:nvPicPr>
              <p:cNvPr id="94280" name="Picture 218" descr="desktop_computer_stylized_medium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4281" name="Freeform 21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>
                  <a:gd name="txL" fmla="*/ 0 w 356"/>
                  <a:gd name="txT" fmla="*/ 0 h 368"/>
                  <a:gd name="txR" fmla="*/ 356 w 356"/>
                  <a:gd name="txB" fmla="*/ 368 h 368"/>
                </a:gdLst>
                <a:ahLst/>
                <a:cxnLst>
                  <a:cxn ang="0">
                    <a:pos x="0" y="0"/>
                  </a:cxn>
                  <a:cxn ang="0">
                    <a:pos x="77884" y="5998"/>
                  </a:cxn>
                  <a:cxn ang="0">
                    <a:pos x="92393" y="124961"/>
                  </a:cxn>
                  <a:cxn ang="0">
                    <a:pos x="20362" y="156280"/>
                  </a:cxn>
                  <a:cxn ang="0">
                    <a:pos x="0" y="0"/>
                  </a:cxn>
                </a:cxnLst>
                <a:rect l="txL" t="txT" r="txR" b="tx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94242" name="Group 220"/>
            <p:cNvGrpSpPr/>
            <p:nvPr/>
          </p:nvGrpSpPr>
          <p:grpSpPr>
            <a:xfrm>
              <a:off x="2752" y="1340"/>
              <a:ext cx="404" cy="352"/>
              <a:chOff x="-44" y="1473"/>
              <a:chExt cx="981" cy="1105"/>
            </a:xfrm>
          </p:grpSpPr>
          <p:pic>
            <p:nvPicPr>
              <p:cNvPr id="94278" name="Picture 221" descr="desktop_computer_stylized_medium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4279" name="Freeform 22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>
                  <a:gd name="txL" fmla="*/ 0 w 356"/>
                  <a:gd name="txT" fmla="*/ 0 h 368"/>
                  <a:gd name="txR" fmla="*/ 356 w 356"/>
                  <a:gd name="txB" fmla="*/ 368 h 368"/>
                </a:gdLst>
                <a:ahLst/>
                <a:cxnLst>
                  <a:cxn ang="0">
                    <a:pos x="0" y="0"/>
                  </a:cxn>
                  <a:cxn ang="0">
                    <a:pos x="77884" y="5998"/>
                  </a:cxn>
                  <a:cxn ang="0">
                    <a:pos x="92393" y="124961"/>
                  </a:cxn>
                  <a:cxn ang="0">
                    <a:pos x="20362" y="156280"/>
                  </a:cxn>
                  <a:cxn ang="0">
                    <a:pos x="0" y="0"/>
                  </a:cxn>
                </a:cxnLst>
                <a:rect l="txL" t="txT" r="txR" b="tx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94243" name="Group 223"/>
            <p:cNvGrpSpPr/>
            <p:nvPr/>
          </p:nvGrpSpPr>
          <p:grpSpPr>
            <a:xfrm>
              <a:off x="2770" y="1724"/>
              <a:ext cx="404" cy="352"/>
              <a:chOff x="-44" y="1473"/>
              <a:chExt cx="981" cy="1105"/>
            </a:xfrm>
          </p:grpSpPr>
          <p:pic>
            <p:nvPicPr>
              <p:cNvPr id="94276" name="Picture 224" descr="desktop_computer_stylized_medium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4277" name="Freeform 22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>
                  <a:gd name="txL" fmla="*/ 0 w 356"/>
                  <a:gd name="txT" fmla="*/ 0 h 368"/>
                  <a:gd name="txR" fmla="*/ 356 w 356"/>
                  <a:gd name="txB" fmla="*/ 368 h 368"/>
                </a:gdLst>
                <a:ahLst/>
                <a:cxnLst>
                  <a:cxn ang="0">
                    <a:pos x="0" y="0"/>
                  </a:cxn>
                  <a:cxn ang="0">
                    <a:pos x="77884" y="5998"/>
                  </a:cxn>
                  <a:cxn ang="0">
                    <a:pos x="92393" y="124961"/>
                  </a:cxn>
                  <a:cxn ang="0">
                    <a:pos x="20362" y="156280"/>
                  </a:cxn>
                  <a:cxn ang="0">
                    <a:pos x="0" y="0"/>
                  </a:cxn>
                </a:cxnLst>
                <a:rect l="txL" t="txT" r="txR" b="tx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94244" name="Group 226"/>
            <p:cNvGrpSpPr/>
            <p:nvPr/>
          </p:nvGrpSpPr>
          <p:grpSpPr>
            <a:xfrm flipH="1">
              <a:off x="5106" y="1062"/>
              <a:ext cx="404" cy="352"/>
              <a:chOff x="-44" y="1473"/>
              <a:chExt cx="981" cy="1105"/>
            </a:xfrm>
          </p:grpSpPr>
          <p:pic>
            <p:nvPicPr>
              <p:cNvPr id="94274" name="Picture 227" descr="desktop_computer_stylized_medium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4275" name="Freeform 22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>
                  <a:gd name="txL" fmla="*/ 0 w 356"/>
                  <a:gd name="txT" fmla="*/ 0 h 368"/>
                  <a:gd name="txR" fmla="*/ 356 w 356"/>
                  <a:gd name="txB" fmla="*/ 368 h 368"/>
                </a:gdLst>
                <a:ahLst/>
                <a:cxnLst>
                  <a:cxn ang="0">
                    <a:pos x="0" y="0"/>
                  </a:cxn>
                  <a:cxn ang="0">
                    <a:pos x="77884" y="5998"/>
                  </a:cxn>
                  <a:cxn ang="0">
                    <a:pos x="92393" y="124961"/>
                  </a:cxn>
                  <a:cxn ang="0">
                    <a:pos x="20362" y="156280"/>
                  </a:cxn>
                  <a:cxn ang="0">
                    <a:pos x="0" y="0"/>
                  </a:cxn>
                </a:cxnLst>
                <a:rect l="txL" t="txT" r="txR" b="tx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94245" name="Group 229"/>
            <p:cNvGrpSpPr/>
            <p:nvPr/>
          </p:nvGrpSpPr>
          <p:grpSpPr>
            <a:xfrm flipH="1">
              <a:off x="5153" y="1868"/>
              <a:ext cx="404" cy="352"/>
              <a:chOff x="-44" y="1473"/>
              <a:chExt cx="981" cy="1105"/>
            </a:xfrm>
          </p:grpSpPr>
          <p:pic>
            <p:nvPicPr>
              <p:cNvPr id="94272" name="Picture 230" descr="desktop_computer_stylized_medium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4273" name="Freeform 23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>
                  <a:gd name="txL" fmla="*/ 0 w 356"/>
                  <a:gd name="txT" fmla="*/ 0 h 368"/>
                  <a:gd name="txR" fmla="*/ 356 w 356"/>
                  <a:gd name="txB" fmla="*/ 368 h 368"/>
                </a:gdLst>
                <a:ahLst/>
                <a:cxnLst>
                  <a:cxn ang="0">
                    <a:pos x="0" y="0"/>
                  </a:cxn>
                  <a:cxn ang="0">
                    <a:pos x="77884" y="5998"/>
                  </a:cxn>
                  <a:cxn ang="0">
                    <a:pos x="92393" y="124961"/>
                  </a:cxn>
                  <a:cxn ang="0">
                    <a:pos x="20362" y="156280"/>
                  </a:cxn>
                  <a:cxn ang="0">
                    <a:pos x="0" y="0"/>
                  </a:cxn>
                </a:cxnLst>
                <a:rect l="txL" t="txT" r="txR" b="tx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94246" name="Group 232"/>
            <p:cNvGrpSpPr/>
            <p:nvPr/>
          </p:nvGrpSpPr>
          <p:grpSpPr>
            <a:xfrm flipH="1">
              <a:off x="4392" y="2828"/>
              <a:ext cx="404" cy="352"/>
              <a:chOff x="-44" y="1473"/>
              <a:chExt cx="981" cy="1105"/>
            </a:xfrm>
          </p:grpSpPr>
          <p:pic>
            <p:nvPicPr>
              <p:cNvPr id="94270" name="Picture 233" descr="desktop_computer_stylized_medium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4271" name="Freeform 23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>
                  <a:gd name="txL" fmla="*/ 0 w 356"/>
                  <a:gd name="txT" fmla="*/ 0 h 368"/>
                  <a:gd name="txR" fmla="*/ 356 w 356"/>
                  <a:gd name="txB" fmla="*/ 368 h 368"/>
                </a:gdLst>
                <a:ahLst/>
                <a:cxnLst>
                  <a:cxn ang="0">
                    <a:pos x="0" y="0"/>
                  </a:cxn>
                  <a:cxn ang="0">
                    <a:pos x="77884" y="5998"/>
                  </a:cxn>
                  <a:cxn ang="0">
                    <a:pos x="92393" y="124961"/>
                  </a:cxn>
                  <a:cxn ang="0">
                    <a:pos x="20362" y="156280"/>
                  </a:cxn>
                  <a:cxn ang="0">
                    <a:pos x="0" y="0"/>
                  </a:cxn>
                </a:cxnLst>
                <a:rect l="txL" t="txT" r="txR" b="tx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94247" name="Group 235"/>
            <p:cNvGrpSpPr/>
            <p:nvPr/>
          </p:nvGrpSpPr>
          <p:grpSpPr>
            <a:xfrm flipH="1">
              <a:off x="3659" y="2854"/>
              <a:ext cx="404" cy="352"/>
              <a:chOff x="-44" y="1473"/>
              <a:chExt cx="981" cy="1105"/>
            </a:xfrm>
          </p:grpSpPr>
          <p:pic>
            <p:nvPicPr>
              <p:cNvPr id="94268" name="Picture 236" descr="desktop_computer_stylized_medium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4269" name="Freeform 23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>
                  <a:gd name="txL" fmla="*/ 0 w 356"/>
                  <a:gd name="txT" fmla="*/ 0 h 368"/>
                  <a:gd name="txR" fmla="*/ 356 w 356"/>
                  <a:gd name="txB" fmla="*/ 368 h 368"/>
                </a:gdLst>
                <a:ahLst/>
                <a:cxnLst>
                  <a:cxn ang="0">
                    <a:pos x="0" y="0"/>
                  </a:cxn>
                  <a:cxn ang="0">
                    <a:pos x="77884" y="5998"/>
                  </a:cxn>
                  <a:cxn ang="0">
                    <a:pos x="92393" y="124961"/>
                  </a:cxn>
                  <a:cxn ang="0">
                    <a:pos x="20362" y="156280"/>
                  </a:cxn>
                  <a:cxn ang="0">
                    <a:pos x="0" y="0"/>
                  </a:cxn>
                </a:cxnLst>
                <a:rect l="txL" t="txT" r="txR" b="tx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94248" name="Group 238"/>
            <p:cNvGrpSpPr/>
            <p:nvPr/>
          </p:nvGrpSpPr>
          <p:grpSpPr>
            <a:xfrm>
              <a:off x="3929" y="1653"/>
              <a:ext cx="440" cy="224"/>
              <a:chOff x="4396" y="1245"/>
              <a:chExt cx="672" cy="248"/>
            </a:xfrm>
          </p:grpSpPr>
          <p:sp>
            <p:nvSpPr>
              <p:cNvPr id="94260" name="Oval 407"/>
              <p:cNvSpPr/>
              <p:nvPr/>
            </p:nvSpPr>
            <p:spPr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  <a:tileRect/>
              </a:gra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94261" name="Rectangle 410"/>
              <p:cNvSpPr/>
              <p:nvPr/>
            </p:nvSpPr>
            <p:spPr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94262" name="Oval 411"/>
              <p:cNvSpPr/>
              <p:nvPr/>
            </p:nvSpPr>
            <p:spPr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  <a:tileRect/>
              </a:gra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94263" name="Group 242"/>
              <p:cNvGrpSpPr/>
              <p:nvPr/>
            </p:nvGrpSpPr>
            <p:grpSpPr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94266" name="Freeform 243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avLst/>
                  <a:gdLst>
                    <a:gd name="txL" fmla="*/ 0 w 310"/>
                    <a:gd name="txT" fmla="*/ 0 h 60"/>
                    <a:gd name="txR" fmla="*/ 310 w 310"/>
                    <a:gd name="txB" fmla="*/ 60 h 60"/>
                  </a:gdLst>
                  <a:ahLst/>
                  <a:cxnLst>
                    <a:cxn ang="0">
                      <a:pos x="0" y="60"/>
                    </a:cxn>
                    <a:cxn ang="0">
                      <a:pos x="96" y="60"/>
                    </a:cxn>
                    <a:cxn ang="0">
                      <a:pos x="192" y="0"/>
                    </a:cxn>
                    <a:cxn ang="0">
                      <a:pos x="310" y="0"/>
                    </a:cxn>
                  </a:cxnLst>
                  <a:rect l="txL" t="txT" r="txR" b="tx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94267" name="Freeform 244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avLst/>
                  <a:gdLst>
                    <a:gd name="txL" fmla="*/ 0 w 282"/>
                    <a:gd name="txT" fmla="*/ 0 h 60"/>
                    <a:gd name="txR" fmla="*/ 282 w 282"/>
                    <a:gd name="txB" fmla="*/ 60 h 60"/>
                  </a:gdLst>
                  <a:ahLst/>
                  <a:cxnLst>
                    <a:cxn ang="0">
                      <a:pos x="0" y="0"/>
                    </a:cxn>
                    <a:cxn ang="0">
                      <a:pos x="96" y="0"/>
                    </a:cxn>
                    <a:cxn ang="0">
                      <a:pos x="192" y="60"/>
                    </a:cxn>
                    <a:cxn ang="0">
                      <a:pos x="282" y="60"/>
                    </a:cxn>
                  </a:cxnLst>
                  <a:rect l="txL" t="txT" r="txR" b="tx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94264" name="Line 245"/>
              <p:cNvSpPr/>
              <p:nvPr/>
            </p:nvSpPr>
            <p:spPr>
              <a:xfrm>
                <a:off x="4399" y="1321"/>
                <a:ext cx="0" cy="109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4265" name="Line 246"/>
              <p:cNvSpPr/>
              <p:nvPr/>
            </p:nvSpPr>
            <p:spPr>
              <a:xfrm>
                <a:off x="5063" y="1326"/>
                <a:ext cx="0" cy="107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94249" name="Group 247"/>
            <p:cNvGrpSpPr/>
            <p:nvPr/>
          </p:nvGrpSpPr>
          <p:grpSpPr>
            <a:xfrm>
              <a:off x="4315" y="2223"/>
              <a:ext cx="659" cy="361"/>
              <a:chOff x="4758" y="3508"/>
              <a:chExt cx="659" cy="361"/>
            </a:xfrm>
          </p:grpSpPr>
          <p:sp>
            <p:nvSpPr>
              <p:cNvPr id="94258" name="Text Box 248"/>
              <p:cNvSpPr txBox="1"/>
              <p:nvPr/>
            </p:nvSpPr>
            <p:spPr>
              <a:xfrm>
                <a:off x="4844" y="3508"/>
                <a:ext cx="573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solidFill>
                      <a:srgbClr val="CC0000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subnet</a:t>
                </a:r>
                <a:endParaRPr lang="en-US" altLang="zh-CN" sz="1800" dirty="0">
                  <a:solidFill>
                    <a:srgbClr val="CC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94259" name="Line 249"/>
              <p:cNvSpPr/>
              <p:nvPr/>
            </p:nvSpPr>
            <p:spPr>
              <a:xfrm flipH="1">
                <a:off x="4758" y="3677"/>
                <a:ext cx="108" cy="192"/>
              </a:xfrm>
              <a:prstGeom prst="line">
                <a:avLst/>
              </a:prstGeom>
              <a:ln w="9525" cap="flat" cmpd="sng">
                <a:solidFill>
                  <a:srgbClr val="CC0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94250" name="Rectangle 250"/>
            <p:cNvSpPr/>
            <p:nvPr/>
          </p:nvSpPr>
          <p:spPr>
            <a:xfrm>
              <a:off x="3232" y="1363"/>
              <a:ext cx="182" cy="147"/>
            </a:xfrm>
            <a:prstGeom prst="rect">
              <a:avLst/>
            </a:prstGeom>
            <a:solidFill>
              <a:srgbClr val="66CCFF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94251" name="Text Box 251"/>
            <p:cNvSpPr txBox="1"/>
            <p:nvPr/>
          </p:nvSpPr>
          <p:spPr>
            <a:xfrm>
              <a:off x="3134" y="1344"/>
              <a:ext cx="645" cy="2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223.1.1.2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94252" name="Rectangle 252"/>
            <p:cNvSpPr/>
            <p:nvPr/>
          </p:nvSpPr>
          <p:spPr>
            <a:xfrm>
              <a:off x="4936" y="1354"/>
              <a:ext cx="182" cy="147"/>
            </a:xfrm>
            <a:prstGeom prst="rect">
              <a:avLst/>
            </a:prstGeom>
            <a:solidFill>
              <a:srgbClr val="66CCFF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94253" name="Rectangle 253"/>
            <p:cNvSpPr/>
            <p:nvPr/>
          </p:nvSpPr>
          <p:spPr>
            <a:xfrm>
              <a:off x="4934" y="1858"/>
              <a:ext cx="182" cy="147"/>
            </a:xfrm>
            <a:prstGeom prst="rect">
              <a:avLst/>
            </a:prstGeom>
            <a:solidFill>
              <a:srgbClr val="66CCFF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94254" name="Rectangle 254"/>
            <p:cNvSpPr/>
            <p:nvPr/>
          </p:nvSpPr>
          <p:spPr>
            <a:xfrm>
              <a:off x="4082" y="1975"/>
              <a:ext cx="182" cy="147"/>
            </a:xfrm>
            <a:prstGeom prst="rect">
              <a:avLst/>
            </a:prstGeom>
            <a:solidFill>
              <a:srgbClr val="66CCFF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94255" name="Text Box 255"/>
            <p:cNvSpPr txBox="1"/>
            <p:nvPr/>
          </p:nvSpPr>
          <p:spPr>
            <a:xfrm>
              <a:off x="3782" y="1951"/>
              <a:ext cx="744" cy="2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223.1.3.27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94256" name="Text Box 256"/>
            <p:cNvSpPr txBox="1"/>
            <p:nvPr/>
          </p:nvSpPr>
          <p:spPr>
            <a:xfrm>
              <a:off x="4529" y="1819"/>
              <a:ext cx="666" cy="2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223.1.2.2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94257" name="Text Box 257"/>
            <p:cNvSpPr txBox="1"/>
            <p:nvPr/>
          </p:nvSpPr>
          <p:spPr>
            <a:xfrm>
              <a:off x="4779" y="1341"/>
              <a:ext cx="645" cy="2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223.1.2.1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94216" name="Line 147"/>
          <p:cNvSpPr/>
          <p:nvPr/>
        </p:nvSpPr>
        <p:spPr>
          <a:xfrm>
            <a:off x="7043738" y="2662238"/>
            <a:ext cx="822325" cy="317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17" name="Line 151"/>
          <p:cNvSpPr/>
          <p:nvPr/>
        </p:nvSpPr>
        <p:spPr>
          <a:xfrm>
            <a:off x="8378825" y="2668588"/>
            <a:ext cx="639763" cy="158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18" name="Line 156"/>
          <p:cNvSpPr/>
          <p:nvPr/>
        </p:nvSpPr>
        <p:spPr>
          <a:xfrm>
            <a:off x="8140700" y="3006725"/>
            <a:ext cx="3175" cy="64452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19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94220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8" name="Freeform 2"/>
          <p:cNvSpPr/>
          <p:nvPr/>
        </p:nvSpPr>
        <p:spPr>
          <a:xfrm>
            <a:off x="7639050" y="2819400"/>
            <a:ext cx="1268413" cy="1463675"/>
          </a:xfrm>
          <a:custGeom>
            <a:avLst/>
            <a:gdLst>
              <a:gd name="txL" fmla="*/ 0 w 799"/>
              <a:gd name="txT" fmla="*/ 0 h 922"/>
              <a:gd name="txR" fmla="*/ 799 w 799"/>
              <a:gd name="txB" fmla="*/ 922 h 922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</a:cxnLst>
            <a:rect l="txL" t="txT" r="txR" b="txB"/>
            <a:pathLst>
              <a:path w="799" h="922">
                <a:moveTo>
                  <a:pt x="6" y="66"/>
                </a:moveTo>
                <a:cubicBezTo>
                  <a:pt x="13" y="117"/>
                  <a:pt x="234" y="314"/>
                  <a:pt x="341" y="446"/>
                </a:cubicBezTo>
                <a:cubicBezTo>
                  <a:pt x="448" y="578"/>
                  <a:pt x="577" y="794"/>
                  <a:pt x="648" y="858"/>
                </a:cubicBezTo>
                <a:cubicBezTo>
                  <a:pt x="719" y="922"/>
                  <a:pt x="799" y="912"/>
                  <a:pt x="768" y="828"/>
                </a:cubicBezTo>
                <a:cubicBezTo>
                  <a:pt x="737" y="744"/>
                  <a:pt x="581" y="492"/>
                  <a:pt x="463" y="354"/>
                </a:cubicBezTo>
                <a:cubicBezTo>
                  <a:pt x="345" y="216"/>
                  <a:pt x="136" y="48"/>
                  <a:pt x="60" y="0"/>
                </a:cubicBezTo>
                <a:cubicBezTo>
                  <a:pt x="25" y="47"/>
                  <a:pt x="0" y="15"/>
                  <a:pt x="6" y="66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96259" name="Freeform 3"/>
          <p:cNvSpPr/>
          <p:nvPr/>
        </p:nvSpPr>
        <p:spPr>
          <a:xfrm>
            <a:off x="6343650" y="4330700"/>
            <a:ext cx="2257425" cy="327025"/>
          </a:xfrm>
          <a:custGeom>
            <a:avLst/>
            <a:gdLst>
              <a:gd name="txL" fmla="*/ 0 w 1422"/>
              <a:gd name="txT" fmla="*/ 0 h 206"/>
              <a:gd name="txR" fmla="*/ 1422 w 1422"/>
              <a:gd name="txB" fmla="*/ 206 h 206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422" h="206">
                <a:moveTo>
                  <a:pt x="42" y="176"/>
                </a:moveTo>
                <a:cubicBezTo>
                  <a:pt x="84" y="206"/>
                  <a:pt x="437" y="167"/>
                  <a:pt x="641" y="166"/>
                </a:cubicBezTo>
                <a:cubicBezTo>
                  <a:pt x="845" y="165"/>
                  <a:pt x="1153" y="192"/>
                  <a:pt x="1266" y="170"/>
                </a:cubicBezTo>
                <a:cubicBezTo>
                  <a:pt x="1379" y="148"/>
                  <a:pt x="1422" y="58"/>
                  <a:pt x="1320" y="32"/>
                </a:cubicBezTo>
                <a:cubicBezTo>
                  <a:pt x="1218" y="6"/>
                  <a:pt x="869" y="15"/>
                  <a:pt x="657" y="14"/>
                </a:cubicBezTo>
                <a:cubicBezTo>
                  <a:pt x="445" y="13"/>
                  <a:pt x="147" y="0"/>
                  <a:pt x="45" y="27"/>
                </a:cubicBezTo>
                <a:cubicBezTo>
                  <a:pt x="56" y="84"/>
                  <a:pt x="0" y="146"/>
                  <a:pt x="42" y="176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96260" name="Freeform 4"/>
          <p:cNvSpPr/>
          <p:nvPr/>
        </p:nvSpPr>
        <p:spPr>
          <a:xfrm>
            <a:off x="6086475" y="2743200"/>
            <a:ext cx="1158875" cy="1547813"/>
          </a:xfrm>
          <a:custGeom>
            <a:avLst/>
            <a:gdLst>
              <a:gd name="txL" fmla="*/ 0 w 730"/>
              <a:gd name="txT" fmla="*/ 0 h 975"/>
              <a:gd name="txR" fmla="*/ 730 w 730"/>
              <a:gd name="txB" fmla="*/ 975 h 975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</a:cxnLst>
            <a:rect l="txL" t="txT" r="txR" b="txB"/>
            <a:pathLst>
              <a:path w="730" h="975">
                <a:moveTo>
                  <a:pt x="157" y="952"/>
                </a:moveTo>
                <a:cubicBezTo>
                  <a:pt x="272" y="930"/>
                  <a:pt x="357" y="644"/>
                  <a:pt x="462" y="498"/>
                </a:cubicBezTo>
                <a:cubicBezTo>
                  <a:pt x="554" y="363"/>
                  <a:pt x="686" y="220"/>
                  <a:pt x="708" y="144"/>
                </a:cubicBezTo>
                <a:cubicBezTo>
                  <a:pt x="730" y="68"/>
                  <a:pt x="654" y="0"/>
                  <a:pt x="594" y="42"/>
                </a:cubicBezTo>
                <a:cubicBezTo>
                  <a:pt x="534" y="84"/>
                  <a:pt x="447" y="253"/>
                  <a:pt x="348" y="396"/>
                </a:cubicBezTo>
                <a:cubicBezTo>
                  <a:pt x="249" y="539"/>
                  <a:pt x="32" y="807"/>
                  <a:pt x="0" y="900"/>
                </a:cubicBezTo>
                <a:cubicBezTo>
                  <a:pt x="53" y="924"/>
                  <a:pt x="43" y="975"/>
                  <a:pt x="157" y="952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96261" name="Freeform 5"/>
          <p:cNvSpPr/>
          <p:nvPr/>
        </p:nvSpPr>
        <p:spPr>
          <a:xfrm rot="5265760">
            <a:off x="6800850" y="506413"/>
            <a:ext cx="1612900" cy="2162175"/>
          </a:xfrm>
          <a:custGeom>
            <a:avLst/>
            <a:gdLst>
              <a:gd name="txL" fmla="*/ 0 w 1223"/>
              <a:gd name="txT" fmla="*/ 0 h 1291"/>
              <a:gd name="txR" fmla="*/ 1223 w 1223"/>
              <a:gd name="txB" fmla="*/ 1291 h 1291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41992" name="Rectangle 7"/>
          <p:cNvSpPr>
            <a:spLocks noGrp="1" noChangeArrowheads="1"/>
          </p:cNvSpPr>
          <p:nvPr>
            <p:ph sz="half" idx="1"/>
          </p:nvPr>
        </p:nvSpPr>
        <p:spPr>
          <a:xfrm>
            <a:off x="2106613" y="1336675"/>
            <a:ext cx="36957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how many?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</p:txBody>
      </p:sp>
      <p:sp>
        <p:nvSpPr>
          <p:cNvPr id="96263" name="Line 10"/>
          <p:cNvSpPr/>
          <p:nvPr/>
        </p:nvSpPr>
        <p:spPr>
          <a:xfrm flipH="1" flipV="1">
            <a:off x="8251825" y="1401763"/>
            <a:ext cx="3175" cy="1651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6264" name="Line 11"/>
          <p:cNvSpPr/>
          <p:nvPr/>
        </p:nvSpPr>
        <p:spPr>
          <a:xfrm flipH="1">
            <a:off x="6751638" y="1347788"/>
            <a:ext cx="3175" cy="22542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6265" name="Line 14"/>
          <p:cNvSpPr/>
          <p:nvPr/>
        </p:nvSpPr>
        <p:spPr>
          <a:xfrm flipH="1">
            <a:off x="7380288" y="1790700"/>
            <a:ext cx="3175" cy="59213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6266" name="Text Box 15"/>
          <p:cNvSpPr txBox="1"/>
          <p:nvPr/>
        </p:nvSpPr>
        <p:spPr>
          <a:xfrm>
            <a:off x="5761038" y="1346200"/>
            <a:ext cx="992187" cy="4206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223.1.1.1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6267" name="Rectangle 16"/>
          <p:cNvSpPr/>
          <p:nvPr/>
        </p:nvSpPr>
        <p:spPr>
          <a:xfrm>
            <a:off x="7253288" y="2052638"/>
            <a:ext cx="309562" cy="180975"/>
          </a:xfrm>
          <a:prstGeom prst="rect">
            <a:avLst/>
          </a:prstGeom>
          <a:solidFill>
            <a:srgbClr val="66CC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6268" name="Text Box 17"/>
          <p:cNvSpPr txBox="1"/>
          <p:nvPr/>
        </p:nvSpPr>
        <p:spPr>
          <a:xfrm>
            <a:off x="6896100" y="1954213"/>
            <a:ext cx="1023938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223.1.1.3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6269" name="Text Box 18"/>
          <p:cNvSpPr txBox="1"/>
          <p:nvPr/>
        </p:nvSpPr>
        <p:spPr>
          <a:xfrm>
            <a:off x="8208963" y="1350963"/>
            <a:ext cx="1023937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223.1.1.4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6270" name="Freeform 19"/>
          <p:cNvSpPr/>
          <p:nvPr/>
        </p:nvSpPr>
        <p:spPr>
          <a:xfrm>
            <a:off x="5146675" y="4437063"/>
            <a:ext cx="1539875" cy="1658937"/>
          </a:xfrm>
          <a:custGeom>
            <a:avLst/>
            <a:gdLst>
              <a:gd name="txL" fmla="*/ 0 w 970"/>
              <a:gd name="txT" fmla="*/ 0 h 939"/>
              <a:gd name="txR" fmla="*/ 970 w 970"/>
              <a:gd name="txB" fmla="*/ 939 h 939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970" h="939">
                <a:moveTo>
                  <a:pt x="451" y="41"/>
                </a:moveTo>
                <a:cubicBezTo>
                  <a:pt x="415" y="47"/>
                  <a:pt x="452" y="358"/>
                  <a:pt x="388" y="431"/>
                </a:cubicBezTo>
                <a:cubicBezTo>
                  <a:pt x="324" y="504"/>
                  <a:pt x="128" y="419"/>
                  <a:pt x="64" y="479"/>
                </a:cubicBezTo>
                <a:cubicBezTo>
                  <a:pt x="0" y="539"/>
                  <a:pt x="1" y="718"/>
                  <a:pt x="7" y="791"/>
                </a:cubicBezTo>
                <a:cubicBezTo>
                  <a:pt x="13" y="864"/>
                  <a:pt x="31" y="901"/>
                  <a:pt x="100" y="920"/>
                </a:cubicBezTo>
                <a:cubicBezTo>
                  <a:pt x="169" y="939"/>
                  <a:pt x="329" y="908"/>
                  <a:pt x="421" y="905"/>
                </a:cubicBezTo>
                <a:cubicBezTo>
                  <a:pt x="513" y="902"/>
                  <a:pt x="572" y="913"/>
                  <a:pt x="652" y="905"/>
                </a:cubicBezTo>
                <a:cubicBezTo>
                  <a:pt x="732" y="897"/>
                  <a:pt x="860" y="929"/>
                  <a:pt x="904" y="857"/>
                </a:cubicBezTo>
                <a:cubicBezTo>
                  <a:pt x="948" y="785"/>
                  <a:pt x="970" y="542"/>
                  <a:pt x="916" y="473"/>
                </a:cubicBezTo>
                <a:cubicBezTo>
                  <a:pt x="862" y="404"/>
                  <a:pt x="645" y="511"/>
                  <a:pt x="580" y="443"/>
                </a:cubicBezTo>
                <a:cubicBezTo>
                  <a:pt x="515" y="375"/>
                  <a:pt x="534" y="130"/>
                  <a:pt x="526" y="65"/>
                </a:cubicBezTo>
                <a:cubicBezTo>
                  <a:pt x="518" y="0"/>
                  <a:pt x="542" y="57"/>
                  <a:pt x="529" y="53"/>
                </a:cubicBezTo>
                <a:cubicBezTo>
                  <a:pt x="520" y="26"/>
                  <a:pt x="487" y="35"/>
                  <a:pt x="451" y="41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96271" name="Line 34"/>
          <p:cNvSpPr/>
          <p:nvPr/>
        </p:nvSpPr>
        <p:spPr>
          <a:xfrm>
            <a:off x="5902325" y="4667250"/>
            <a:ext cx="7938" cy="56197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6272" name="Line 36"/>
          <p:cNvSpPr/>
          <p:nvPr/>
        </p:nvSpPr>
        <p:spPr>
          <a:xfrm flipH="1" flipV="1">
            <a:off x="5394325" y="5387975"/>
            <a:ext cx="3175" cy="169863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6273" name="Line 37"/>
          <p:cNvSpPr/>
          <p:nvPr/>
        </p:nvSpPr>
        <p:spPr>
          <a:xfrm flipH="1" flipV="1">
            <a:off x="6389688" y="5373688"/>
            <a:ext cx="3175" cy="2413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6274" name="Text Box 40"/>
          <p:cNvSpPr txBox="1"/>
          <p:nvPr/>
        </p:nvSpPr>
        <p:spPr>
          <a:xfrm>
            <a:off x="6337300" y="5260975"/>
            <a:ext cx="1057275" cy="4206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223.1.2.2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6275" name="Text Box 41"/>
          <p:cNvSpPr txBox="1"/>
          <p:nvPr/>
        </p:nvSpPr>
        <p:spPr>
          <a:xfrm>
            <a:off x="4441825" y="5256213"/>
            <a:ext cx="1023938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223.1.2.1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6276" name="Rectangle 42"/>
          <p:cNvSpPr/>
          <p:nvPr/>
        </p:nvSpPr>
        <p:spPr>
          <a:xfrm>
            <a:off x="5843588" y="4767263"/>
            <a:ext cx="128587" cy="180975"/>
          </a:xfrm>
          <a:prstGeom prst="rect">
            <a:avLst/>
          </a:prstGeom>
          <a:solidFill>
            <a:srgbClr val="66CC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6277" name="Text Box 43"/>
          <p:cNvSpPr txBox="1"/>
          <p:nvPr/>
        </p:nvSpPr>
        <p:spPr>
          <a:xfrm>
            <a:off x="5400675" y="4706938"/>
            <a:ext cx="1057275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223.1.2.6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6278" name="Freeform 45"/>
          <p:cNvSpPr/>
          <p:nvPr/>
        </p:nvSpPr>
        <p:spPr>
          <a:xfrm>
            <a:off x="8164513" y="4416425"/>
            <a:ext cx="1539875" cy="1670050"/>
          </a:xfrm>
          <a:custGeom>
            <a:avLst/>
            <a:gdLst>
              <a:gd name="txL" fmla="*/ 0 w 970"/>
              <a:gd name="txT" fmla="*/ 0 h 939"/>
              <a:gd name="txR" fmla="*/ 970 w 970"/>
              <a:gd name="txB" fmla="*/ 939 h 939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970" h="939">
                <a:moveTo>
                  <a:pt x="451" y="41"/>
                </a:moveTo>
                <a:cubicBezTo>
                  <a:pt x="415" y="47"/>
                  <a:pt x="452" y="358"/>
                  <a:pt x="388" y="431"/>
                </a:cubicBezTo>
                <a:cubicBezTo>
                  <a:pt x="324" y="504"/>
                  <a:pt x="128" y="419"/>
                  <a:pt x="64" y="479"/>
                </a:cubicBezTo>
                <a:cubicBezTo>
                  <a:pt x="0" y="539"/>
                  <a:pt x="1" y="718"/>
                  <a:pt x="7" y="791"/>
                </a:cubicBezTo>
                <a:cubicBezTo>
                  <a:pt x="13" y="864"/>
                  <a:pt x="31" y="901"/>
                  <a:pt x="100" y="920"/>
                </a:cubicBezTo>
                <a:cubicBezTo>
                  <a:pt x="169" y="939"/>
                  <a:pt x="329" y="908"/>
                  <a:pt x="421" y="905"/>
                </a:cubicBezTo>
                <a:cubicBezTo>
                  <a:pt x="513" y="902"/>
                  <a:pt x="572" y="913"/>
                  <a:pt x="652" y="905"/>
                </a:cubicBezTo>
                <a:cubicBezTo>
                  <a:pt x="732" y="897"/>
                  <a:pt x="860" y="929"/>
                  <a:pt x="904" y="857"/>
                </a:cubicBezTo>
                <a:cubicBezTo>
                  <a:pt x="948" y="785"/>
                  <a:pt x="970" y="542"/>
                  <a:pt x="916" y="473"/>
                </a:cubicBezTo>
                <a:cubicBezTo>
                  <a:pt x="862" y="404"/>
                  <a:pt x="645" y="511"/>
                  <a:pt x="580" y="443"/>
                </a:cubicBezTo>
                <a:cubicBezTo>
                  <a:pt x="515" y="375"/>
                  <a:pt x="534" y="130"/>
                  <a:pt x="526" y="65"/>
                </a:cubicBezTo>
                <a:cubicBezTo>
                  <a:pt x="518" y="0"/>
                  <a:pt x="542" y="57"/>
                  <a:pt x="529" y="53"/>
                </a:cubicBezTo>
                <a:cubicBezTo>
                  <a:pt x="520" y="26"/>
                  <a:pt x="487" y="35"/>
                  <a:pt x="451" y="41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96279" name="Line 60"/>
          <p:cNvSpPr/>
          <p:nvPr/>
        </p:nvSpPr>
        <p:spPr>
          <a:xfrm>
            <a:off x="8931275" y="4686300"/>
            <a:ext cx="1588" cy="5207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6280" name="Line 62"/>
          <p:cNvSpPr/>
          <p:nvPr/>
        </p:nvSpPr>
        <p:spPr>
          <a:xfrm flipH="1" flipV="1">
            <a:off x="8423275" y="5407025"/>
            <a:ext cx="3175" cy="169863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6281" name="Line 63"/>
          <p:cNvSpPr/>
          <p:nvPr/>
        </p:nvSpPr>
        <p:spPr>
          <a:xfrm flipH="1" flipV="1">
            <a:off x="9418638" y="5392738"/>
            <a:ext cx="3175" cy="2413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6282" name="Text Box 66"/>
          <p:cNvSpPr txBox="1"/>
          <p:nvPr/>
        </p:nvSpPr>
        <p:spPr>
          <a:xfrm>
            <a:off x="9366250" y="5280025"/>
            <a:ext cx="1057275" cy="4206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223.1.3.2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6283" name="Text Box 67"/>
          <p:cNvSpPr txBox="1"/>
          <p:nvPr/>
        </p:nvSpPr>
        <p:spPr>
          <a:xfrm>
            <a:off x="7470775" y="5275263"/>
            <a:ext cx="1023938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223.1.3.1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6284" name="Rectangle 68"/>
          <p:cNvSpPr/>
          <p:nvPr/>
        </p:nvSpPr>
        <p:spPr>
          <a:xfrm>
            <a:off x="8872538" y="4786313"/>
            <a:ext cx="128587" cy="180975"/>
          </a:xfrm>
          <a:prstGeom prst="rect">
            <a:avLst/>
          </a:prstGeom>
          <a:solidFill>
            <a:srgbClr val="66CC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6285" name="Text Box 69"/>
          <p:cNvSpPr txBox="1"/>
          <p:nvPr/>
        </p:nvSpPr>
        <p:spPr>
          <a:xfrm>
            <a:off x="8423275" y="4751388"/>
            <a:ext cx="1181100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223.1.3.27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6286" name="Line 84"/>
          <p:cNvSpPr/>
          <p:nvPr/>
        </p:nvSpPr>
        <p:spPr>
          <a:xfrm flipH="1" flipV="1">
            <a:off x="7632700" y="1306513"/>
            <a:ext cx="3175" cy="265112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6287" name="Text Box 86"/>
          <p:cNvSpPr txBox="1"/>
          <p:nvPr/>
        </p:nvSpPr>
        <p:spPr>
          <a:xfrm>
            <a:off x="7142163" y="557213"/>
            <a:ext cx="1023937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223.1.1.2</a:t>
            </a:r>
            <a:endParaRPr lang="en-US" altLang="zh-CN" sz="16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6288" name="Line 87"/>
          <p:cNvSpPr/>
          <p:nvPr/>
        </p:nvSpPr>
        <p:spPr>
          <a:xfrm flipV="1">
            <a:off x="6115050" y="2762250"/>
            <a:ext cx="1114425" cy="154305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6289" name="Line 88"/>
          <p:cNvSpPr/>
          <p:nvPr/>
        </p:nvSpPr>
        <p:spPr>
          <a:xfrm flipH="1" flipV="1">
            <a:off x="7629525" y="2743200"/>
            <a:ext cx="1276350" cy="154305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6290" name="Line 89"/>
          <p:cNvSpPr/>
          <p:nvPr/>
        </p:nvSpPr>
        <p:spPr>
          <a:xfrm flipH="1" flipV="1">
            <a:off x="6305550" y="4505325"/>
            <a:ext cx="2305050" cy="95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6291" name="Text Box 90"/>
          <p:cNvSpPr txBox="1"/>
          <p:nvPr/>
        </p:nvSpPr>
        <p:spPr>
          <a:xfrm>
            <a:off x="7708900" y="2655888"/>
            <a:ext cx="1057275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223.1.7.0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6292" name="Text Box 91"/>
          <p:cNvSpPr txBox="1"/>
          <p:nvPr/>
        </p:nvSpPr>
        <p:spPr>
          <a:xfrm>
            <a:off x="8785225" y="3941763"/>
            <a:ext cx="1023938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223.1.7.1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6293" name="Text Box 92"/>
          <p:cNvSpPr txBox="1"/>
          <p:nvPr/>
        </p:nvSpPr>
        <p:spPr>
          <a:xfrm>
            <a:off x="7546975" y="4198938"/>
            <a:ext cx="1057275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223.1.8.0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6294" name="Text Box 93"/>
          <p:cNvSpPr txBox="1"/>
          <p:nvPr/>
        </p:nvSpPr>
        <p:spPr>
          <a:xfrm>
            <a:off x="6299200" y="4198938"/>
            <a:ext cx="1023938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223.1.8.1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6295" name="Text Box 94"/>
          <p:cNvSpPr txBox="1"/>
          <p:nvPr/>
        </p:nvSpPr>
        <p:spPr>
          <a:xfrm>
            <a:off x="5222875" y="3903663"/>
            <a:ext cx="1023938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223.1.9.1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6296" name="Text Box 95"/>
          <p:cNvSpPr txBox="1"/>
          <p:nvPr/>
        </p:nvSpPr>
        <p:spPr>
          <a:xfrm>
            <a:off x="6089650" y="2665413"/>
            <a:ext cx="1057275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223.1.9.2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2031" name="Rectangle 98"/>
          <p:cNvSpPr>
            <a:spLocks noGrp="1" noChangeArrowheads="1"/>
          </p:cNvSpPr>
          <p:nvPr>
            <p:ph type="title"/>
          </p:nvPr>
        </p:nvSpPr>
        <p:spPr>
          <a:xfrm>
            <a:off x="2057400" y="228600"/>
            <a:ext cx="3702050" cy="4984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Subnets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pic>
        <p:nvPicPr>
          <p:cNvPr id="96298" name="Picture 99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46300" y="855663"/>
            <a:ext cx="2011363" cy="173037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96299" name="Group 100"/>
          <p:cNvGrpSpPr/>
          <p:nvPr/>
        </p:nvGrpSpPr>
        <p:grpSpPr>
          <a:xfrm>
            <a:off x="7069138" y="2379663"/>
            <a:ext cx="742950" cy="388937"/>
            <a:chOff x="4396" y="1245"/>
            <a:chExt cx="672" cy="248"/>
          </a:xfrm>
        </p:grpSpPr>
        <p:sp>
          <p:nvSpPr>
            <p:cNvPr id="96341" name="Oval 407"/>
            <p:cNvSpPr/>
            <p:nvPr/>
          </p:nvSpPr>
          <p:spPr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96342" name="Rectangle 410"/>
            <p:cNvSpPr/>
            <p:nvPr/>
          </p:nvSpPr>
          <p:spPr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96343" name="Oval 411"/>
            <p:cNvSpPr/>
            <p:nvPr/>
          </p:nvSpPr>
          <p:spPr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96344" name="Group 104"/>
            <p:cNvGrpSpPr/>
            <p:nvPr/>
          </p:nvGrpSpPr>
          <p:grpSpPr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96347" name="Freeform 105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6348" name="Freeform 106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96345" name="Line 107"/>
            <p:cNvSpPr/>
            <p:nvPr/>
          </p:nvSpPr>
          <p:spPr>
            <a:xfrm>
              <a:off x="4399" y="1321"/>
              <a:ext cx="0" cy="109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6346" name="Line 108"/>
            <p:cNvSpPr/>
            <p:nvPr/>
          </p:nvSpPr>
          <p:spPr>
            <a:xfrm>
              <a:off x="5064" y="1326"/>
              <a:ext cx="0" cy="107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6300" name="Group 109"/>
          <p:cNvGrpSpPr/>
          <p:nvPr/>
        </p:nvGrpSpPr>
        <p:grpSpPr>
          <a:xfrm>
            <a:off x="8604250" y="4271963"/>
            <a:ext cx="742950" cy="388937"/>
            <a:chOff x="4396" y="1245"/>
            <a:chExt cx="672" cy="248"/>
          </a:xfrm>
        </p:grpSpPr>
        <p:sp>
          <p:nvSpPr>
            <p:cNvPr id="96333" name="Oval 407"/>
            <p:cNvSpPr/>
            <p:nvPr/>
          </p:nvSpPr>
          <p:spPr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96334" name="Rectangle 410"/>
            <p:cNvSpPr/>
            <p:nvPr/>
          </p:nvSpPr>
          <p:spPr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96335" name="Oval 411"/>
            <p:cNvSpPr/>
            <p:nvPr/>
          </p:nvSpPr>
          <p:spPr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96336" name="Group 113"/>
            <p:cNvGrpSpPr/>
            <p:nvPr/>
          </p:nvGrpSpPr>
          <p:grpSpPr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96339" name="Freeform 114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6340" name="Freeform 115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96337" name="Line 116"/>
            <p:cNvSpPr/>
            <p:nvPr/>
          </p:nvSpPr>
          <p:spPr>
            <a:xfrm>
              <a:off x="4399" y="1321"/>
              <a:ext cx="0" cy="109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6338" name="Line 117"/>
            <p:cNvSpPr/>
            <p:nvPr/>
          </p:nvSpPr>
          <p:spPr>
            <a:xfrm>
              <a:off x="5064" y="1326"/>
              <a:ext cx="0" cy="107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6301" name="Group 118"/>
          <p:cNvGrpSpPr/>
          <p:nvPr/>
        </p:nvGrpSpPr>
        <p:grpSpPr>
          <a:xfrm>
            <a:off x="5611813" y="4279900"/>
            <a:ext cx="742950" cy="388938"/>
            <a:chOff x="4396" y="1245"/>
            <a:chExt cx="672" cy="248"/>
          </a:xfrm>
        </p:grpSpPr>
        <p:sp>
          <p:nvSpPr>
            <p:cNvPr id="96325" name="Oval 407"/>
            <p:cNvSpPr/>
            <p:nvPr/>
          </p:nvSpPr>
          <p:spPr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96326" name="Rectangle 410"/>
            <p:cNvSpPr/>
            <p:nvPr/>
          </p:nvSpPr>
          <p:spPr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96327" name="Oval 411"/>
            <p:cNvSpPr/>
            <p:nvPr/>
          </p:nvSpPr>
          <p:spPr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96328" name="Group 122"/>
            <p:cNvGrpSpPr/>
            <p:nvPr/>
          </p:nvGrpSpPr>
          <p:grpSpPr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96331" name="Freeform 123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6332" name="Freeform 124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96329" name="Line 125"/>
            <p:cNvSpPr/>
            <p:nvPr/>
          </p:nvSpPr>
          <p:spPr>
            <a:xfrm>
              <a:off x="4399" y="1321"/>
              <a:ext cx="0" cy="109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6330" name="Line 126"/>
            <p:cNvSpPr/>
            <p:nvPr/>
          </p:nvSpPr>
          <p:spPr>
            <a:xfrm>
              <a:off x="5064" y="1326"/>
              <a:ext cx="0" cy="107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6302" name="Group 127"/>
          <p:cNvGrpSpPr/>
          <p:nvPr/>
        </p:nvGrpSpPr>
        <p:grpSpPr>
          <a:xfrm>
            <a:off x="7839075" y="881063"/>
            <a:ext cx="641350" cy="558800"/>
            <a:chOff x="-44" y="1473"/>
            <a:chExt cx="981" cy="1105"/>
          </a:xfrm>
        </p:grpSpPr>
        <p:pic>
          <p:nvPicPr>
            <p:cNvPr id="96323" name="Picture 128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6324" name="Freeform 129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96303" name="Group 130"/>
          <p:cNvGrpSpPr/>
          <p:nvPr/>
        </p:nvGrpSpPr>
        <p:grpSpPr>
          <a:xfrm>
            <a:off x="6442075" y="898525"/>
            <a:ext cx="641350" cy="558800"/>
            <a:chOff x="-44" y="1473"/>
            <a:chExt cx="981" cy="1105"/>
          </a:xfrm>
        </p:grpSpPr>
        <p:pic>
          <p:nvPicPr>
            <p:cNvPr id="96321" name="Picture 131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6322" name="Freeform 132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96304" name="Group 133"/>
          <p:cNvGrpSpPr/>
          <p:nvPr/>
        </p:nvGrpSpPr>
        <p:grpSpPr>
          <a:xfrm>
            <a:off x="7273925" y="849313"/>
            <a:ext cx="641350" cy="558800"/>
            <a:chOff x="-44" y="1473"/>
            <a:chExt cx="981" cy="1105"/>
          </a:xfrm>
        </p:grpSpPr>
        <p:pic>
          <p:nvPicPr>
            <p:cNvPr id="96319" name="Picture 134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6320" name="Freeform 135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96305" name="Group 136"/>
          <p:cNvGrpSpPr/>
          <p:nvPr/>
        </p:nvGrpSpPr>
        <p:grpSpPr>
          <a:xfrm>
            <a:off x="8997950" y="5551488"/>
            <a:ext cx="641350" cy="558800"/>
            <a:chOff x="-44" y="1473"/>
            <a:chExt cx="981" cy="1105"/>
          </a:xfrm>
        </p:grpSpPr>
        <p:pic>
          <p:nvPicPr>
            <p:cNvPr id="96317" name="Picture 137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6318" name="Freeform 138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96306" name="Group 139"/>
          <p:cNvGrpSpPr/>
          <p:nvPr/>
        </p:nvGrpSpPr>
        <p:grpSpPr>
          <a:xfrm>
            <a:off x="8047038" y="5514975"/>
            <a:ext cx="641350" cy="558800"/>
            <a:chOff x="-44" y="1473"/>
            <a:chExt cx="981" cy="1105"/>
          </a:xfrm>
        </p:grpSpPr>
        <p:pic>
          <p:nvPicPr>
            <p:cNvPr id="96315" name="Picture 140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6316" name="Freeform 141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96307" name="Group 142"/>
          <p:cNvGrpSpPr/>
          <p:nvPr/>
        </p:nvGrpSpPr>
        <p:grpSpPr>
          <a:xfrm>
            <a:off x="5021263" y="5522913"/>
            <a:ext cx="641350" cy="558800"/>
            <a:chOff x="-44" y="1473"/>
            <a:chExt cx="981" cy="1105"/>
          </a:xfrm>
        </p:grpSpPr>
        <p:pic>
          <p:nvPicPr>
            <p:cNvPr id="96313" name="Picture 143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6314" name="Freeform 144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96308" name="Group 145"/>
          <p:cNvGrpSpPr/>
          <p:nvPr/>
        </p:nvGrpSpPr>
        <p:grpSpPr>
          <a:xfrm>
            <a:off x="5943600" y="5564188"/>
            <a:ext cx="641350" cy="558800"/>
            <a:chOff x="-44" y="1473"/>
            <a:chExt cx="981" cy="1105"/>
          </a:xfrm>
        </p:grpSpPr>
        <p:pic>
          <p:nvPicPr>
            <p:cNvPr id="96311" name="Picture 146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6312" name="Freeform 147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96309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96310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06" name="页脚占位符 4"/>
          <p:cNvSpPr txBox="1">
            <a:spLocks noGrp="1"/>
          </p:cNvSpPr>
          <p:nvPr/>
        </p:nvSpPr>
        <p:spPr>
          <a:xfrm>
            <a:off x="6934200" y="64008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 Layer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8307" name="灯片编号占位符 5"/>
          <p:cNvSpPr txBox="1">
            <a:spLocks noGrp="1"/>
          </p:cNvSpPr>
          <p:nvPr/>
        </p:nvSpPr>
        <p:spPr>
          <a:xfrm>
            <a:off x="9686925" y="6400800"/>
            <a:ext cx="676275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8308" name="Text Box 4"/>
          <p:cNvSpPr txBox="1"/>
          <p:nvPr/>
        </p:nvSpPr>
        <p:spPr>
          <a:xfrm>
            <a:off x="519113" y="2160588"/>
            <a:ext cx="11491912" cy="3786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ISP's block          </a:t>
            </a:r>
            <a:r>
              <a:rPr lang="en-US" altLang="zh-CN" sz="2000" b="1" u="sng" dirty="0">
                <a:solidFill>
                  <a:schemeClr val="accent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11001000  00010111  0001</a:t>
            </a:r>
            <a:r>
              <a:rPr lang="en-US" altLang="zh-CN" sz="2000" b="1" dirty="0">
                <a:solidFill>
                  <a:schemeClr val="accent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0000  00000000    200.23.16.0/20 </a:t>
            </a:r>
            <a:endParaRPr lang="en-US" altLang="zh-CN" sz="2000" b="1" dirty="0">
              <a:solidFill>
                <a:schemeClr val="accent2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solidFill>
                <a:schemeClr val="accent2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Organization 0    </a:t>
            </a:r>
            <a:r>
              <a:rPr lang="en-US" altLang="zh-CN" sz="2000" b="1" u="sng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11001000  00010111  0001000</a:t>
            </a: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0  00000000    200.23.16.0/23 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Organization 1    </a:t>
            </a:r>
            <a:r>
              <a:rPr lang="en-US" altLang="zh-CN" sz="2000" b="1" u="sng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11001000  00010111  0001001</a:t>
            </a: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0  00000000    200.23.18.0/23 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Organization 2    </a:t>
            </a:r>
            <a:r>
              <a:rPr lang="en-US" altLang="zh-CN" sz="2000" b="1" u="sng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11001000  00010111  0001010</a:t>
            </a: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0  00000000    200.23.20.0/23 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   ...                                          …..                                   ….                ….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Organization 7    </a:t>
            </a:r>
            <a:r>
              <a:rPr lang="en-US" altLang="zh-CN" sz="2000" b="1" u="sng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11001000  00010111  0001111</a:t>
            </a: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0  00000000    200.23.30.0/23 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8309" name="Text Box 5"/>
          <p:cNvSpPr txBox="1"/>
          <p:nvPr/>
        </p:nvSpPr>
        <p:spPr>
          <a:xfrm>
            <a:off x="633413" y="788988"/>
            <a:ext cx="11053762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       </a:t>
            </a:r>
            <a:r>
              <a:rPr lang="en-US" altLang="zh-CN" sz="2000" b="1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Address block 20.23.16.0/20,divide its address block into 8 equal-size smaller address blocks and one of these address blocks out t each of up to 8 organization</a:t>
            </a:r>
            <a:endParaRPr lang="en-US" altLang="zh-CN" sz="2000" b="1" dirty="0">
              <a:solidFill>
                <a:schemeClr val="tx2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10628313" y="180975"/>
            <a:ext cx="1411288" cy="47783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补充内容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6667500" y="1841500"/>
              <a:ext cx="2292350" cy="74295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6667500" y="1841500"/>
                <a:ext cx="2292350" cy="742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3" name="墨迹 2"/>
              <p14:cNvContentPartPr/>
              <p14:nvPr/>
            </p14:nvContentPartPr>
            <p14:xfrm>
              <a:off x="8826500" y="1206500"/>
              <a:ext cx="1555750" cy="6350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4"/>
            </p:blipFill>
            <p:spPr>
              <a:xfrm>
                <a:off x="8826500" y="1206500"/>
                <a:ext cx="1555750" cy="635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4" name="墨迹 3"/>
              <p14:cNvContentPartPr/>
              <p14:nvPr/>
            </p14:nvContentPartPr>
            <p14:xfrm>
              <a:off x="6680200" y="2101850"/>
              <a:ext cx="463550" cy="50165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6"/>
            </p:blipFill>
            <p:spPr>
              <a:xfrm>
                <a:off x="6680200" y="2101850"/>
                <a:ext cx="463550" cy="5016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5" name="墨迹 4"/>
              <p14:cNvContentPartPr/>
              <p14:nvPr/>
            </p14:nvContentPartPr>
            <p14:xfrm>
              <a:off x="7162800" y="2628900"/>
              <a:ext cx="1708150" cy="3810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8"/>
            </p:blipFill>
            <p:spPr>
              <a:xfrm>
                <a:off x="7162800" y="2628900"/>
                <a:ext cx="1708150" cy="381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7" name="墨迹 6"/>
              <p14:cNvContentPartPr/>
              <p14:nvPr/>
            </p14:nvContentPartPr>
            <p14:xfrm>
              <a:off x="6826250" y="4032250"/>
              <a:ext cx="12700" cy="36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10"/>
            </p:blipFill>
            <p:spPr>
              <a:xfrm>
                <a:off x="6826250" y="4032250"/>
                <a:ext cx="127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8" name="墨迹 7"/>
              <p14:cNvContentPartPr/>
              <p14:nvPr/>
            </p14:nvContentPartPr>
            <p14:xfrm>
              <a:off x="6432550" y="3143250"/>
              <a:ext cx="393700" cy="3175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2"/>
            </p:blipFill>
            <p:spPr>
              <a:xfrm>
                <a:off x="6432550" y="3143250"/>
                <a:ext cx="393700" cy="31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9" name="墨迹 8"/>
              <p14:cNvContentPartPr/>
              <p14:nvPr/>
            </p14:nvContentPartPr>
            <p14:xfrm>
              <a:off x="6407150" y="3752850"/>
              <a:ext cx="457200" cy="1905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4"/>
            </p:blipFill>
            <p:spPr>
              <a:xfrm>
                <a:off x="6407150" y="3752850"/>
                <a:ext cx="457200" cy="19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10" name="墨迹 9"/>
              <p14:cNvContentPartPr/>
              <p14:nvPr/>
            </p14:nvContentPartPr>
            <p14:xfrm>
              <a:off x="6400800" y="4362450"/>
              <a:ext cx="406400" cy="1270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6"/>
            </p:blipFill>
            <p:spPr>
              <a:xfrm>
                <a:off x="6400800" y="4362450"/>
                <a:ext cx="406400" cy="12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11" name="墨迹 10"/>
              <p14:cNvContentPartPr/>
              <p14:nvPr/>
            </p14:nvContentPartPr>
            <p14:xfrm>
              <a:off x="6388100" y="5549900"/>
              <a:ext cx="482600" cy="3175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8"/>
            </p:blipFill>
            <p:spPr>
              <a:xfrm>
                <a:off x="6388100" y="5549900"/>
                <a:ext cx="482600" cy="31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12" name="墨迹 11"/>
              <p14:cNvContentPartPr/>
              <p14:nvPr/>
            </p14:nvContentPartPr>
            <p14:xfrm>
              <a:off x="6375400" y="2755900"/>
              <a:ext cx="514350" cy="286385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20"/>
            </p:blipFill>
            <p:spPr>
              <a:xfrm>
                <a:off x="6375400" y="2755900"/>
                <a:ext cx="514350" cy="28638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13" name="墨迹 12"/>
              <p14:cNvContentPartPr/>
              <p14:nvPr/>
            </p14:nvContentPartPr>
            <p14:xfrm>
              <a:off x="8756650" y="3200400"/>
              <a:ext cx="1441450" cy="3810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22"/>
            </p:blipFill>
            <p:spPr>
              <a:xfrm>
                <a:off x="8756650" y="3200400"/>
                <a:ext cx="1441450" cy="381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14" name="墨迹 13"/>
              <p14:cNvContentPartPr/>
              <p14:nvPr/>
            </p14:nvContentPartPr>
            <p14:xfrm>
              <a:off x="5727700" y="3251200"/>
              <a:ext cx="1473200" cy="62865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4"/>
            </p:blipFill>
            <p:spPr>
              <a:xfrm>
                <a:off x="5727700" y="3251200"/>
                <a:ext cx="1473200" cy="6286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15" name="墨迹 14"/>
              <p14:cNvContentPartPr/>
              <p14:nvPr/>
            </p14:nvContentPartPr>
            <p14:xfrm>
              <a:off x="5746750" y="2654300"/>
              <a:ext cx="1416050" cy="61595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6"/>
            </p:blipFill>
            <p:spPr>
              <a:xfrm>
                <a:off x="5746750" y="2654300"/>
                <a:ext cx="1416050" cy="615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16" name="墨迹 15"/>
              <p14:cNvContentPartPr/>
              <p14:nvPr/>
            </p14:nvContentPartPr>
            <p14:xfrm>
              <a:off x="5816600" y="5676900"/>
              <a:ext cx="12700" cy="360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10"/>
            </p:blipFill>
            <p:spPr>
              <a:xfrm>
                <a:off x="5816600" y="5676900"/>
                <a:ext cx="12700" cy="3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30" name="页脚占位符 2"/>
          <p:cNvSpPr txBox="1">
            <a:spLocks noGrp="1"/>
          </p:cNvSpPr>
          <p:nvPr/>
        </p:nvSpPr>
        <p:spPr>
          <a:xfrm>
            <a:off x="6934200" y="64008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 Layer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9331" name="灯片编号占位符 3"/>
          <p:cNvSpPr txBox="1">
            <a:spLocks noGrp="1"/>
          </p:cNvSpPr>
          <p:nvPr/>
        </p:nvSpPr>
        <p:spPr>
          <a:xfrm>
            <a:off x="9686925" y="6400800"/>
            <a:ext cx="676275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</a:fld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9332" name="Text Box 2"/>
          <p:cNvSpPr txBox="1"/>
          <p:nvPr/>
        </p:nvSpPr>
        <p:spPr>
          <a:xfrm>
            <a:off x="1446213" y="560388"/>
            <a:ext cx="10001250" cy="2247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Given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          An organization has been assigned the network number 193.1.1.0/24 and it needs to define 6 subnets. The largest subnet is required to support 25 hosts.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63493" name="Text Box 3"/>
          <p:cNvSpPr txBox="1"/>
          <p:nvPr/>
        </p:nvSpPr>
        <p:spPr>
          <a:xfrm>
            <a:off x="1524000" y="3573463"/>
            <a:ext cx="9478963" cy="19605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x-none" sz="2800" b="1" kern="1200" cap="none" spc="0" normalizeH="0" baseline="0" noProof="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1. Define Each of the Subnet Number</a:t>
            </a:r>
            <a:endParaRPr kumimoji="0" lang="en-US" altLang="x-none" sz="2800" b="1" kern="1200" cap="none" spc="0" normalizeH="0" baseline="0" noProof="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x-none" sz="2800" b="1" kern="1200" cap="none" spc="0" normalizeH="0" baseline="0" noProof="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2. Define Host Addresses for Each subnet</a:t>
            </a:r>
            <a:endParaRPr kumimoji="0" lang="en-US" altLang="x-none" sz="2800" b="1" kern="1200" cap="none" spc="0" normalizeH="0" baseline="0" noProof="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x-none" sz="2800" b="1" kern="1200" cap="none" spc="0" normalizeH="0" baseline="0" noProof="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3. Define the Broadcast Address for Each Subnet</a:t>
            </a:r>
            <a:endParaRPr kumimoji="0" lang="en-US" altLang="x-none" sz="2800" b="1" kern="1200" cap="none" spc="0" normalizeH="0" baseline="0" noProof="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10628313" y="180975"/>
            <a:ext cx="1411288" cy="47783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补充内容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checker dir="vert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4" name="页脚占位符 2"/>
          <p:cNvSpPr txBox="1">
            <a:spLocks noGrp="1"/>
          </p:cNvSpPr>
          <p:nvPr/>
        </p:nvSpPr>
        <p:spPr>
          <a:xfrm>
            <a:off x="6934200" y="64008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 Layer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00355" name="灯片编号占位符 3"/>
          <p:cNvSpPr txBox="1">
            <a:spLocks noGrp="1"/>
          </p:cNvSpPr>
          <p:nvPr/>
        </p:nvSpPr>
        <p:spPr>
          <a:xfrm>
            <a:off x="9686925" y="6400800"/>
            <a:ext cx="676275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</a:fld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pic>
        <p:nvPicPr>
          <p:cNvPr id="10035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125538"/>
            <a:ext cx="8675688" cy="555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4517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773238"/>
            <a:ext cx="9144000" cy="37226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 bwMode="auto">
          <a:xfrm>
            <a:off x="10628313" y="180975"/>
            <a:ext cx="1411288" cy="47783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补充内容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" name="墨迹 1"/>
              <p14:cNvContentPartPr/>
              <p14:nvPr/>
            </p14:nvContentPartPr>
            <p14:xfrm>
              <a:off x="8782050" y="4038600"/>
              <a:ext cx="1905000" cy="2540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4"/>
            </p:blipFill>
            <p:spPr>
              <a:xfrm>
                <a:off x="8782050" y="4038600"/>
                <a:ext cx="1905000" cy="25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3" name="墨迹 2"/>
              <p14:cNvContentPartPr/>
              <p14:nvPr/>
            </p14:nvContentPartPr>
            <p14:xfrm>
              <a:off x="5003800" y="3429000"/>
              <a:ext cx="50800" cy="27305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6"/>
            </p:blipFill>
            <p:spPr>
              <a:xfrm>
                <a:off x="5003800" y="3429000"/>
                <a:ext cx="50800" cy="273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4" name="墨迹 3"/>
              <p14:cNvContentPartPr/>
              <p14:nvPr/>
            </p14:nvContentPartPr>
            <p14:xfrm>
              <a:off x="5200650" y="3213100"/>
              <a:ext cx="241300" cy="59690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8"/>
            </p:blipFill>
            <p:spPr>
              <a:xfrm>
                <a:off x="5200650" y="3213100"/>
                <a:ext cx="241300" cy="5969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5" name="墨迹 4"/>
              <p14:cNvContentPartPr/>
              <p14:nvPr/>
            </p14:nvContentPartPr>
            <p14:xfrm>
              <a:off x="5378450" y="3244850"/>
              <a:ext cx="311150" cy="51435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10"/>
            </p:blipFill>
            <p:spPr>
              <a:xfrm>
                <a:off x="5378450" y="3244850"/>
                <a:ext cx="311150" cy="514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7" name="墨迹 6"/>
              <p14:cNvContentPartPr/>
              <p14:nvPr/>
            </p14:nvContentPartPr>
            <p14:xfrm>
              <a:off x="6572250" y="3194050"/>
              <a:ext cx="190500" cy="50800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12"/>
            </p:blipFill>
            <p:spPr>
              <a:xfrm>
                <a:off x="6572250" y="3194050"/>
                <a:ext cx="190500" cy="5080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8" name="墨迹 7"/>
              <p14:cNvContentPartPr/>
              <p14:nvPr/>
            </p14:nvContentPartPr>
            <p14:xfrm>
              <a:off x="7334250" y="3606800"/>
              <a:ext cx="12700" cy="3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4"/>
            </p:blipFill>
            <p:spPr>
              <a:xfrm>
                <a:off x="7334250" y="3606800"/>
                <a:ext cx="127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9" name="墨迹 8"/>
              <p14:cNvContentPartPr/>
              <p14:nvPr/>
            </p14:nvContentPartPr>
            <p14:xfrm>
              <a:off x="8007350" y="3263900"/>
              <a:ext cx="165100" cy="44450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6"/>
            </p:blipFill>
            <p:spPr>
              <a:xfrm>
                <a:off x="8007350" y="3263900"/>
                <a:ext cx="165100" cy="4445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10" name="墨迹 9"/>
              <p14:cNvContentPartPr/>
              <p14:nvPr/>
            </p14:nvContentPartPr>
            <p14:xfrm>
              <a:off x="8845550" y="4051300"/>
              <a:ext cx="539750" cy="1905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8"/>
            </p:blipFill>
            <p:spPr>
              <a:xfrm>
                <a:off x="8845550" y="4051300"/>
                <a:ext cx="539750" cy="19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11" name="墨迹 10"/>
              <p14:cNvContentPartPr/>
              <p14:nvPr/>
            </p14:nvContentPartPr>
            <p14:xfrm>
              <a:off x="9023350" y="4051300"/>
              <a:ext cx="387350" cy="3810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20"/>
            </p:blipFill>
            <p:spPr>
              <a:xfrm>
                <a:off x="9023350" y="4051300"/>
                <a:ext cx="387350" cy="381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12" name="墨迹 11"/>
              <p14:cNvContentPartPr/>
              <p14:nvPr/>
            </p14:nvContentPartPr>
            <p14:xfrm>
              <a:off x="9055100" y="2990850"/>
              <a:ext cx="50800" cy="79375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22"/>
            </p:blipFill>
            <p:spPr>
              <a:xfrm>
                <a:off x="9055100" y="2990850"/>
                <a:ext cx="50800" cy="793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13" name="墨迹 12"/>
              <p14:cNvContentPartPr/>
              <p14:nvPr/>
            </p14:nvContentPartPr>
            <p14:xfrm>
              <a:off x="9505950" y="4032250"/>
              <a:ext cx="1206500" cy="4445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24"/>
            </p:blipFill>
            <p:spPr>
              <a:xfrm>
                <a:off x="9505950" y="4032250"/>
                <a:ext cx="1206500" cy="44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14" name="墨迹 13"/>
              <p14:cNvContentPartPr/>
              <p14:nvPr/>
            </p14:nvContentPartPr>
            <p14:xfrm>
              <a:off x="9886950" y="2787650"/>
              <a:ext cx="234950" cy="78105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6"/>
            </p:blipFill>
            <p:spPr>
              <a:xfrm>
                <a:off x="9886950" y="2787650"/>
                <a:ext cx="234950" cy="781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15" name="墨迹 14"/>
              <p14:cNvContentPartPr/>
              <p14:nvPr/>
            </p14:nvContentPartPr>
            <p14:xfrm>
              <a:off x="10102850" y="2825750"/>
              <a:ext cx="165100" cy="19685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8"/>
            </p:blipFill>
            <p:spPr>
              <a:xfrm>
                <a:off x="10102850" y="2825750"/>
                <a:ext cx="165100" cy="1968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16" name="墨迹 15"/>
              <p14:cNvContentPartPr/>
              <p14:nvPr/>
            </p14:nvContentPartPr>
            <p14:xfrm>
              <a:off x="4635500" y="5080000"/>
              <a:ext cx="4191000" cy="165100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30"/>
            </p:blipFill>
            <p:spPr>
              <a:xfrm>
                <a:off x="4635500" y="5080000"/>
                <a:ext cx="4191000" cy="1651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17" name="墨迹 16"/>
              <p14:cNvContentPartPr/>
              <p14:nvPr/>
            </p14:nvContentPartPr>
            <p14:xfrm>
              <a:off x="10007600" y="4318000"/>
              <a:ext cx="971550" cy="155575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32"/>
            </p:blipFill>
            <p:spPr>
              <a:xfrm>
                <a:off x="10007600" y="4318000"/>
                <a:ext cx="971550" cy="1555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18" name="墨迹 17"/>
              <p14:cNvContentPartPr/>
              <p14:nvPr/>
            </p14:nvContentPartPr>
            <p14:xfrm>
              <a:off x="10490200" y="5003800"/>
              <a:ext cx="603250" cy="654050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34"/>
            </p:blipFill>
            <p:spPr>
              <a:xfrm>
                <a:off x="10490200" y="5003800"/>
                <a:ext cx="603250" cy="654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" p14:bwMode="auto">
            <p14:nvContentPartPr>
              <p14:cNvPr id="19" name="墨迹 18"/>
              <p14:cNvContentPartPr/>
              <p14:nvPr/>
            </p14:nvContentPartPr>
            <p14:xfrm>
              <a:off x="11068050" y="4724400"/>
              <a:ext cx="546100" cy="1200150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36"/>
            </p:blipFill>
            <p:spPr>
              <a:xfrm>
                <a:off x="11068050" y="4724400"/>
                <a:ext cx="546100" cy="12001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" p14:bwMode="auto">
            <p14:nvContentPartPr>
              <p14:cNvPr id="20" name="墨迹 19"/>
              <p14:cNvContentPartPr/>
              <p14:nvPr/>
            </p14:nvContentPartPr>
            <p14:xfrm>
              <a:off x="8928100" y="4146550"/>
              <a:ext cx="82550" cy="139700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38"/>
            </p:blipFill>
            <p:spPr>
              <a:xfrm>
                <a:off x="8928100" y="4146550"/>
                <a:ext cx="82550" cy="139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" p14:bwMode="auto">
            <p14:nvContentPartPr>
              <p14:cNvPr id="21" name="墨迹 20"/>
              <p14:cNvContentPartPr/>
              <p14:nvPr/>
            </p14:nvContentPartPr>
            <p14:xfrm>
              <a:off x="9150350" y="4159250"/>
              <a:ext cx="69850" cy="171450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40"/>
            </p:blipFill>
            <p:spPr>
              <a:xfrm>
                <a:off x="9150350" y="4159250"/>
                <a:ext cx="69850" cy="171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" p14:bwMode="auto">
            <p14:nvContentPartPr>
              <p14:cNvPr id="22" name="墨迹 21"/>
              <p14:cNvContentPartPr/>
              <p14:nvPr/>
            </p14:nvContentPartPr>
            <p14:xfrm>
              <a:off x="9328150" y="4108450"/>
              <a:ext cx="50800" cy="254000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42"/>
            </p:blipFill>
            <p:spPr>
              <a:xfrm>
                <a:off x="9328150" y="4108450"/>
                <a:ext cx="50800" cy="2540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3" p14:bwMode="auto">
            <p14:nvContentPartPr>
              <p14:cNvPr id="23" name="墨迹 22"/>
              <p14:cNvContentPartPr/>
              <p14:nvPr/>
            </p14:nvContentPartPr>
            <p14:xfrm>
              <a:off x="8883650" y="4654550"/>
              <a:ext cx="31750" cy="19685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44"/>
            </p:blipFill>
            <p:spPr>
              <a:xfrm>
                <a:off x="8883650" y="4654550"/>
                <a:ext cx="31750" cy="1968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5" p14:bwMode="auto">
            <p14:nvContentPartPr>
              <p14:cNvPr id="24" name="墨迹 23"/>
              <p14:cNvContentPartPr/>
              <p14:nvPr/>
            </p14:nvContentPartPr>
            <p14:xfrm>
              <a:off x="9080500" y="4591050"/>
              <a:ext cx="19050" cy="234950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46"/>
            </p:blipFill>
            <p:spPr>
              <a:xfrm>
                <a:off x="9080500" y="4591050"/>
                <a:ext cx="19050" cy="234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7" p14:bwMode="auto">
            <p14:nvContentPartPr>
              <p14:cNvPr id="25" name="墨迹 24"/>
              <p14:cNvContentPartPr/>
              <p14:nvPr/>
            </p14:nvContentPartPr>
            <p14:xfrm>
              <a:off x="9290050" y="4552950"/>
              <a:ext cx="50800" cy="292100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48"/>
            </p:blipFill>
            <p:spPr>
              <a:xfrm>
                <a:off x="9290050" y="4552950"/>
                <a:ext cx="50800" cy="292100"/>
              </a:xfrm>
              <a:prstGeom prst="rect"/>
            </p:spPr>
          </p:pic>
        </mc:Fallback>
      </mc:AlternateContent>
    </p:spTree>
  </p:cSld>
  <p:clrMapOvr>
    <a:masterClrMapping/>
  </p:clrMapOvr>
  <p:transition spd="med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8" name="页脚占位符 2"/>
          <p:cNvSpPr txBox="1">
            <a:spLocks noGrp="1"/>
          </p:cNvSpPr>
          <p:nvPr/>
        </p:nvSpPr>
        <p:spPr>
          <a:xfrm>
            <a:off x="6934200" y="64008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 Layer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01379" name="灯片编号占位符 3"/>
          <p:cNvSpPr txBox="1">
            <a:spLocks noGrp="1"/>
          </p:cNvSpPr>
          <p:nvPr/>
        </p:nvSpPr>
        <p:spPr>
          <a:xfrm>
            <a:off x="9686925" y="6400800"/>
            <a:ext cx="676275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</a:fld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pic>
        <p:nvPicPr>
          <p:cNvPr id="10138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773238"/>
            <a:ext cx="7918450" cy="8048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5541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673350"/>
            <a:ext cx="9144000" cy="3727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 bwMode="auto">
          <a:xfrm>
            <a:off x="10628313" y="180975"/>
            <a:ext cx="1411288" cy="47783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补充内容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" name="墨迹 1"/>
              <p14:cNvContentPartPr/>
              <p14:nvPr/>
            </p14:nvContentPartPr>
            <p14:xfrm>
              <a:off x="6934200" y="2997200"/>
              <a:ext cx="571500" cy="62865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4"/>
            </p:blipFill>
            <p:spPr>
              <a:xfrm>
                <a:off x="6934200" y="2997200"/>
                <a:ext cx="571500" cy="6286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3" name="墨迹 2"/>
              <p14:cNvContentPartPr/>
              <p14:nvPr/>
            </p14:nvContentPartPr>
            <p14:xfrm>
              <a:off x="6959600" y="5829300"/>
              <a:ext cx="520700" cy="55245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6"/>
            </p:blipFill>
            <p:spPr>
              <a:xfrm>
                <a:off x="6959600" y="5829300"/>
                <a:ext cx="520700" cy="552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4" name="墨迹 3"/>
              <p14:cNvContentPartPr/>
              <p14:nvPr/>
            </p14:nvContentPartPr>
            <p14:xfrm>
              <a:off x="10534650" y="3454400"/>
              <a:ext cx="298450" cy="268605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8"/>
            </p:blipFill>
            <p:spPr>
              <a:xfrm>
                <a:off x="10534650" y="3454400"/>
                <a:ext cx="298450" cy="2686050"/>
              </a:xfrm>
              <a:prstGeom prst="rect"/>
            </p:spPr>
          </p:pic>
        </mc:Fallback>
      </mc:AlternateContent>
    </p:spTree>
  </p:cSld>
  <p:clrMapOvr>
    <a:masterClrMapping/>
  </p:clrMapOvr>
  <p:transition spd="med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2" name="页脚占位符 2"/>
          <p:cNvSpPr txBox="1">
            <a:spLocks noGrp="1"/>
          </p:cNvSpPr>
          <p:nvPr/>
        </p:nvSpPr>
        <p:spPr>
          <a:xfrm>
            <a:off x="6934200" y="64008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 Layer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02403" name="灯片编号占位符 3"/>
          <p:cNvSpPr txBox="1">
            <a:spLocks noGrp="1"/>
          </p:cNvSpPr>
          <p:nvPr/>
        </p:nvSpPr>
        <p:spPr>
          <a:xfrm>
            <a:off x="9686925" y="6400800"/>
            <a:ext cx="676275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</a:fld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pic>
        <p:nvPicPr>
          <p:cNvPr id="10240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8400" y="1295400"/>
            <a:ext cx="5791200" cy="381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05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288" y="1773238"/>
            <a:ext cx="8353425" cy="18621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0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288" y="3716338"/>
            <a:ext cx="8424862" cy="1838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07" name="Rectangle 5"/>
          <p:cNvSpPr/>
          <p:nvPr/>
        </p:nvSpPr>
        <p:spPr>
          <a:xfrm>
            <a:off x="1919288" y="1773238"/>
            <a:ext cx="8353425" cy="3810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66568" name="组合 66567"/>
          <p:cNvGrpSpPr/>
          <p:nvPr/>
        </p:nvGrpSpPr>
        <p:grpSpPr>
          <a:xfrm>
            <a:off x="2135188" y="5661025"/>
            <a:ext cx="7924800" cy="669925"/>
            <a:chOff x="0" y="0"/>
            <a:chExt cx="4992" cy="422"/>
          </a:xfrm>
        </p:grpSpPr>
        <p:sp>
          <p:nvSpPr>
            <p:cNvPr id="102410" name="Text Box 7"/>
            <p:cNvSpPr txBox="1"/>
            <p:nvPr/>
          </p:nvSpPr>
          <p:spPr>
            <a:xfrm>
              <a:off x="240" y="96"/>
              <a:ext cx="4752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chemeClr val="tx2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  </a:t>
              </a:r>
              <a:r>
                <a:rPr lang="en-US" altLang="zh-CN" sz="2400" dirty="0">
                  <a:solidFill>
                    <a:schemeClr val="tx2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Host #31: </a:t>
              </a:r>
              <a:r>
                <a:rPr lang="en-US" altLang="zh-CN" sz="2400" u="sng" dirty="0">
                  <a:solidFill>
                    <a:schemeClr val="tx2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11000001.00000001.00000001.010</a:t>
              </a:r>
              <a:r>
                <a:rPr lang="en-US" altLang="zh-CN" sz="2400" dirty="0">
                  <a:solidFill>
                    <a:srgbClr val="FF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11111</a:t>
              </a:r>
              <a:endPara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aphicFrame>
          <p:nvGraphicFramePr>
            <p:cNvPr id="102411" name="Object 8"/>
            <p:cNvGraphicFramePr>
              <a:graphicFrameLocks noChangeAspect="1"/>
            </p:cNvGraphicFramePr>
            <p:nvPr/>
          </p:nvGraphicFramePr>
          <p:xfrm>
            <a:off x="0" y="0"/>
            <a:ext cx="236" cy="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4" imgW="1776730" imgH="3170555" progId="MS_ClipArt_Gallery.2">
                    <p:embed/>
                  </p:oleObj>
                </mc:Choice>
                <mc:Fallback>
                  <p:oleObj name="" r:id="rId4" imgW="1776730" imgH="3170555" progId="MS_ClipArt_Gallery.2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236" cy="42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矩形 10"/>
          <p:cNvSpPr/>
          <p:nvPr/>
        </p:nvSpPr>
        <p:spPr bwMode="auto">
          <a:xfrm>
            <a:off x="10628313" y="180975"/>
            <a:ext cx="1411288" cy="47783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补充内容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" name="墨迹 1"/>
              <p14:cNvContentPartPr/>
              <p14:nvPr/>
            </p14:nvContentPartPr>
            <p14:xfrm>
              <a:off x="133350" y="3530600"/>
              <a:ext cx="755650" cy="76200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7"/>
            </p:blipFill>
            <p:spPr>
              <a:xfrm>
                <a:off x="133350" y="3530600"/>
                <a:ext cx="755650" cy="7620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3" name="墨迹 2"/>
              <p14:cNvContentPartPr/>
              <p14:nvPr/>
            </p14:nvContentPartPr>
            <p14:xfrm>
              <a:off x="647700" y="3175000"/>
              <a:ext cx="190500" cy="48260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9"/>
            </p:blipFill>
            <p:spPr>
              <a:xfrm>
                <a:off x="647700" y="3175000"/>
                <a:ext cx="190500" cy="4826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4" name="墨迹 3"/>
              <p14:cNvContentPartPr/>
              <p14:nvPr/>
            </p14:nvContentPartPr>
            <p14:xfrm>
              <a:off x="850900" y="3829050"/>
              <a:ext cx="438150" cy="9525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11"/>
            </p:blipFill>
            <p:spPr>
              <a:xfrm>
                <a:off x="850900" y="3829050"/>
                <a:ext cx="438150" cy="95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5" name="墨迹 4"/>
              <p14:cNvContentPartPr/>
              <p14:nvPr/>
            </p14:nvContentPartPr>
            <p14:xfrm>
              <a:off x="1238250" y="3568700"/>
              <a:ext cx="571500" cy="62865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13"/>
            </p:blipFill>
            <p:spPr>
              <a:xfrm>
                <a:off x="1238250" y="3568700"/>
                <a:ext cx="571500" cy="6286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6" name="墨迹 5"/>
              <p14:cNvContentPartPr/>
              <p14:nvPr/>
            </p14:nvContentPartPr>
            <p14:xfrm>
              <a:off x="666750" y="3683000"/>
              <a:ext cx="247650" cy="3810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15"/>
            </p:blipFill>
            <p:spPr>
              <a:xfrm>
                <a:off x="666750" y="3683000"/>
                <a:ext cx="247650" cy="381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7" name="墨迹 6"/>
              <p14:cNvContentPartPr/>
              <p14:nvPr/>
            </p14:nvContentPartPr>
            <p14:xfrm>
              <a:off x="336550" y="4597400"/>
              <a:ext cx="508000" cy="76200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17"/>
            </p:blipFill>
            <p:spPr>
              <a:xfrm>
                <a:off x="336550" y="4597400"/>
                <a:ext cx="508000" cy="7620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8" name="墨迹 7"/>
              <p14:cNvContentPartPr/>
              <p14:nvPr/>
            </p14:nvContentPartPr>
            <p14:xfrm>
              <a:off x="1028700" y="4781550"/>
              <a:ext cx="539750" cy="81280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9"/>
            </p:blipFill>
            <p:spPr>
              <a:xfrm>
                <a:off x="1028700" y="4781550"/>
                <a:ext cx="539750" cy="8128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9" name="墨迹 8"/>
              <p14:cNvContentPartPr/>
              <p14:nvPr/>
            </p14:nvContentPartPr>
            <p14:xfrm>
              <a:off x="7416800" y="2000250"/>
              <a:ext cx="635000" cy="11430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21"/>
            </p:blipFill>
            <p:spPr>
              <a:xfrm>
                <a:off x="7416800" y="2000250"/>
                <a:ext cx="635000" cy="1143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10" name="墨迹 9"/>
              <p14:cNvContentPartPr/>
              <p14:nvPr/>
            </p14:nvContentPartPr>
            <p14:xfrm>
              <a:off x="9963150" y="2743200"/>
              <a:ext cx="12700" cy="36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23"/>
            </p:blipFill>
            <p:spPr>
              <a:xfrm>
                <a:off x="9963150" y="2743200"/>
                <a:ext cx="127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12" name="墨迹 11"/>
              <p14:cNvContentPartPr/>
              <p14:nvPr/>
            </p14:nvContentPartPr>
            <p14:xfrm>
              <a:off x="9404350" y="2063750"/>
              <a:ext cx="666750" cy="3175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25"/>
            </p:blipFill>
            <p:spPr>
              <a:xfrm>
                <a:off x="9404350" y="2063750"/>
                <a:ext cx="666750" cy="31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13" name="墨迹 12"/>
              <p14:cNvContentPartPr/>
              <p14:nvPr/>
            </p14:nvContentPartPr>
            <p14:xfrm>
              <a:off x="7505700" y="5511800"/>
              <a:ext cx="679450" cy="12700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27"/>
            </p:blipFill>
            <p:spPr>
              <a:xfrm>
                <a:off x="7505700" y="5511800"/>
                <a:ext cx="679450" cy="1270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14" name="墨迹 13"/>
              <p14:cNvContentPartPr/>
              <p14:nvPr/>
            </p14:nvContentPartPr>
            <p14:xfrm>
              <a:off x="44450" y="4229100"/>
              <a:ext cx="1803400" cy="146050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9"/>
            </p:blipFill>
            <p:spPr>
              <a:xfrm>
                <a:off x="44450" y="4229100"/>
                <a:ext cx="1803400" cy="1460500"/>
              </a:xfrm>
              <a:prstGeom prst="rect"/>
            </p:spPr>
          </p:pic>
        </mc:Fallback>
      </mc:AlternateContent>
    </p:spTree>
  </p:cSld>
  <p:clrMapOvr>
    <a:masterClrMapping/>
  </p:clrMapOvr>
  <p:transition spd="med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426" name="页脚占位符 2"/>
          <p:cNvSpPr txBox="1">
            <a:spLocks noGrp="1"/>
          </p:cNvSpPr>
          <p:nvPr/>
        </p:nvSpPr>
        <p:spPr>
          <a:xfrm>
            <a:off x="6934200" y="64008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 Layer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03427" name="灯片编号占位符 3"/>
          <p:cNvSpPr txBox="1">
            <a:spLocks noGrp="1"/>
          </p:cNvSpPr>
          <p:nvPr/>
        </p:nvSpPr>
        <p:spPr>
          <a:xfrm>
            <a:off x="9686925" y="6400800"/>
            <a:ext cx="676275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</a:fld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pic>
        <p:nvPicPr>
          <p:cNvPr id="10342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700213"/>
            <a:ext cx="9144000" cy="5159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429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420938"/>
            <a:ext cx="8466138" cy="9032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43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644900"/>
            <a:ext cx="8964613" cy="8461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431" name="Line 5"/>
          <p:cNvSpPr/>
          <p:nvPr/>
        </p:nvSpPr>
        <p:spPr>
          <a:xfrm>
            <a:off x="6959600" y="3284538"/>
            <a:ext cx="720725" cy="0"/>
          </a:xfrm>
          <a:prstGeom prst="line">
            <a:avLst/>
          </a:prstGeom>
          <a:ln w="762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432" name="Line 6"/>
          <p:cNvSpPr/>
          <p:nvPr/>
        </p:nvSpPr>
        <p:spPr>
          <a:xfrm>
            <a:off x="6816725" y="4437063"/>
            <a:ext cx="647700" cy="0"/>
          </a:xfrm>
          <a:prstGeom prst="line">
            <a:avLst/>
          </a:prstGeom>
          <a:ln w="762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433" name="Text Box 7"/>
          <p:cNvSpPr txBox="1"/>
          <p:nvPr/>
        </p:nvSpPr>
        <p:spPr>
          <a:xfrm>
            <a:off x="2895600" y="4648200"/>
            <a:ext cx="54102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将主机部分全部设置为</a:t>
            </a:r>
            <a:r>
              <a:rPr lang="en-US" altLang="zh-CN" sz="24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</a:t>
            </a:r>
            <a:endParaRPr lang="en-US" altLang="zh-CN" sz="2400" b="1" dirty="0">
              <a:solidFill>
                <a:srgbClr val="FF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10628313" y="180975"/>
            <a:ext cx="1411288" cy="47783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补充内容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2" name="墨迹 1"/>
              <p14:cNvContentPartPr/>
              <p14:nvPr/>
            </p14:nvContentPartPr>
            <p14:xfrm>
              <a:off x="6972300" y="3321050"/>
              <a:ext cx="685800" cy="1905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5"/>
            </p:blipFill>
            <p:spPr>
              <a:xfrm>
                <a:off x="6972300" y="3321050"/>
                <a:ext cx="685800" cy="19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3" name="墨迹 2"/>
              <p14:cNvContentPartPr/>
              <p14:nvPr/>
            </p14:nvContentPartPr>
            <p14:xfrm>
              <a:off x="6819900" y="4464050"/>
              <a:ext cx="730250" cy="3810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7"/>
            </p:blipFill>
            <p:spPr>
              <a:xfrm>
                <a:off x="6819900" y="4464050"/>
                <a:ext cx="730250" cy="38100"/>
              </a:xfrm>
              <a:prstGeom prst="rect"/>
            </p:spPr>
          </p:pic>
        </mc:Fallback>
      </mc:AlternateContent>
    </p:spTree>
  </p:cSld>
  <p:clrMapOvr>
    <a:masterClrMapping/>
  </p:clrMapOvr>
  <p:transition spd="med">
    <p:checker dir="vert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4450" name="Picture 13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065338" y="873125"/>
            <a:ext cx="5027612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>
          <a:xfrm>
            <a:off x="2024063" y="195263"/>
            <a:ext cx="7772400" cy="38893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IP addressing: CIDR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sp>
        <p:nvSpPr>
          <p:cNvPr id="43014" name="Rectangle 3"/>
          <p:cNvSpPr>
            <a:spLocks noGrp="1" noChangeArrowheads="1"/>
          </p:cNvSpPr>
          <p:nvPr>
            <p:ph idx="1"/>
          </p:nvPr>
        </p:nvSpPr>
        <p:spPr>
          <a:xfrm>
            <a:off x="677863" y="1255713"/>
            <a:ext cx="10836275" cy="31718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CIDR: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C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lassless </a:t>
            </a:r>
            <a:r>
              <a:rPr kumimoji="0" lang="en-US" sz="2800" b="1" i="0" u="none" strike="noStrike" kern="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I</a:t>
            </a:r>
            <a:r>
              <a:rPr kumimoji="0" lang="en-US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nter</a:t>
            </a:r>
            <a:r>
              <a:rPr kumimoji="0" lang="en-US" sz="2800" b="1" i="0" u="none" strike="noStrike" kern="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D</a:t>
            </a:r>
            <a:r>
              <a:rPr kumimoji="0" lang="en-US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omain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R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outing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  <a:p>
            <a:pPr marL="688975" marR="0" lvl="1" indent="-2317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/>
              <a:buChar char="•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subnet portion of address of arbitrary length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marL="688975" marR="0" lvl="1" indent="-2317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/>
              <a:buChar char="•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address format: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a.b.c.d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/x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, where x is # bits in subnet portion of address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</p:txBody>
      </p:sp>
      <p:sp>
        <p:nvSpPr>
          <p:cNvPr id="104453" name="Text Box 5"/>
          <p:cNvSpPr txBox="1"/>
          <p:nvPr/>
        </p:nvSpPr>
        <p:spPr>
          <a:xfrm>
            <a:off x="2847975" y="4459288"/>
            <a:ext cx="6337300" cy="5857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11001000  00010111  0001000</a:t>
            </a:r>
            <a:r>
              <a:rPr lang="en-US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0  00000000</a:t>
            </a:r>
            <a:endParaRPr lang="en-US" altLang="zh-CN" sz="2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04454" name="Text Box 6"/>
          <p:cNvSpPr txBox="1"/>
          <p:nvPr/>
        </p:nvSpPr>
        <p:spPr>
          <a:xfrm>
            <a:off x="4532313" y="3700463"/>
            <a:ext cx="908050" cy="877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subnet</a:t>
            </a:r>
            <a:endParaRPr lang="en-US" altLang="zh-CN" sz="1800" b="1" i="1" dirty="0">
              <a:solidFill>
                <a:srgbClr val="000099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part</a:t>
            </a:r>
            <a:endParaRPr lang="en-US" altLang="zh-CN" sz="1800" b="1" i="1" dirty="0">
              <a:solidFill>
                <a:srgbClr val="000099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04455" name="Text Box 7"/>
          <p:cNvSpPr txBox="1"/>
          <p:nvPr/>
        </p:nvSpPr>
        <p:spPr>
          <a:xfrm>
            <a:off x="7808913" y="3741738"/>
            <a:ext cx="660400" cy="877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host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part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04456" name="Line 8"/>
          <p:cNvSpPr/>
          <p:nvPr/>
        </p:nvSpPr>
        <p:spPr>
          <a:xfrm>
            <a:off x="5516563" y="4224338"/>
            <a:ext cx="1620837" cy="0"/>
          </a:xfrm>
          <a:prstGeom prst="line">
            <a:avLst/>
          </a:prstGeom>
          <a:ln w="28575" cap="flat" cmpd="sng">
            <a:solidFill>
              <a:srgbClr val="000099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4457" name="Line 11"/>
          <p:cNvSpPr/>
          <p:nvPr/>
        </p:nvSpPr>
        <p:spPr>
          <a:xfrm flipV="1">
            <a:off x="8307388" y="4213225"/>
            <a:ext cx="595312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4458" name="Text Box 12"/>
          <p:cNvSpPr txBox="1"/>
          <p:nvPr/>
        </p:nvSpPr>
        <p:spPr>
          <a:xfrm>
            <a:off x="4784725" y="5045075"/>
            <a:ext cx="2398713" cy="5857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200.23.16.0/23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04459" name="Line 14"/>
          <p:cNvSpPr/>
          <p:nvPr/>
        </p:nvSpPr>
        <p:spPr>
          <a:xfrm flipH="1">
            <a:off x="2917825" y="4214813"/>
            <a:ext cx="1438275" cy="0"/>
          </a:xfrm>
          <a:prstGeom prst="line">
            <a:avLst/>
          </a:prstGeom>
          <a:ln w="28575" cap="flat" cmpd="sng">
            <a:solidFill>
              <a:srgbClr val="000099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4460" name="Line 15"/>
          <p:cNvSpPr/>
          <p:nvPr/>
        </p:nvSpPr>
        <p:spPr>
          <a:xfrm flipH="1">
            <a:off x="7177088" y="4225925"/>
            <a:ext cx="6477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4461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04462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3702050" y="3155950"/>
              <a:ext cx="2724150" cy="21590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3702050" y="3155950"/>
                <a:ext cx="2724150" cy="2159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6498" name="Picture 4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092325" y="1047750"/>
            <a:ext cx="6856413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6499" name="Rectangle 2"/>
          <p:cNvSpPr>
            <a:spLocks noGrp="1"/>
          </p:cNvSpPr>
          <p:nvPr>
            <p:ph type="title"/>
          </p:nvPr>
        </p:nvSpPr>
        <p:spPr>
          <a:xfrm>
            <a:off x="1422400" y="228600"/>
            <a:ext cx="9652000" cy="669925"/>
          </a:xfrm>
          <a:ln/>
        </p:spPr>
        <p:txBody>
          <a:bodyPr vert="horz" wrap="square" lIns="91440" tIns="45720" rIns="91440" bIns="45720" anchor="ctr" anchorCtr="0"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IP addresses: how to get one?</a:t>
            </a:r>
            <a:endParaRPr lang="en-US" altLang="zh-CN" sz="4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06500" name="Rectangle 3"/>
          <p:cNvSpPr>
            <a:spLocks noGrp="1"/>
          </p:cNvSpPr>
          <p:nvPr>
            <p:ph idx="1"/>
          </p:nvPr>
        </p:nvSpPr>
        <p:spPr>
          <a:xfrm>
            <a:off x="723900" y="1135063"/>
            <a:ext cx="10858500" cy="5189537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Q:</a:t>
            </a: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How does a </a:t>
            </a:r>
            <a:r>
              <a:rPr lang="en-US" altLang="zh-CN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host</a:t>
            </a: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get IP address?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hard-coded by system admin in a file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Windows: control-panel-&gt;network-&gt;configuration-&gt;tcp/ip-&gt;properties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UNIX: /etc/rc.config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DHCP:</a:t>
            </a: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</a:t>
            </a:r>
            <a:r>
              <a:rPr lang="en-US" altLang="zh-CN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</a:t>
            </a: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ynamic </a:t>
            </a:r>
            <a:r>
              <a:rPr lang="en-US" altLang="zh-CN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</a:t>
            </a: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ost </a:t>
            </a:r>
            <a:r>
              <a:rPr lang="en-US" altLang="zh-CN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</a:t>
            </a: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onfiguration </a:t>
            </a:r>
            <a:r>
              <a:rPr lang="en-US" altLang="zh-CN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</a:t>
            </a: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rotocol: dynamically get address from as server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ja-JP" altLang="en-US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“</a:t>
            </a:r>
            <a:r>
              <a:rPr lang="en-US" altLang="ja-JP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plug-and-play</a:t>
            </a:r>
            <a:r>
              <a:rPr lang="ja-JP" altLang="en-US" sz="2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”</a:t>
            </a:r>
            <a:r>
              <a:rPr lang="en-US" altLang="ja-JP" sz="2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</a:t>
            </a:r>
            <a:endParaRPr lang="en-US" altLang="ja-JP" sz="2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06501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06502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8546" name="Picture 4" descr="underline_bas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1963" y="1025525"/>
            <a:ext cx="8228012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>
          <a:xfrm>
            <a:off x="1701800" y="268288"/>
            <a:ext cx="9918700" cy="75723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DHCP: Dynamic Host Configuration Protocol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sp>
        <p:nvSpPr>
          <p:cNvPr id="108548" name="Rectangle 3"/>
          <p:cNvSpPr>
            <a:spLocks noGrp="1"/>
          </p:cNvSpPr>
          <p:nvPr>
            <p:ph idx="1"/>
          </p:nvPr>
        </p:nvSpPr>
        <p:spPr>
          <a:xfrm>
            <a:off x="660400" y="1149350"/>
            <a:ext cx="10729913" cy="490855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goal:</a:t>
            </a: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allow host to </a:t>
            </a:r>
            <a:r>
              <a:rPr lang="en-US" altLang="zh-CN" sz="20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dynamically </a:t>
            </a: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obtain its IP address from network server when it joins network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can renew its lease on address in use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allows reuse of addresses (only hold address while connected/</a:t>
            </a:r>
            <a:r>
              <a:rPr lang="ja-JP" altLang="en-US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“</a:t>
            </a:r>
            <a:r>
              <a:rPr lang="en-US" altLang="ja-JP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on</a:t>
            </a:r>
            <a:r>
              <a:rPr lang="ja-JP" altLang="en-US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”</a:t>
            </a:r>
            <a:r>
              <a:rPr lang="en-US" altLang="ja-JP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)</a:t>
            </a:r>
            <a:endParaRPr lang="en-US" altLang="ja-JP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support for mobile users who want to join network (more shortly)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DHCP overview:</a:t>
            </a:r>
            <a:endParaRPr lang="en-US" altLang="zh-CN" sz="2400" b="1" i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host broadcasts </a:t>
            </a:r>
            <a:r>
              <a:rPr lang="ja-JP" altLang="en-US" sz="20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“</a:t>
            </a:r>
            <a:r>
              <a:rPr lang="en-US" altLang="ja-JP" sz="20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DHCP discover</a:t>
            </a:r>
            <a:r>
              <a:rPr lang="ja-JP" altLang="en-US" sz="20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”</a:t>
            </a:r>
            <a:r>
              <a:rPr lang="en-US" altLang="ja-JP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msg [optional]</a:t>
            </a:r>
            <a:endParaRPr lang="en-US" altLang="ja-JP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DHCP server responds with </a:t>
            </a:r>
            <a:r>
              <a:rPr lang="ja-JP" altLang="en-US" sz="20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“</a:t>
            </a:r>
            <a:r>
              <a:rPr lang="en-US" altLang="ja-JP" sz="20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DHCP offer</a:t>
            </a:r>
            <a:r>
              <a:rPr lang="ja-JP" altLang="en-US" sz="20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”</a:t>
            </a:r>
            <a:r>
              <a:rPr lang="en-US" altLang="ja-JP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msg [optional]</a:t>
            </a:r>
            <a:endParaRPr lang="en-US" altLang="ja-JP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host requests IP address: </a:t>
            </a:r>
            <a:r>
              <a:rPr lang="ja-JP" altLang="en-US" sz="20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“</a:t>
            </a:r>
            <a:r>
              <a:rPr lang="en-US" altLang="ja-JP" sz="20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DHCP request</a:t>
            </a:r>
            <a:r>
              <a:rPr lang="ja-JP" altLang="en-US" sz="20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”</a:t>
            </a:r>
            <a:r>
              <a:rPr lang="en-US" altLang="ja-JP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msg</a:t>
            </a:r>
            <a:endParaRPr lang="en-US" altLang="ja-JP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DHCP server sends address: </a:t>
            </a:r>
            <a:r>
              <a:rPr lang="ja-JP" altLang="en-US" sz="20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“</a:t>
            </a:r>
            <a:r>
              <a:rPr lang="en-US" altLang="ja-JP" sz="20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DHCP ack</a:t>
            </a:r>
            <a:r>
              <a:rPr lang="ja-JP" altLang="en-US" sz="20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”</a:t>
            </a:r>
            <a:r>
              <a:rPr lang="en-US" altLang="ja-JP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msg </a:t>
            </a:r>
            <a:endParaRPr lang="en-US" altLang="ja-JP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08549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08550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>
          <a:xfrm>
            <a:off x="1962150" y="255588"/>
            <a:ext cx="9209088" cy="4794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DHCP client-server scenario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sp>
        <p:nvSpPr>
          <p:cNvPr id="110595" name="Rectangle 3"/>
          <p:cNvSpPr/>
          <p:nvPr/>
        </p:nvSpPr>
        <p:spPr>
          <a:xfrm>
            <a:off x="3932238" y="6037263"/>
            <a:ext cx="4978400" cy="31908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0596" name="Text Box 97"/>
          <p:cNvSpPr txBox="1"/>
          <p:nvPr/>
        </p:nvSpPr>
        <p:spPr>
          <a:xfrm>
            <a:off x="2393950" y="1903413"/>
            <a:ext cx="1560513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223.1.1.0/24</a:t>
            </a:r>
            <a:endParaRPr lang="en-US" altLang="zh-CN" sz="1600" b="1" i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0597" name="Text Box 98"/>
          <p:cNvSpPr txBox="1"/>
          <p:nvPr/>
        </p:nvSpPr>
        <p:spPr>
          <a:xfrm>
            <a:off x="5872163" y="4398963"/>
            <a:ext cx="1560512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223.1.2.0/24</a:t>
            </a:r>
            <a:endParaRPr lang="en-US" altLang="zh-CN" sz="1600" b="1" i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0598" name="Text Box 99"/>
          <p:cNvSpPr txBox="1"/>
          <p:nvPr/>
        </p:nvSpPr>
        <p:spPr>
          <a:xfrm>
            <a:off x="4175125" y="5992813"/>
            <a:ext cx="1560513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223.1.3.0/24</a:t>
            </a:r>
            <a:endParaRPr lang="en-US" altLang="zh-CN" sz="1600" b="1" i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0599" name="Rectangle 100"/>
          <p:cNvSpPr/>
          <p:nvPr/>
        </p:nvSpPr>
        <p:spPr>
          <a:xfrm>
            <a:off x="3187700" y="4233863"/>
            <a:ext cx="847725" cy="1809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0600" name="Freeform 101"/>
          <p:cNvSpPr/>
          <p:nvPr/>
        </p:nvSpPr>
        <p:spPr>
          <a:xfrm>
            <a:off x="2600325" y="2173288"/>
            <a:ext cx="1941513" cy="2049462"/>
          </a:xfrm>
          <a:custGeom>
            <a:avLst/>
            <a:gdLst>
              <a:gd name="txL" fmla="*/ 0 w 1223"/>
              <a:gd name="txT" fmla="*/ 0 h 1291"/>
              <a:gd name="txR" fmla="*/ 1223 w 1223"/>
              <a:gd name="txB" fmla="*/ 1291 h 1291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10601" name="Freeform 102"/>
          <p:cNvSpPr/>
          <p:nvPr/>
        </p:nvSpPr>
        <p:spPr>
          <a:xfrm>
            <a:off x="5127625" y="2482850"/>
            <a:ext cx="1906588" cy="1958975"/>
          </a:xfrm>
          <a:custGeom>
            <a:avLst/>
            <a:gdLst>
              <a:gd name="txL" fmla="*/ 0 w 1201"/>
              <a:gd name="txT" fmla="*/ 0 h 1234"/>
              <a:gd name="txR" fmla="*/ 1201 w 1201"/>
              <a:gd name="txB" fmla="*/ 1234 h 1234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201" h="1234">
                <a:moveTo>
                  <a:pt x="25" y="709"/>
                </a:moveTo>
                <a:cubicBezTo>
                  <a:pt x="49" y="824"/>
                  <a:pt x="428" y="709"/>
                  <a:pt x="526" y="780"/>
                </a:cubicBezTo>
                <a:cubicBezTo>
                  <a:pt x="624" y="851"/>
                  <a:pt x="543" y="1059"/>
                  <a:pt x="613" y="1134"/>
                </a:cubicBezTo>
                <a:cubicBezTo>
                  <a:pt x="683" y="1209"/>
                  <a:pt x="853" y="1234"/>
                  <a:pt x="946" y="1230"/>
                </a:cubicBezTo>
                <a:cubicBezTo>
                  <a:pt x="1039" y="1226"/>
                  <a:pt x="1141" y="1163"/>
                  <a:pt x="1171" y="1107"/>
                </a:cubicBezTo>
                <a:cubicBezTo>
                  <a:pt x="1201" y="1051"/>
                  <a:pt x="1135" y="963"/>
                  <a:pt x="1126" y="894"/>
                </a:cubicBezTo>
                <a:cubicBezTo>
                  <a:pt x="1117" y="825"/>
                  <a:pt x="1119" y="772"/>
                  <a:pt x="1114" y="693"/>
                </a:cubicBezTo>
                <a:cubicBezTo>
                  <a:pt x="1109" y="614"/>
                  <a:pt x="1095" y="502"/>
                  <a:pt x="1099" y="423"/>
                </a:cubicBezTo>
                <a:cubicBezTo>
                  <a:pt x="1103" y="344"/>
                  <a:pt x="1141" y="281"/>
                  <a:pt x="1141" y="216"/>
                </a:cubicBezTo>
                <a:cubicBezTo>
                  <a:pt x="1141" y="151"/>
                  <a:pt x="1185" y="56"/>
                  <a:pt x="1102" y="33"/>
                </a:cubicBezTo>
                <a:cubicBezTo>
                  <a:pt x="1019" y="10"/>
                  <a:pt x="740" y="0"/>
                  <a:pt x="646" y="81"/>
                </a:cubicBezTo>
                <a:cubicBezTo>
                  <a:pt x="552" y="162"/>
                  <a:pt x="635" y="441"/>
                  <a:pt x="535" y="519"/>
                </a:cubicBezTo>
                <a:cubicBezTo>
                  <a:pt x="435" y="597"/>
                  <a:pt x="129" y="516"/>
                  <a:pt x="44" y="548"/>
                </a:cubicBezTo>
                <a:cubicBezTo>
                  <a:pt x="15" y="601"/>
                  <a:pt x="0" y="594"/>
                  <a:pt x="25" y="709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10602" name="Freeform 103"/>
          <p:cNvSpPr/>
          <p:nvPr/>
        </p:nvSpPr>
        <p:spPr>
          <a:xfrm>
            <a:off x="3800475" y="3916363"/>
            <a:ext cx="2041525" cy="1979612"/>
          </a:xfrm>
          <a:custGeom>
            <a:avLst/>
            <a:gdLst>
              <a:gd name="txL" fmla="*/ 0 w 1286"/>
              <a:gd name="txT" fmla="*/ 0 h 1247"/>
              <a:gd name="txR" fmla="*/ 1286 w 1286"/>
              <a:gd name="txB" fmla="*/ 1247 h 1247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286" h="1247">
                <a:moveTo>
                  <a:pt x="587" y="30"/>
                </a:moveTo>
                <a:cubicBezTo>
                  <a:pt x="473" y="60"/>
                  <a:pt x="601" y="475"/>
                  <a:pt x="509" y="618"/>
                </a:cubicBezTo>
                <a:cubicBezTo>
                  <a:pt x="424" y="765"/>
                  <a:pt x="154" y="830"/>
                  <a:pt x="77" y="909"/>
                </a:cubicBezTo>
                <a:cubicBezTo>
                  <a:pt x="0" y="988"/>
                  <a:pt x="37" y="1043"/>
                  <a:pt x="47" y="1095"/>
                </a:cubicBezTo>
                <a:cubicBezTo>
                  <a:pt x="57" y="1147"/>
                  <a:pt x="71" y="1205"/>
                  <a:pt x="140" y="1224"/>
                </a:cubicBezTo>
                <a:cubicBezTo>
                  <a:pt x="209" y="1243"/>
                  <a:pt x="369" y="1212"/>
                  <a:pt x="461" y="1209"/>
                </a:cubicBezTo>
                <a:cubicBezTo>
                  <a:pt x="553" y="1206"/>
                  <a:pt x="571" y="1206"/>
                  <a:pt x="692" y="1209"/>
                </a:cubicBezTo>
                <a:cubicBezTo>
                  <a:pt x="813" y="1212"/>
                  <a:pt x="1094" y="1247"/>
                  <a:pt x="1190" y="1227"/>
                </a:cubicBezTo>
                <a:cubicBezTo>
                  <a:pt x="1286" y="1207"/>
                  <a:pt x="1279" y="1170"/>
                  <a:pt x="1271" y="1089"/>
                </a:cubicBezTo>
                <a:cubicBezTo>
                  <a:pt x="1263" y="1008"/>
                  <a:pt x="1217" y="818"/>
                  <a:pt x="1139" y="741"/>
                </a:cubicBezTo>
                <a:cubicBezTo>
                  <a:pt x="1061" y="664"/>
                  <a:pt x="865" y="743"/>
                  <a:pt x="800" y="627"/>
                </a:cubicBezTo>
                <a:cubicBezTo>
                  <a:pt x="735" y="511"/>
                  <a:pt x="785" y="142"/>
                  <a:pt x="749" y="42"/>
                </a:cubicBezTo>
                <a:cubicBezTo>
                  <a:pt x="695" y="15"/>
                  <a:pt x="701" y="0"/>
                  <a:pt x="587" y="30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10603" name="Line 104"/>
          <p:cNvSpPr/>
          <p:nvPr/>
        </p:nvSpPr>
        <p:spPr>
          <a:xfrm>
            <a:off x="3149600" y="2695575"/>
            <a:ext cx="277813" cy="158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0604" name="Line 106"/>
          <p:cNvSpPr/>
          <p:nvPr/>
        </p:nvSpPr>
        <p:spPr>
          <a:xfrm flipV="1">
            <a:off x="3198813" y="3416300"/>
            <a:ext cx="277812" cy="317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0605" name="Line 107"/>
          <p:cNvSpPr/>
          <p:nvPr/>
        </p:nvSpPr>
        <p:spPr>
          <a:xfrm>
            <a:off x="3159125" y="3967163"/>
            <a:ext cx="273050" cy="158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0606" name="Line 108"/>
          <p:cNvSpPr/>
          <p:nvPr/>
        </p:nvSpPr>
        <p:spPr>
          <a:xfrm flipV="1">
            <a:off x="4002088" y="3544888"/>
            <a:ext cx="561975" cy="158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0607" name="Text Box 109"/>
          <p:cNvSpPr txBox="1"/>
          <p:nvPr/>
        </p:nvSpPr>
        <p:spPr>
          <a:xfrm>
            <a:off x="3197225" y="2370138"/>
            <a:ext cx="887413" cy="3794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223.1.1.1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0608" name="Text Box 111"/>
          <p:cNvSpPr txBox="1"/>
          <p:nvPr/>
        </p:nvSpPr>
        <p:spPr>
          <a:xfrm>
            <a:off x="3082925" y="3995738"/>
            <a:ext cx="915988" cy="3794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223.1.1.3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0609" name="Text Box 112"/>
          <p:cNvSpPr txBox="1"/>
          <p:nvPr/>
        </p:nvSpPr>
        <p:spPr>
          <a:xfrm>
            <a:off x="3829050" y="3235325"/>
            <a:ext cx="915988" cy="3794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223.1.1.4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0610" name="Line 113"/>
          <p:cNvSpPr/>
          <p:nvPr/>
        </p:nvSpPr>
        <p:spPr>
          <a:xfrm flipV="1">
            <a:off x="5076825" y="3546475"/>
            <a:ext cx="533400" cy="158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0611" name="Text Box 114"/>
          <p:cNvSpPr txBox="1"/>
          <p:nvPr/>
        </p:nvSpPr>
        <p:spPr>
          <a:xfrm>
            <a:off x="4949825" y="3236913"/>
            <a:ext cx="944563" cy="3794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223.1.2.9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0612" name="Line 116"/>
          <p:cNvSpPr/>
          <p:nvPr/>
        </p:nvSpPr>
        <p:spPr>
          <a:xfrm>
            <a:off x="6269038" y="2857500"/>
            <a:ext cx="234950" cy="63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0613" name="Line 117"/>
          <p:cNvSpPr/>
          <p:nvPr/>
        </p:nvSpPr>
        <p:spPr>
          <a:xfrm>
            <a:off x="6323013" y="4133850"/>
            <a:ext cx="234950" cy="63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0614" name="Line 120"/>
          <p:cNvSpPr/>
          <p:nvPr/>
        </p:nvSpPr>
        <p:spPr>
          <a:xfrm flipH="1">
            <a:off x="4835525" y="3886200"/>
            <a:ext cx="3175" cy="70802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0615" name="Line 122"/>
          <p:cNvSpPr/>
          <p:nvPr/>
        </p:nvSpPr>
        <p:spPr>
          <a:xfrm flipH="1" flipV="1">
            <a:off x="4260850" y="5230813"/>
            <a:ext cx="3175" cy="2413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0616" name="Line 123"/>
          <p:cNvSpPr/>
          <p:nvPr/>
        </p:nvSpPr>
        <p:spPr>
          <a:xfrm flipH="1" flipV="1">
            <a:off x="5402263" y="5164138"/>
            <a:ext cx="3175" cy="2413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0617" name="Text Box 124"/>
          <p:cNvSpPr txBox="1"/>
          <p:nvPr/>
        </p:nvSpPr>
        <p:spPr>
          <a:xfrm>
            <a:off x="5373688" y="5041900"/>
            <a:ext cx="944562" cy="3794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223.1.3.2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0618" name="Text Box 127"/>
          <p:cNvSpPr txBox="1"/>
          <p:nvPr/>
        </p:nvSpPr>
        <p:spPr>
          <a:xfrm>
            <a:off x="3225800" y="5053013"/>
            <a:ext cx="915988" cy="3794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223.1.3.1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10619" name="Group 129"/>
          <p:cNvGrpSpPr/>
          <p:nvPr/>
        </p:nvGrpSpPr>
        <p:grpSpPr>
          <a:xfrm>
            <a:off x="2595563" y="2397125"/>
            <a:ext cx="641350" cy="558800"/>
            <a:chOff x="-44" y="1473"/>
            <a:chExt cx="981" cy="1105"/>
          </a:xfrm>
        </p:grpSpPr>
        <p:pic>
          <p:nvPicPr>
            <p:cNvPr id="110719" name="Picture 130" descr="desktop_computer_stylized_medium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0720" name="Freeform 131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10620" name="Group 132"/>
          <p:cNvGrpSpPr/>
          <p:nvPr/>
        </p:nvGrpSpPr>
        <p:grpSpPr>
          <a:xfrm>
            <a:off x="2590800" y="3006725"/>
            <a:ext cx="641350" cy="558800"/>
            <a:chOff x="-44" y="1473"/>
            <a:chExt cx="981" cy="1105"/>
          </a:xfrm>
        </p:grpSpPr>
        <p:pic>
          <p:nvPicPr>
            <p:cNvPr id="110717" name="Picture 133" descr="desktop_computer_stylized_medium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0718" name="Freeform 134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10621" name="Group 135"/>
          <p:cNvGrpSpPr/>
          <p:nvPr/>
        </p:nvGrpSpPr>
        <p:grpSpPr>
          <a:xfrm>
            <a:off x="2619375" y="3616325"/>
            <a:ext cx="641350" cy="558800"/>
            <a:chOff x="-44" y="1473"/>
            <a:chExt cx="981" cy="1105"/>
          </a:xfrm>
        </p:grpSpPr>
        <p:pic>
          <p:nvPicPr>
            <p:cNvPr id="110715" name="Picture 136" descr="desktop_computer_stylized_medium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0716" name="Freeform 137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10622" name="Group 138"/>
          <p:cNvGrpSpPr/>
          <p:nvPr/>
        </p:nvGrpSpPr>
        <p:grpSpPr>
          <a:xfrm flipH="1">
            <a:off x="6327775" y="2565400"/>
            <a:ext cx="641350" cy="558800"/>
            <a:chOff x="-44" y="1473"/>
            <a:chExt cx="981" cy="1105"/>
          </a:xfrm>
        </p:grpSpPr>
        <p:pic>
          <p:nvPicPr>
            <p:cNvPr id="110713" name="Picture 139" descr="desktop_computer_stylized_medium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0714" name="Freeform 140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10623" name="Group 141"/>
          <p:cNvGrpSpPr/>
          <p:nvPr/>
        </p:nvGrpSpPr>
        <p:grpSpPr>
          <a:xfrm flipH="1">
            <a:off x="6402388" y="3844925"/>
            <a:ext cx="641350" cy="558800"/>
            <a:chOff x="-44" y="1473"/>
            <a:chExt cx="981" cy="1105"/>
          </a:xfrm>
        </p:grpSpPr>
        <p:pic>
          <p:nvPicPr>
            <p:cNvPr id="110711" name="Picture 142" descr="desktop_computer_stylized_medium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0712" name="Freeform 143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10624" name="Group 144"/>
          <p:cNvGrpSpPr/>
          <p:nvPr/>
        </p:nvGrpSpPr>
        <p:grpSpPr>
          <a:xfrm flipH="1">
            <a:off x="5194300" y="5368925"/>
            <a:ext cx="641350" cy="558800"/>
            <a:chOff x="-44" y="1473"/>
            <a:chExt cx="981" cy="1105"/>
          </a:xfrm>
        </p:grpSpPr>
        <p:pic>
          <p:nvPicPr>
            <p:cNvPr id="110709" name="Picture 145" descr="desktop_computer_stylized_medium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0710" name="Freeform 146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10625" name="Group 147"/>
          <p:cNvGrpSpPr/>
          <p:nvPr/>
        </p:nvGrpSpPr>
        <p:grpSpPr>
          <a:xfrm flipH="1">
            <a:off x="4030663" y="5410200"/>
            <a:ext cx="641350" cy="558800"/>
            <a:chOff x="-44" y="1473"/>
            <a:chExt cx="981" cy="1105"/>
          </a:xfrm>
        </p:grpSpPr>
        <p:pic>
          <p:nvPicPr>
            <p:cNvPr id="110707" name="Picture 148" descr="desktop_computer_stylized_medium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0708" name="Freeform 149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10626" name="Group 150"/>
          <p:cNvGrpSpPr/>
          <p:nvPr/>
        </p:nvGrpSpPr>
        <p:grpSpPr>
          <a:xfrm>
            <a:off x="4459288" y="3503613"/>
            <a:ext cx="698500" cy="355600"/>
            <a:chOff x="4396" y="1245"/>
            <a:chExt cx="672" cy="248"/>
          </a:xfrm>
        </p:grpSpPr>
        <p:sp>
          <p:nvSpPr>
            <p:cNvPr id="110699" name="Oval 407"/>
            <p:cNvSpPr/>
            <p:nvPr/>
          </p:nvSpPr>
          <p:spPr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10700" name="Rectangle 410"/>
            <p:cNvSpPr/>
            <p:nvPr/>
          </p:nvSpPr>
          <p:spPr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10701" name="Oval 411"/>
            <p:cNvSpPr/>
            <p:nvPr/>
          </p:nvSpPr>
          <p:spPr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10702" name="Group 154"/>
            <p:cNvGrpSpPr/>
            <p:nvPr/>
          </p:nvGrpSpPr>
          <p:grpSpPr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10705" name="Freeform 155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10706" name="Freeform 156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10703" name="Line 157"/>
            <p:cNvSpPr/>
            <p:nvPr/>
          </p:nvSpPr>
          <p:spPr>
            <a:xfrm>
              <a:off x="4399" y="1321"/>
              <a:ext cx="0" cy="109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0704" name="Line 158"/>
            <p:cNvSpPr/>
            <p:nvPr/>
          </p:nvSpPr>
          <p:spPr>
            <a:xfrm>
              <a:off x="5063" y="1326"/>
              <a:ext cx="0" cy="107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10627" name="Rectangle 162"/>
          <p:cNvSpPr/>
          <p:nvPr/>
        </p:nvSpPr>
        <p:spPr>
          <a:xfrm>
            <a:off x="3313113" y="3119438"/>
            <a:ext cx="288925" cy="233362"/>
          </a:xfrm>
          <a:prstGeom prst="rect">
            <a:avLst/>
          </a:prstGeom>
          <a:solidFill>
            <a:srgbClr val="66CC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0628" name="Text Box 110"/>
          <p:cNvSpPr txBox="1"/>
          <p:nvPr/>
        </p:nvSpPr>
        <p:spPr>
          <a:xfrm>
            <a:off x="3148013" y="3025775"/>
            <a:ext cx="915987" cy="3794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223.1.1.2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0629" name="Rectangle 165"/>
          <p:cNvSpPr/>
          <p:nvPr/>
        </p:nvSpPr>
        <p:spPr>
          <a:xfrm>
            <a:off x="6054725" y="3829050"/>
            <a:ext cx="288925" cy="233363"/>
          </a:xfrm>
          <a:prstGeom prst="rect">
            <a:avLst/>
          </a:prstGeom>
          <a:solidFill>
            <a:srgbClr val="66CC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0630" name="Rectangle 166"/>
          <p:cNvSpPr/>
          <p:nvPr/>
        </p:nvSpPr>
        <p:spPr>
          <a:xfrm>
            <a:off x="4702175" y="4014788"/>
            <a:ext cx="288925" cy="233362"/>
          </a:xfrm>
          <a:prstGeom prst="rect">
            <a:avLst/>
          </a:prstGeom>
          <a:solidFill>
            <a:srgbClr val="66CC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0631" name="Text Box 128"/>
          <p:cNvSpPr txBox="1"/>
          <p:nvPr/>
        </p:nvSpPr>
        <p:spPr>
          <a:xfrm>
            <a:off x="4325938" y="3976688"/>
            <a:ext cx="1054100" cy="3794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223.1.3.27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0632" name="Text Box 118"/>
          <p:cNvSpPr txBox="1"/>
          <p:nvPr/>
        </p:nvSpPr>
        <p:spPr>
          <a:xfrm>
            <a:off x="5424488" y="3843338"/>
            <a:ext cx="944562" cy="3794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223.1.2.2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0633" name="Text Box 119"/>
          <p:cNvSpPr txBox="1"/>
          <p:nvPr/>
        </p:nvSpPr>
        <p:spPr>
          <a:xfrm>
            <a:off x="6254750" y="2327275"/>
            <a:ext cx="915988" cy="3794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223.1.2.1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0634" name="Text Box 168"/>
          <p:cNvSpPr txBox="1"/>
          <p:nvPr/>
        </p:nvSpPr>
        <p:spPr>
          <a:xfrm>
            <a:off x="4633913" y="1785938"/>
            <a:ext cx="2181225" cy="503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DHCP server</a:t>
            </a:r>
            <a:endParaRPr lang="en-US" altLang="zh-CN" sz="2000" b="1" i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0635" name="Text Box 170"/>
          <p:cNvSpPr txBox="1"/>
          <p:nvPr/>
        </p:nvSpPr>
        <p:spPr>
          <a:xfrm>
            <a:off x="8151813" y="3059113"/>
            <a:ext cx="2038350" cy="18875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arriving </a:t>
            </a:r>
            <a:r>
              <a:rPr lang="en-US" altLang="zh-CN" sz="20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DHCP</a:t>
            </a:r>
            <a:endParaRPr lang="en-US" altLang="zh-CN" sz="2000" b="1" i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client</a:t>
            </a:r>
            <a:r>
              <a:rPr lang="en-US" altLang="zh-CN" sz="20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needs </a:t>
            </a:r>
            <a:endParaRPr lang="en-US" altLang="zh-CN" sz="2000" b="1" i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address in this</a:t>
            </a:r>
            <a:endParaRPr lang="en-US" altLang="zh-CN" sz="2000" b="1" i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</a:t>
            </a:r>
            <a:endParaRPr lang="en-US" altLang="zh-CN" sz="2000" b="1" i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10636" name="Group 195"/>
          <p:cNvGrpSpPr/>
          <p:nvPr/>
        </p:nvGrpSpPr>
        <p:grpSpPr>
          <a:xfrm>
            <a:off x="5397500" y="2395538"/>
            <a:ext cx="401638" cy="681037"/>
            <a:chOff x="4140" y="429"/>
            <a:chExt cx="1425" cy="2396"/>
          </a:xfrm>
        </p:grpSpPr>
        <p:sp>
          <p:nvSpPr>
            <p:cNvPr id="110667" name="Freeform 196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>
                <a:gd name="txL" fmla="*/ 0 w 354"/>
                <a:gd name="txT" fmla="*/ 0 h 2742"/>
                <a:gd name="txR" fmla="*/ 354 w 354"/>
                <a:gd name="txB" fmla="*/ 2742 h 2742"/>
              </a:gdLst>
              <a:ahLst/>
              <a:cxnLst>
                <a:cxn ang="0">
                  <a:pos x="2" y="0"/>
                </a:cxn>
                <a:cxn ang="0">
                  <a:pos x="5" y="11"/>
                </a:cxn>
                <a:cxn ang="0">
                  <a:pos x="5" y="83"/>
                </a:cxn>
                <a:cxn ang="0">
                  <a:pos x="0" y="86"/>
                </a:cxn>
                <a:cxn ang="0">
                  <a:pos x="2" y="0"/>
                </a:cxn>
              </a:cxnLst>
              <a:rect l="txL" t="txT" r="txR" b="tx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100000"/>
                  </a:srgbClr>
                </a:gs>
                <a:gs pos="100000">
                  <a:srgbClr val="333333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0668" name="Rectangle 197"/>
            <p:cNvSpPr/>
            <p:nvPr/>
          </p:nvSpPr>
          <p:spPr>
            <a:xfrm>
              <a:off x="4208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10669" name="Freeform 198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>
                <a:gd name="txL" fmla="*/ 0 w 211"/>
                <a:gd name="txT" fmla="*/ 0 h 2537"/>
                <a:gd name="txR" fmla="*/ 211 w 211"/>
                <a:gd name="txB" fmla="*/ 2537 h 2537"/>
              </a:gdLst>
              <a:ahLst/>
              <a:cxnLst>
                <a:cxn ang="0">
                  <a:pos x="2" y="0"/>
                </a:cxn>
                <a:cxn ang="0">
                  <a:pos x="3" y="8"/>
                </a:cxn>
                <a:cxn ang="0">
                  <a:pos x="2" y="78"/>
                </a:cxn>
                <a:cxn ang="0">
                  <a:pos x="2" y="0"/>
                </a:cxn>
              </a:cxnLst>
              <a:rect l="txL" t="txT" r="txR" b="tx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>
                    <a:alpha val="100000"/>
                  </a:srgbClr>
                </a:gs>
                <a:gs pos="100000">
                  <a:srgbClr val="F8F8F8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0670" name="Freeform 199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>
                <a:gd name="txL" fmla="*/ 0 w 328"/>
                <a:gd name="txT" fmla="*/ 0 h 226"/>
                <a:gd name="txR" fmla="*/ 328 w 328"/>
                <a:gd name="txB" fmla="*/ 226 h 226"/>
              </a:gdLst>
              <a:ahLst/>
              <a:cxnLst>
                <a:cxn ang="0">
                  <a:pos x="2" y="0"/>
                </a:cxn>
                <a:cxn ang="0">
                  <a:pos x="5" y="5"/>
                </a:cxn>
                <a:cxn ang="0">
                  <a:pos x="5" y="8"/>
                </a:cxn>
                <a:cxn ang="0">
                  <a:pos x="0" y="3"/>
                </a:cxn>
                <a:cxn ang="0">
                  <a:pos x="2" y="0"/>
                </a:cxn>
              </a:cxnLst>
              <a:rect l="txL" t="txT" r="txR" b="tx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0671" name="Rectangle 200"/>
            <p:cNvSpPr/>
            <p:nvPr/>
          </p:nvSpPr>
          <p:spPr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10672" name="Group 201"/>
            <p:cNvGrpSpPr/>
            <p:nvPr/>
          </p:nvGrpSpPr>
          <p:grpSpPr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0697" name="AutoShape 202"/>
              <p:cNvSpPr/>
              <p:nvPr/>
            </p:nvSpPr>
            <p:spPr>
              <a:xfrm>
                <a:off x="613" y="2569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10698" name="AutoShape 203"/>
              <p:cNvSpPr/>
              <p:nvPr/>
            </p:nvSpPr>
            <p:spPr>
              <a:xfrm>
                <a:off x="627" y="2585"/>
                <a:ext cx="689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110673" name="Rectangle 204"/>
            <p:cNvSpPr/>
            <p:nvPr/>
          </p:nvSpPr>
          <p:spPr>
            <a:xfrm>
              <a:off x="4224" y="1021"/>
              <a:ext cx="597" cy="45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10674" name="Group 205"/>
            <p:cNvGrpSpPr/>
            <p:nvPr/>
          </p:nvGrpSpPr>
          <p:grpSpPr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0695" name="AutoShape 206"/>
              <p:cNvSpPr/>
              <p:nvPr/>
            </p:nvSpPr>
            <p:spPr>
              <a:xfrm>
                <a:off x="616" y="2567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10696" name="AutoShape 207"/>
              <p:cNvSpPr/>
              <p:nvPr/>
            </p:nvSpPr>
            <p:spPr>
              <a:xfrm>
                <a:off x="630" y="2584"/>
                <a:ext cx="689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110675" name="Rectangle 208"/>
            <p:cNvSpPr/>
            <p:nvPr/>
          </p:nvSpPr>
          <p:spPr>
            <a:xfrm>
              <a:off x="4219" y="1356"/>
              <a:ext cx="591" cy="50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10676" name="Rectangle 209"/>
            <p:cNvSpPr/>
            <p:nvPr/>
          </p:nvSpPr>
          <p:spPr>
            <a:xfrm>
              <a:off x="4230" y="1658"/>
              <a:ext cx="591" cy="45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10677" name="Group 210"/>
            <p:cNvGrpSpPr/>
            <p:nvPr/>
          </p:nvGrpSpPr>
          <p:grpSpPr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0693" name="AutoShape 211"/>
              <p:cNvSpPr/>
              <p:nvPr/>
            </p:nvSpPr>
            <p:spPr>
              <a:xfrm>
                <a:off x="617" y="2576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10694" name="AutoShape 212"/>
              <p:cNvSpPr/>
              <p:nvPr/>
            </p:nvSpPr>
            <p:spPr>
              <a:xfrm>
                <a:off x="631" y="2586"/>
                <a:ext cx="688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110678" name="Freeform 213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>
                <a:gd name="txL" fmla="*/ 0 w 328"/>
                <a:gd name="txT" fmla="*/ 0 h 226"/>
                <a:gd name="txR" fmla="*/ 328 w 328"/>
                <a:gd name="txB" fmla="*/ 226 h 226"/>
              </a:gdLst>
              <a:ahLst/>
              <a:cxnLst>
                <a:cxn ang="0">
                  <a:pos x="2" y="0"/>
                </a:cxn>
                <a:cxn ang="0">
                  <a:pos x="5" y="4"/>
                </a:cxn>
                <a:cxn ang="0">
                  <a:pos x="5" y="7"/>
                </a:cxn>
                <a:cxn ang="0">
                  <a:pos x="0" y="2"/>
                </a:cxn>
                <a:cxn ang="0">
                  <a:pos x="2" y="0"/>
                </a:cxn>
              </a:cxnLst>
              <a:rect l="txL" t="txT" r="txR" b="tx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10679" name="Group 214"/>
            <p:cNvGrpSpPr/>
            <p:nvPr/>
          </p:nvGrpSpPr>
          <p:grpSpPr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10691" name="AutoShape 215"/>
              <p:cNvSpPr/>
              <p:nvPr/>
            </p:nvSpPr>
            <p:spPr>
              <a:xfrm>
                <a:off x="612" y="2569"/>
                <a:ext cx="730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10692" name="AutoShape 216"/>
              <p:cNvSpPr/>
              <p:nvPr/>
            </p:nvSpPr>
            <p:spPr>
              <a:xfrm>
                <a:off x="626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110680" name="Rectangle 217"/>
            <p:cNvSpPr/>
            <p:nvPr/>
          </p:nvSpPr>
          <p:spPr>
            <a:xfrm>
              <a:off x="5250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10681" name="Freeform 218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>
                <a:gd name="txL" fmla="*/ 0 w 296"/>
                <a:gd name="txT" fmla="*/ 0 h 256"/>
                <a:gd name="txR" fmla="*/ 296 w 296"/>
                <a:gd name="txB" fmla="*/ 256 h 256"/>
              </a:gdLst>
              <a:ahLst/>
              <a:cxnLst>
                <a:cxn ang="0">
                  <a:pos x="2" y="0"/>
                </a:cxn>
                <a:cxn ang="0">
                  <a:pos x="5" y="4"/>
                </a:cxn>
                <a:cxn ang="0">
                  <a:pos x="5" y="7"/>
                </a:cxn>
                <a:cxn ang="0">
                  <a:pos x="0" y="2"/>
                </a:cxn>
                <a:cxn ang="0">
                  <a:pos x="2" y="0"/>
                </a:cxn>
              </a:cxnLst>
              <a:rect l="txL" t="txT" r="txR" b="tx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0682" name="Freeform 219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>
                <a:gd name="txL" fmla="*/ 0 w 304"/>
                <a:gd name="txT" fmla="*/ 0 h 288"/>
                <a:gd name="txR" fmla="*/ 304 w 304"/>
                <a:gd name="txB" fmla="*/ 288 h 288"/>
              </a:gdLst>
              <a:ahLst/>
              <a:cxnLst>
                <a:cxn ang="0">
                  <a:pos x="0" y="0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2" y="4"/>
                </a:cxn>
                <a:cxn ang="0">
                  <a:pos x="0" y="0"/>
                </a:cxn>
              </a:cxnLst>
              <a:rect l="txL" t="txT" r="txR" b="tx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0683" name="Oval 220"/>
            <p:cNvSpPr/>
            <p:nvPr/>
          </p:nvSpPr>
          <p:spPr>
            <a:xfrm>
              <a:off x="5514" y="2613"/>
              <a:ext cx="51" cy="95"/>
            </a:xfrm>
            <a:prstGeom prst="ellipse">
              <a:avLst/>
            </a:prstGeom>
            <a:solidFill>
              <a:srgbClr val="333333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10684" name="Freeform 221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>
                <a:gd name="txL" fmla="*/ 0 w 306"/>
                <a:gd name="txT" fmla="*/ 0 h 240"/>
                <a:gd name="txR" fmla="*/ 306 w 306"/>
                <a:gd name="txB" fmla="*/ 240 h 240"/>
              </a:gdLst>
              <a:ahLst/>
              <a:cxnLst>
                <a:cxn ang="0">
                  <a:pos x="0" y="4"/>
                </a:cxn>
                <a:cxn ang="0">
                  <a:pos x="2" y="8"/>
                </a:cxn>
                <a:cxn ang="0">
                  <a:pos x="5" y="4"/>
                </a:cxn>
                <a:cxn ang="0">
                  <a:pos x="5" y="0"/>
                </a:cxn>
                <a:cxn ang="0">
                  <a:pos x="0" y="4"/>
                </a:cxn>
              </a:cxnLst>
              <a:rect l="txL" t="txT" r="txR" b="tx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0685" name="AutoShape 222"/>
            <p:cNvSpPr/>
            <p:nvPr/>
          </p:nvSpPr>
          <p:spPr>
            <a:xfrm>
              <a:off x="4140" y="2680"/>
              <a:ext cx="1200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10686" name="AutoShape 223"/>
            <p:cNvSpPr/>
            <p:nvPr/>
          </p:nvSpPr>
          <p:spPr>
            <a:xfrm>
              <a:off x="4208" y="2713"/>
              <a:ext cx="1070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10687" name="Oval 224"/>
            <p:cNvSpPr/>
            <p:nvPr/>
          </p:nvSpPr>
          <p:spPr>
            <a:xfrm>
              <a:off x="4309" y="2384"/>
              <a:ext cx="158" cy="140"/>
            </a:xfrm>
            <a:prstGeom prst="ellipse">
              <a:avLst/>
            </a:prstGeom>
            <a:solidFill>
              <a:srgbClr val="33CC33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10688" name="Oval 225"/>
            <p:cNvSpPr/>
            <p:nvPr/>
          </p:nvSpPr>
          <p:spPr>
            <a:xfrm>
              <a:off x="4484" y="2384"/>
              <a:ext cx="163" cy="145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 eaLnBrk="1" hangingPunct="1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400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10689" name="Oval 226"/>
            <p:cNvSpPr/>
            <p:nvPr/>
          </p:nvSpPr>
          <p:spPr>
            <a:xfrm>
              <a:off x="4664" y="2384"/>
              <a:ext cx="158" cy="140"/>
            </a:xfrm>
            <a:prstGeom prst="ellipse">
              <a:avLst/>
            </a:prstGeom>
            <a:solidFill>
              <a:srgbClr val="33CC33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10690" name="Rectangle 227"/>
            <p:cNvSpPr/>
            <p:nvPr/>
          </p:nvSpPr>
          <p:spPr>
            <a:xfrm>
              <a:off x="5064" y="1836"/>
              <a:ext cx="84" cy="760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grpSp>
        <p:nvGrpSpPr>
          <p:cNvPr id="110637" name="Group 231"/>
          <p:cNvGrpSpPr/>
          <p:nvPr/>
        </p:nvGrpSpPr>
        <p:grpSpPr>
          <a:xfrm>
            <a:off x="7010400" y="3141663"/>
            <a:ext cx="1101725" cy="549275"/>
            <a:chOff x="3428" y="1798"/>
            <a:chExt cx="694" cy="346"/>
          </a:xfrm>
        </p:grpSpPr>
        <p:grpSp>
          <p:nvGrpSpPr>
            <p:cNvPr id="110643" name="Group 229"/>
            <p:cNvGrpSpPr/>
            <p:nvPr/>
          </p:nvGrpSpPr>
          <p:grpSpPr>
            <a:xfrm>
              <a:off x="3628" y="1798"/>
              <a:ext cx="494" cy="346"/>
              <a:chOff x="4420" y="878"/>
              <a:chExt cx="614" cy="458"/>
            </a:xfrm>
          </p:grpSpPr>
          <p:pic>
            <p:nvPicPr>
              <p:cNvPr id="110645" name="Picture 173" descr="laptop_keyboard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09064" flipH="1">
                <a:off x="4420" y="1108"/>
                <a:ext cx="527" cy="2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10646" name="Freeform 174"/>
              <p:cNvSpPr/>
              <p:nvPr/>
            </p:nvSpPr>
            <p:spPr>
              <a:xfrm>
                <a:off x="4595" y="888"/>
                <a:ext cx="424" cy="297"/>
              </a:xfrm>
              <a:custGeom>
                <a:avLst/>
                <a:gdLst>
                  <a:gd name="txL" fmla="*/ 0 w 2982"/>
                  <a:gd name="txT" fmla="*/ 0 h 2442"/>
                  <a:gd name="txR" fmla="*/ 2982 w 2982"/>
                  <a:gd name="txB" fmla="*/ 2442 h 2442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>
                  <a:alpha val="100000"/>
                </a:schemeClr>
              </a:solidFill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pic>
            <p:nvPicPr>
              <p:cNvPr id="110647" name="Picture 175" descr="screen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16" y="895"/>
                <a:ext cx="385" cy="27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10648" name="Freeform 176"/>
              <p:cNvSpPr/>
              <p:nvPr/>
            </p:nvSpPr>
            <p:spPr>
              <a:xfrm>
                <a:off x="4672" y="879"/>
                <a:ext cx="359" cy="55"/>
              </a:xfrm>
              <a:custGeom>
                <a:avLst/>
                <a:gdLst>
                  <a:gd name="txL" fmla="*/ 0 w 2528"/>
                  <a:gd name="txT" fmla="*/ 0 h 455"/>
                  <a:gd name="txR" fmla="*/ 2528 w 2528"/>
                  <a:gd name="txB" fmla="*/ 455 h 455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rgbClr val="EAEAEA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10649" name="Freeform 177"/>
              <p:cNvSpPr/>
              <p:nvPr/>
            </p:nvSpPr>
            <p:spPr>
              <a:xfrm>
                <a:off x="4591" y="878"/>
                <a:ext cx="100" cy="230"/>
              </a:xfrm>
              <a:custGeom>
                <a:avLst/>
                <a:gdLst>
                  <a:gd name="txL" fmla="*/ 0 w 702"/>
                  <a:gd name="txT" fmla="*/ 0 h 1893"/>
                  <a:gd name="txR" fmla="*/ 702 w 702"/>
                  <a:gd name="txB" fmla="*/ 1893 h 1893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10650" name="Freeform 178"/>
              <p:cNvSpPr/>
              <p:nvPr/>
            </p:nvSpPr>
            <p:spPr>
              <a:xfrm>
                <a:off x="4921" y="920"/>
                <a:ext cx="108" cy="265"/>
              </a:xfrm>
              <a:custGeom>
                <a:avLst/>
                <a:gdLst>
                  <a:gd name="txL" fmla="*/ 0 w 756"/>
                  <a:gd name="txT" fmla="*/ 0 h 2184"/>
                  <a:gd name="txR" fmla="*/ 756 w 756"/>
                  <a:gd name="txB" fmla="*/ 2184 h 2184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10651" name="Freeform 179"/>
              <p:cNvSpPr/>
              <p:nvPr/>
            </p:nvSpPr>
            <p:spPr>
              <a:xfrm>
                <a:off x="4590" y="1097"/>
                <a:ext cx="394" cy="89"/>
              </a:xfrm>
              <a:custGeom>
                <a:avLst/>
                <a:gdLst>
                  <a:gd name="txL" fmla="*/ 0 w 2773"/>
                  <a:gd name="txT" fmla="*/ 0 h 738"/>
                  <a:gd name="txR" fmla="*/ 2773 w 2773"/>
                  <a:gd name="txB" fmla="*/ 738 h 738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10652" name="Freeform 180"/>
              <p:cNvSpPr/>
              <p:nvPr/>
            </p:nvSpPr>
            <p:spPr>
              <a:xfrm>
                <a:off x="4933" y="922"/>
                <a:ext cx="101" cy="266"/>
              </a:xfrm>
              <a:custGeom>
                <a:avLst/>
                <a:gdLst>
                  <a:gd name="txL" fmla="*/ 0 w 637"/>
                  <a:gd name="txT" fmla="*/ 0 h 1659"/>
                  <a:gd name="txR" fmla="*/ 637 w 637"/>
                  <a:gd name="txB" fmla="*/ 1659 h 1659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10653" name="Freeform 181"/>
              <p:cNvSpPr/>
              <p:nvPr/>
            </p:nvSpPr>
            <p:spPr>
              <a:xfrm>
                <a:off x="4590" y="1109"/>
                <a:ext cx="351" cy="88"/>
              </a:xfrm>
              <a:custGeom>
                <a:avLst/>
                <a:gdLst>
                  <a:gd name="txL" fmla="*/ 0 w 2216"/>
                  <a:gd name="txT" fmla="*/ 0 h 550"/>
                  <a:gd name="txR" fmla="*/ 2216 w 2216"/>
                  <a:gd name="txB" fmla="*/ 550 h 55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110654" name="Group 182"/>
              <p:cNvGrpSpPr/>
              <p:nvPr/>
            </p:nvGrpSpPr>
            <p:grpSpPr>
              <a:xfrm>
                <a:off x="4584" y="1203"/>
                <a:ext cx="119" cy="53"/>
                <a:chOff x="1740" y="2642"/>
                <a:chExt cx="752" cy="327"/>
              </a:xfrm>
            </p:grpSpPr>
            <p:sp>
              <p:nvSpPr>
                <p:cNvPr id="110661" name="Freeform 183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avLst/>
                  <a:gdLst>
                    <a:gd name="txL" fmla="*/ 0 w 752"/>
                    <a:gd name="txT" fmla="*/ 0 h 327"/>
                    <a:gd name="txR" fmla="*/ 752 w 752"/>
                    <a:gd name="txB" fmla="*/ 327 h 327"/>
                  </a:gdLst>
                  <a:ahLst/>
                  <a:cxnLst>
                    <a:cxn ang="0">
                      <a:pos x="293" y="0"/>
                    </a:cxn>
                    <a:cxn ang="0">
                      <a:pos x="752" y="124"/>
                    </a:cxn>
                    <a:cxn ang="0">
                      <a:pos x="470" y="327"/>
                    </a:cxn>
                    <a:cxn ang="0">
                      <a:pos x="0" y="183"/>
                    </a:cxn>
                    <a:cxn ang="0">
                      <a:pos x="293" y="0"/>
                    </a:cxn>
                  </a:cxnLst>
                  <a:rect l="txL" t="txT" r="txR" b="txB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10662" name="Freeform 184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avLst/>
                  <a:gdLst>
                    <a:gd name="txL" fmla="*/ 0 w 726"/>
                    <a:gd name="txT" fmla="*/ 0 h 311"/>
                    <a:gd name="txR" fmla="*/ 726 w 726"/>
                    <a:gd name="txB" fmla="*/ 311 h 311"/>
                  </a:gdLst>
                  <a:ahLst/>
                  <a:cxnLst>
                    <a:cxn ang="0">
                      <a:pos x="282" y="0"/>
                    </a:cxn>
                    <a:cxn ang="0">
                      <a:pos x="726" y="119"/>
                    </a:cxn>
                    <a:cxn ang="0">
                      <a:pos x="457" y="311"/>
                    </a:cxn>
                    <a:cxn ang="0">
                      <a:pos x="0" y="173"/>
                    </a:cxn>
                    <a:cxn ang="0">
                      <a:pos x="282" y="0"/>
                    </a:cxn>
                  </a:cxnLst>
                  <a:rect l="txL" t="txT" r="txR" b="txB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>
                        <a:alpha val="100000"/>
                      </a:srgbClr>
                    </a:gs>
                    <a:gs pos="100000">
                      <a:srgbClr val="DDDDDD">
                        <a:alpha val="100000"/>
                      </a:srgbClr>
                    </a:gs>
                  </a:gsLst>
                  <a:lin ang="18900000" scaled="1"/>
                  <a:tileRect/>
                </a:gra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10663" name="Freeform 185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avLst/>
                  <a:gdLst>
                    <a:gd name="txL" fmla="*/ 0 w 258"/>
                    <a:gd name="txT" fmla="*/ 0 h 100"/>
                    <a:gd name="txR" fmla="*/ 258 w 258"/>
                    <a:gd name="txB" fmla="*/ 100 h 100"/>
                  </a:gdLst>
                  <a:ahLst/>
                  <a:cxnLst>
                    <a:cxn ang="0">
                      <a:pos x="0" y="44"/>
                    </a:cxn>
                    <a:cxn ang="0">
                      <a:pos x="75" y="0"/>
                    </a:cxn>
                    <a:cxn ang="0">
                      <a:pos x="258" y="50"/>
                    </a:cxn>
                    <a:cxn ang="0">
                      <a:pos x="183" y="100"/>
                    </a:cxn>
                    <a:cxn ang="0">
                      <a:pos x="0" y="44"/>
                    </a:cxn>
                  </a:cxnLst>
                  <a:rect l="txL" t="txT" r="txR" b="txB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10664" name="Freeform 186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avLst/>
                  <a:gdLst>
                    <a:gd name="txL" fmla="*/ 0 w 194"/>
                    <a:gd name="txT" fmla="*/ 0 h 63"/>
                    <a:gd name="txR" fmla="*/ 194 w 194"/>
                    <a:gd name="txB" fmla="*/ 63 h 63"/>
                  </a:gdLst>
                  <a:ahLst/>
                  <a:cxnLst>
                    <a:cxn ang="0">
                      <a:pos x="12" y="0"/>
                    </a:cxn>
                    <a:cxn ang="0">
                      <a:pos x="194" y="53"/>
                    </a:cxn>
                    <a:cxn ang="0">
                      <a:pos x="180" y="63"/>
                    </a:cxn>
                    <a:cxn ang="0">
                      <a:pos x="0" y="9"/>
                    </a:cxn>
                    <a:cxn ang="0">
                      <a:pos x="12" y="0"/>
                    </a:cxn>
                  </a:cxnLst>
                  <a:rect l="txL" t="txT" r="txR" b="tx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10665" name="Freeform 187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avLst/>
                  <a:gdLst>
                    <a:gd name="txL" fmla="*/ 0 w 258"/>
                    <a:gd name="txT" fmla="*/ 0 h 102"/>
                    <a:gd name="txR" fmla="*/ 258 w 258"/>
                    <a:gd name="txB" fmla="*/ 102 h 102"/>
                  </a:gdLst>
                  <a:ahLst/>
                  <a:cxnLst>
                    <a:cxn ang="0">
                      <a:pos x="0" y="46"/>
                    </a:cxn>
                    <a:cxn ang="0">
                      <a:pos x="71" y="0"/>
                    </a:cxn>
                    <a:cxn ang="0">
                      <a:pos x="258" y="52"/>
                    </a:cxn>
                    <a:cxn ang="0">
                      <a:pos x="183" y="102"/>
                    </a:cxn>
                    <a:cxn ang="0">
                      <a:pos x="0" y="46"/>
                    </a:cxn>
                  </a:cxnLst>
                  <a:rect l="txL" t="txT" r="txR" b="txB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10666" name="Freeform 188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avLst/>
                  <a:gdLst>
                    <a:gd name="txL" fmla="*/ 0 w 194"/>
                    <a:gd name="txT" fmla="*/ 0 h 63"/>
                    <a:gd name="txR" fmla="*/ 194 w 194"/>
                    <a:gd name="txB" fmla="*/ 63 h 63"/>
                  </a:gdLst>
                  <a:ahLst/>
                  <a:cxnLst>
                    <a:cxn ang="0">
                      <a:pos x="12" y="0"/>
                    </a:cxn>
                    <a:cxn ang="0">
                      <a:pos x="194" y="53"/>
                    </a:cxn>
                    <a:cxn ang="0">
                      <a:pos x="180" y="63"/>
                    </a:cxn>
                    <a:cxn ang="0">
                      <a:pos x="0" y="9"/>
                    </a:cxn>
                    <a:cxn ang="0">
                      <a:pos x="12" y="0"/>
                    </a:cxn>
                  </a:cxnLst>
                  <a:rect l="txL" t="txT" r="txR" b="tx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110655" name="Freeform 189"/>
              <p:cNvSpPr/>
              <p:nvPr/>
            </p:nvSpPr>
            <p:spPr>
              <a:xfrm>
                <a:off x="4788" y="1211"/>
                <a:ext cx="144" cy="116"/>
              </a:xfrm>
              <a:custGeom>
                <a:avLst/>
                <a:gdLst>
                  <a:gd name="txL" fmla="*/ 0 w 990"/>
                  <a:gd name="txT" fmla="*/ 0 h 792"/>
                  <a:gd name="txR" fmla="*/ 990 w 990"/>
                  <a:gd name="txB" fmla="*/ 792 h 792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10656" name="Freeform 190"/>
              <p:cNvSpPr/>
              <p:nvPr/>
            </p:nvSpPr>
            <p:spPr>
              <a:xfrm>
                <a:off x="4420" y="1220"/>
                <a:ext cx="369" cy="106"/>
              </a:xfrm>
              <a:custGeom>
                <a:avLst/>
                <a:gdLst>
                  <a:gd name="txL" fmla="*/ 0 w 2532"/>
                  <a:gd name="txT" fmla="*/ 0 h 723"/>
                  <a:gd name="txR" fmla="*/ 2532 w 2532"/>
                  <a:gd name="txB" fmla="*/ 723 h 723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10657" name="Freeform 191"/>
              <p:cNvSpPr/>
              <p:nvPr/>
            </p:nvSpPr>
            <p:spPr>
              <a:xfrm>
                <a:off x="4420" y="1201"/>
                <a:ext cx="4" cy="21"/>
              </a:xfrm>
              <a:custGeom>
                <a:avLst/>
                <a:gdLst>
                  <a:gd name="txL" fmla="*/ 0 w 26"/>
                  <a:gd name="txT" fmla="*/ 0 h 147"/>
                  <a:gd name="txR" fmla="*/ 26 w 26"/>
                  <a:gd name="txB" fmla="*/ 147 h 147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10658" name="Freeform 192"/>
              <p:cNvSpPr/>
              <p:nvPr/>
            </p:nvSpPr>
            <p:spPr>
              <a:xfrm>
                <a:off x="4421" y="1114"/>
                <a:ext cx="171" cy="88"/>
              </a:xfrm>
              <a:custGeom>
                <a:avLst/>
                <a:gdLst>
                  <a:gd name="txL" fmla="*/ 0 w 1176"/>
                  <a:gd name="txT" fmla="*/ 0 h 606"/>
                  <a:gd name="txR" fmla="*/ 1176 w 1176"/>
                  <a:gd name="txB" fmla="*/ 606 h 606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10659" name="Freeform 193"/>
              <p:cNvSpPr/>
              <p:nvPr/>
            </p:nvSpPr>
            <p:spPr>
              <a:xfrm>
                <a:off x="4432" y="1205"/>
                <a:ext cx="350" cy="102"/>
              </a:xfrm>
              <a:custGeom>
                <a:avLst/>
                <a:gdLst>
                  <a:gd name="txL" fmla="*/ 0 w 2532"/>
                  <a:gd name="txT" fmla="*/ 0 h 723"/>
                  <a:gd name="txR" fmla="*/ 2532 w 2532"/>
                  <a:gd name="txB" fmla="*/ 723 h 723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10660" name="Freeform 194"/>
              <p:cNvSpPr/>
              <p:nvPr/>
            </p:nvSpPr>
            <p:spPr>
              <a:xfrm flipV="1">
                <a:off x="4782" y="1198"/>
                <a:ext cx="142" cy="105"/>
              </a:xfrm>
              <a:custGeom>
                <a:avLst/>
                <a:gdLst>
                  <a:gd name="txL" fmla="*/ 0 w 2532"/>
                  <a:gd name="txT" fmla="*/ 0 h 723"/>
                  <a:gd name="txR" fmla="*/ 2532 w 2532"/>
                  <a:gd name="txB" fmla="*/ 723 h 723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10644" name="Line 230"/>
            <p:cNvSpPr/>
            <p:nvPr/>
          </p:nvSpPr>
          <p:spPr>
            <a:xfrm flipH="1">
              <a:off x="3428" y="2002"/>
              <a:ext cx="27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10638" name="AutoShape 232"/>
          <p:cNvSpPr/>
          <p:nvPr/>
        </p:nvSpPr>
        <p:spPr>
          <a:xfrm>
            <a:off x="7278688" y="3698875"/>
            <a:ext cx="976312" cy="374650"/>
          </a:xfrm>
          <a:prstGeom prst="leftArrow">
            <a:avLst>
              <a:gd name="adj1" fmla="val 50000"/>
              <a:gd name="adj2" fmla="val 65148"/>
            </a:avLst>
          </a:prstGeom>
          <a:gradFill rotWithShape="1">
            <a:gsLst>
              <a:gs pos="0">
                <a:srgbClr val="CC0000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0639" name="Line 233"/>
          <p:cNvSpPr/>
          <p:nvPr/>
        </p:nvSpPr>
        <p:spPr>
          <a:xfrm flipH="1">
            <a:off x="5792788" y="2954338"/>
            <a:ext cx="314325" cy="4762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110640" name="Picture 235" descr="underline_base"/>
          <p:cNvPicPr/>
          <p:nvPr/>
        </p:nvPicPr>
        <p:blipFill>
          <a:blip r:embed="rId4"/>
          <a:stretch>
            <a:fillRect/>
          </a:stretch>
        </p:blipFill>
        <p:spPr>
          <a:xfrm>
            <a:off x="2038350" y="931863"/>
            <a:ext cx="6399213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0641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10642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42" name="页脚占位符 4"/>
          <p:cNvSpPr txBox="1">
            <a:spLocks noGrp="1"/>
          </p:cNvSpPr>
          <p:nvPr/>
        </p:nvSpPr>
        <p:spPr>
          <a:xfrm>
            <a:off x="6934200" y="64008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 Layer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2643" name="灯片编号占位符 5"/>
          <p:cNvSpPr txBox="1">
            <a:spLocks noGrp="1"/>
          </p:cNvSpPr>
          <p:nvPr/>
        </p:nvSpPr>
        <p:spPr>
          <a:xfrm>
            <a:off x="9686925" y="6400800"/>
            <a:ext cx="676275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</a:fld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264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sz="33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DHCP的工作过程</a:t>
            </a:r>
            <a:endParaRPr lang="zh-CN" altLang="en-US" sz="33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2645" name="Rectangle 3"/>
          <p:cNvSpPr>
            <a:spLocks noGrp="1"/>
          </p:cNvSpPr>
          <p:nvPr>
            <p:ph idx="1"/>
          </p:nvPr>
        </p:nvSpPr>
        <p:spPr>
          <a:xfrm>
            <a:off x="838200" y="1392238"/>
            <a:ext cx="5111750" cy="4784725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当作为DHCP客户端的计算机第一次启动时，它通过一系列的步骤以获得其TCP/IP配置信息，并得到IP地址的租期。租期是指DHCP客户端从DHCP服务器获得的完整的TCP/IP配置后对该TCP/IP配置的使用时间。DHCP客户端从DHCP服务器上获得完整的TCP/IP配置需要经过以下几个过程</a:t>
            </a:r>
            <a:endParaRPr lang="zh-CN" altLang="en-US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12646" name="组合 73733"/>
          <p:cNvGrpSpPr/>
          <p:nvPr/>
        </p:nvGrpSpPr>
        <p:grpSpPr>
          <a:xfrm>
            <a:off x="5951538" y="2133600"/>
            <a:ext cx="4895850" cy="3495675"/>
            <a:chOff x="0" y="0"/>
            <a:chExt cx="3287" cy="2853"/>
          </a:xfrm>
        </p:grpSpPr>
        <p:sp>
          <p:nvSpPr>
            <p:cNvPr id="112648" name="AutoShape 5"/>
            <p:cNvSpPr>
              <a:spLocks noChangeAspect="1"/>
            </p:cNvSpPr>
            <p:nvPr/>
          </p:nvSpPr>
          <p:spPr>
            <a:xfrm>
              <a:off x="0" y="0"/>
              <a:ext cx="3287" cy="285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pic>
          <p:nvPicPr>
            <p:cNvPr id="112649" name="Picture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348" y="272"/>
              <a:ext cx="626" cy="84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12650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0" y="408"/>
              <a:ext cx="528" cy="54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2651" name="Text Box 8"/>
            <p:cNvSpPr txBox="1"/>
            <p:nvPr/>
          </p:nvSpPr>
          <p:spPr>
            <a:xfrm>
              <a:off x="2035" y="0"/>
              <a:ext cx="1097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chemeClr val="tx2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DHCP</a:t>
              </a:r>
              <a:r>
                <a:rPr lang="zh-CN" altLang="en-US" sz="1800" dirty="0">
                  <a:solidFill>
                    <a:schemeClr val="tx2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服务器</a:t>
              </a:r>
              <a:endParaRPr lang="zh-CN" altLang="en-US" sz="1800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12652" name="Text Box 9"/>
            <p:cNvSpPr txBox="1"/>
            <p:nvPr/>
          </p:nvSpPr>
          <p:spPr>
            <a:xfrm>
              <a:off x="626" y="2582"/>
              <a:ext cx="2036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12653" name="Line 10"/>
            <p:cNvSpPr/>
            <p:nvPr/>
          </p:nvSpPr>
          <p:spPr>
            <a:xfrm>
              <a:off x="783" y="951"/>
              <a:ext cx="1565" cy="0"/>
            </a:xfrm>
            <a:prstGeom prst="line">
              <a:avLst/>
            </a:prstGeom>
            <a:ln w="76200" cap="flat" cmpd="sng">
              <a:solidFill>
                <a:srgbClr val="66CC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2654" name="Line 11"/>
            <p:cNvSpPr/>
            <p:nvPr/>
          </p:nvSpPr>
          <p:spPr>
            <a:xfrm>
              <a:off x="783" y="1359"/>
              <a:ext cx="1562" cy="1"/>
            </a:xfrm>
            <a:prstGeom prst="line">
              <a:avLst/>
            </a:prstGeom>
            <a:ln w="76200" cap="flat" cmpd="sng">
              <a:solidFill>
                <a:srgbClr val="66CCFF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112655" name="Line 12"/>
            <p:cNvSpPr/>
            <p:nvPr/>
          </p:nvSpPr>
          <p:spPr>
            <a:xfrm>
              <a:off x="783" y="1766"/>
              <a:ext cx="1564" cy="1"/>
            </a:xfrm>
            <a:prstGeom prst="line">
              <a:avLst/>
            </a:prstGeom>
            <a:ln w="76200" cap="flat" cmpd="sng">
              <a:solidFill>
                <a:srgbClr val="66CC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2656" name="Line 13"/>
            <p:cNvSpPr/>
            <p:nvPr/>
          </p:nvSpPr>
          <p:spPr>
            <a:xfrm>
              <a:off x="783" y="2174"/>
              <a:ext cx="1562" cy="1"/>
            </a:xfrm>
            <a:prstGeom prst="line">
              <a:avLst/>
            </a:prstGeom>
            <a:ln w="76200" cap="flat" cmpd="sng">
              <a:solidFill>
                <a:srgbClr val="66CCFF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112657" name="Text Box 14"/>
            <p:cNvSpPr txBox="1"/>
            <p:nvPr/>
          </p:nvSpPr>
          <p:spPr>
            <a:xfrm>
              <a:off x="1070" y="980"/>
              <a:ext cx="898" cy="21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chemeClr val="tx2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</a:t>
              </a:r>
              <a:r>
                <a:rPr lang="zh-CN" altLang="en-US" sz="1800" dirty="0">
                  <a:solidFill>
                    <a:schemeClr val="tx2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租约请求</a:t>
              </a:r>
              <a:endParaRPr lang="zh-CN" altLang="en-US" sz="1800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12658" name="Text Box 15"/>
            <p:cNvSpPr txBox="1"/>
            <p:nvPr/>
          </p:nvSpPr>
          <p:spPr>
            <a:xfrm>
              <a:off x="1070" y="1395"/>
              <a:ext cx="900" cy="21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chemeClr val="tx2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</a:t>
              </a:r>
              <a:r>
                <a:rPr lang="zh-CN" altLang="en-US" sz="1800" dirty="0">
                  <a:solidFill>
                    <a:schemeClr val="tx2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租约提供</a:t>
              </a:r>
              <a:endParaRPr lang="zh-CN" altLang="en-US" sz="1800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12659" name="Text Box 16"/>
            <p:cNvSpPr txBox="1"/>
            <p:nvPr/>
          </p:nvSpPr>
          <p:spPr>
            <a:xfrm>
              <a:off x="1056" y="1839"/>
              <a:ext cx="901" cy="22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chemeClr val="tx2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</a:t>
              </a:r>
              <a:r>
                <a:rPr lang="zh-CN" altLang="en-US" sz="1800" dirty="0">
                  <a:solidFill>
                    <a:schemeClr val="tx2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租约选择</a:t>
              </a:r>
              <a:endParaRPr lang="zh-CN" altLang="en-US" sz="1800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12660" name="Text Box 17"/>
            <p:cNvSpPr txBox="1"/>
            <p:nvPr/>
          </p:nvSpPr>
          <p:spPr>
            <a:xfrm>
              <a:off x="1096" y="2258"/>
              <a:ext cx="901" cy="21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chemeClr val="tx2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</a:t>
              </a:r>
              <a:r>
                <a:rPr lang="zh-CN" altLang="en-US" sz="1800" dirty="0">
                  <a:solidFill>
                    <a:schemeClr val="tx2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租约确认</a:t>
              </a:r>
              <a:endParaRPr lang="zh-CN" altLang="en-US" sz="1800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12661" name="Text Box 18"/>
            <p:cNvSpPr txBox="1"/>
            <p:nvPr/>
          </p:nvSpPr>
          <p:spPr>
            <a:xfrm>
              <a:off x="157" y="0"/>
              <a:ext cx="1097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chemeClr val="tx2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DHCP</a:t>
              </a:r>
              <a:r>
                <a:rPr lang="zh-CN" altLang="en-US" sz="1800" dirty="0">
                  <a:solidFill>
                    <a:schemeClr val="tx2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客户机</a:t>
              </a:r>
              <a:endParaRPr lang="zh-CN" altLang="en-US" sz="1800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21" name="矩形 20"/>
          <p:cNvSpPr/>
          <p:nvPr/>
        </p:nvSpPr>
        <p:spPr bwMode="auto">
          <a:xfrm>
            <a:off x="10628313" y="180975"/>
            <a:ext cx="1411288" cy="47783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补充内容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3666" name="页脚占位符 4"/>
          <p:cNvSpPr txBox="1">
            <a:spLocks noGrp="1"/>
          </p:cNvSpPr>
          <p:nvPr/>
        </p:nvSpPr>
        <p:spPr>
          <a:xfrm>
            <a:off x="6934200" y="64008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 Layer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3667" name="灯片编号占位符 5"/>
          <p:cNvSpPr txBox="1">
            <a:spLocks noGrp="1"/>
          </p:cNvSpPr>
          <p:nvPr/>
        </p:nvSpPr>
        <p:spPr>
          <a:xfrm>
            <a:off x="9686925" y="6400800"/>
            <a:ext cx="676275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</a:fld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366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sz="33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（1）DHCP发现</a:t>
            </a:r>
            <a:endParaRPr lang="zh-CN" altLang="en-US" sz="33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3669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DHCP工作过程的第一步是DHCP发现（DHCP Discover），该过程也称这为IP发现。以下几种情况需要进行DHCP发现</a:t>
            </a:r>
            <a:endParaRPr lang="zh-CN" altLang="en-US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当客户端第一次发现DHCP客户端方式使用TCP/IP协议栈时，即第一次向DHCP服务器请求TCP/IP配置时。</a:t>
            </a:r>
            <a:endParaRPr lang="zh-CN" altLang="en-US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客户端从使用固定IP地址转向使用DHCP时。</a:t>
            </a:r>
            <a:endParaRPr lang="zh-CN" altLang="en-US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该DHCP客户端所租用的IP地址已被DHCP服务器收回，并已提供给其他的DHCP客户端使用时。</a:t>
            </a:r>
            <a:endParaRPr lang="zh-CN" altLang="en-US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当DHCP客户端发出TCP/IP配置请求时，DHCP客户端既不知道自己的IP地址，也不知道服务器的IP地址。DHCP客户端使便将0.0.0.0作为自己的IP地址，255.255.255.255作为服务器的地址。然后在UDP（  用户数据协议）的67或68端口广播发送一个DHCP发现信息。</a:t>
            </a:r>
            <a:endParaRPr lang="zh-CN" altLang="en-US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10628313" y="180975"/>
            <a:ext cx="1411288" cy="47783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补充内容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90" name="页脚占位符 4"/>
          <p:cNvSpPr txBox="1">
            <a:spLocks noGrp="1"/>
          </p:cNvSpPr>
          <p:nvPr/>
        </p:nvSpPr>
        <p:spPr>
          <a:xfrm>
            <a:off x="6934200" y="64008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 Layer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4691" name="灯片编号占位符 5"/>
          <p:cNvSpPr txBox="1">
            <a:spLocks noGrp="1"/>
          </p:cNvSpPr>
          <p:nvPr/>
        </p:nvSpPr>
        <p:spPr>
          <a:xfrm>
            <a:off x="9686925" y="6400800"/>
            <a:ext cx="676275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</a:fld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469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sz="37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（2）DHCP提供</a:t>
            </a:r>
            <a:endParaRPr lang="zh-CN" altLang="en-US" sz="37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4693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               DHCP工作的第二个过程是DHCP提供（DHCP offer），是指当网络中的任何一个DHCP服务器（同一个网络中存在多个DHCP服务器时）在收到DHCP客户端的DHCP发现信息后，该DHCP服务器若能够提供IP地址，就从该DHCP服务器的IP地址池中选取一个没有出租的IP地址，然后利用广播方式提供给DHCP客户端。在还没有将该IP地址正式租用给DHCP客户端之前，这个IP 地址会暂时保留起来，以免再分配给其他的DHCP客户端。</a:t>
            </a:r>
            <a:endParaRPr lang="zh-CN" altLang="en-US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zh-CN" altLang="en-US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10628313" y="180975"/>
            <a:ext cx="1411288" cy="47783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补充内容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5714" name="页脚占位符 4"/>
          <p:cNvSpPr txBox="1">
            <a:spLocks noGrp="1"/>
          </p:cNvSpPr>
          <p:nvPr/>
        </p:nvSpPr>
        <p:spPr>
          <a:xfrm>
            <a:off x="6934200" y="64008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 Layer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5715" name="灯片编号占位符 5"/>
          <p:cNvSpPr txBox="1">
            <a:spLocks noGrp="1"/>
          </p:cNvSpPr>
          <p:nvPr/>
        </p:nvSpPr>
        <p:spPr>
          <a:xfrm>
            <a:off x="9686925" y="6400800"/>
            <a:ext cx="676275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</a:fld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7680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>
            <a:normAutofit fontScale="9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br>
              <a:rPr kumimoji="0" lang="en-US" altLang="zh-CN" sz="37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br>
            <a:r>
              <a:rPr kumimoji="0" lang="zh-CN" altLang="en-US" sz="37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（3）DHCP请求</a:t>
            </a:r>
            <a:endParaRPr kumimoji="0" lang="zh-CN" altLang="en-US" sz="37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15717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>
              <a:lnSpc>
                <a:spcPct val="16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DHCP工作的第三个过程是DHCP请求（DHCP request），一旦DHCP客户端收到第一个由DHCP服务器提供的应答信息后，就进入此过程。当DHCP客户端收到第1个DHCP服务器响应信息后就以广播的方式发送一个DHCP请求信息给网络中所有的DHCP服务器。在DHCP请求信息中包含有所选择的DHCP服务器的IP地址。</a:t>
            </a:r>
            <a:endParaRPr lang="zh-CN" altLang="en-US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60000"/>
              </a:lnSpc>
              <a:spcBef>
                <a:spcPct val="0"/>
              </a:spcBef>
            </a:pPr>
            <a:endParaRPr lang="zh-CN" altLang="en-US" sz="32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10628313" y="180975"/>
            <a:ext cx="1411288" cy="47783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补充内容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738" name="页脚占位符 4"/>
          <p:cNvSpPr txBox="1">
            <a:spLocks noGrp="1"/>
          </p:cNvSpPr>
          <p:nvPr/>
        </p:nvSpPr>
        <p:spPr>
          <a:xfrm>
            <a:off x="6934200" y="64008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 Layer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6739" name="灯片编号占位符 5"/>
          <p:cNvSpPr txBox="1">
            <a:spLocks noGrp="1"/>
          </p:cNvSpPr>
          <p:nvPr/>
        </p:nvSpPr>
        <p:spPr>
          <a:xfrm>
            <a:off x="9686925" y="6400800"/>
            <a:ext cx="676275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</a:fld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674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sz="37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（4）DHCP应答</a:t>
            </a:r>
            <a:endParaRPr lang="zh-CN" altLang="en-US" sz="37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6741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HCP工作的最后一个过程便是DHCP应答（DHCPACK）。一旦被选择的DHCP服务器接收到DHCP客户端的DHCP请求信息后，就将已保留的这个IP地址标识为已租用，然后也以广播方式发送一个DHCP应答信息给DHCP客户端。该DHCP客户端在接收DHCP应答信息后，就完成了获得IP地址的过程，便开始利用这个已租到的IP地址与网络中的其他计算机进行通信。</a:t>
            </a:r>
            <a:endParaRPr lang="zh-CN" altLang="en-US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为什么在最后一个过程中DHCP服务器还使用广播方式呢？这是因为在此时，DHCP客户还没有真正获得IP地址。</a:t>
            </a:r>
            <a:endParaRPr lang="zh-CN" altLang="en-US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10628313" y="180975"/>
            <a:ext cx="1411288" cy="47783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补充内容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7762" name="Text Box 7"/>
          <p:cNvSpPr txBox="1"/>
          <p:nvPr/>
        </p:nvSpPr>
        <p:spPr>
          <a:xfrm>
            <a:off x="2039938" y="1089025"/>
            <a:ext cx="2641600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DHCP server: 223.1.2.5</a:t>
            </a:r>
            <a:endParaRPr lang="en-US" altLang="zh-CN" sz="1600" b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7763" name="Text Box 8"/>
          <p:cNvSpPr txBox="1"/>
          <p:nvPr/>
        </p:nvSpPr>
        <p:spPr>
          <a:xfrm>
            <a:off x="7526338" y="1311275"/>
            <a:ext cx="1976437" cy="338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Arriving  client</a:t>
            </a:r>
            <a:endParaRPr lang="en-US" altLang="zh-CN" sz="1600" b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7764" name="Line 10"/>
          <p:cNvSpPr/>
          <p:nvPr/>
        </p:nvSpPr>
        <p:spPr>
          <a:xfrm flipH="1">
            <a:off x="3340100" y="2163763"/>
            <a:ext cx="11113" cy="4027487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7765" name="Line 11"/>
          <p:cNvSpPr/>
          <p:nvPr/>
        </p:nvSpPr>
        <p:spPr>
          <a:xfrm flipH="1">
            <a:off x="7866063" y="2239963"/>
            <a:ext cx="11112" cy="4140200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6" name="Group 5"/>
          <p:cNvGrpSpPr/>
          <p:nvPr/>
        </p:nvGrpSpPr>
        <p:grpSpPr>
          <a:xfrm>
            <a:off x="3384550" y="1343025"/>
            <a:ext cx="4395788" cy="1401763"/>
            <a:chOff x="1860550" y="1343025"/>
            <a:chExt cx="4395788" cy="1401763"/>
          </a:xfrm>
        </p:grpSpPr>
        <p:sp>
          <p:nvSpPr>
            <p:cNvPr id="117851" name="Line 9"/>
            <p:cNvSpPr/>
            <p:nvPr/>
          </p:nvSpPr>
          <p:spPr>
            <a:xfrm flipH="1">
              <a:off x="1860550" y="2208213"/>
              <a:ext cx="4395788" cy="536575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117852" name="Group 23"/>
            <p:cNvGrpSpPr/>
            <p:nvPr/>
          </p:nvGrpSpPr>
          <p:grpSpPr>
            <a:xfrm>
              <a:off x="3389313" y="1343025"/>
              <a:ext cx="2673350" cy="1116013"/>
              <a:chOff x="11865" y="3885"/>
              <a:chExt cx="3720" cy="1260"/>
            </a:xfrm>
          </p:grpSpPr>
          <p:sp>
            <p:nvSpPr>
              <p:cNvPr id="117853" name="Text Box 24"/>
              <p:cNvSpPr txBox="1"/>
              <p:nvPr/>
            </p:nvSpPr>
            <p:spPr>
              <a:xfrm>
                <a:off x="11865" y="3885"/>
                <a:ext cx="2062" cy="49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b="1" dirty="0">
                    <a:solidFill>
                      <a:srgbClr val="000000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DHCP discover</a:t>
                </a:r>
                <a:endParaRPr lang="en-US" altLang="zh-CN" sz="1200" b="1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17854" name="Text Box 25"/>
              <p:cNvSpPr txBox="1"/>
              <p:nvPr/>
            </p:nvSpPr>
            <p:spPr>
              <a:xfrm>
                <a:off x="12015" y="4231"/>
                <a:ext cx="3570" cy="914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solidFill>
                      <a:srgbClr val="000000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src : 0.0.0.0, 68     </a:t>
                </a:r>
                <a:endParaRPr lang="en-US" altLang="zh-CN" sz="1200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solidFill>
                      <a:srgbClr val="000000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dest.: 255.255.255.255,67</a:t>
                </a:r>
                <a:endParaRPr lang="en-US" altLang="zh-CN" sz="1200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solidFill>
                      <a:srgbClr val="000000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yiaddr:    0.0.0.0</a:t>
                </a:r>
                <a:endParaRPr lang="en-US" altLang="zh-CN" sz="1200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solidFill>
                      <a:srgbClr val="000000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transaction ID: 654</a:t>
                </a:r>
                <a:endParaRPr lang="en-US" altLang="zh-CN" sz="1600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</p:grpSp>
      <p:sp>
        <p:nvSpPr>
          <p:cNvPr id="34825" name="Line 26"/>
          <p:cNvSpPr/>
          <p:nvPr/>
        </p:nvSpPr>
        <p:spPr>
          <a:xfrm>
            <a:off x="3427413" y="3194050"/>
            <a:ext cx="4395787" cy="538163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7" name="Group 6"/>
          <p:cNvGrpSpPr/>
          <p:nvPr/>
        </p:nvGrpSpPr>
        <p:grpSpPr>
          <a:xfrm>
            <a:off x="5086350" y="2579688"/>
            <a:ext cx="2520950" cy="1217612"/>
            <a:chOff x="3562350" y="2579688"/>
            <a:chExt cx="2520950" cy="1217612"/>
          </a:xfrm>
        </p:grpSpPr>
        <p:sp>
          <p:nvSpPr>
            <p:cNvPr id="117849" name="Text Box 27"/>
            <p:cNvSpPr txBox="1"/>
            <p:nvPr/>
          </p:nvSpPr>
          <p:spPr>
            <a:xfrm>
              <a:off x="3562350" y="2579688"/>
              <a:ext cx="1379538" cy="330200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DHCP offer</a:t>
              </a:r>
              <a:endParaRPr lang="en-US" altLang="zh-CN" sz="16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17850" name="Text Box 28"/>
            <p:cNvSpPr txBox="1"/>
            <p:nvPr/>
          </p:nvSpPr>
          <p:spPr>
            <a:xfrm>
              <a:off x="3659188" y="2832100"/>
              <a:ext cx="2424112" cy="965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src: 223.1.2.5, 67      </a:t>
              </a:r>
              <a:endPara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dest:  255.255.255.255, 68</a:t>
              </a:r>
              <a:endPara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yiaddrr: 223.1.2.4</a:t>
              </a:r>
              <a:endPara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transaction ID: 654</a:t>
              </a:r>
              <a:endPara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lifetime: 3600 secs</a:t>
              </a:r>
              <a:endParaRPr lang="en-US" altLang="zh-CN" sz="8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34828" name="Line 29"/>
          <p:cNvSpPr/>
          <p:nvPr/>
        </p:nvSpPr>
        <p:spPr>
          <a:xfrm flipH="1">
            <a:off x="3319463" y="4422775"/>
            <a:ext cx="4395787" cy="536575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8" name="Group 7"/>
          <p:cNvGrpSpPr/>
          <p:nvPr/>
        </p:nvGrpSpPr>
        <p:grpSpPr>
          <a:xfrm>
            <a:off x="3490913" y="3765550"/>
            <a:ext cx="2887662" cy="1260475"/>
            <a:chOff x="1966913" y="3765550"/>
            <a:chExt cx="2887662" cy="1260475"/>
          </a:xfrm>
        </p:grpSpPr>
        <p:sp>
          <p:nvSpPr>
            <p:cNvPr id="117847" name="Text Box 30"/>
            <p:cNvSpPr txBox="1"/>
            <p:nvPr/>
          </p:nvSpPr>
          <p:spPr>
            <a:xfrm>
              <a:off x="1966913" y="3765550"/>
              <a:ext cx="1379537" cy="328613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DHCP request</a:t>
              </a:r>
              <a:endParaRPr lang="en-US" altLang="zh-CN" sz="16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17848" name="Text Box 31"/>
            <p:cNvSpPr txBox="1"/>
            <p:nvPr/>
          </p:nvSpPr>
          <p:spPr>
            <a:xfrm>
              <a:off x="2097088" y="4027488"/>
              <a:ext cx="2757487" cy="998537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src:  0.0.0.0, 68     </a:t>
              </a:r>
              <a:endPara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dest::  255.255.255.255, 67</a:t>
              </a:r>
              <a:endPara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yiaddrr: 223.1.2.4</a:t>
              </a:r>
              <a:endPara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transaction ID: 655</a:t>
              </a:r>
              <a:endPara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lifetime: 3600 secs</a:t>
              </a:r>
              <a:endParaRPr lang="en-US" altLang="zh-CN" sz="16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34831" name="Line 32"/>
          <p:cNvSpPr/>
          <p:nvPr/>
        </p:nvSpPr>
        <p:spPr>
          <a:xfrm>
            <a:off x="3405188" y="5453063"/>
            <a:ext cx="4395787" cy="538162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9" name="Group 8"/>
          <p:cNvGrpSpPr/>
          <p:nvPr/>
        </p:nvGrpSpPr>
        <p:grpSpPr>
          <a:xfrm>
            <a:off x="5043488" y="5168900"/>
            <a:ext cx="2509837" cy="1271588"/>
            <a:chOff x="3519488" y="5168900"/>
            <a:chExt cx="2509837" cy="1271588"/>
          </a:xfrm>
        </p:grpSpPr>
        <p:sp>
          <p:nvSpPr>
            <p:cNvPr id="117845" name="Text Box 33"/>
            <p:cNvSpPr txBox="1"/>
            <p:nvPr/>
          </p:nvSpPr>
          <p:spPr>
            <a:xfrm>
              <a:off x="3519488" y="5168900"/>
              <a:ext cx="1379537" cy="328613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DHCP ACK</a:t>
              </a:r>
              <a:endParaRPr lang="en-US" altLang="zh-CN" sz="16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17846" name="Text Box 34"/>
            <p:cNvSpPr txBox="1"/>
            <p:nvPr/>
          </p:nvSpPr>
          <p:spPr>
            <a:xfrm>
              <a:off x="3616325" y="5421313"/>
              <a:ext cx="2413000" cy="1019175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src: 223.1.2.5, 67      </a:t>
              </a:r>
              <a:endPara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dest:  255.255.255.255, 68</a:t>
              </a:r>
              <a:endPara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yiaddrr: 223.1.2.4</a:t>
              </a:r>
              <a:endPara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transaction ID: 655</a:t>
              </a:r>
              <a:endPara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lifetime: 3600 secs</a:t>
              </a:r>
              <a:endParaRPr lang="en-US" altLang="zh-CN" sz="10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grpSp>
        <p:nvGrpSpPr>
          <p:cNvPr id="117773" name="Group 36"/>
          <p:cNvGrpSpPr/>
          <p:nvPr/>
        </p:nvGrpSpPr>
        <p:grpSpPr>
          <a:xfrm>
            <a:off x="7818438" y="1781175"/>
            <a:ext cx="784225" cy="549275"/>
            <a:chOff x="4420" y="878"/>
            <a:chExt cx="614" cy="458"/>
          </a:xfrm>
        </p:grpSpPr>
        <p:pic>
          <p:nvPicPr>
            <p:cNvPr id="117823" name="Picture 37" descr="laptop_keyboar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109064" flipH="1">
              <a:off x="4420" y="1108"/>
              <a:ext cx="527" cy="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7824" name="Freeform 38"/>
            <p:cNvSpPr/>
            <p:nvPr/>
          </p:nvSpPr>
          <p:spPr>
            <a:xfrm>
              <a:off x="4595" y="888"/>
              <a:ext cx="424" cy="297"/>
            </a:xfrm>
            <a:custGeom>
              <a:avLst/>
              <a:gdLst>
                <a:gd name="txL" fmla="*/ 0 w 2982"/>
                <a:gd name="txT" fmla="*/ 0 h 2442"/>
                <a:gd name="txR" fmla="*/ 2982 w 2982"/>
                <a:gd name="txB" fmla="*/ 2442 h 2442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>
                <a:alpha val="100000"/>
              </a:scheme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pic>
          <p:nvPicPr>
            <p:cNvPr id="117825" name="Picture 39" descr="screen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16" y="895"/>
              <a:ext cx="385" cy="27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7826" name="Freeform 40"/>
            <p:cNvSpPr/>
            <p:nvPr/>
          </p:nvSpPr>
          <p:spPr>
            <a:xfrm>
              <a:off x="4672" y="879"/>
              <a:ext cx="359" cy="55"/>
            </a:xfrm>
            <a:custGeom>
              <a:avLst/>
              <a:gdLst>
                <a:gd name="txL" fmla="*/ 0 w 2528"/>
                <a:gd name="txT" fmla="*/ 0 h 455"/>
                <a:gd name="txR" fmla="*/ 2528 w 2528"/>
                <a:gd name="txB" fmla="*/ 455 h 455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rgbClr val="EAEAEA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7827" name="Freeform 41"/>
            <p:cNvSpPr/>
            <p:nvPr/>
          </p:nvSpPr>
          <p:spPr>
            <a:xfrm>
              <a:off x="4591" y="878"/>
              <a:ext cx="100" cy="230"/>
            </a:xfrm>
            <a:custGeom>
              <a:avLst/>
              <a:gdLst>
                <a:gd name="txL" fmla="*/ 0 w 702"/>
                <a:gd name="txT" fmla="*/ 0 h 1893"/>
                <a:gd name="txR" fmla="*/ 702 w 702"/>
                <a:gd name="txB" fmla="*/ 1893 h 1893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7828" name="Freeform 42"/>
            <p:cNvSpPr/>
            <p:nvPr/>
          </p:nvSpPr>
          <p:spPr>
            <a:xfrm>
              <a:off x="4921" y="920"/>
              <a:ext cx="108" cy="265"/>
            </a:xfrm>
            <a:custGeom>
              <a:avLst/>
              <a:gdLst>
                <a:gd name="txL" fmla="*/ 0 w 756"/>
                <a:gd name="txT" fmla="*/ 0 h 2184"/>
                <a:gd name="txR" fmla="*/ 756 w 756"/>
                <a:gd name="txB" fmla="*/ 2184 h 2184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7829" name="Freeform 43"/>
            <p:cNvSpPr/>
            <p:nvPr/>
          </p:nvSpPr>
          <p:spPr>
            <a:xfrm>
              <a:off x="4590" y="1097"/>
              <a:ext cx="394" cy="89"/>
            </a:xfrm>
            <a:custGeom>
              <a:avLst/>
              <a:gdLst>
                <a:gd name="txL" fmla="*/ 0 w 2773"/>
                <a:gd name="txT" fmla="*/ 0 h 738"/>
                <a:gd name="txR" fmla="*/ 2773 w 2773"/>
                <a:gd name="txB" fmla="*/ 738 h 738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7830" name="Freeform 44"/>
            <p:cNvSpPr/>
            <p:nvPr/>
          </p:nvSpPr>
          <p:spPr>
            <a:xfrm>
              <a:off x="4933" y="922"/>
              <a:ext cx="101" cy="266"/>
            </a:xfrm>
            <a:custGeom>
              <a:avLst/>
              <a:gdLst>
                <a:gd name="txL" fmla="*/ 0 w 637"/>
                <a:gd name="txT" fmla="*/ 0 h 1659"/>
                <a:gd name="txR" fmla="*/ 637 w 637"/>
                <a:gd name="txB" fmla="*/ 1659 h 1659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7831" name="Freeform 45"/>
            <p:cNvSpPr/>
            <p:nvPr/>
          </p:nvSpPr>
          <p:spPr>
            <a:xfrm>
              <a:off x="4590" y="1109"/>
              <a:ext cx="351" cy="88"/>
            </a:xfrm>
            <a:custGeom>
              <a:avLst/>
              <a:gdLst>
                <a:gd name="txL" fmla="*/ 0 w 2216"/>
                <a:gd name="txT" fmla="*/ 0 h 550"/>
                <a:gd name="txR" fmla="*/ 2216 w 2216"/>
                <a:gd name="txB" fmla="*/ 550 h 55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17832" name="Group 46"/>
            <p:cNvGrpSpPr/>
            <p:nvPr/>
          </p:nvGrpSpPr>
          <p:grpSpPr>
            <a:xfrm>
              <a:off x="4584" y="1203"/>
              <a:ext cx="119" cy="53"/>
              <a:chOff x="1740" y="2642"/>
              <a:chExt cx="752" cy="327"/>
            </a:xfrm>
          </p:grpSpPr>
          <p:sp>
            <p:nvSpPr>
              <p:cNvPr id="117839" name="Freeform 47"/>
              <p:cNvSpPr/>
              <p:nvPr/>
            </p:nvSpPr>
            <p:spPr>
              <a:xfrm>
                <a:off x="1740" y="2642"/>
                <a:ext cx="752" cy="327"/>
              </a:xfrm>
              <a:custGeom>
                <a:avLst/>
                <a:gdLst>
                  <a:gd name="txL" fmla="*/ 0 w 752"/>
                  <a:gd name="txT" fmla="*/ 0 h 327"/>
                  <a:gd name="txR" fmla="*/ 752 w 752"/>
                  <a:gd name="txB" fmla="*/ 327 h 327"/>
                </a:gdLst>
                <a:ahLst/>
                <a:cxnLst>
                  <a:cxn ang="0">
                    <a:pos x="293" y="0"/>
                  </a:cxn>
                  <a:cxn ang="0">
                    <a:pos x="752" y="124"/>
                  </a:cxn>
                  <a:cxn ang="0">
                    <a:pos x="470" y="327"/>
                  </a:cxn>
                  <a:cxn ang="0">
                    <a:pos x="0" y="183"/>
                  </a:cxn>
                  <a:cxn ang="0">
                    <a:pos x="293" y="0"/>
                  </a:cxn>
                </a:cxnLst>
                <a:rect l="txL" t="txT" r="txR" b="tx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17840" name="Freeform 48"/>
              <p:cNvSpPr/>
              <p:nvPr/>
            </p:nvSpPr>
            <p:spPr>
              <a:xfrm>
                <a:off x="1754" y="2649"/>
                <a:ext cx="726" cy="311"/>
              </a:xfrm>
              <a:custGeom>
                <a:avLst/>
                <a:gdLst>
                  <a:gd name="txL" fmla="*/ 0 w 726"/>
                  <a:gd name="txT" fmla="*/ 0 h 311"/>
                  <a:gd name="txR" fmla="*/ 726 w 726"/>
                  <a:gd name="txB" fmla="*/ 311 h 311"/>
                </a:gdLst>
                <a:ahLst/>
                <a:cxnLst>
                  <a:cxn ang="0">
                    <a:pos x="282" y="0"/>
                  </a:cxn>
                  <a:cxn ang="0">
                    <a:pos x="726" y="119"/>
                  </a:cxn>
                  <a:cxn ang="0">
                    <a:pos x="457" y="311"/>
                  </a:cxn>
                  <a:cxn ang="0">
                    <a:pos x="0" y="173"/>
                  </a:cxn>
                  <a:cxn ang="0">
                    <a:pos x="282" y="0"/>
                  </a:cxn>
                </a:cxnLst>
                <a:rect l="txL" t="txT" r="txR" b="tx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>
                      <a:alpha val="100000"/>
                    </a:srgbClr>
                  </a:gs>
                  <a:gs pos="100000">
                    <a:srgbClr val="DDDDDD">
                      <a:alpha val="100000"/>
                    </a:srgb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17841" name="Freeform 49"/>
              <p:cNvSpPr/>
              <p:nvPr/>
            </p:nvSpPr>
            <p:spPr>
              <a:xfrm>
                <a:off x="1808" y="2770"/>
                <a:ext cx="258" cy="100"/>
              </a:xfrm>
              <a:custGeom>
                <a:avLst/>
                <a:gdLst>
                  <a:gd name="txL" fmla="*/ 0 w 258"/>
                  <a:gd name="txT" fmla="*/ 0 h 100"/>
                  <a:gd name="txR" fmla="*/ 258 w 258"/>
                  <a:gd name="txB" fmla="*/ 100 h 100"/>
                </a:gdLst>
                <a:ahLst/>
                <a:cxnLst>
                  <a:cxn ang="0">
                    <a:pos x="0" y="44"/>
                  </a:cxn>
                  <a:cxn ang="0">
                    <a:pos x="75" y="0"/>
                  </a:cxn>
                  <a:cxn ang="0">
                    <a:pos x="258" y="50"/>
                  </a:cxn>
                  <a:cxn ang="0">
                    <a:pos x="183" y="100"/>
                  </a:cxn>
                  <a:cxn ang="0">
                    <a:pos x="0" y="44"/>
                  </a:cxn>
                </a:cxnLst>
                <a:rect l="txL" t="txT" r="txR" b="tx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17842" name="Freeform 50"/>
              <p:cNvSpPr/>
              <p:nvPr/>
            </p:nvSpPr>
            <p:spPr>
              <a:xfrm>
                <a:off x="1799" y="2816"/>
                <a:ext cx="194" cy="63"/>
              </a:xfrm>
              <a:custGeom>
                <a:avLst/>
                <a:gdLst>
                  <a:gd name="txL" fmla="*/ 0 w 194"/>
                  <a:gd name="txT" fmla="*/ 0 h 63"/>
                  <a:gd name="txR" fmla="*/ 194 w 194"/>
                  <a:gd name="txB" fmla="*/ 63 h 63"/>
                </a:gdLst>
                <a:ahLst/>
                <a:cxnLst>
                  <a:cxn ang="0">
                    <a:pos x="12" y="0"/>
                  </a:cxn>
                  <a:cxn ang="0">
                    <a:pos x="194" y="53"/>
                  </a:cxn>
                  <a:cxn ang="0">
                    <a:pos x="180" y="63"/>
                  </a:cxn>
                  <a:cxn ang="0">
                    <a:pos x="0" y="9"/>
                  </a:cxn>
                  <a:cxn ang="0">
                    <a:pos x="12" y="0"/>
                  </a:cxn>
                </a:cxnLst>
                <a:rect l="txL" t="txT" r="txR" b="tx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17843" name="Freeform 51"/>
              <p:cNvSpPr/>
              <p:nvPr/>
            </p:nvSpPr>
            <p:spPr>
              <a:xfrm>
                <a:off x="2020" y="2834"/>
                <a:ext cx="258" cy="102"/>
              </a:xfrm>
              <a:custGeom>
                <a:avLst/>
                <a:gdLst>
                  <a:gd name="txL" fmla="*/ 0 w 258"/>
                  <a:gd name="txT" fmla="*/ 0 h 102"/>
                  <a:gd name="txR" fmla="*/ 258 w 258"/>
                  <a:gd name="txB" fmla="*/ 102 h 102"/>
                </a:gdLst>
                <a:ahLst/>
                <a:cxnLst>
                  <a:cxn ang="0">
                    <a:pos x="0" y="46"/>
                  </a:cxn>
                  <a:cxn ang="0">
                    <a:pos x="71" y="0"/>
                  </a:cxn>
                  <a:cxn ang="0">
                    <a:pos x="258" y="52"/>
                  </a:cxn>
                  <a:cxn ang="0">
                    <a:pos x="183" y="102"/>
                  </a:cxn>
                  <a:cxn ang="0">
                    <a:pos x="0" y="46"/>
                  </a:cxn>
                </a:cxnLst>
                <a:rect l="txL" t="txT" r="txR" b="tx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17844" name="Freeform 52"/>
              <p:cNvSpPr/>
              <p:nvPr/>
            </p:nvSpPr>
            <p:spPr>
              <a:xfrm>
                <a:off x="2011" y="2882"/>
                <a:ext cx="194" cy="63"/>
              </a:xfrm>
              <a:custGeom>
                <a:avLst/>
                <a:gdLst>
                  <a:gd name="txL" fmla="*/ 0 w 194"/>
                  <a:gd name="txT" fmla="*/ 0 h 63"/>
                  <a:gd name="txR" fmla="*/ 194 w 194"/>
                  <a:gd name="txB" fmla="*/ 63 h 63"/>
                </a:gdLst>
                <a:ahLst/>
                <a:cxnLst>
                  <a:cxn ang="0">
                    <a:pos x="12" y="0"/>
                  </a:cxn>
                  <a:cxn ang="0">
                    <a:pos x="194" y="53"/>
                  </a:cxn>
                  <a:cxn ang="0">
                    <a:pos x="180" y="63"/>
                  </a:cxn>
                  <a:cxn ang="0">
                    <a:pos x="0" y="9"/>
                  </a:cxn>
                  <a:cxn ang="0">
                    <a:pos x="12" y="0"/>
                  </a:cxn>
                </a:cxnLst>
                <a:rect l="txL" t="txT" r="txR" b="tx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17833" name="Freeform 53"/>
            <p:cNvSpPr/>
            <p:nvPr/>
          </p:nvSpPr>
          <p:spPr>
            <a:xfrm>
              <a:off x="4788" y="1211"/>
              <a:ext cx="144" cy="116"/>
            </a:xfrm>
            <a:custGeom>
              <a:avLst/>
              <a:gdLst>
                <a:gd name="txL" fmla="*/ 0 w 990"/>
                <a:gd name="txT" fmla="*/ 0 h 792"/>
                <a:gd name="txR" fmla="*/ 990 w 990"/>
                <a:gd name="txB" fmla="*/ 792 h 792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7834" name="Freeform 54"/>
            <p:cNvSpPr/>
            <p:nvPr/>
          </p:nvSpPr>
          <p:spPr>
            <a:xfrm>
              <a:off x="4420" y="1220"/>
              <a:ext cx="369" cy="106"/>
            </a:xfrm>
            <a:custGeom>
              <a:avLst/>
              <a:gdLst>
                <a:gd name="txL" fmla="*/ 0 w 2532"/>
                <a:gd name="txT" fmla="*/ 0 h 723"/>
                <a:gd name="txR" fmla="*/ 2532 w 2532"/>
                <a:gd name="txB" fmla="*/ 723 h 723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7835" name="Freeform 55"/>
            <p:cNvSpPr/>
            <p:nvPr/>
          </p:nvSpPr>
          <p:spPr>
            <a:xfrm>
              <a:off x="4420" y="1201"/>
              <a:ext cx="4" cy="21"/>
            </a:xfrm>
            <a:custGeom>
              <a:avLst/>
              <a:gdLst>
                <a:gd name="txL" fmla="*/ 0 w 26"/>
                <a:gd name="txT" fmla="*/ 0 h 147"/>
                <a:gd name="txR" fmla="*/ 26 w 26"/>
                <a:gd name="txB" fmla="*/ 147 h 147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7836" name="Freeform 56"/>
            <p:cNvSpPr/>
            <p:nvPr/>
          </p:nvSpPr>
          <p:spPr>
            <a:xfrm>
              <a:off x="4421" y="1114"/>
              <a:ext cx="171" cy="88"/>
            </a:xfrm>
            <a:custGeom>
              <a:avLst/>
              <a:gdLst>
                <a:gd name="txL" fmla="*/ 0 w 1176"/>
                <a:gd name="txT" fmla="*/ 0 h 606"/>
                <a:gd name="txR" fmla="*/ 1176 w 1176"/>
                <a:gd name="txB" fmla="*/ 606 h 606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7837" name="Freeform 57"/>
            <p:cNvSpPr/>
            <p:nvPr/>
          </p:nvSpPr>
          <p:spPr>
            <a:xfrm>
              <a:off x="4432" y="1205"/>
              <a:ext cx="350" cy="102"/>
            </a:xfrm>
            <a:custGeom>
              <a:avLst/>
              <a:gdLst>
                <a:gd name="txL" fmla="*/ 0 w 2532"/>
                <a:gd name="txT" fmla="*/ 0 h 723"/>
                <a:gd name="txR" fmla="*/ 2532 w 2532"/>
                <a:gd name="txB" fmla="*/ 723 h 723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7838" name="Freeform 58"/>
            <p:cNvSpPr/>
            <p:nvPr/>
          </p:nvSpPr>
          <p:spPr>
            <a:xfrm flipV="1">
              <a:off x="4782" y="1198"/>
              <a:ext cx="142" cy="105"/>
            </a:xfrm>
            <a:custGeom>
              <a:avLst/>
              <a:gdLst>
                <a:gd name="txL" fmla="*/ 0 w 2532"/>
                <a:gd name="txT" fmla="*/ 0 h 723"/>
                <a:gd name="txR" fmla="*/ 2532 w 2532"/>
                <a:gd name="txB" fmla="*/ 723 h 723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17774" name="Group 60"/>
          <p:cNvGrpSpPr/>
          <p:nvPr/>
        </p:nvGrpSpPr>
        <p:grpSpPr>
          <a:xfrm>
            <a:off x="3241675" y="1590675"/>
            <a:ext cx="334963" cy="536575"/>
            <a:chOff x="4140" y="429"/>
            <a:chExt cx="1425" cy="2396"/>
          </a:xfrm>
        </p:grpSpPr>
        <p:sp>
          <p:nvSpPr>
            <p:cNvPr id="117791" name="Freeform 61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>
                <a:gd name="txL" fmla="*/ 0 w 354"/>
                <a:gd name="txT" fmla="*/ 0 h 2742"/>
                <a:gd name="txR" fmla="*/ 354 w 354"/>
                <a:gd name="txB" fmla="*/ 2742 h 2742"/>
              </a:gdLst>
              <a:ahLst/>
              <a:cxnLst>
                <a:cxn ang="0">
                  <a:pos x="2" y="0"/>
                </a:cxn>
                <a:cxn ang="0">
                  <a:pos x="4" y="9"/>
                </a:cxn>
                <a:cxn ang="0">
                  <a:pos x="4" y="69"/>
                </a:cxn>
                <a:cxn ang="0">
                  <a:pos x="0" y="72"/>
                </a:cxn>
                <a:cxn ang="0">
                  <a:pos x="2" y="0"/>
                </a:cxn>
              </a:cxnLst>
              <a:rect l="txL" t="txT" r="txR" b="tx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100000"/>
                  </a:srgbClr>
                </a:gs>
                <a:gs pos="100000">
                  <a:srgbClr val="333333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7792" name="Rectangle 62"/>
            <p:cNvSpPr/>
            <p:nvPr/>
          </p:nvSpPr>
          <p:spPr>
            <a:xfrm>
              <a:off x="4208" y="429"/>
              <a:ext cx="1047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17793" name="Freeform 63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>
                <a:gd name="txL" fmla="*/ 0 w 211"/>
                <a:gd name="txT" fmla="*/ 0 h 2537"/>
                <a:gd name="txR" fmla="*/ 211 w 211"/>
                <a:gd name="txB" fmla="*/ 2537 h 2537"/>
              </a:gdLst>
              <a:ahLst/>
              <a:cxnLst>
                <a:cxn ang="0">
                  <a:pos x="2" y="0"/>
                </a:cxn>
                <a:cxn ang="0">
                  <a:pos x="2" y="7"/>
                </a:cxn>
                <a:cxn ang="0">
                  <a:pos x="2" y="65"/>
                </a:cxn>
                <a:cxn ang="0">
                  <a:pos x="2" y="0"/>
                </a:cxn>
              </a:cxnLst>
              <a:rect l="txL" t="txT" r="txR" b="tx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>
                    <a:alpha val="100000"/>
                  </a:srgbClr>
                </a:gs>
                <a:gs pos="100000">
                  <a:srgbClr val="F8F8F8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7794" name="Freeform 64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>
                <a:gd name="txL" fmla="*/ 0 w 328"/>
                <a:gd name="txT" fmla="*/ 0 h 226"/>
                <a:gd name="txR" fmla="*/ 328 w 328"/>
                <a:gd name="txB" fmla="*/ 226 h 226"/>
              </a:gdLst>
              <a:ahLst/>
              <a:cxnLst>
                <a:cxn ang="0">
                  <a:pos x="2" y="0"/>
                </a:cxn>
                <a:cxn ang="0">
                  <a:pos x="4" y="4"/>
                </a:cxn>
                <a:cxn ang="0">
                  <a:pos x="4" y="7"/>
                </a:cxn>
                <a:cxn ang="0">
                  <a:pos x="0" y="3"/>
                </a:cxn>
                <a:cxn ang="0">
                  <a:pos x="2" y="0"/>
                </a:cxn>
              </a:cxnLst>
              <a:rect l="txL" t="txT" r="txR" b="tx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7795" name="Rectangle 65"/>
            <p:cNvSpPr/>
            <p:nvPr/>
          </p:nvSpPr>
          <p:spPr>
            <a:xfrm>
              <a:off x="4214" y="691"/>
              <a:ext cx="594" cy="50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17796" name="Group 66"/>
            <p:cNvGrpSpPr/>
            <p:nvPr/>
          </p:nvGrpSpPr>
          <p:grpSpPr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7821" name="AutoShape 67"/>
              <p:cNvSpPr/>
              <p:nvPr/>
            </p:nvSpPr>
            <p:spPr>
              <a:xfrm>
                <a:off x="613" y="2570"/>
                <a:ext cx="725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17822" name="AutoShape 68"/>
              <p:cNvSpPr/>
              <p:nvPr/>
            </p:nvSpPr>
            <p:spPr>
              <a:xfrm>
                <a:off x="629" y="2584"/>
                <a:ext cx="691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117797" name="Rectangle 69"/>
            <p:cNvSpPr/>
            <p:nvPr/>
          </p:nvSpPr>
          <p:spPr>
            <a:xfrm>
              <a:off x="4221" y="1017"/>
              <a:ext cx="601" cy="50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17798" name="Group 70"/>
            <p:cNvGrpSpPr/>
            <p:nvPr/>
          </p:nvGrpSpPr>
          <p:grpSpPr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7819" name="AutoShape 71"/>
              <p:cNvSpPr/>
              <p:nvPr/>
            </p:nvSpPr>
            <p:spPr>
              <a:xfrm>
                <a:off x="615" y="2570"/>
                <a:ext cx="725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17820" name="AutoShape 72"/>
              <p:cNvSpPr/>
              <p:nvPr/>
            </p:nvSpPr>
            <p:spPr>
              <a:xfrm>
                <a:off x="632" y="2585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117799" name="Rectangle 73"/>
            <p:cNvSpPr/>
            <p:nvPr/>
          </p:nvSpPr>
          <p:spPr>
            <a:xfrm>
              <a:off x="4214" y="1358"/>
              <a:ext cx="601" cy="50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17800" name="Rectangle 74"/>
            <p:cNvSpPr/>
            <p:nvPr/>
          </p:nvSpPr>
          <p:spPr>
            <a:xfrm>
              <a:off x="4228" y="1655"/>
              <a:ext cx="594" cy="50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17801" name="Group 75"/>
            <p:cNvGrpSpPr/>
            <p:nvPr/>
          </p:nvGrpSpPr>
          <p:grpSpPr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7817" name="AutoShape 76"/>
              <p:cNvSpPr/>
              <p:nvPr/>
            </p:nvSpPr>
            <p:spPr>
              <a:xfrm>
                <a:off x="613" y="2568"/>
                <a:ext cx="724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17818" name="AutoShape 77"/>
              <p:cNvSpPr/>
              <p:nvPr/>
            </p:nvSpPr>
            <p:spPr>
              <a:xfrm>
                <a:off x="630" y="2581"/>
                <a:ext cx="690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117802" name="Freeform 78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>
                <a:gd name="txL" fmla="*/ 0 w 328"/>
                <a:gd name="txT" fmla="*/ 0 h 226"/>
                <a:gd name="txR" fmla="*/ 328 w 328"/>
                <a:gd name="txB" fmla="*/ 226 h 226"/>
              </a:gdLst>
              <a:ahLst/>
              <a:cxnLst>
                <a:cxn ang="0">
                  <a:pos x="2" y="0"/>
                </a:cxn>
                <a:cxn ang="0">
                  <a:pos x="4" y="3"/>
                </a:cxn>
                <a:cxn ang="0">
                  <a:pos x="4" y="6"/>
                </a:cxn>
                <a:cxn ang="0">
                  <a:pos x="0" y="2"/>
                </a:cxn>
                <a:cxn ang="0">
                  <a:pos x="2" y="0"/>
                </a:cxn>
              </a:cxnLst>
              <a:rect l="txL" t="txT" r="txR" b="tx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17803" name="Group 79"/>
            <p:cNvGrpSpPr/>
            <p:nvPr/>
          </p:nvGrpSpPr>
          <p:grpSpPr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17815" name="AutoShape 80"/>
              <p:cNvSpPr/>
              <p:nvPr/>
            </p:nvSpPr>
            <p:spPr>
              <a:xfrm>
                <a:off x="617" y="2570"/>
                <a:ext cx="724" cy="13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17816" name="AutoShape 81"/>
              <p:cNvSpPr/>
              <p:nvPr/>
            </p:nvSpPr>
            <p:spPr>
              <a:xfrm>
                <a:off x="633" y="2584"/>
                <a:ext cx="690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117804" name="Rectangle 82"/>
            <p:cNvSpPr/>
            <p:nvPr/>
          </p:nvSpPr>
          <p:spPr>
            <a:xfrm>
              <a:off x="5248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17805" name="Freeform 83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>
                <a:gd name="txL" fmla="*/ 0 w 296"/>
                <a:gd name="txT" fmla="*/ 0 h 256"/>
                <a:gd name="txR" fmla="*/ 296 w 296"/>
                <a:gd name="txB" fmla="*/ 256 h 256"/>
              </a:gdLst>
              <a:ahLst/>
              <a:cxnLst>
                <a:cxn ang="0">
                  <a:pos x="2" y="0"/>
                </a:cxn>
                <a:cxn ang="0">
                  <a:pos x="4" y="3"/>
                </a:cxn>
                <a:cxn ang="0">
                  <a:pos x="4" y="6"/>
                </a:cxn>
                <a:cxn ang="0">
                  <a:pos x="0" y="2"/>
                </a:cxn>
                <a:cxn ang="0">
                  <a:pos x="2" y="0"/>
                </a:cxn>
              </a:cxnLst>
              <a:rect l="txL" t="txT" r="txR" b="tx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7806" name="Freeform 84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>
                <a:gd name="txL" fmla="*/ 0 w 304"/>
                <a:gd name="txT" fmla="*/ 0 h 288"/>
                <a:gd name="txR" fmla="*/ 304 w 304"/>
                <a:gd name="txB" fmla="*/ 288 h 288"/>
              </a:gdLst>
              <a:ahLst/>
              <a:cxnLst>
                <a:cxn ang="0">
                  <a:pos x="0" y="0"/>
                </a:cxn>
                <a:cxn ang="0">
                  <a:pos x="4" y="5"/>
                </a:cxn>
                <a:cxn ang="0">
                  <a:pos x="3" y="8"/>
                </a:cxn>
                <a:cxn ang="0">
                  <a:pos x="2" y="3"/>
                </a:cxn>
                <a:cxn ang="0">
                  <a:pos x="0" y="0"/>
                </a:cxn>
              </a:cxnLst>
              <a:rect l="txL" t="txT" r="txR" b="tx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7807" name="Oval 85"/>
            <p:cNvSpPr/>
            <p:nvPr/>
          </p:nvSpPr>
          <p:spPr>
            <a:xfrm>
              <a:off x="5518" y="2612"/>
              <a:ext cx="47" cy="92"/>
            </a:xfrm>
            <a:prstGeom prst="ellipse">
              <a:avLst/>
            </a:prstGeom>
            <a:solidFill>
              <a:srgbClr val="333333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17808" name="Freeform 86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>
                <a:gd name="txL" fmla="*/ 0 w 306"/>
                <a:gd name="txT" fmla="*/ 0 h 240"/>
                <a:gd name="txR" fmla="*/ 306 w 306"/>
                <a:gd name="txB" fmla="*/ 240 h 240"/>
              </a:gdLst>
              <a:ahLst/>
              <a:cxnLst>
                <a:cxn ang="0">
                  <a:pos x="0" y="3"/>
                </a:cxn>
                <a:cxn ang="0">
                  <a:pos x="2" y="7"/>
                </a:cxn>
                <a:cxn ang="0">
                  <a:pos x="4" y="3"/>
                </a:cxn>
                <a:cxn ang="0">
                  <a:pos x="4" y="0"/>
                </a:cxn>
                <a:cxn ang="0">
                  <a:pos x="0" y="3"/>
                </a:cxn>
              </a:cxnLst>
              <a:rect l="txL" t="txT" r="txR" b="tx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7809" name="AutoShape 87"/>
            <p:cNvSpPr/>
            <p:nvPr/>
          </p:nvSpPr>
          <p:spPr>
            <a:xfrm>
              <a:off x="4140" y="2676"/>
              <a:ext cx="1202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17810" name="AutoShape 88"/>
            <p:cNvSpPr/>
            <p:nvPr/>
          </p:nvSpPr>
          <p:spPr>
            <a:xfrm>
              <a:off x="4208" y="2712"/>
              <a:ext cx="1067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17811" name="Oval 89"/>
            <p:cNvSpPr/>
            <p:nvPr/>
          </p:nvSpPr>
          <p:spPr>
            <a:xfrm>
              <a:off x="4309" y="2385"/>
              <a:ext cx="155" cy="142"/>
            </a:xfrm>
            <a:prstGeom prst="ellipse">
              <a:avLst/>
            </a:prstGeom>
            <a:solidFill>
              <a:srgbClr val="33CC33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17812" name="Oval 90"/>
            <p:cNvSpPr/>
            <p:nvPr/>
          </p:nvSpPr>
          <p:spPr>
            <a:xfrm>
              <a:off x="4484" y="2385"/>
              <a:ext cx="162" cy="142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17813" name="Oval 91"/>
            <p:cNvSpPr/>
            <p:nvPr/>
          </p:nvSpPr>
          <p:spPr>
            <a:xfrm>
              <a:off x="4660" y="2378"/>
              <a:ext cx="162" cy="142"/>
            </a:xfrm>
            <a:prstGeom prst="ellipse">
              <a:avLst/>
            </a:prstGeom>
            <a:solidFill>
              <a:srgbClr val="33CC33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17814" name="Rectangle 92"/>
            <p:cNvSpPr/>
            <p:nvPr/>
          </p:nvSpPr>
          <p:spPr>
            <a:xfrm>
              <a:off x="5065" y="1833"/>
              <a:ext cx="81" cy="766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47125" name="Rectangle 94"/>
          <p:cNvSpPr>
            <a:spLocks noGrp="1" noChangeArrowheads="1"/>
          </p:cNvSpPr>
          <p:nvPr>
            <p:ph type="title"/>
          </p:nvPr>
        </p:nvSpPr>
        <p:spPr>
          <a:xfrm>
            <a:off x="1962150" y="255588"/>
            <a:ext cx="8432800" cy="635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DHCP client-server scenario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pic>
        <p:nvPicPr>
          <p:cNvPr id="117776" name="Picture 95" descr="underline_base"/>
          <p:cNvPicPr/>
          <p:nvPr/>
        </p:nvPicPr>
        <p:blipFill>
          <a:blip r:embed="rId3"/>
          <a:stretch>
            <a:fillRect/>
          </a:stretch>
        </p:blipFill>
        <p:spPr>
          <a:xfrm>
            <a:off x="2038350" y="931863"/>
            <a:ext cx="6399213" cy="173037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5" name="Group 4"/>
          <p:cNvGrpSpPr/>
          <p:nvPr/>
        </p:nvGrpSpPr>
        <p:grpSpPr>
          <a:xfrm>
            <a:off x="5029200" y="1663700"/>
            <a:ext cx="2540000" cy="733425"/>
            <a:chOff x="7333085" y="2736938"/>
            <a:chExt cx="2539755" cy="733428"/>
          </a:xfrm>
        </p:grpSpPr>
        <p:sp>
          <p:nvSpPr>
            <p:cNvPr id="117789" name="Rectangle 2"/>
            <p:cNvSpPr/>
            <p:nvPr/>
          </p:nvSpPr>
          <p:spPr>
            <a:xfrm>
              <a:off x="7333085" y="2736938"/>
              <a:ext cx="2521866" cy="733428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17790" name="TextBox 1"/>
            <p:cNvSpPr txBox="1"/>
            <p:nvPr/>
          </p:nvSpPr>
          <p:spPr>
            <a:xfrm>
              <a:off x="7344917" y="2797391"/>
              <a:ext cx="2527923" cy="584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FF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Broadcast: is there a DHCP server out there?</a:t>
              </a:r>
              <a:endParaRPr lang="en-US" altLang="zh-CN" sz="1600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194300" y="2871788"/>
            <a:ext cx="2528888" cy="884237"/>
            <a:chOff x="9144000" y="3229217"/>
            <a:chExt cx="2527923" cy="885135"/>
          </a:xfrm>
        </p:grpSpPr>
        <p:sp>
          <p:nvSpPr>
            <p:cNvPr id="117787" name="Rectangle 87"/>
            <p:cNvSpPr/>
            <p:nvPr/>
          </p:nvSpPr>
          <p:spPr>
            <a:xfrm>
              <a:off x="9144000" y="3229217"/>
              <a:ext cx="2351575" cy="885135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17788" name="TextBox 88"/>
            <p:cNvSpPr txBox="1"/>
            <p:nvPr/>
          </p:nvSpPr>
          <p:spPr>
            <a:xfrm>
              <a:off x="9144000" y="3271783"/>
              <a:ext cx="2527923" cy="83184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FF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Broadcast: I</a:t>
              </a:r>
              <a:r>
                <a:rPr lang="en-US" altLang="en-US" sz="1600" dirty="0">
                  <a:solidFill>
                    <a:srgbClr val="FF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’</a:t>
              </a:r>
              <a:r>
                <a:rPr lang="en-US" altLang="zh-CN" sz="1600" dirty="0">
                  <a:solidFill>
                    <a:srgbClr val="FF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m a DHCP server! Here</a:t>
              </a:r>
              <a:r>
                <a:rPr lang="en-US" altLang="en-US" sz="1600" dirty="0">
                  <a:solidFill>
                    <a:srgbClr val="FF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’</a:t>
              </a:r>
              <a:r>
                <a:rPr lang="en-US" altLang="zh-CN" sz="1600" dirty="0">
                  <a:solidFill>
                    <a:srgbClr val="FF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s an IP address you can use </a:t>
              </a:r>
              <a:endParaRPr lang="en-US" altLang="zh-CN" sz="1600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810000" y="4097338"/>
            <a:ext cx="2527300" cy="884237"/>
            <a:chOff x="8956574" y="4615923"/>
            <a:chExt cx="2527923" cy="885135"/>
          </a:xfrm>
        </p:grpSpPr>
        <p:sp>
          <p:nvSpPr>
            <p:cNvPr id="117785" name="Rectangle 89"/>
            <p:cNvSpPr/>
            <p:nvPr/>
          </p:nvSpPr>
          <p:spPr>
            <a:xfrm>
              <a:off x="8956574" y="4615923"/>
              <a:ext cx="2351575" cy="885135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17786" name="TextBox 90"/>
            <p:cNvSpPr txBox="1"/>
            <p:nvPr/>
          </p:nvSpPr>
          <p:spPr>
            <a:xfrm>
              <a:off x="8956574" y="4765817"/>
              <a:ext cx="2527923" cy="5853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FF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Broadcast: OK.  I</a:t>
              </a:r>
              <a:r>
                <a:rPr lang="en-US" altLang="en-US" sz="1600" dirty="0">
                  <a:solidFill>
                    <a:srgbClr val="FF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’</a:t>
              </a:r>
              <a:r>
                <a:rPr lang="en-US" altLang="zh-CN" sz="1600" dirty="0">
                  <a:solidFill>
                    <a:srgbClr val="FF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ll take that IP address!</a:t>
              </a:r>
              <a:endParaRPr lang="en-US" altLang="zh-CN" sz="1600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5176838" y="5465763"/>
            <a:ext cx="2528887" cy="885825"/>
            <a:chOff x="9144000" y="5555417"/>
            <a:chExt cx="2527923" cy="885135"/>
          </a:xfrm>
        </p:grpSpPr>
        <p:sp>
          <p:nvSpPr>
            <p:cNvPr id="117783" name="Rectangle 91"/>
            <p:cNvSpPr/>
            <p:nvPr/>
          </p:nvSpPr>
          <p:spPr>
            <a:xfrm>
              <a:off x="9144000" y="5555417"/>
              <a:ext cx="2351575" cy="885135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17784" name="TextBox 92"/>
            <p:cNvSpPr txBox="1"/>
            <p:nvPr/>
          </p:nvSpPr>
          <p:spPr>
            <a:xfrm>
              <a:off x="9144000" y="5705311"/>
              <a:ext cx="2527923" cy="5843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FF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Broadcast: OK.  You</a:t>
              </a:r>
              <a:r>
                <a:rPr lang="en-US" altLang="en-US" sz="1600" dirty="0">
                  <a:solidFill>
                    <a:srgbClr val="FF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’</a:t>
              </a:r>
              <a:r>
                <a:rPr lang="en-US" altLang="zh-CN" sz="1600" dirty="0">
                  <a:solidFill>
                    <a:srgbClr val="FF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ve got that IP address!</a:t>
              </a:r>
              <a:endParaRPr lang="en-US" altLang="zh-CN" sz="1600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117781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17782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/>
        </p:spPr>
        <p:txBody>
          <a:bodyPr/>
          <a:p>
            <a:pPr mar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34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4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9810" name="页脚占位符 4"/>
          <p:cNvSpPr txBox="1">
            <a:spLocks noGrp="1"/>
          </p:cNvSpPr>
          <p:nvPr/>
        </p:nvSpPr>
        <p:spPr>
          <a:xfrm>
            <a:off x="6934200" y="64008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 Layer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9811" name="灯片编号占位符 5"/>
          <p:cNvSpPr txBox="1">
            <a:spLocks noGrp="1"/>
          </p:cNvSpPr>
          <p:nvPr/>
        </p:nvSpPr>
        <p:spPr>
          <a:xfrm>
            <a:off x="9686925" y="6400800"/>
            <a:ext cx="676275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</a:fld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981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sz="33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2． IP的租用和续租</a:t>
            </a:r>
            <a:endParaRPr lang="zh-CN" altLang="en-US" sz="33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19813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当一台DHCP客户端租到一个IP地址后，该IP地址不可能长期被它占用，它会有一个使用期，即租期。当一个租期已到时需要续租该怎么办呢？当DHCP客户端的IP地址使用时间达到租期的一半时，它就向DHCP服务器发送一个新的DHCP请求（相当于新租用一个IP地址的第3个过程），若服务器在接收到该信息后并没有理由拒绝该请求时，便回送一个DHCP应答信息（相当于新租用一个IP地址时的最后一个过程），当DHCP客户端收到后该应答信息后，就重新开始一个租用周期。此过程就像对一个合同的续约，只是续约时间必须要在合同期的一半时签订。</a:t>
            </a:r>
            <a:endParaRPr lang="zh-CN" altLang="en-US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zh-CN" altLang="en-US" sz="2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0834" name="页脚占位符 4"/>
          <p:cNvSpPr txBox="1">
            <a:spLocks noGrp="1"/>
          </p:cNvSpPr>
          <p:nvPr/>
        </p:nvSpPr>
        <p:spPr>
          <a:xfrm>
            <a:off x="6934200" y="64008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 Layer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20835" name="灯片编号占位符 5"/>
          <p:cNvSpPr txBox="1">
            <a:spLocks noGrp="1"/>
          </p:cNvSpPr>
          <p:nvPr/>
        </p:nvSpPr>
        <p:spPr>
          <a:xfrm>
            <a:off x="9686925" y="6400800"/>
            <a:ext cx="676275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</a:fld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2083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sz="37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在进行IP地址的续租中有以下两种特例：</a:t>
            </a:r>
            <a:endParaRPr lang="zh-CN" altLang="en-US" sz="37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20837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>
              <a:lnSpc>
                <a:spcPct val="160000"/>
              </a:lnSpc>
              <a:spcBef>
                <a:spcPct val="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（1）DHCP客户端重新启动时</a:t>
            </a:r>
            <a:endParaRPr lang="zh-CN" altLang="en-US" sz="2400" b="1" dirty="0">
              <a:solidFill>
                <a:srgbClr val="FF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60000"/>
              </a:lnSpc>
              <a:spcBef>
                <a:spcPct val="0"/>
              </a:spcBef>
            </a:pPr>
            <a:r>
              <a:rPr lang="zh-CN" altLang="en-US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不管IP地址的租限有没有到期，但当每一次启动DHCP客户端时，都会自动利用广播的方式，给网络中所有的DHCP服务器发送一个DHCP请求信息，以便请求该DHCP客户端继续使用原来的IP地址及其配置。如果此时没有DHCP服务器对此请求应答，但原来DHCP客户端的租期还没有到期时，DHCP客户端还是继续使用该IP地址。</a:t>
            </a:r>
            <a:endParaRPr lang="zh-CN" altLang="en-US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1858" name="页脚占位符 4"/>
          <p:cNvSpPr txBox="1">
            <a:spLocks noGrp="1"/>
          </p:cNvSpPr>
          <p:nvPr/>
        </p:nvSpPr>
        <p:spPr>
          <a:xfrm>
            <a:off x="6934200" y="64008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 Layer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21859" name="灯片编号占位符 5"/>
          <p:cNvSpPr txBox="1">
            <a:spLocks noGrp="1"/>
          </p:cNvSpPr>
          <p:nvPr/>
        </p:nvSpPr>
        <p:spPr>
          <a:xfrm>
            <a:off x="9686925" y="6400800"/>
            <a:ext cx="676275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</a:fld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2186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sz="37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（2）IP地址的租期超过一半时</a:t>
            </a:r>
            <a:endParaRPr lang="zh-CN" altLang="en-US" sz="37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1925" name="Rectangle 3"/>
          <p:cNvSpPr>
            <a:spLocks noGrp="1"/>
          </p:cNvSpPr>
          <p:nvPr>
            <p:ph idx="1"/>
          </p:nvPr>
        </p:nvSpPr>
        <p:spPr>
          <a:xfrm>
            <a:off x="711200" y="1219200"/>
            <a:ext cx="10363200" cy="5410200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当IP地址的租期到达一半的时间时，DHCP客户端会向DHCP服务器发送（非广播方式）一个DHCP请求信息，以便续租该IP地址。当续租成功后，DHCP客户端将开始一个新的租用周期，而当续租失败后又该怎么办呢？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当续租失败后，DHCP客户端仍然可以继续使用原来的IP地址及其配置，但是该DHCP客户端将在租期到达87.5%的时候再次利用广播方式发送一个DHCP请求信息，以便找到一台可以继续提供租期的DHCP服务器。如果仍然续租失败，则该DHCP客户端会立即放弃其正在使用的IP地址，以便重新向DHCP服务器获得一个新的IP地址（需要进行完整的4个过程）。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在以上的续租过程中，如果续租成功，DHCP服务器会给该DHCP客户端发送一个DHCPACK信息，DHCP客户端在收到该DHCPACK信息后进入一个IP地址租用周期；当续租失败时，DHCP服务器将会给该DHCP客户端发送一个DHCPNACK信息，DHCP客户端在收到该信息后，说明该IP地址已经无效或被其他的DHCP客户端使用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2" name="Rectangle 2"/>
          <p:cNvSpPr>
            <a:spLocks noGrp="1" noChangeArrowheads="1"/>
          </p:cNvSpPr>
          <p:nvPr>
            <p:ph type="title"/>
          </p:nvPr>
        </p:nvSpPr>
        <p:spPr>
          <a:xfrm>
            <a:off x="1031875" y="-7937"/>
            <a:ext cx="103632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DHCP: more than IP addresses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sp>
        <p:nvSpPr>
          <p:cNvPr id="48133" name="Rectangle 3"/>
          <p:cNvSpPr>
            <a:spLocks noGrp="1" noChangeArrowheads="1"/>
          </p:cNvSpPr>
          <p:nvPr>
            <p:ph idx="1"/>
          </p:nvPr>
        </p:nvSpPr>
        <p:spPr>
          <a:xfrm>
            <a:off x="812800" y="1481138"/>
            <a:ext cx="107061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DHCP can return more than just allocated IP address on subnet: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  <a:p>
            <a:pPr marL="688975" marR="0" lvl="1" indent="-2317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/>
              <a:buChar char="•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address of first-hop router for client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marL="688975" marR="0" lvl="1" indent="-2317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/>
              <a:buChar char="•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name and IP address of DNS sever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marL="688975" marR="0" lvl="1" indent="-2317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/>
              <a:buChar char="•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network mask (indicating network versus host portion of address)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</p:txBody>
      </p:sp>
      <p:pic>
        <p:nvPicPr>
          <p:cNvPr id="122884" name="Picture 4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25663" y="1047750"/>
            <a:ext cx="6856412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885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22886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8195" name="Rectangle 3"/>
          <p:cNvSpPr>
            <a:spLocks noGrp="1" noChangeArrowheads="1"/>
          </p:cNvSpPr>
          <p:nvPr>
            <p:ph idx="1"/>
          </p:nvPr>
        </p:nvSpPr>
        <p:spPr>
          <a:xfrm>
            <a:off x="6115050" y="336550"/>
            <a:ext cx="5773738" cy="12620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233680" marR="0" lvl="0" indent="-23368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connecting laptop needs its IP address, </a:t>
            </a:r>
            <a:r>
              <a:rPr kumimoji="0" lang="en-US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addr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 of first-hop router, </a:t>
            </a:r>
            <a:r>
              <a:rPr kumimoji="0" lang="en-US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addr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 of DNS server: use DHCP</a:t>
            </a:r>
            <a:endParaRPr kumimoji="0" lang="en-US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</p:txBody>
      </p:sp>
      <p:sp>
        <p:nvSpPr>
          <p:cNvPr id="124931" name="Freeform 3"/>
          <p:cNvSpPr/>
          <p:nvPr/>
        </p:nvSpPr>
        <p:spPr>
          <a:xfrm>
            <a:off x="2297113" y="1428750"/>
            <a:ext cx="3554412" cy="2754313"/>
          </a:xfrm>
          <a:custGeom>
            <a:avLst/>
            <a:gdLst>
              <a:gd name="txL" fmla="*/ 0 w 2406"/>
              <a:gd name="txT" fmla="*/ 0 h 958"/>
              <a:gd name="txR" fmla="*/ 2406 w 2406"/>
              <a:gd name="txB" fmla="*/ 958 h 958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24932" name="Line 36"/>
          <p:cNvSpPr/>
          <p:nvPr/>
        </p:nvSpPr>
        <p:spPr>
          <a:xfrm flipV="1">
            <a:off x="5299075" y="2500313"/>
            <a:ext cx="155575" cy="142875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4933" name="Line 43"/>
          <p:cNvSpPr/>
          <p:nvPr/>
        </p:nvSpPr>
        <p:spPr>
          <a:xfrm flipV="1">
            <a:off x="4189413" y="2673350"/>
            <a:ext cx="695325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4934" name="Line 44"/>
          <p:cNvSpPr/>
          <p:nvPr/>
        </p:nvSpPr>
        <p:spPr>
          <a:xfrm flipV="1">
            <a:off x="5448300" y="2357438"/>
            <a:ext cx="138113" cy="142875"/>
          </a:xfrm>
          <a:prstGeom prst="line">
            <a:avLst/>
          </a:prstGeom>
          <a:ln w="9525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124935" name="Line 48"/>
          <p:cNvSpPr/>
          <p:nvPr/>
        </p:nvSpPr>
        <p:spPr>
          <a:xfrm flipV="1">
            <a:off x="4803775" y="2892425"/>
            <a:ext cx="512763" cy="612775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4936" name="Text Box 44"/>
          <p:cNvSpPr txBox="1"/>
          <p:nvPr/>
        </p:nvSpPr>
        <p:spPr>
          <a:xfrm>
            <a:off x="4086225" y="3967163"/>
            <a:ext cx="2260600" cy="9239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router with DHCP </a:t>
            </a:r>
            <a:endParaRPr lang="en-US" altLang="zh-CN" sz="1800" b="1" i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server built into </a:t>
            </a:r>
            <a:endParaRPr lang="en-US" altLang="zh-CN" sz="1800" b="1" i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router</a:t>
            </a:r>
            <a:endParaRPr lang="en-US" altLang="zh-CN" sz="1800" b="1" i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648344" name="Rectangle 152"/>
          <p:cNvSpPr/>
          <p:nvPr/>
        </p:nvSpPr>
        <p:spPr>
          <a:xfrm>
            <a:off x="6153150" y="2019300"/>
            <a:ext cx="5357813" cy="130651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233680" lvl="0" indent="-233680">
              <a:lnSpc>
                <a:spcPct val="150000"/>
              </a:lnSpc>
              <a:spcBef>
                <a:spcPct val="0"/>
              </a:spcBef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DHCP request encapsulated in UDP, encapsulated in IP, encapsulated in 802.1 Ethernet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648345" name="Rectangle 153"/>
          <p:cNvSpPr/>
          <p:nvPr/>
        </p:nvSpPr>
        <p:spPr>
          <a:xfrm>
            <a:off x="6146800" y="3600450"/>
            <a:ext cx="5251450" cy="15636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233680" lvl="0" indent="-233680">
              <a:lnSpc>
                <a:spcPct val="150000"/>
              </a:lnSpc>
              <a:spcBef>
                <a:spcPct val="0"/>
              </a:spcBef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Ethernet frame broadcast (dest: </a:t>
            </a:r>
            <a:r>
              <a:rPr lang="en-US" altLang="zh-CN" sz="1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FFFFFFFFFFFF</a:t>
            </a: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) on LAN, received at router running DHCP server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648346" name="Rectangle 154"/>
          <p:cNvSpPr/>
          <p:nvPr/>
        </p:nvSpPr>
        <p:spPr>
          <a:xfrm>
            <a:off x="6096000" y="5157788"/>
            <a:ext cx="5465763" cy="12922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233680" lvl="0" indent="-233680">
              <a:lnSpc>
                <a:spcPct val="150000"/>
              </a:lnSpc>
              <a:spcBef>
                <a:spcPct val="0"/>
              </a:spcBef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Ethernet demuxed to IP demuxed, UDP demuxed to DHCP 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24940" name="Text Box 155"/>
          <p:cNvSpPr txBox="1"/>
          <p:nvPr/>
        </p:nvSpPr>
        <p:spPr>
          <a:xfrm>
            <a:off x="4851400" y="3284538"/>
            <a:ext cx="1047750" cy="738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168.1.1.1</a:t>
            </a:r>
            <a:endParaRPr lang="en-US" altLang="zh-CN" sz="1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24941" name="Group 186"/>
          <p:cNvGrpSpPr/>
          <p:nvPr/>
        </p:nvGrpSpPr>
        <p:grpSpPr>
          <a:xfrm>
            <a:off x="4664075" y="2598738"/>
            <a:ext cx="963613" cy="300037"/>
            <a:chOff x="4410" y="1365"/>
            <a:chExt cx="663" cy="224"/>
          </a:xfrm>
        </p:grpSpPr>
        <p:sp>
          <p:nvSpPr>
            <p:cNvPr id="125119" name="Rectangle 187"/>
            <p:cNvSpPr/>
            <p:nvPr/>
          </p:nvSpPr>
          <p:spPr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5120" name="AutoShape 188"/>
            <p:cNvSpPr/>
            <p:nvPr/>
          </p:nvSpPr>
          <p:spPr>
            <a:xfrm>
              <a:off x="4410" y="1369"/>
              <a:ext cx="663" cy="134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5121" name="Freeform 189"/>
            <p:cNvSpPr/>
            <p:nvPr/>
          </p:nvSpPr>
          <p:spPr>
            <a:xfrm>
              <a:off x="4904" y="1365"/>
              <a:ext cx="169" cy="224"/>
            </a:xfrm>
            <a:custGeom>
              <a:avLst/>
              <a:gdLst>
                <a:gd name="txL" fmla="*/ 0 w 169"/>
                <a:gd name="txT" fmla="*/ 0 h 224"/>
                <a:gd name="txR" fmla="*/ 169 w 169"/>
                <a:gd name="txB" fmla="*/ 224 h 224"/>
              </a:gdLst>
              <a:ahLst/>
              <a:cxnLst>
                <a:cxn ang="0">
                  <a:pos x="0" y="138"/>
                </a:cxn>
                <a:cxn ang="0">
                  <a:pos x="0" y="224"/>
                </a:cxn>
                <a:cxn ang="0">
                  <a:pos x="169" y="77"/>
                </a:cxn>
                <a:cxn ang="0">
                  <a:pos x="169" y="0"/>
                </a:cxn>
                <a:cxn ang="0">
                  <a:pos x="0" y="138"/>
                </a:cxn>
              </a:cxnLst>
              <a:rect l="txL" t="txT" r="txR" b="txB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BBE0E3">
                <a:alpha val="100000"/>
              </a:srgbClr>
            </a:solidFill>
            <a:ln w="635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5122" name="Freeform 190"/>
            <p:cNvSpPr/>
            <p:nvPr/>
          </p:nvSpPr>
          <p:spPr>
            <a:xfrm>
              <a:off x="4475" y="1395"/>
              <a:ext cx="506" cy="80"/>
            </a:xfrm>
            <a:custGeom>
              <a:avLst/>
              <a:gdLst>
                <a:gd name="txL" fmla="*/ 0 w 280"/>
                <a:gd name="txT" fmla="*/ 0 h 63"/>
                <a:gd name="txR" fmla="*/ 280 w 280"/>
                <a:gd name="txB" fmla="*/ 63 h 63"/>
              </a:gdLst>
              <a:ahLst/>
              <a:cxnLst>
                <a:cxn ang="0">
                  <a:pos x="0" y="5947"/>
                </a:cxn>
                <a:cxn ang="0">
                  <a:pos x="2836278" y="5784"/>
                </a:cxn>
                <a:cxn ang="0">
                  <a:pos x="16738876" y="0"/>
                </a:cxn>
                <a:cxn ang="0">
                  <a:pos x="21370780" y="0"/>
                </a:cxn>
              </a:cxnLst>
              <a:rect l="txL" t="txT" r="txR" b="txB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5123" name="Freeform 191"/>
            <p:cNvSpPr/>
            <p:nvPr/>
          </p:nvSpPr>
          <p:spPr>
            <a:xfrm>
              <a:off x="4593" y="1391"/>
              <a:ext cx="293" cy="93"/>
            </a:xfrm>
            <a:custGeom>
              <a:avLst/>
              <a:gdLst>
                <a:gd name="txL" fmla="*/ 0 w 293"/>
                <a:gd name="txT" fmla="*/ 0 h 93"/>
                <a:gd name="txR" fmla="*/ 293 w 293"/>
                <a:gd name="txB" fmla="*/ 93 h 93"/>
              </a:gdLst>
              <a:ahLst/>
              <a:cxnLst>
                <a:cxn ang="0">
                  <a:pos x="0" y="0"/>
                </a:cxn>
                <a:cxn ang="0">
                  <a:pos x="67" y="1"/>
                </a:cxn>
                <a:cxn ang="0">
                  <a:pos x="195" y="93"/>
                </a:cxn>
                <a:cxn ang="0">
                  <a:pos x="293" y="93"/>
                </a:cxn>
              </a:cxnLst>
              <a:rect l="txL" t="txT" r="txR" b="txB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24942" name="Group 192"/>
          <p:cNvGrpSpPr/>
          <p:nvPr/>
        </p:nvGrpSpPr>
        <p:grpSpPr>
          <a:xfrm>
            <a:off x="4198938" y="3525838"/>
            <a:ext cx="1066800" cy="406400"/>
            <a:chOff x="4396" y="1245"/>
            <a:chExt cx="672" cy="248"/>
          </a:xfrm>
        </p:grpSpPr>
        <p:sp>
          <p:nvSpPr>
            <p:cNvPr id="125111" name="Oval 407"/>
            <p:cNvSpPr/>
            <p:nvPr/>
          </p:nvSpPr>
          <p:spPr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5112" name="Rectangle 410"/>
            <p:cNvSpPr/>
            <p:nvPr/>
          </p:nvSpPr>
          <p:spPr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5113" name="Oval 411"/>
            <p:cNvSpPr/>
            <p:nvPr/>
          </p:nvSpPr>
          <p:spPr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25114" name="Group 196"/>
            <p:cNvGrpSpPr/>
            <p:nvPr/>
          </p:nvGrpSpPr>
          <p:grpSpPr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25117" name="Freeform 197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25118" name="Freeform 198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25115" name="Line 199"/>
            <p:cNvSpPr/>
            <p:nvPr/>
          </p:nvSpPr>
          <p:spPr>
            <a:xfrm>
              <a:off x="4399" y="1321"/>
              <a:ext cx="0" cy="109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5116" name="Line 200"/>
            <p:cNvSpPr/>
            <p:nvPr/>
          </p:nvSpPr>
          <p:spPr>
            <a:xfrm>
              <a:off x="5063" y="1326"/>
              <a:ext cx="0" cy="107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24943" name="Group 201"/>
          <p:cNvGrpSpPr/>
          <p:nvPr/>
        </p:nvGrpSpPr>
        <p:grpSpPr>
          <a:xfrm>
            <a:off x="4230688" y="3330575"/>
            <a:ext cx="423862" cy="647700"/>
            <a:chOff x="4140" y="429"/>
            <a:chExt cx="1425" cy="2396"/>
          </a:xfrm>
        </p:grpSpPr>
        <p:sp>
          <p:nvSpPr>
            <p:cNvPr id="125079" name="Freeform 202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>
                <a:gd name="txL" fmla="*/ 0 w 354"/>
                <a:gd name="txT" fmla="*/ 0 h 2742"/>
                <a:gd name="txR" fmla="*/ 354 w 354"/>
                <a:gd name="txB" fmla="*/ 2742 h 2742"/>
              </a:gdLst>
              <a:ahLst/>
              <a:cxnLst>
                <a:cxn ang="0">
                  <a:pos x="2" y="0"/>
                </a:cxn>
                <a:cxn ang="0">
                  <a:pos x="5" y="11"/>
                </a:cxn>
                <a:cxn ang="0">
                  <a:pos x="5" y="83"/>
                </a:cxn>
                <a:cxn ang="0">
                  <a:pos x="0" y="86"/>
                </a:cxn>
                <a:cxn ang="0">
                  <a:pos x="2" y="0"/>
                </a:cxn>
              </a:cxnLst>
              <a:rect l="txL" t="txT" r="txR" b="tx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100000"/>
                  </a:srgbClr>
                </a:gs>
                <a:gs pos="100000">
                  <a:srgbClr val="333333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5080" name="Rectangle 203"/>
            <p:cNvSpPr/>
            <p:nvPr/>
          </p:nvSpPr>
          <p:spPr>
            <a:xfrm>
              <a:off x="4204" y="429"/>
              <a:ext cx="1051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5081" name="Freeform 204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>
                <a:gd name="txL" fmla="*/ 0 w 211"/>
                <a:gd name="txT" fmla="*/ 0 h 2537"/>
                <a:gd name="txR" fmla="*/ 211 w 211"/>
                <a:gd name="txB" fmla="*/ 2537 h 2537"/>
              </a:gdLst>
              <a:ahLst/>
              <a:cxnLst>
                <a:cxn ang="0">
                  <a:pos x="2" y="0"/>
                </a:cxn>
                <a:cxn ang="0">
                  <a:pos x="3" y="8"/>
                </a:cxn>
                <a:cxn ang="0">
                  <a:pos x="2" y="78"/>
                </a:cxn>
                <a:cxn ang="0">
                  <a:pos x="2" y="0"/>
                </a:cxn>
              </a:cxnLst>
              <a:rect l="txL" t="txT" r="txR" b="tx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>
                    <a:alpha val="100000"/>
                  </a:srgbClr>
                </a:gs>
                <a:gs pos="100000">
                  <a:srgbClr val="F8F8F8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5082" name="Freeform 205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>
                <a:gd name="txL" fmla="*/ 0 w 328"/>
                <a:gd name="txT" fmla="*/ 0 h 226"/>
                <a:gd name="txR" fmla="*/ 328 w 328"/>
                <a:gd name="txB" fmla="*/ 226 h 226"/>
              </a:gdLst>
              <a:ahLst/>
              <a:cxnLst>
                <a:cxn ang="0">
                  <a:pos x="2" y="0"/>
                </a:cxn>
                <a:cxn ang="0">
                  <a:pos x="5" y="5"/>
                </a:cxn>
                <a:cxn ang="0">
                  <a:pos x="5" y="8"/>
                </a:cxn>
                <a:cxn ang="0">
                  <a:pos x="0" y="3"/>
                </a:cxn>
                <a:cxn ang="0">
                  <a:pos x="2" y="0"/>
                </a:cxn>
              </a:cxnLst>
              <a:rect l="txL" t="txT" r="txR" b="tx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5083" name="Rectangle 206"/>
            <p:cNvSpPr/>
            <p:nvPr/>
          </p:nvSpPr>
          <p:spPr>
            <a:xfrm>
              <a:off x="4209" y="693"/>
              <a:ext cx="598" cy="47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25084" name="Group 207"/>
            <p:cNvGrpSpPr/>
            <p:nvPr/>
          </p:nvGrpSpPr>
          <p:grpSpPr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25109" name="AutoShape 208"/>
              <p:cNvSpPr/>
              <p:nvPr/>
            </p:nvSpPr>
            <p:spPr>
              <a:xfrm>
                <a:off x="613" y="2570"/>
                <a:ext cx="726" cy="13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25110" name="AutoShape 209"/>
              <p:cNvSpPr/>
              <p:nvPr/>
            </p:nvSpPr>
            <p:spPr>
              <a:xfrm>
                <a:off x="627" y="2587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125085" name="Rectangle 210"/>
            <p:cNvSpPr/>
            <p:nvPr/>
          </p:nvSpPr>
          <p:spPr>
            <a:xfrm>
              <a:off x="4225" y="1016"/>
              <a:ext cx="592" cy="47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25086" name="Group 211"/>
            <p:cNvGrpSpPr/>
            <p:nvPr/>
          </p:nvGrpSpPr>
          <p:grpSpPr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25107" name="AutoShape 212"/>
              <p:cNvSpPr/>
              <p:nvPr/>
            </p:nvSpPr>
            <p:spPr>
              <a:xfrm>
                <a:off x="616" y="2567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25108" name="AutoShape 213"/>
              <p:cNvSpPr/>
              <p:nvPr/>
            </p:nvSpPr>
            <p:spPr>
              <a:xfrm>
                <a:off x="629" y="2585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125087" name="Rectangle 214"/>
            <p:cNvSpPr/>
            <p:nvPr/>
          </p:nvSpPr>
          <p:spPr>
            <a:xfrm>
              <a:off x="4215" y="1357"/>
              <a:ext cx="598" cy="47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5088" name="Rectangle 215"/>
            <p:cNvSpPr/>
            <p:nvPr/>
          </p:nvSpPr>
          <p:spPr>
            <a:xfrm>
              <a:off x="4225" y="1656"/>
              <a:ext cx="598" cy="47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25089" name="Group 216"/>
            <p:cNvGrpSpPr/>
            <p:nvPr/>
          </p:nvGrpSpPr>
          <p:grpSpPr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25105" name="AutoShape 217"/>
              <p:cNvSpPr/>
              <p:nvPr/>
            </p:nvSpPr>
            <p:spPr>
              <a:xfrm>
                <a:off x="611" y="2568"/>
                <a:ext cx="731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25106" name="AutoShape 218"/>
              <p:cNvSpPr/>
              <p:nvPr/>
            </p:nvSpPr>
            <p:spPr>
              <a:xfrm>
                <a:off x="624" y="2584"/>
                <a:ext cx="698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125090" name="Freeform 219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>
                <a:gd name="txL" fmla="*/ 0 w 328"/>
                <a:gd name="txT" fmla="*/ 0 h 226"/>
                <a:gd name="txR" fmla="*/ 328 w 328"/>
                <a:gd name="txB" fmla="*/ 226 h 226"/>
              </a:gdLst>
              <a:ahLst/>
              <a:cxnLst>
                <a:cxn ang="0">
                  <a:pos x="2" y="0"/>
                </a:cxn>
                <a:cxn ang="0">
                  <a:pos x="5" y="4"/>
                </a:cxn>
                <a:cxn ang="0">
                  <a:pos x="5" y="7"/>
                </a:cxn>
                <a:cxn ang="0">
                  <a:pos x="0" y="2"/>
                </a:cxn>
                <a:cxn ang="0">
                  <a:pos x="2" y="0"/>
                </a:cxn>
              </a:cxnLst>
              <a:rect l="txL" t="txT" r="txR" b="tx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25091" name="Group 220"/>
            <p:cNvGrpSpPr/>
            <p:nvPr/>
          </p:nvGrpSpPr>
          <p:grpSpPr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25103" name="AutoShape 221"/>
              <p:cNvSpPr/>
              <p:nvPr/>
            </p:nvSpPr>
            <p:spPr>
              <a:xfrm>
                <a:off x="612" y="2569"/>
                <a:ext cx="725" cy="14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25104" name="AutoShape 222"/>
              <p:cNvSpPr/>
              <p:nvPr/>
            </p:nvSpPr>
            <p:spPr>
              <a:xfrm>
                <a:off x="626" y="2586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125092" name="Rectangle 223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5093" name="Freeform 224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>
                <a:gd name="txL" fmla="*/ 0 w 296"/>
                <a:gd name="txT" fmla="*/ 0 h 256"/>
                <a:gd name="txR" fmla="*/ 296 w 296"/>
                <a:gd name="txB" fmla="*/ 256 h 256"/>
              </a:gdLst>
              <a:ahLst/>
              <a:cxnLst>
                <a:cxn ang="0">
                  <a:pos x="2" y="0"/>
                </a:cxn>
                <a:cxn ang="0">
                  <a:pos x="5" y="4"/>
                </a:cxn>
                <a:cxn ang="0">
                  <a:pos x="5" y="7"/>
                </a:cxn>
                <a:cxn ang="0">
                  <a:pos x="0" y="2"/>
                </a:cxn>
                <a:cxn ang="0">
                  <a:pos x="2" y="0"/>
                </a:cxn>
              </a:cxnLst>
              <a:rect l="txL" t="txT" r="txR" b="tx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5094" name="Freeform 225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>
                <a:gd name="txL" fmla="*/ 0 w 304"/>
                <a:gd name="txT" fmla="*/ 0 h 288"/>
                <a:gd name="txR" fmla="*/ 304 w 304"/>
                <a:gd name="txB" fmla="*/ 288 h 288"/>
              </a:gdLst>
              <a:ahLst/>
              <a:cxnLst>
                <a:cxn ang="0">
                  <a:pos x="0" y="0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2" y="4"/>
                </a:cxn>
                <a:cxn ang="0">
                  <a:pos x="0" y="0"/>
                </a:cxn>
              </a:cxnLst>
              <a:rect l="txL" t="txT" r="txR" b="tx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5095" name="Oval 226"/>
            <p:cNvSpPr/>
            <p:nvPr/>
          </p:nvSpPr>
          <p:spPr>
            <a:xfrm>
              <a:off x="5517" y="2614"/>
              <a:ext cx="48" cy="94"/>
            </a:xfrm>
            <a:prstGeom prst="ellipse">
              <a:avLst/>
            </a:prstGeom>
            <a:solidFill>
              <a:srgbClr val="333333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5096" name="Freeform 227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>
                <a:gd name="txL" fmla="*/ 0 w 306"/>
                <a:gd name="txT" fmla="*/ 0 h 240"/>
                <a:gd name="txR" fmla="*/ 306 w 306"/>
                <a:gd name="txB" fmla="*/ 240 h 240"/>
              </a:gdLst>
              <a:ahLst/>
              <a:cxnLst>
                <a:cxn ang="0">
                  <a:pos x="0" y="4"/>
                </a:cxn>
                <a:cxn ang="0">
                  <a:pos x="2" y="8"/>
                </a:cxn>
                <a:cxn ang="0">
                  <a:pos x="5" y="4"/>
                </a:cxn>
                <a:cxn ang="0">
                  <a:pos x="5" y="0"/>
                </a:cxn>
                <a:cxn ang="0">
                  <a:pos x="0" y="4"/>
                </a:cxn>
              </a:cxnLst>
              <a:rect l="txL" t="txT" r="txR" b="tx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5097" name="AutoShape 228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5098" name="AutoShape 229"/>
            <p:cNvSpPr/>
            <p:nvPr/>
          </p:nvSpPr>
          <p:spPr>
            <a:xfrm>
              <a:off x="4204" y="2713"/>
              <a:ext cx="1073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5099" name="Oval 230"/>
            <p:cNvSpPr/>
            <p:nvPr/>
          </p:nvSpPr>
          <p:spPr>
            <a:xfrm>
              <a:off x="4305" y="2385"/>
              <a:ext cx="160" cy="141"/>
            </a:xfrm>
            <a:prstGeom prst="ellipse">
              <a:avLst/>
            </a:prstGeom>
            <a:solidFill>
              <a:srgbClr val="33CC33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5100" name="Oval 231"/>
            <p:cNvSpPr/>
            <p:nvPr/>
          </p:nvSpPr>
          <p:spPr>
            <a:xfrm>
              <a:off x="4487" y="2385"/>
              <a:ext cx="160" cy="141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5101" name="Oval 232"/>
            <p:cNvSpPr/>
            <p:nvPr/>
          </p:nvSpPr>
          <p:spPr>
            <a:xfrm>
              <a:off x="4663" y="2379"/>
              <a:ext cx="155" cy="141"/>
            </a:xfrm>
            <a:prstGeom prst="ellipse">
              <a:avLst/>
            </a:prstGeom>
            <a:solidFill>
              <a:srgbClr val="33CC33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5102" name="Rectangle 233"/>
            <p:cNvSpPr/>
            <p:nvPr/>
          </p:nvSpPr>
          <p:spPr>
            <a:xfrm>
              <a:off x="5063" y="1833"/>
              <a:ext cx="85" cy="763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grpSp>
        <p:nvGrpSpPr>
          <p:cNvPr id="124944" name="Group 234"/>
          <p:cNvGrpSpPr/>
          <p:nvPr/>
        </p:nvGrpSpPr>
        <p:grpSpPr>
          <a:xfrm>
            <a:off x="3502025" y="2295525"/>
            <a:ext cx="850900" cy="615950"/>
            <a:chOff x="4420" y="878"/>
            <a:chExt cx="614" cy="458"/>
          </a:xfrm>
        </p:grpSpPr>
        <p:pic>
          <p:nvPicPr>
            <p:cNvPr id="125057" name="Picture 235" descr="laptop_keyboar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109064" flipH="1">
              <a:off x="4420" y="1108"/>
              <a:ext cx="527" cy="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5058" name="Freeform 236"/>
            <p:cNvSpPr/>
            <p:nvPr/>
          </p:nvSpPr>
          <p:spPr>
            <a:xfrm>
              <a:off x="4595" y="888"/>
              <a:ext cx="424" cy="297"/>
            </a:xfrm>
            <a:custGeom>
              <a:avLst/>
              <a:gdLst>
                <a:gd name="txL" fmla="*/ 0 w 2982"/>
                <a:gd name="txT" fmla="*/ 0 h 2442"/>
                <a:gd name="txR" fmla="*/ 2982 w 2982"/>
                <a:gd name="txB" fmla="*/ 2442 h 2442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>
                <a:alpha val="100000"/>
              </a:scheme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pic>
          <p:nvPicPr>
            <p:cNvPr id="125059" name="Picture 237" descr="screen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16" y="895"/>
              <a:ext cx="385" cy="27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5060" name="Freeform 238"/>
            <p:cNvSpPr/>
            <p:nvPr/>
          </p:nvSpPr>
          <p:spPr>
            <a:xfrm>
              <a:off x="4672" y="879"/>
              <a:ext cx="359" cy="55"/>
            </a:xfrm>
            <a:custGeom>
              <a:avLst/>
              <a:gdLst>
                <a:gd name="txL" fmla="*/ 0 w 2528"/>
                <a:gd name="txT" fmla="*/ 0 h 455"/>
                <a:gd name="txR" fmla="*/ 2528 w 2528"/>
                <a:gd name="txB" fmla="*/ 455 h 455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rgbClr val="EAEAEA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5061" name="Freeform 239"/>
            <p:cNvSpPr/>
            <p:nvPr/>
          </p:nvSpPr>
          <p:spPr>
            <a:xfrm>
              <a:off x="4591" y="878"/>
              <a:ext cx="100" cy="230"/>
            </a:xfrm>
            <a:custGeom>
              <a:avLst/>
              <a:gdLst>
                <a:gd name="txL" fmla="*/ 0 w 702"/>
                <a:gd name="txT" fmla="*/ 0 h 1893"/>
                <a:gd name="txR" fmla="*/ 702 w 702"/>
                <a:gd name="txB" fmla="*/ 1893 h 1893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5062" name="Freeform 240"/>
            <p:cNvSpPr/>
            <p:nvPr/>
          </p:nvSpPr>
          <p:spPr>
            <a:xfrm>
              <a:off x="4921" y="920"/>
              <a:ext cx="108" cy="265"/>
            </a:xfrm>
            <a:custGeom>
              <a:avLst/>
              <a:gdLst>
                <a:gd name="txL" fmla="*/ 0 w 756"/>
                <a:gd name="txT" fmla="*/ 0 h 2184"/>
                <a:gd name="txR" fmla="*/ 756 w 756"/>
                <a:gd name="txB" fmla="*/ 2184 h 2184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5063" name="Freeform 241"/>
            <p:cNvSpPr/>
            <p:nvPr/>
          </p:nvSpPr>
          <p:spPr>
            <a:xfrm>
              <a:off x="4590" y="1097"/>
              <a:ext cx="394" cy="89"/>
            </a:xfrm>
            <a:custGeom>
              <a:avLst/>
              <a:gdLst>
                <a:gd name="txL" fmla="*/ 0 w 2773"/>
                <a:gd name="txT" fmla="*/ 0 h 738"/>
                <a:gd name="txR" fmla="*/ 2773 w 2773"/>
                <a:gd name="txB" fmla="*/ 738 h 738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5064" name="Freeform 242"/>
            <p:cNvSpPr/>
            <p:nvPr/>
          </p:nvSpPr>
          <p:spPr>
            <a:xfrm>
              <a:off x="4933" y="922"/>
              <a:ext cx="101" cy="266"/>
            </a:xfrm>
            <a:custGeom>
              <a:avLst/>
              <a:gdLst>
                <a:gd name="txL" fmla="*/ 0 w 637"/>
                <a:gd name="txT" fmla="*/ 0 h 1659"/>
                <a:gd name="txR" fmla="*/ 637 w 637"/>
                <a:gd name="txB" fmla="*/ 1659 h 1659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5065" name="Freeform 243"/>
            <p:cNvSpPr/>
            <p:nvPr/>
          </p:nvSpPr>
          <p:spPr>
            <a:xfrm>
              <a:off x="4590" y="1109"/>
              <a:ext cx="351" cy="88"/>
            </a:xfrm>
            <a:custGeom>
              <a:avLst/>
              <a:gdLst>
                <a:gd name="txL" fmla="*/ 0 w 2216"/>
                <a:gd name="txT" fmla="*/ 0 h 550"/>
                <a:gd name="txR" fmla="*/ 2216 w 2216"/>
                <a:gd name="txB" fmla="*/ 550 h 55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25066" name="Group 244"/>
            <p:cNvGrpSpPr/>
            <p:nvPr/>
          </p:nvGrpSpPr>
          <p:grpSpPr>
            <a:xfrm>
              <a:off x="4584" y="1203"/>
              <a:ext cx="119" cy="53"/>
              <a:chOff x="1740" y="2642"/>
              <a:chExt cx="752" cy="327"/>
            </a:xfrm>
          </p:grpSpPr>
          <p:sp>
            <p:nvSpPr>
              <p:cNvPr id="125073" name="Freeform 245"/>
              <p:cNvSpPr/>
              <p:nvPr/>
            </p:nvSpPr>
            <p:spPr>
              <a:xfrm>
                <a:off x="1740" y="2642"/>
                <a:ext cx="752" cy="327"/>
              </a:xfrm>
              <a:custGeom>
                <a:avLst/>
                <a:gdLst>
                  <a:gd name="txL" fmla="*/ 0 w 752"/>
                  <a:gd name="txT" fmla="*/ 0 h 327"/>
                  <a:gd name="txR" fmla="*/ 752 w 752"/>
                  <a:gd name="txB" fmla="*/ 327 h 327"/>
                </a:gdLst>
                <a:ahLst/>
                <a:cxnLst>
                  <a:cxn ang="0">
                    <a:pos x="293" y="0"/>
                  </a:cxn>
                  <a:cxn ang="0">
                    <a:pos x="752" y="124"/>
                  </a:cxn>
                  <a:cxn ang="0">
                    <a:pos x="470" y="327"/>
                  </a:cxn>
                  <a:cxn ang="0">
                    <a:pos x="0" y="183"/>
                  </a:cxn>
                  <a:cxn ang="0">
                    <a:pos x="293" y="0"/>
                  </a:cxn>
                </a:cxnLst>
                <a:rect l="txL" t="txT" r="txR" b="tx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25074" name="Freeform 246"/>
              <p:cNvSpPr/>
              <p:nvPr/>
            </p:nvSpPr>
            <p:spPr>
              <a:xfrm>
                <a:off x="1754" y="2649"/>
                <a:ext cx="726" cy="311"/>
              </a:xfrm>
              <a:custGeom>
                <a:avLst/>
                <a:gdLst>
                  <a:gd name="txL" fmla="*/ 0 w 726"/>
                  <a:gd name="txT" fmla="*/ 0 h 311"/>
                  <a:gd name="txR" fmla="*/ 726 w 726"/>
                  <a:gd name="txB" fmla="*/ 311 h 311"/>
                </a:gdLst>
                <a:ahLst/>
                <a:cxnLst>
                  <a:cxn ang="0">
                    <a:pos x="282" y="0"/>
                  </a:cxn>
                  <a:cxn ang="0">
                    <a:pos x="726" y="119"/>
                  </a:cxn>
                  <a:cxn ang="0">
                    <a:pos x="457" y="311"/>
                  </a:cxn>
                  <a:cxn ang="0">
                    <a:pos x="0" y="173"/>
                  </a:cxn>
                  <a:cxn ang="0">
                    <a:pos x="282" y="0"/>
                  </a:cxn>
                </a:cxnLst>
                <a:rect l="txL" t="txT" r="txR" b="tx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>
                      <a:alpha val="100000"/>
                    </a:srgbClr>
                  </a:gs>
                  <a:gs pos="100000">
                    <a:srgbClr val="DDDDDD">
                      <a:alpha val="100000"/>
                    </a:srgb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25075" name="Freeform 247"/>
              <p:cNvSpPr/>
              <p:nvPr/>
            </p:nvSpPr>
            <p:spPr>
              <a:xfrm>
                <a:off x="1808" y="2770"/>
                <a:ext cx="258" cy="100"/>
              </a:xfrm>
              <a:custGeom>
                <a:avLst/>
                <a:gdLst>
                  <a:gd name="txL" fmla="*/ 0 w 258"/>
                  <a:gd name="txT" fmla="*/ 0 h 100"/>
                  <a:gd name="txR" fmla="*/ 258 w 258"/>
                  <a:gd name="txB" fmla="*/ 100 h 100"/>
                </a:gdLst>
                <a:ahLst/>
                <a:cxnLst>
                  <a:cxn ang="0">
                    <a:pos x="0" y="44"/>
                  </a:cxn>
                  <a:cxn ang="0">
                    <a:pos x="75" y="0"/>
                  </a:cxn>
                  <a:cxn ang="0">
                    <a:pos x="258" y="50"/>
                  </a:cxn>
                  <a:cxn ang="0">
                    <a:pos x="183" y="100"/>
                  </a:cxn>
                  <a:cxn ang="0">
                    <a:pos x="0" y="44"/>
                  </a:cxn>
                </a:cxnLst>
                <a:rect l="txL" t="txT" r="txR" b="tx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25076" name="Freeform 248"/>
              <p:cNvSpPr/>
              <p:nvPr/>
            </p:nvSpPr>
            <p:spPr>
              <a:xfrm>
                <a:off x="1799" y="2816"/>
                <a:ext cx="194" cy="63"/>
              </a:xfrm>
              <a:custGeom>
                <a:avLst/>
                <a:gdLst>
                  <a:gd name="txL" fmla="*/ 0 w 194"/>
                  <a:gd name="txT" fmla="*/ 0 h 63"/>
                  <a:gd name="txR" fmla="*/ 194 w 194"/>
                  <a:gd name="txB" fmla="*/ 63 h 63"/>
                </a:gdLst>
                <a:ahLst/>
                <a:cxnLst>
                  <a:cxn ang="0">
                    <a:pos x="12" y="0"/>
                  </a:cxn>
                  <a:cxn ang="0">
                    <a:pos x="194" y="53"/>
                  </a:cxn>
                  <a:cxn ang="0">
                    <a:pos x="180" y="63"/>
                  </a:cxn>
                  <a:cxn ang="0">
                    <a:pos x="0" y="9"/>
                  </a:cxn>
                  <a:cxn ang="0">
                    <a:pos x="12" y="0"/>
                  </a:cxn>
                </a:cxnLst>
                <a:rect l="txL" t="txT" r="txR" b="tx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25077" name="Freeform 249"/>
              <p:cNvSpPr/>
              <p:nvPr/>
            </p:nvSpPr>
            <p:spPr>
              <a:xfrm>
                <a:off x="2020" y="2834"/>
                <a:ext cx="258" cy="102"/>
              </a:xfrm>
              <a:custGeom>
                <a:avLst/>
                <a:gdLst>
                  <a:gd name="txL" fmla="*/ 0 w 258"/>
                  <a:gd name="txT" fmla="*/ 0 h 102"/>
                  <a:gd name="txR" fmla="*/ 258 w 258"/>
                  <a:gd name="txB" fmla="*/ 102 h 102"/>
                </a:gdLst>
                <a:ahLst/>
                <a:cxnLst>
                  <a:cxn ang="0">
                    <a:pos x="0" y="46"/>
                  </a:cxn>
                  <a:cxn ang="0">
                    <a:pos x="71" y="0"/>
                  </a:cxn>
                  <a:cxn ang="0">
                    <a:pos x="258" y="52"/>
                  </a:cxn>
                  <a:cxn ang="0">
                    <a:pos x="183" y="102"/>
                  </a:cxn>
                  <a:cxn ang="0">
                    <a:pos x="0" y="46"/>
                  </a:cxn>
                </a:cxnLst>
                <a:rect l="txL" t="txT" r="txR" b="tx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25078" name="Freeform 250"/>
              <p:cNvSpPr/>
              <p:nvPr/>
            </p:nvSpPr>
            <p:spPr>
              <a:xfrm>
                <a:off x="2011" y="2882"/>
                <a:ext cx="194" cy="63"/>
              </a:xfrm>
              <a:custGeom>
                <a:avLst/>
                <a:gdLst>
                  <a:gd name="txL" fmla="*/ 0 w 194"/>
                  <a:gd name="txT" fmla="*/ 0 h 63"/>
                  <a:gd name="txR" fmla="*/ 194 w 194"/>
                  <a:gd name="txB" fmla="*/ 63 h 63"/>
                </a:gdLst>
                <a:ahLst/>
                <a:cxnLst>
                  <a:cxn ang="0">
                    <a:pos x="12" y="0"/>
                  </a:cxn>
                  <a:cxn ang="0">
                    <a:pos x="194" y="53"/>
                  </a:cxn>
                  <a:cxn ang="0">
                    <a:pos x="180" y="63"/>
                  </a:cxn>
                  <a:cxn ang="0">
                    <a:pos x="0" y="9"/>
                  </a:cxn>
                  <a:cxn ang="0">
                    <a:pos x="12" y="0"/>
                  </a:cxn>
                </a:cxnLst>
                <a:rect l="txL" t="txT" r="txR" b="tx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25067" name="Freeform 251"/>
            <p:cNvSpPr/>
            <p:nvPr/>
          </p:nvSpPr>
          <p:spPr>
            <a:xfrm>
              <a:off x="4788" y="1211"/>
              <a:ext cx="144" cy="116"/>
            </a:xfrm>
            <a:custGeom>
              <a:avLst/>
              <a:gdLst>
                <a:gd name="txL" fmla="*/ 0 w 990"/>
                <a:gd name="txT" fmla="*/ 0 h 792"/>
                <a:gd name="txR" fmla="*/ 990 w 990"/>
                <a:gd name="txB" fmla="*/ 792 h 792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5068" name="Freeform 252"/>
            <p:cNvSpPr/>
            <p:nvPr/>
          </p:nvSpPr>
          <p:spPr>
            <a:xfrm>
              <a:off x="4420" y="1220"/>
              <a:ext cx="369" cy="106"/>
            </a:xfrm>
            <a:custGeom>
              <a:avLst/>
              <a:gdLst>
                <a:gd name="txL" fmla="*/ 0 w 2532"/>
                <a:gd name="txT" fmla="*/ 0 h 723"/>
                <a:gd name="txR" fmla="*/ 2532 w 2532"/>
                <a:gd name="txB" fmla="*/ 723 h 723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5069" name="Freeform 253"/>
            <p:cNvSpPr/>
            <p:nvPr/>
          </p:nvSpPr>
          <p:spPr>
            <a:xfrm>
              <a:off x="4420" y="1201"/>
              <a:ext cx="4" cy="21"/>
            </a:xfrm>
            <a:custGeom>
              <a:avLst/>
              <a:gdLst>
                <a:gd name="txL" fmla="*/ 0 w 26"/>
                <a:gd name="txT" fmla="*/ 0 h 147"/>
                <a:gd name="txR" fmla="*/ 26 w 26"/>
                <a:gd name="txB" fmla="*/ 147 h 147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5070" name="Freeform 254"/>
            <p:cNvSpPr/>
            <p:nvPr/>
          </p:nvSpPr>
          <p:spPr>
            <a:xfrm>
              <a:off x="4421" y="1114"/>
              <a:ext cx="171" cy="88"/>
            </a:xfrm>
            <a:custGeom>
              <a:avLst/>
              <a:gdLst>
                <a:gd name="txL" fmla="*/ 0 w 1176"/>
                <a:gd name="txT" fmla="*/ 0 h 606"/>
                <a:gd name="txR" fmla="*/ 1176 w 1176"/>
                <a:gd name="txB" fmla="*/ 606 h 606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5071" name="Freeform 255"/>
            <p:cNvSpPr/>
            <p:nvPr/>
          </p:nvSpPr>
          <p:spPr>
            <a:xfrm>
              <a:off x="4432" y="1205"/>
              <a:ext cx="350" cy="102"/>
            </a:xfrm>
            <a:custGeom>
              <a:avLst/>
              <a:gdLst>
                <a:gd name="txL" fmla="*/ 0 w 2532"/>
                <a:gd name="txT" fmla="*/ 0 h 723"/>
                <a:gd name="txR" fmla="*/ 2532 w 2532"/>
                <a:gd name="txB" fmla="*/ 723 h 723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5072" name="Freeform 256"/>
            <p:cNvSpPr/>
            <p:nvPr/>
          </p:nvSpPr>
          <p:spPr>
            <a:xfrm flipV="1">
              <a:off x="4782" y="1198"/>
              <a:ext cx="142" cy="105"/>
            </a:xfrm>
            <a:custGeom>
              <a:avLst/>
              <a:gdLst>
                <a:gd name="txL" fmla="*/ 0 w 2532"/>
                <a:gd name="txT" fmla="*/ 0 h 723"/>
                <a:gd name="txR" fmla="*/ 2532 w 2532"/>
                <a:gd name="txB" fmla="*/ 723 h 723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648226" name="AutoShape 34"/>
          <p:cNvSpPr/>
          <p:nvPr/>
        </p:nvSpPr>
        <p:spPr>
          <a:xfrm>
            <a:off x="2354263" y="2422525"/>
            <a:ext cx="976312" cy="485775"/>
          </a:xfrm>
          <a:custGeom>
            <a:avLst/>
            <a:gdLst>
              <a:gd name="txL" fmla="*/ 3375 w 21600"/>
              <a:gd name="txT" fmla="*/ 5400 h 21600"/>
              <a:gd name="txR" fmla="*/ 18900 w 21600"/>
              <a:gd name="txB" fmla="*/ 16200 h 21600"/>
            </a:gdLst>
            <a:ahLst/>
            <a:cxnLst>
              <a:cxn ang="17694720">
                <a:pos x="2147483646" y="0"/>
              </a:cxn>
              <a:cxn ang="11796480">
                <a:pos x="0" y="2147483646"/>
              </a:cxn>
              <a:cxn ang="589824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12" name="Group 45"/>
          <p:cNvGrpSpPr/>
          <p:nvPr/>
        </p:nvGrpSpPr>
        <p:grpSpPr>
          <a:xfrm>
            <a:off x="2719388" y="1258888"/>
            <a:ext cx="976312" cy="1460500"/>
            <a:chOff x="651" y="681"/>
            <a:chExt cx="615" cy="920"/>
          </a:xfrm>
        </p:grpSpPr>
        <p:sp>
          <p:nvSpPr>
            <p:cNvPr id="125049" name="Freeform 46"/>
            <p:cNvSpPr/>
            <p:nvPr/>
          </p:nvSpPr>
          <p:spPr>
            <a:xfrm>
              <a:off x="662" y="698"/>
              <a:ext cx="604" cy="903"/>
            </a:xfrm>
            <a:custGeom>
              <a:avLst/>
              <a:gdLst>
                <a:gd name="txL" fmla="*/ 0 w 604"/>
                <a:gd name="txT" fmla="*/ 0 h 903"/>
                <a:gd name="txR" fmla="*/ 604 w 604"/>
                <a:gd name="txB" fmla="*/ 903 h 903"/>
              </a:gdLst>
              <a:ahLst/>
              <a:cxnLst>
                <a:cxn ang="0">
                  <a:pos x="496" y="0"/>
                </a:cxn>
                <a:cxn ang="0">
                  <a:pos x="604" y="903"/>
                </a:cxn>
                <a:cxn ang="0">
                  <a:pos x="0" y="788"/>
                </a:cxn>
                <a:cxn ang="0">
                  <a:pos x="456" y="750"/>
                </a:cxn>
                <a:cxn ang="0">
                  <a:pos x="496" y="0"/>
                </a:cxn>
              </a:cxnLst>
              <a:rect l="txL" t="txT" r="txR" b="tx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alpha val="65999"/>
                  </a:schemeClr>
                </a:gs>
                <a:gs pos="100000">
                  <a:srgbClr val="000099">
                    <a:alpha val="67000"/>
                  </a:srgb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25050" name="Group 47"/>
            <p:cNvGrpSpPr/>
            <p:nvPr/>
          </p:nvGrpSpPr>
          <p:grpSpPr>
            <a:xfrm>
              <a:off x="651" y="681"/>
              <a:ext cx="500" cy="834"/>
              <a:chOff x="569" y="2954"/>
              <a:chExt cx="500" cy="834"/>
            </a:xfrm>
          </p:grpSpPr>
          <p:sp>
            <p:nvSpPr>
              <p:cNvPr id="125051" name="Rectangle 48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25052" name="Text Box 49"/>
              <p:cNvSpPr txBox="1"/>
              <p:nvPr/>
            </p:nvSpPr>
            <p:spPr>
              <a:xfrm>
                <a:off x="605" y="2954"/>
                <a:ext cx="454" cy="8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DHCP</a:t>
                </a:r>
                <a:endPara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UDP</a:t>
                </a:r>
                <a:endPara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IP</a:t>
                </a:r>
                <a:endPara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Eth</a:t>
                </a:r>
                <a:endPara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Phy</a:t>
                </a:r>
                <a:endPara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25053" name="Line 50"/>
              <p:cNvSpPr/>
              <p:nvPr/>
            </p:nvSpPr>
            <p:spPr>
              <a:xfrm>
                <a:off x="578" y="3130"/>
                <a:ext cx="48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5054" name="Line 51"/>
              <p:cNvSpPr/>
              <p:nvPr/>
            </p:nvSpPr>
            <p:spPr>
              <a:xfrm>
                <a:off x="575" y="3289"/>
                <a:ext cx="48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5055" name="Line 52"/>
              <p:cNvSpPr/>
              <p:nvPr/>
            </p:nvSpPr>
            <p:spPr>
              <a:xfrm>
                <a:off x="572" y="3448"/>
                <a:ext cx="48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5056" name="Line 53"/>
              <p:cNvSpPr/>
              <p:nvPr/>
            </p:nvSpPr>
            <p:spPr>
              <a:xfrm>
                <a:off x="569" y="3607"/>
                <a:ext cx="48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4" name="Group 54"/>
          <p:cNvGrpSpPr/>
          <p:nvPr/>
        </p:nvGrpSpPr>
        <p:grpSpPr>
          <a:xfrm>
            <a:off x="2044700" y="1317625"/>
            <a:ext cx="519113" cy="246063"/>
            <a:chOff x="844" y="3337"/>
            <a:chExt cx="327" cy="155"/>
          </a:xfrm>
        </p:grpSpPr>
        <p:sp>
          <p:nvSpPr>
            <p:cNvPr id="125047" name="Rectangle 55"/>
            <p:cNvSpPr/>
            <p:nvPr/>
          </p:nvSpPr>
          <p:spPr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5048" name="Text Box 56"/>
            <p:cNvSpPr txBox="1"/>
            <p:nvPr/>
          </p:nvSpPr>
          <p:spPr>
            <a:xfrm>
              <a:off x="844" y="3337"/>
              <a:ext cx="327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DHCP</a:t>
              </a:r>
              <a:endParaRPr lang="en-US" altLang="zh-CN" sz="1000" b="1" dirty="0">
                <a:solidFill>
                  <a:schemeClr val="bg1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grpSp>
        <p:nvGrpSpPr>
          <p:cNvPr id="15" name="Group 57"/>
          <p:cNvGrpSpPr/>
          <p:nvPr/>
        </p:nvGrpSpPr>
        <p:grpSpPr>
          <a:xfrm>
            <a:off x="1590675" y="1336675"/>
            <a:ext cx="1081088" cy="1166813"/>
            <a:chOff x="42" y="744"/>
            <a:chExt cx="681" cy="735"/>
          </a:xfrm>
        </p:grpSpPr>
        <p:grpSp>
          <p:nvGrpSpPr>
            <p:cNvPr id="125015" name="Group 58"/>
            <p:cNvGrpSpPr/>
            <p:nvPr/>
          </p:nvGrpSpPr>
          <p:grpSpPr>
            <a:xfrm>
              <a:off x="42" y="886"/>
              <a:ext cx="681" cy="469"/>
              <a:chOff x="42" y="886"/>
              <a:chExt cx="681" cy="469"/>
            </a:xfrm>
          </p:grpSpPr>
          <p:grpSp>
            <p:nvGrpSpPr>
              <p:cNvPr id="125017" name="Group 59"/>
              <p:cNvGrpSpPr/>
              <p:nvPr/>
            </p:nvGrpSpPr>
            <p:grpSpPr>
              <a:xfrm>
                <a:off x="278" y="886"/>
                <a:ext cx="381" cy="155"/>
                <a:chOff x="740" y="3209"/>
                <a:chExt cx="381" cy="155"/>
              </a:xfrm>
            </p:grpSpPr>
            <p:grpSp>
              <p:nvGrpSpPr>
                <p:cNvPr id="125042" name="Group 60"/>
                <p:cNvGrpSpPr/>
                <p:nvPr/>
              </p:nvGrpSpPr>
              <p:grpSpPr>
                <a:xfrm>
                  <a:off x="794" y="3209"/>
                  <a:ext cx="327" cy="155"/>
                  <a:chOff x="844" y="3337"/>
                  <a:chExt cx="327" cy="155"/>
                </a:xfrm>
              </p:grpSpPr>
              <p:sp>
                <p:nvSpPr>
                  <p:cNvPr id="125045" name="Rectangle 61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>
                    <a:solidFill>
                      <a:schemeClr val="bg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  <p:sp>
                <p:nvSpPr>
                  <p:cNvPr id="125046" name="Text Box 62"/>
                  <p:cNvSpPr txBox="1"/>
                  <p:nvPr/>
                </p:nvSpPr>
                <p:spPr>
                  <a:xfrm>
                    <a:off x="844" y="3337"/>
                    <a:ext cx="327" cy="155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 dirty="0">
                        <a:solidFill>
                          <a:schemeClr val="bg1"/>
                        </a:solidFill>
                        <a:latin typeface="Comic Sans MS" panose="030F0702030302020204" pitchFamily="66" charset="0"/>
                        <a:ea typeface="微软雅黑" panose="020B0503020204020204" pitchFamily="34" charset="-122"/>
                        <a:sym typeface="Comic Sans MS" panose="030F0702030302020204" pitchFamily="66" charset="0"/>
                      </a:rPr>
                      <a:t>DHCP</a:t>
                    </a:r>
                    <a:endParaRPr lang="en-US" altLang="zh-CN" sz="1000" b="1" dirty="0">
                      <a:solidFill>
                        <a:schemeClr val="bg1"/>
                      </a:solidFill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</p:grpSp>
            <p:sp>
              <p:nvSpPr>
                <p:cNvPr id="125043" name="Rectangle 63"/>
                <p:cNvSpPr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25044" name="Rectangle 64"/>
                <p:cNvSpPr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  <p:grpSp>
            <p:nvGrpSpPr>
              <p:cNvPr id="125018" name="Group 65"/>
              <p:cNvGrpSpPr/>
              <p:nvPr/>
            </p:nvGrpSpPr>
            <p:grpSpPr>
              <a:xfrm>
                <a:off x="278" y="1034"/>
                <a:ext cx="381" cy="155"/>
                <a:chOff x="836" y="3305"/>
                <a:chExt cx="381" cy="155"/>
              </a:xfrm>
            </p:grpSpPr>
            <p:grpSp>
              <p:nvGrpSpPr>
                <p:cNvPr id="125036" name="Group 66"/>
                <p:cNvGrpSpPr/>
                <p:nvPr/>
              </p:nvGrpSpPr>
              <p:grpSpPr>
                <a:xfrm>
                  <a:off x="890" y="3305"/>
                  <a:ext cx="327" cy="155"/>
                  <a:chOff x="844" y="3337"/>
                  <a:chExt cx="327" cy="155"/>
                </a:xfrm>
              </p:grpSpPr>
              <p:sp>
                <p:nvSpPr>
                  <p:cNvPr id="125040" name="Rectangle 67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>
                    <a:solidFill>
                      <a:schemeClr val="bg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  <p:sp>
                <p:nvSpPr>
                  <p:cNvPr id="125041" name="Text Box 68"/>
                  <p:cNvSpPr txBox="1"/>
                  <p:nvPr/>
                </p:nvSpPr>
                <p:spPr>
                  <a:xfrm>
                    <a:off x="844" y="3337"/>
                    <a:ext cx="327" cy="155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 dirty="0">
                        <a:solidFill>
                          <a:schemeClr val="bg1"/>
                        </a:solidFill>
                        <a:latin typeface="Comic Sans MS" panose="030F0702030302020204" pitchFamily="66" charset="0"/>
                        <a:ea typeface="微软雅黑" panose="020B0503020204020204" pitchFamily="34" charset="-122"/>
                        <a:sym typeface="Comic Sans MS" panose="030F0702030302020204" pitchFamily="66" charset="0"/>
                      </a:rPr>
                      <a:t>DHCP</a:t>
                    </a:r>
                    <a:endParaRPr lang="en-US" altLang="zh-CN" sz="1000" b="1" dirty="0">
                      <a:solidFill>
                        <a:schemeClr val="bg1"/>
                      </a:solidFill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</p:grpSp>
            <p:grpSp>
              <p:nvGrpSpPr>
                <p:cNvPr id="125037" name="Group 69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25038" name="Rectangle 70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bg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  <p:sp>
                <p:nvSpPr>
                  <p:cNvPr id="125039" name="Rectangle 71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</p:grpSp>
          </p:grpSp>
          <p:grpSp>
            <p:nvGrpSpPr>
              <p:cNvPr id="125019" name="Group 72"/>
              <p:cNvGrpSpPr/>
              <p:nvPr/>
            </p:nvGrpSpPr>
            <p:grpSpPr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125034" name="Rectangle 73"/>
                <p:cNvSpPr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25035" name="Rectangle 74"/>
                <p:cNvSpPr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  <p:grpSp>
            <p:nvGrpSpPr>
              <p:cNvPr id="125020" name="Group 75"/>
              <p:cNvGrpSpPr/>
              <p:nvPr/>
            </p:nvGrpSpPr>
            <p:grpSpPr>
              <a:xfrm>
                <a:off x="42" y="1200"/>
                <a:ext cx="681" cy="155"/>
                <a:chOff x="504" y="3523"/>
                <a:chExt cx="681" cy="155"/>
              </a:xfrm>
            </p:grpSpPr>
            <p:grpSp>
              <p:nvGrpSpPr>
                <p:cNvPr id="125021" name="Group 76"/>
                <p:cNvGrpSpPr/>
                <p:nvPr/>
              </p:nvGrpSpPr>
              <p:grpSpPr>
                <a:xfrm>
                  <a:off x="623" y="3523"/>
                  <a:ext cx="494" cy="155"/>
                  <a:chOff x="723" y="3453"/>
                  <a:chExt cx="494" cy="155"/>
                </a:xfrm>
              </p:grpSpPr>
              <p:grpSp>
                <p:nvGrpSpPr>
                  <p:cNvPr id="125025" name="Group 77"/>
                  <p:cNvGrpSpPr/>
                  <p:nvPr/>
                </p:nvGrpSpPr>
                <p:grpSpPr>
                  <a:xfrm>
                    <a:off x="836" y="3453"/>
                    <a:ext cx="381" cy="155"/>
                    <a:chOff x="836" y="3305"/>
                    <a:chExt cx="381" cy="155"/>
                  </a:xfrm>
                </p:grpSpPr>
                <p:grpSp>
                  <p:nvGrpSpPr>
                    <p:cNvPr id="125028" name="Group 78"/>
                    <p:cNvGrpSpPr/>
                    <p:nvPr/>
                  </p:nvGrpSpPr>
                  <p:grpSpPr>
                    <a:xfrm>
                      <a:off x="890" y="3305"/>
                      <a:ext cx="327" cy="155"/>
                      <a:chOff x="844" y="3337"/>
                      <a:chExt cx="327" cy="155"/>
                    </a:xfrm>
                  </p:grpSpPr>
                  <p:sp>
                    <p:nvSpPr>
                      <p:cNvPr id="125032" name="Rectangle 79"/>
                      <p:cNvSpPr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 cap="flat" cmpd="sng">
                        <a:solidFill>
                          <a:schemeClr val="bg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9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+mn-lt"/>
                            <a:ea typeface="MS PGothic" panose="020B0600070205080204" pitchFamily="34" charset="-128"/>
                            <a:cs typeface="MS PGothic" panose="020B0600070205080204" pitchFamily="34" charset="-128"/>
                          </a:defRPr>
                        </a:lvl1pPr>
                        <a:lvl2pPr marL="688975" indent="-231775" algn="l" rtl="0" eaLnBrk="0" fontAlgn="base" hangingPunct="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9"/>
                          </a:buClr>
                          <a:buFont typeface="Arial" panose="020B0604020202020204" pitchFamily="34" charset="0"/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/>
                            <a:ea typeface="MS PGothic" panose="020B0600070205080204" pitchFamily="34" charset="-128"/>
                            <a:cs typeface="Gill Sans MT" panose="020B0502020104020203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/>
                            <a:ea typeface="Gill Sans MT" panose="020B0502020104020203" pitchFamily="34" charset="0"/>
                            <a:cs typeface="Gill Sans MT" panose="020B0502020104020203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Gill Sans MT" panose="020B0502020104020203" pitchFamily="34" charset="0"/>
                            <a:cs typeface="Gill Sans MT" panose="020B0502020104020203" pitchFamily="34" charset="0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Gill Sans MT" panose="020B0502020104020203" pitchFamily="34" charset="0"/>
                            <a:cs typeface="Gill Sans MT" panose="020B0502020104020203" pitchFamily="34" charset="0"/>
                          </a:defRPr>
                        </a:lvl5pPr>
                      </a:lstStyle>
                      <a:p>
                        <a:pPr marL="0" lvl="0" inden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zh-CN" sz="1800" b="1" dirty="0">
                          <a:latin typeface="Comic Sans MS" panose="030F0702030302020204" pitchFamily="66" charset="0"/>
                          <a:ea typeface="微软雅黑" panose="020B0503020204020204" pitchFamily="34" charset="-122"/>
                          <a:sym typeface="Comic Sans MS" panose="030F0702030302020204" pitchFamily="66" charset="0"/>
                        </a:endParaRPr>
                      </a:p>
                    </p:txBody>
                  </p:sp>
                  <p:sp>
                    <p:nvSpPr>
                      <p:cNvPr id="125033" name="Text Box 80"/>
                      <p:cNvSpPr txBox="1"/>
                      <p:nvPr/>
                    </p:nvSpPr>
                    <p:spPr>
                      <a:xfrm>
                        <a:off x="844" y="3337"/>
                        <a:ext cx="327" cy="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wrap="none">
                        <a:spAutoFit/>
                      </a:bodyPr>
                      <a:lstStyle>
                        <a:lvl1pPr marL="342900" indent="-342900" algn="l" rtl="0" eaLnBrk="0" fontAlgn="base" hangingPunct="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9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+mn-lt"/>
                            <a:ea typeface="MS PGothic" panose="020B0600070205080204" pitchFamily="34" charset="-128"/>
                            <a:cs typeface="MS PGothic" panose="020B0600070205080204" pitchFamily="34" charset="-128"/>
                          </a:defRPr>
                        </a:lvl1pPr>
                        <a:lvl2pPr marL="688975" indent="-231775" algn="l" rtl="0" eaLnBrk="0" fontAlgn="base" hangingPunct="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9"/>
                          </a:buClr>
                          <a:buFont typeface="Arial" panose="020B0604020202020204" pitchFamily="34" charset="0"/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/>
                            <a:ea typeface="MS PGothic" panose="020B0600070205080204" pitchFamily="34" charset="-128"/>
                            <a:cs typeface="Gill Sans MT" panose="020B0502020104020203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/>
                            <a:ea typeface="Gill Sans MT" panose="020B0502020104020203" pitchFamily="34" charset="0"/>
                            <a:cs typeface="Gill Sans MT" panose="020B0502020104020203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Gill Sans MT" panose="020B0502020104020203" pitchFamily="34" charset="0"/>
                            <a:cs typeface="Gill Sans MT" panose="020B0502020104020203" pitchFamily="34" charset="0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Gill Sans MT" panose="020B0502020104020203" pitchFamily="34" charset="0"/>
                            <a:cs typeface="Gill Sans MT" panose="020B0502020104020203" pitchFamily="34" charset="0"/>
                          </a:defRPr>
                        </a:lvl5pPr>
                      </a:lstStyle>
                      <a:p>
                        <a:pPr marL="0" lvl="0" inden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sz="1000" b="1" dirty="0">
                            <a:solidFill>
                              <a:schemeClr val="bg1"/>
                            </a:solidFill>
                            <a:latin typeface="Comic Sans MS" panose="030F0702030302020204" pitchFamily="66" charset="0"/>
                            <a:ea typeface="微软雅黑" panose="020B0503020204020204" pitchFamily="34" charset="-122"/>
                            <a:sym typeface="Comic Sans MS" panose="030F0702030302020204" pitchFamily="66" charset="0"/>
                          </a:rPr>
                          <a:t>DHCP</a:t>
                        </a:r>
                        <a:endParaRPr lang="en-US" altLang="zh-CN" sz="1000" b="1" dirty="0">
                          <a:solidFill>
                            <a:schemeClr val="bg1"/>
                          </a:solidFill>
                          <a:latin typeface="Comic Sans MS" panose="030F0702030302020204" pitchFamily="66" charset="0"/>
                          <a:ea typeface="微软雅黑" panose="020B0503020204020204" pitchFamily="34" charset="-122"/>
                          <a:sym typeface="Comic Sans MS" panose="030F0702030302020204" pitchFamily="66" charset="0"/>
                        </a:endParaRPr>
                      </a:p>
                    </p:txBody>
                  </p:sp>
                </p:grpSp>
                <p:grpSp>
                  <p:nvGrpSpPr>
                    <p:cNvPr id="125029" name="Group 81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125030" name="Rectangle 82"/>
                      <p:cNvSpPr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 cap="flat" cmpd="sng">
                        <a:solidFill>
                          <a:schemeClr val="bg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9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+mn-lt"/>
                            <a:ea typeface="MS PGothic" panose="020B0600070205080204" pitchFamily="34" charset="-128"/>
                            <a:cs typeface="MS PGothic" panose="020B0600070205080204" pitchFamily="34" charset="-128"/>
                          </a:defRPr>
                        </a:lvl1pPr>
                        <a:lvl2pPr marL="688975" indent="-231775" algn="l" rtl="0" eaLnBrk="0" fontAlgn="base" hangingPunct="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9"/>
                          </a:buClr>
                          <a:buFont typeface="Arial" panose="020B0604020202020204" pitchFamily="34" charset="0"/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/>
                            <a:ea typeface="MS PGothic" panose="020B0600070205080204" pitchFamily="34" charset="-128"/>
                            <a:cs typeface="Gill Sans MT" panose="020B0502020104020203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/>
                            <a:ea typeface="Gill Sans MT" panose="020B0502020104020203" pitchFamily="34" charset="0"/>
                            <a:cs typeface="Gill Sans MT" panose="020B0502020104020203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Gill Sans MT" panose="020B0502020104020203" pitchFamily="34" charset="0"/>
                            <a:cs typeface="Gill Sans MT" panose="020B0502020104020203" pitchFamily="34" charset="0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Gill Sans MT" panose="020B0502020104020203" pitchFamily="34" charset="0"/>
                            <a:cs typeface="Gill Sans MT" panose="020B0502020104020203" pitchFamily="34" charset="0"/>
                          </a:defRPr>
                        </a:lvl5pPr>
                      </a:lstStyle>
                      <a:p>
                        <a:pPr marL="0" lvl="0" inden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zh-CN" sz="1800" b="1" dirty="0">
                          <a:latin typeface="Comic Sans MS" panose="030F0702030302020204" pitchFamily="66" charset="0"/>
                          <a:ea typeface="微软雅黑" panose="020B0503020204020204" pitchFamily="34" charset="-122"/>
                          <a:sym typeface="Comic Sans MS" panose="030F0702030302020204" pitchFamily="66" charset="0"/>
                        </a:endParaRPr>
                      </a:p>
                    </p:txBody>
                  </p:sp>
                  <p:sp>
                    <p:nvSpPr>
                      <p:cNvPr id="125031" name="Rectangle 83"/>
                      <p:cNvSpPr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accent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9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+mn-lt"/>
                            <a:ea typeface="MS PGothic" panose="020B0600070205080204" pitchFamily="34" charset="-128"/>
                            <a:cs typeface="MS PGothic" panose="020B0600070205080204" pitchFamily="34" charset="-128"/>
                          </a:defRPr>
                        </a:lvl1pPr>
                        <a:lvl2pPr marL="688975" indent="-231775" algn="l" rtl="0" eaLnBrk="0" fontAlgn="base" hangingPunct="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9"/>
                          </a:buClr>
                          <a:buFont typeface="Arial" panose="020B0604020202020204" pitchFamily="34" charset="0"/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/>
                            <a:ea typeface="MS PGothic" panose="020B0600070205080204" pitchFamily="34" charset="-128"/>
                            <a:cs typeface="Gill Sans MT" panose="020B0502020104020203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/>
                            <a:ea typeface="Gill Sans MT" panose="020B0502020104020203" pitchFamily="34" charset="0"/>
                            <a:cs typeface="Gill Sans MT" panose="020B0502020104020203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Gill Sans MT" panose="020B0502020104020203" pitchFamily="34" charset="0"/>
                            <a:cs typeface="Gill Sans MT" panose="020B0502020104020203" pitchFamily="34" charset="0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Gill Sans MT" panose="020B0502020104020203" pitchFamily="34" charset="0"/>
                            <a:cs typeface="Gill Sans MT" panose="020B0502020104020203" pitchFamily="34" charset="0"/>
                          </a:defRPr>
                        </a:lvl5pPr>
                      </a:lstStyle>
                      <a:p>
                        <a:pPr marL="0" lvl="0" inden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zh-CN" sz="1800" b="1" dirty="0">
                          <a:latin typeface="Comic Sans MS" panose="030F0702030302020204" pitchFamily="66" charset="0"/>
                          <a:ea typeface="微软雅黑" panose="020B0503020204020204" pitchFamily="34" charset="-122"/>
                          <a:sym typeface="Comic Sans MS" panose="030F0702030302020204" pitchFamily="66" charset="0"/>
                        </a:endParaRPr>
                      </a:p>
                    </p:txBody>
                  </p:sp>
                </p:grpSp>
              </p:grpSp>
              <p:sp>
                <p:nvSpPr>
                  <p:cNvPr id="125026" name="Rectangle 84"/>
                  <p:cNvSpPr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 w="9525">
                    <a:noFill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  <p:sp>
                <p:nvSpPr>
                  <p:cNvPr id="125027" name="Rectangle 85"/>
                  <p:cNvSpPr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2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</p:grpSp>
            <p:sp>
              <p:nvSpPr>
                <p:cNvPr id="125022" name="Rectangle 86"/>
                <p:cNvSpPr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25023" name="Rectangle 87"/>
                <p:cNvSpPr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25024" name="Rectangle 88"/>
                <p:cNvSpPr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</p:grpSp>
        <p:sp>
          <p:nvSpPr>
            <p:cNvPr id="125016" name="AutoShape 89"/>
            <p:cNvSpPr/>
            <p:nvPr/>
          </p:nvSpPr>
          <p:spPr>
            <a:xfrm>
              <a:off x="384" y="744"/>
              <a:ext cx="240" cy="735"/>
            </a:xfrm>
            <a:prstGeom prst="downArrow">
              <a:avLst>
                <a:gd name="adj1" fmla="val 54166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grpSp>
        <p:nvGrpSpPr>
          <p:cNvPr id="28" name="Group 90"/>
          <p:cNvGrpSpPr/>
          <p:nvPr/>
        </p:nvGrpSpPr>
        <p:grpSpPr>
          <a:xfrm>
            <a:off x="2174875" y="2544763"/>
            <a:ext cx="1081088" cy="246062"/>
            <a:chOff x="504" y="3523"/>
            <a:chExt cx="681" cy="155"/>
          </a:xfrm>
        </p:grpSpPr>
        <p:grpSp>
          <p:nvGrpSpPr>
            <p:cNvPr id="125002" name="Group 91"/>
            <p:cNvGrpSpPr/>
            <p:nvPr/>
          </p:nvGrpSpPr>
          <p:grpSpPr>
            <a:xfrm>
              <a:off x="623" y="3523"/>
              <a:ext cx="494" cy="155"/>
              <a:chOff x="723" y="3453"/>
              <a:chExt cx="494" cy="155"/>
            </a:xfrm>
          </p:grpSpPr>
          <p:grpSp>
            <p:nvGrpSpPr>
              <p:cNvPr id="125006" name="Group 92"/>
              <p:cNvGrpSpPr/>
              <p:nvPr/>
            </p:nvGrpSpPr>
            <p:grpSpPr>
              <a:xfrm>
                <a:off x="836" y="3453"/>
                <a:ext cx="381" cy="155"/>
                <a:chOff x="836" y="3305"/>
                <a:chExt cx="381" cy="155"/>
              </a:xfrm>
            </p:grpSpPr>
            <p:grpSp>
              <p:nvGrpSpPr>
                <p:cNvPr id="125009" name="Group 93"/>
                <p:cNvGrpSpPr/>
                <p:nvPr/>
              </p:nvGrpSpPr>
              <p:grpSpPr>
                <a:xfrm>
                  <a:off x="890" y="3305"/>
                  <a:ext cx="327" cy="155"/>
                  <a:chOff x="844" y="3337"/>
                  <a:chExt cx="327" cy="155"/>
                </a:xfrm>
              </p:grpSpPr>
              <p:sp>
                <p:nvSpPr>
                  <p:cNvPr id="125013" name="Rectangle 94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>
                    <a:solidFill>
                      <a:schemeClr val="bg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  <p:sp>
                <p:nvSpPr>
                  <p:cNvPr id="125014" name="Text Box 95"/>
                  <p:cNvSpPr txBox="1"/>
                  <p:nvPr/>
                </p:nvSpPr>
                <p:spPr>
                  <a:xfrm>
                    <a:off x="844" y="3337"/>
                    <a:ext cx="327" cy="155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 dirty="0">
                        <a:solidFill>
                          <a:schemeClr val="bg1"/>
                        </a:solidFill>
                        <a:latin typeface="Comic Sans MS" panose="030F0702030302020204" pitchFamily="66" charset="0"/>
                        <a:ea typeface="微软雅黑" panose="020B0503020204020204" pitchFamily="34" charset="-122"/>
                        <a:sym typeface="Comic Sans MS" panose="030F0702030302020204" pitchFamily="66" charset="0"/>
                      </a:rPr>
                      <a:t>DHCP</a:t>
                    </a:r>
                    <a:endParaRPr lang="en-US" altLang="zh-CN" sz="1000" b="1" dirty="0">
                      <a:solidFill>
                        <a:schemeClr val="bg1"/>
                      </a:solidFill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</p:grpSp>
            <p:grpSp>
              <p:nvGrpSpPr>
                <p:cNvPr id="125010" name="Group 96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25011" name="Rectangle 97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bg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  <p:sp>
                <p:nvSpPr>
                  <p:cNvPr id="125012" name="Rectangle 98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</p:grpSp>
          </p:grpSp>
          <p:sp>
            <p:nvSpPr>
              <p:cNvPr id="125007" name="Rectangle 99"/>
              <p:cNvSpPr/>
              <p:nvPr/>
            </p:nvSpPr>
            <p:spPr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25008" name="Rectangle 100"/>
              <p:cNvSpPr/>
              <p:nvPr/>
            </p:nvSpPr>
            <p:spPr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125003" name="Rectangle 101"/>
            <p:cNvSpPr/>
            <p:nvPr/>
          </p:nvSpPr>
          <p:spPr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5004" name="Rectangle 102"/>
            <p:cNvSpPr/>
            <p:nvPr/>
          </p:nvSpPr>
          <p:spPr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5005" name="Rectangle 103"/>
            <p:cNvSpPr/>
            <p:nvPr/>
          </p:nvSpPr>
          <p:spPr>
            <a:xfrm>
              <a:off x="504" y="3529"/>
              <a:ext cx="681" cy="13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grpSp>
        <p:nvGrpSpPr>
          <p:cNvPr id="49314" name="Group 104"/>
          <p:cNvGrpSpPr/>
          <p:nvPr/>
        </p:nvGrpSpPr>
        <p:grpSpPr>
          <a:xfrm>
            <a:off x="3001963" y="3236913"/>
            <a:ext cx="1316037" cy="1323975"/>
            <a:chOff x="931" y="1941"/>
            <a:chExt cx="829" cy="834"/>
          </a:xfrm>
        </p:grpSpPr>
        <p:sp>
          <p:nvSpPr>
            <p:cNvPr id="124994" name="Freeform 105"/>
            <p:cNvSpPr/>
            <p:nvPr/>
          </p:nvSpPr>
          <p:spPr>
            <a:xfrm>
              <a:off x="1424" y="1965"/>
              <a:ext cx="336" cy="801"/>
            </a:xfrm>
            <a:custGeom>
              <a:avLst/>
              <a:gdLst>
                <a:gd name="txL" fmla="*/ 0 w 551"/>
                <a:gd name="txT" fmla="*/ 0 h 801"/>
                <a:gd name="txR" fmla="*/ 551 w 551"/>
                <a:gd name="txB" fmla="*/ 801 h 801"/>
              </a:gdLst>
              <a:ahLst/>
              <a:cxnLst>
                <a:cxn ang="0">
                  <a:pos x="1" y="0"/>
                </a:cxn>
                <a:cxn ang="0">
                  <a:pos x="1" y="402"/>
                </a:cxn>
                <a:cxn ang="0">
                  <a:pos x="1" y="801"/>
                </a:cxn>
                <a:cxn ang="0">
                  <a:pos x="1" y="535"/>
                </a:cxn>
                <a:cxn ang="0">
                  <a:pos x="0" y="371"/>
                </a:cxn>
                <a:cxn ang="0">
                  <a:pos x="1" y="0"/>
                </a:cxn>
              </a:cxnLst>
              <a:rect l="txL" t="txT" r="txR" b="txB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alpha val="64998"/>
                  </a:schemeClr>
                </a:gs>
                <a:gs pos="100000">
                  <a:srgbClr val="000099">
                    <a:alpha val="64998"/>
                  </a:srgb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24995" name="Group 106"/>
            <p:cNvGrpSpPr/>
            <p:nvPr/>
          </p:nvGrpSpPr>
          <p:grpSpPr>
            <a:xfrm>
              <a:off x="931" y="1941"/>
              <a:ext cx="500" cy="834"/>
              <a:chOff x="569" y="2954"/>
              <a:chExt cx="500" cy="834"/>
            </a:xfrm>
          </p:grpSpPr>
          <p:sp>
            <p:nvSpPr>
              <p:cNvPr id="124996" name="Rectangle 107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24997" name="Text Box 108"/>
              <p:cNvSpPr txBox="1"/>
              <p:nvPr/>
            </p:nvSpPr>
            <p:spPr>
              <a:xfrm>
                <a:off x="605" y="2954"/>
                <a:ext cx="454" cy="8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DHCP</a:t>
                </a:r>
                <a:endPara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UDP</a:t>
                </a:r>
                <a:endPara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IP</a:t>
                </a:r>
                <a:endPara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Eth</a:t>
                </a:r>
                <a:endPara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Phy</a:t>
                </a:r>
                <a:endPara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24998" name="Line 109"/>
              <p:cNvSpPr/>
              <p:nvPr/>
            </p:nvSpPr>
            <p:spPr>
              <a:xfrm>
                <a:off x="578" y="3130"/>
                <a:ext cx="48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4999" name="Line 110"/>
              <p:cNvSpPr/>
              <p:nvPr/>
            </p:nvSpPr>
            <p:spPr>
              <a:xfrm>
                <a:off x="575" y="3289"/>
                <a:ext cx="48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5000" name="Line 111"/>
              <p:cNvSpPr/>
              <p:nvPr/>
            </p:nvSpPr>
            <p:spPr>
              <a:xfrm>
                <a:off x="572" y="3448"/>
                <a:ext cx="48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5001" name="Line 112"/>
              <p:cNvSpPr/>
              <p:nvPr/>
            </p:nvSpPr>
            <p:spPr>
              <a:xfrm>
                <a:off x="569" y="3607"/>
                <a:ext cx="48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49317" name="Group 113"/>
          <p:cNvGrpSpPr/>
          <p:nvPr/>
        </p:nvGrpSpPr>
        <p:grpSpPr>
          <a:xfrm>
            <a:off x="1863725" y="3136900"/>
            <a:ext cx="1081088" cy="1217613"/>
            <a:chOff x="1404" y="3105"/>
            <a:chExt cx="681" cy="767"/>
          </a:xfrm>
        </p:grpSpPr>
        <p:grpSp>
          <p:nvGrpSpPr>
            <p:cNvPr id="124959" name="Group 114"/>
            <p:cNvGrpSpPr/>
            <p:nvPr/>
          </p:nvGrpSpPr>
          <p:grpSpPr>
            <a:xfrm>
              <a:off x="1404" y="3355"/>
              <a:ext cx="681" cy="469"/>
              <a:chOff x="42" y="886"/>
              <a:chExt cx="681" cy="469"/>
            </a:xfrm>
          </p:grpSpPr>
          <p:grpSp>
            <p:nvGrpSpPr>
              <p:cNvPr id="124964" name="Group 115"/>
              <p:cNvGrpSpPr/>
              <p:nvPr/>
            </p:nvGrpSpPr>
            <p:grpSpPr>
              <a:xfrm>
                <a:off x="278" y="886"/>
                <a:ext cx="381" cy="155"/>
                <a:chOff x="740" y="3209"/>
                <a:chExt cx="381" cy="155"/>
              </a:xfrm>
            </p:grpSpPr>
            <p:grpSp>
              <p:nvGrpSpPr>
                <p:cNvPr id="124989" name="Group 116"/>
                <p:cNvGrpSpPr/>
                <p:nvPr/>
              </p:nvGrpSpPr>
              <p:grpSpPr>
                <a:xfrm>
                  <a:off x="794" y="3209"/>
                  <a:ext cx="327" cy="155"/>
                  <a:chOff x="844" y="3337"/>
                  <a:chExt cx="327" cy="155"/>
                </a:xfrm>
              </p:grpSpPr>
              <p:sp>
                <p:nvSpPr>
                  <p:cNvPr id="124992" name="Rectangle 117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>
                    <a:solidFill>
                      <a:schemeClr val="bg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  <p:sp>
                <p:nvSpPr>
                  <p:cNvPr id="124993" name="Text Box 118"/>
                  <p:cNvSpPr txBox="1"/>
                  <p:nvPr/>
                </p:nvSpPr>
                <p:spPr>
                  <a:xfrm>
                    <a:off x="844" y="3337"/>
                    <a:ext cx="327" cy="155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 dirty="0">
                        <a:solidFill>
                          <a:schemeClr val="bg1"/>
                        </a:solidFill>
                        <a:latin typeface="Comic Sans MS" panose="030F0702030302020204" pitchFamily="66" charset="0"/>
                        <a:ea typeface="微软雅黑" panose="020B0503020204020204" pitchFamily="34" charset="-122"/>
                        <a:sym typeface="Comic Sans MS" panose="030F0702030302020204" pitchFamily="66" charset="0"/>
                      </a:rPr>
                      <a:t>DHCP</a:t>
                    </a:r>
                    <a:endParaRPr lang="en-US" altLang="zh-CN" sz="1000" b="1" dirty="0">
                      <a:solidFill>
                        <a:schemeClr val="bg1"/>
                      </a:solidFill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</p:grpSp>
            <p:sp>
              <p:nvSpPr>
                <p:cNvPr id="124990" name="Rectangle 119"/>
                <p:cNvSpPr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24991" name="Rectangle 120"/>
                <p:cNvSpPr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  <p:grpSp>
            <p:nvGrpSpPr>
              <p:cNvPr id="124965" name="Group 121"/>
              <p:cNvGrpSpPr/>
              <p:nvPr/>
            </p:nvGrpSpPr>
            <p:grpSpPr>
              <a:xfrm>
                <a:off x="278" y="1034"/>
                <a:ext cx="381" cy="155"/>
                <a:chOff x="836" y="3305"/>
                <a:chExt cx="381" cy="155"/>
              </a:xfrm>
            </p:grpSpPr>
            <p:grpSp>
              <p:nvGrpSpPr>
                <p:cNvPr id="124983" name="Group 122"/>
                <p:cNvGrpSpPr/>
                <p:nvPr/>
              </p:nvGrpSpPr>
              <p:grpSpPr>
                <a:xfrm>
                  <a:off x="890" y="3305"/>
                  <a:ext cx="327" cy="155"/>
                  <a:chOff x="844" y="3337"/>
                  <a:chExt cx="327" cy="155"/>
                </a:xfrm>
              </p:grpSpPr>
              <p:sp>
                <p:nvSpPr>
                  <p:cNvPr id="124987" name="Rectangle 123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>
                    <a:solidFill>
                      <a:schemeClr val="bg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  <p:sp>
                <p:nvSpPr>
                  <p:cNvPr id="124988" name="Text Box 124"/>
                  <p:cNvSpPr txBox="1"/>
                  <p:nvPr/>
                </p:nvSpPr>
                <p:spPr>
                  <a:xfrm>
                    <a:off x="844" y="3337"/>
                    <a:ext cx="327" cy="155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 dirty="0">
                        <a:solidFill>
                          <a:schemeClr val="bg1"/>
                        </a:solidFill>
                        <a:latin typeface="Comic Sans MS" panose="030F0702030302020204" pitchFamily="66" charset="0"/>
                        <a:ea typeface="微软雅黑" panose="020B0503020204020204" pitchFamily="34" charset="-122"/>
                        <a:sym typeface="Comic Sans MS" panose="030F0702030302020204" pitchFamily="66" charset="0"/>
                      </a:rPr>
                      <a:t>DHCP</a:t>
                    </a:r>
                    <a:endParaRPr lang="en-US" altLang="zh-CN" sz="1000" b="1" dirty="0">
                      <a:solidFill>
                        <a:schemeClr val="bg1"/>
                      </a:solidFill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</p:grpSp>
            <p:grpSp>
              <p:nvGrpSpPr>
                <p:cNvPr id="124984" name="Group 125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24985" name="Rectangle 126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bg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  <p:sp>
                <p:nvSpPr>
                  <p:cNvPr id="124986" name="Rectangle 127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</p:grpSp>
          </p:grpSp>
          <p:grpSp>
            <p:nvGrpSpPr>
              <p:cNvPr id="124966" name="Group 128"/>
              <p:cNvGrpSpPr/>
              <p:nvPr/>
            </p:nvGrpSpPr>
            <p:grpSpPr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124981" name="Rectangle 129"/>
                <p:cNvSpPr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24982" name="Rectangle 130"/>
                <p:cNvSpPr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  <p:grpSp>
            <p:nvGrpSpPr>
              <p:cNvPr id="124967" name="Group 131"/>
              <p:cNvGrpSpPr/>
              <p:nvPr/>
            </p:nvGrpSpPr>
            <p:grpSpPr>
              <a:xfrm>
                <a:off x="42" y="1200"/>
                <a:ext cx="681" cy="155"/>
                <a:chOff x="504" y="3523"/>
                <a:chExt cx="681" cy="155"/>
              </a:xfrm>
            </p:grpSpPr>
            <p:grpSp>
              <p:nvGrpSpPr>
                <p:cNvPr id="124968" name="Group 132"/>
                <p:cNvGrpSpPr/>
                <p:nvPr/>
              </p:nvGrpSpPr>
              <p:grpSpPr>
                <a:xfrm>
                  <a:off x="623" y="3523"/>
                  <a:ext cx="494" cy="155"/>
                  <a:chOff x="723" y="3453"/>
                  <a:chExt cx="494" cy="155"/>
                </a:xfrm>
              </p:grpSpPr>
              <p:grpSp>
                <p:nvGrpSpPr>
                  <p:cNvPr id="124972" name="Group 133"/>
                  <p:cNvGrpSpPr/>
                  <p:nvPr/>
                </p:nvGrpSpPr>
                <p:grpSpPr>
                  <a:xfrm>
                    <a:off x="836" y="3453"/>
                    <a:ext cx="381" cy="155"/>
                    <a:chOff x="836" y="3305"/>
                    <a:chExt cx="381" cy="155"/>
                  </a:xfrm>
                </p:grpSpPr>
                <p:grpSp>
                  <p:nvGrpSpPr>
                    <p:cNvPr id="124975" name="Group 134"/>
                    <p:cNvGrpSpPr/>
                    <p:nvPr/>
                  </p:nvGrpSpPr>
                  <p:grpSpPr>
                    <a:xfrm>
                      <a:off x="890" y="3305"/>
                      <a:ext cx="327" cy="155"/>
                      <a:chOff x="844" y="3337"/>
                      <a:chExt cx="327" cy="155"/>
                    </a:xfrm>
                  </p:grpSpPr>
                  <p:sp>
                    <p:nvSpPr>
                      <p:cNvPr id="124979" name="Rectangle 135"/>
                      <p:cNvSpPr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 cap="flat" cmpd="sng">
                        <a:solidFill>
                          <a:schemeClr val="bg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9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+mn-lt"/>
                            <a:ea typeface="MS PGothic" panose="020B0600070205080204" pitchFamily="34" charset="-128"/>
                            <a:cs typeface="MS PGothic" panose="020B0600070205080204" pitchFamily="34" charset="-128"/>
                          </a:defRPr>
                        </a:lvl1pPr>
                        <a:lvl2pPr marL="688975" indent="-231775" algn="l" rtl="0" eaLnBrk="0" fontAlgn="base" hangingPunct="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9"/>
                          </a:buClr>
                          <a:buFont typeface="Arial" panose="020B0604020202020204" pitchFamily="34" charset="0"/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/>
                            <a:ea typeface="MS PGothic" panose="020B0600070205080204" pitchFamily="34" charset="-128"/>
                            <a:cs typeface="Gill Sans MT" panose="020B0502020104020203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/>
                            <a:ea typeface="Gill Sans MT" panose="020B0502020104020203" pitchFamily="34" charset="0"/>
                            <a:cs typeface="Gill Sans MT" panose="020B0502020104020203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Gill Sans MT" panose="020B0502020104020203" pitchFamily="34" charset="0"/>
                            <a:cs typeface="Gill Sans MT" panose="020B0502020104020203" pitchFamily="34" charset="0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Gill Sans MT" panose="020B0502020104020203" pitchFamily="34" charset="0"/>
                            <a:cs typeface="Gill Sans MT" panose="020B0502020104020203" pitchFamily="34" charset="0"/>
                          </a:defRPr>
                        </a:lvl5pPr>
                      </a:lstStyle>
                      <a:p>
                        <a:pPr marL="0" lvl="0" inden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zh-CN" sz="1800" b="1" dirty="0">
                          <a:latin typeface="Comic Sans MS" panose="030F0702030302020204" pitchFamily="66" charset="0"/>
                          <a:ea typeface="微软雅黑" panose="020B0503020204020204" pitchFamily="34" charset="-122"/>
                          <a:sym typeface="Comic Sans MS" panose="030F0702030302020204" pitchFamily="66" charset="0"/>
                        </a:endParaRPr>
                      </a:p>
                    </p:txBody>
                  </p:sp>
                  <p:sp>
                    <p:nvSpPr>
                      <p:cNvPr id="124980" name="Text Box 136"/>
                      <p:cNvSpPr txBox="1"/>
                      <p:nvPr/>
                    </p:nvSpPr>
                    <p:spPr>
                      <a:xfrm>
                        <a:off x="844" y="3337"/>
                        <a:ext cx="327" cy="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wrap="none">
                        <a:spAutoFit/>
                      </a:bodyPr>
                      <a:lstStyle>
                        <a:lvl1pPr marL="342900" indent="-342900" algn="l" rtl="0" eaLnBrk="0" fontAlgn="base" hangingPunct="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9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+mn-lt"/>
                            <a:ea typeface="MS PGothic" panose="020B0600070205080204" pitchFamily="34" charset="-128"/>
                            <a:cs typeface="MS PGothic" panose="020B0600070205080204" pitchFamily="34" charset="-128"/>
                          </a:defRPr>
                        </a:lvl1pPr>
                        <a:lvl2pPr marL="688975" indent="-231775" algn="l" rtl="0" eaLnBrk="0" fontAlgn="base" hangingPunct="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9"/>
                          </a:buClr>
                          <a:buFont typeface="Arial" panose="020B0604020202020204" pitchFamily="34" charset="0"/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/>
                            <a:ea typeface="MS PGothic" panose="020B0600070205080204" pitchFamily="34" charset="-128"/>
                            <a:cs typeface="Gill Sans MT" panose="020B0502020104020203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/>
                            <a:ea typeface="Gill Sans MT" panose="020B0502020104020203" pitchFamily="34" charset="0"/>
                            <a:cs typeface="Gill Sans MT" panose="020B0502020104020203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Gill Sans MT" panose="020B0502020104020203" pitchFamily="34" charset="0"/>
                            <a:cs typeface="Gill Sans MT" panose="020B0502020104020203" pitchFamily="34" charset="0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Gill Sans MT" panose="020B0502020104020203" pitchFamily="34" charset="0"/>
                            <a:cs typeface="Gill Sans MT" panose="020B0502020104020203" pitchFamily="34" charset="0"/>
                          </a:defRPr>
                        </a:lvl5pPr>
                      </a:lstStyle>
                      <a:p>
                        <a:pPr marL="0" lvl="0" inden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sz="1000" b="1" dirty="0">
                            <a:solidFill>
                              <a:schemeClr val="bg1"/>
                            </a:solidFill>
                            <a:latin typeface="Comic Sans MS" panose="030F0702030302020204" pitchFamily="66" charset="0"/>
                            <a:ea typeface="微软雅黑" panose="020B0503020204020204" pitchFamily="34" charset="-122"/>
                            <a:sym typeface="Comic Sans MS" panose="030F0702030302020204" pitchFamily="66" charset="0"/>
                          </a:rPr>
                          <a:t>DHCP</a:t>
                        </a:r>
                        <a:endParaRPr lang="en-US" altLang="zh-CN" sz="1000" b="1" dirty="0">
                          <a:solidFill>
                            <a:schemeClr val="bg1"/>
                          </a:solidFill>
                          <a:latin typeface="Comic Sans MS" panose="030F0702030302020204" pitchFamily="66" charset="0"/>
                          <a:ea typeface="微软雅黑" panose="020B0503020204020204" pitchFamily="34" charset="-122"/>
                          <a:sym typeface="Comic Sans MS" panose="030F0702030302020204" pitchFamily="66" charset="0"/>
                        </a:endParaRPr>
                      </a:p>
                    </p:txBody>
                  </p:sp>
                </p:grpSp>
                <p:grpSp>
                  <p:nvGrpSpPr>
                    <p:cNvPr id="124976" name="Group 137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124977" name="Rectangle 138"/>
                      <p:cNvSpPr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 cap="flat" cmpd="sng">
                        <a:solidFill>
                          <a:schemeClr val="bg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9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+mn-lt"/>
                            <a:ea typeface="MS PGothic" panose="020B0600070205080204" pitchFamily="34" charset="-128"/>
                            <a:cs typeface="MS PGothic" panose="020B0600070205080204" pitchFamily="34" charset="-128"/>
                          </a:defRPr>
                        </a:lvl1pPr>
                        <a:lvl2pPr marL="688975" indent="-231775" algn="l" rtl="0" eaLnBrk="0" fontAlgn="base" hangingPunct="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9"/>
                          </a:buClr>
                          <a:buFont typeface="Arial" panose="020B0604020202020204" pitchFamily="34" charset="0"/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/>
                            <a:ea typeface="MS PGothic" panose="020B0600070205080204" pitchFamily="34" charset="-128"/>
                            <a:cs typeface="Gill Sans MT" panose="020B0502020104020203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/>
                            <a:ea typeface="Gill Sans MT" panose="020B0502020104020203" pitchFamily="34" charset="0"/>
                            <a:cs typeface="Gill Sans MT" panose="020B0502020104020203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Gill Sans MT" panose="020B0502020104020203" pitchFamily="34" charset="0"/>
                            <a:cs typeface="Gill Sans MT" panose="020B0502020104020203" pitchFamily="34" charset="0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Gill Sans MT" panose="020B0502020104020203" pitchFamily="34" charset="0"/>
                            <a:cs typeface="Gill Sans MT" panose="020B0502020104020203" pitchFamily="34" charset="0"/>
                          </a:defRPr>
                        </a:lvl5pPr>
                      </a:lstStyle>
                      <a:p>
                        <a:pPr marL="0" lvl="0" inden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zh-CN" sz="1800" b="1" dirty="0">
                          <a:latin typeface="Comic Sans MS" panose="030F0702030302020204" pitchFamily="66" charset="0"/>
                          <a:ea typeface="微软雅黑" panose="020B0503020204020204" pitchFamily="34" charset="-122"/>
                          <a:sym typeface="Comic Sans MS" panose="030F0702030302020204" pitchFamily="66" charset="0"/>
                        </a:endParaRPr>
                      </a:p>
                    </p:txBody>
                  </p:sp>
                  <p:sp>
                    <p:nvSpPr>
                      <p:cNvPr id="124978" name="Rectangle 139"/>
                      <p:cNvSpPr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accent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9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+mn-lt"/>
                            <a:ea typeface="MS PGothic" panose="020B0600070205080204" pitchFamily="34" charset="-128"/>
                            <a:cs typeface="MS PGothic" panose="020B0600070205080204" pitchFamily="34" charset="-128"/>
                          </a:defRPr>
                        </a:lvl1pPr>
                        <a:lvl2pPr marL="688975" indent="-231775" algn="l" rtl="0" eaLnBrk="0" fontAlgn="base" hangingPunct="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9"/>
                          </a:buClr>
                          <a:buFont typeface="Arial" panose="020B0604020202020204" pitchFamily="34" charset="0"/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/>
                            <a:ea typeface="MS PGothic" panose="020B0600070205080204" pitchFamily="34" charset="-128"/>
                            <a:cs typeface="Gill Sans MT" panose="020B0502020104020203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/>
                            <a:ea typeface="Gill Sans MT" panose="020B0502020104020203" pitchFamily="34" charset="0"/>
                            <a:cs typeface="Gill Sans MT" panose="020B0502020104020203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Gill Sans MT" panose="020B0502020104020203" pitchFamily="34" charset="0"/>
                            <a:cs typeface="Gill Sans MT" panose="020B0502020104020203" pitchFamily="34" charset="0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Gill Sans MT" panose="020B0502020104020203" pitchFamily="34" charset="0"/>
                            <a:cs typeface="Gill Sans MT" panose="020B0502020104020203" pitchFamily="34" charset="0"/>
                          </a:defRPr>
                        </a:lvl5pPr>
                      </a:lstStyle>
                      <a:p>
                        <a:pPr marL="0" lvl="0" inden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zh-CN" sz="1800" b="1" dirty="0">
                          <a:latin typeface="Comic Sans MS" panose="030F0702030302020204" pitchFamily="66" charset="0"/>
                          <a:ea typeface="微软雅黑" panose="020B0503020204020204" pitchFamily="34" charset="-122"/>
                          <a:sym typeface="Comic Sans MS" panose="030F0702030302020204" pitchFamily="66" charset="0"/>
                        </a:endParaRPr>
                      </a:p>
                    </p:txBody>
                  </p:sp>
                </p:grpSp>
              </p:grpSp>
              <p:sp>
                <p:nvSpPr>
                  <p:cNvPr id="124973" name="Rectangle 140"/>
                  <p:cNvSpPr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 w="9525">
                    <a:noFill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  <p:sp>
                <p:nvSpPr>
                  <p:cNvPr id="124974" name="Rectangle 141"/>
                  <p:cNvSpPr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2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</p:grpSp>
            <p:sp>
              <p:nvSpPr>
                <p:cNvPr id="124969" name="Rectangle 142"/>
                <p:cNvSpPr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24970" name="Rectangle 143"/>
                <p:cNvSpPr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24971" name="Rectangle 144"/>
                <p:cNvSpPr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</p:grpSp>
        <p:sp>
          <p:nvSpPr>
            <p:cNvPr id="124960" name="AutoShape 145"/>
            <p:cNvSpPr/>
            <p:nvPr/>
          </p:nvSpPr>
          <p:spPr>
            <a:xfrm rot="10800000">
              <a:off x="1727" y="3105"/>
              <a:ext cx="240" cy="767"/>
            </a:xfrm>
            <a:prstGeom prst="downArrow">
              <a:avLst>
                <a:gd name="adj1" fmla="val 54166"/>
                <a:gd name="adj2" fmla="val 5131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24961" name="Group 146"/>
            <p:cNvGrpSpPr/>
            <p:nvPr/>
          </p:nvGrpSpPr>
          <p:grpSpPr>
            <a:xfrm>
              <a:off x="1695" y="3227"/>
              <a:ext cx="327" cy="155"/>
              <a:chOff x="844" y="3337"/>
              <a:chExt cx="327" cy="155"/>
            </a:xfrm>
          </p:grpSpPr>
          <p:sp>
            <p:nvSpPr>
              <p:cNvPr id="124962" name="Rectangle 147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24963" name="Text Box 148"/>
              <p:cNvSpPr txBox="1"/>
              <p:nvPr/>
            </p:nvSpPr>
            <p:spPr>
              <a:xfrm>
                <a:off x="844" y="3337"/>
                <a:ext cx="327" cy="1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DHCP</a:t>
                </a:r>
                <a:endParaRPr lang="en-US" altLang="zh-CN" sz="1000" b="1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</p:grpSp>
      <p:grpSp>
        <p:nvGrpSpPr>
          <p:cNvPr id="49350" name="Group 149"/>
          <p:cNvGrpSpPr/>
          <p:nvPr/>
        </p:nvGrpSpPr>
        <p:grpSpPr>
          <a:xfrm>
            <a:off x="2327275" y="3333750"/>
            <a:ext cx="519113" cy="246063"/>
            <a:chOff x="844" y="3337"/>
            <a:chExt cx="327" cy="155"/>
          </a:xfrm>
        </p:grpSpPr>
        <p:sp>
          <p:nvSpPr>
            <p:cNvPr id="124957" name="Rectangle 150"/>
            <p:cNvSpPr/>
            <p:nvPr/>
          </p:nvSpPr>
          <p:spPr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4958" name="Text Box 151"/>
            <p:cNvSpPr txBox="1"/>
            <p:nvPr/>
          </p:nvSpPr>
          <p:spPr>
            <a:xfrm>
              <a:off x="844" y="3337"/>
              <a:ext cx="327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DHCP</a:t>
              </a:r>
              <a:endParaRPr lang="en-US" altLang="zh-CN" sz="1000" b="1" dirty="0">
                <a:solidFill>
                  <a:schemeClr val="bg1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pic>
        <p:nvPicPr>
          <p:cNvPr id="124953" name="Picture 258" descr="underline_base"/>
          <p:cNvPicPr/>
          <p:nvPr/>
        </p:nvPicPr>
        <p:blipFill>
          <a:blip r:embed="rId3"/>
          <a:stretch>
            <a:fillRect/>
          </a:stretch>
        </p:blipFill>
        <p:spPr>
          <a:xfrm>
            <a:off x="1922463" y="722313"/>
            <a:ext cx="3198812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9180" name="Rectangle 259"/>
          <p:cNvSpPr>
            <a:spLocks noGrp="1" noChangeArrowheads="1"/>
          </p:cNvSpPr>
          <p:nvPr>
            <p:ph type="title"/>
          </p:nvPr>
        </p:nvSpPr>
        <p:spPr>
          <a:xfrm>
            <a:off x="1847850" y="77788"/>
            <a:ext cx="4354513" cy="9429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DHCP: example</a:t>
            </a: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sp>
        <p:nvSpPr>
          <p:cNvPr id="124955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24956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8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500"/>
                                        <p:tgtEl>
                                          <p:spTgt spid="648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5">
                                            <p:txEl>
                                              <p:charRg st="0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1.81144E-6 L 0.26823 -0.00139 L 0.10833 0.27287 L -0.01806 0.27125 " pathEditMode="relative" rAng="0" ptsTypes="AAAA">
                                      <p:cBhvr>
                                        <p:cTn id="43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13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49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49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8195" grpId="0" build="p"/>
      <p:bldP spid="648344" grpId="0"/>
      <p:bldP spid="648345" grpId="0"/>
      <p:bldP spid="648346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6978" name="Picture 227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1922463" y="722313"/>
            <a:ext cx="3198812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9219" name="Rectangle 3"/>
          <p:cNvSpPr>
            <a:spLocks noGrp="1"/>
          </p:cNvSpPr>
          <p:nvPr>
            <p:ph idx="1"/>
          </p:nvPr>
        </p:nvSpPr>
        <p:spPr>
          <a:xfrm>
            <a:off x="6092825" y="417513"/>
            <a:ext cx="5468938" cy="1574800"/>
          </a:xfrm>
          <a:ln/>
        </p:spPr>
        <p:txBody>
          <a:bodyPr vert="horz" wrap="square" lIns="91440" tIns="45720" rIns="91440" bIns="45720" anchor="t" anchorCtr="0"/>
          <a:p>
            <a:pPr marL="233680" indent="-233680">
              <a:lnSpc>
                <a:spcPct val="150000"/>
              </a:lnSpc>
              <a:spcBef>
                <a:spcPct val="0"/>
              </a:spcBef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DCP server formulates DHCP ACK containing client</a:t>
            </a:r>
            <a:r>
              <a:rPr lang="ja-JP" altLang="en-US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’</a:t>
            </a:r>
            <a:r>
              <a:rPr lang="en-US" altLang="ja-JP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 IP address, IP address of first-hop router for client, name &amp; IP address of DNS server</a:t>
            </a:r>
            <a:endParaRPr lang="en-US" altLang="ja-JP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233680" indent="-233680">
              <a:lnSpc>
                <a:spcPct val="150000"/>
              </a:lnSpc>
              <a:spcBef>
                <a:spcPct val="0"/>
              </a:spcBef>
            </a:pP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26980" name="Freeform 3"/>
          <p:cNvSpPr/>
          <p:nvPr/>
        </p:nvSpPr>
        <p:spPr>
          <a:xfrm>
            <a:off x="2297113" y="1428750"/>
            <a:ext cx="3554412" cy="2754313"/>
          </a:xfrm>
          <a:custGeom>
            <a:avLst/>
            <a:gdLst>
              <a:gd name="txL" fmla="*/ 0 w 2406"/>
              <a:gd name="txT" fmla="*/ 0 h 958"/>
              <a:gd name="txR" fmla="*/ 2406 w 2406"/>
              <a:gd name="txB" fmla="*/ 958 h 958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26981" name="Line 36"/>
          <p:cNvSpPr/>
          <p:nvPr/>
        </p:nvSpPr>
        <p:spPr>
          <a:xfrm flipV="1">
            <a:off x="5299075" y="2511425"/>
            <a:ext cx="155575" cy="142875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6982" name="Line 43"/>
          <p:cNvSpPr/>
          <p:nvPr/>
        </p:nvSpPr>
        <p:spPr>
          <a:xfrm flipV="1">
            <a:off x="4189413" y="2673350"/>
            <a:ext cx="695325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6983" name="Line 44"/>
          <p:cNvSpPr/>
          <p:nvPr/>
        </p:nvSpPr>
        <p:spPr>
          <a:xfrm flipV="1">
            <a:off x="5448300" y="2368550"/>
            <a:ext cx="138113" cy="142875"/>
          </a:xfrm>
          <a:prstGeom prst="line">
            <a:avLst/>
          </a:prstGeom>
          <a:ln w="9525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126984" name="Line 48"/>
          <p:cNvSpPr/>
          <p:nvPr/>
        </p:nvSpPr>
        <p:spPr>
          <a:xfrm flipV="1">
            <a:off x="4803775" y="2903538"/>
            <a:ext cx="512763" cy="612775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9364" name="Rectangle 148"/>
          <p:cNvSpPr/>
          <p:nvPr/>
        </p:nvSpPr>
        <p:spPr>
          <a:xfrm>
            <a:off x="6108700" y="2774950"/>
            <a:ext cx="5373688" cy="13620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233680" lvl="0" indent="-233680">
              <a:lnSpc>
                <a:spcPct val="150000"/>
              </a:lnSpc>
              <a:spcBef>
                <a:spcPct val="0"/>
              </a:spcBef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encapsulation of DHCP server, frame forwarded to client, demuxing up to DHCP at client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0188" name="Rectangle 152"/>
          <p:cNvSpPr>
            <a:spLocks noGrp="1" noChangeArrowheads="1"/>
          </p:cNvSpPr>
          <p:nvPr>
            <p:ph type="title"/>
          </p:nvPr>
        </p:nvSpPr>
        <p:spPr>
          <a:xfrm>
            <a:off x="1847850" y="77788"/>
            <a:ext cx="4354513" cy="7429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DHCP: example</a:t>
            </a:r>
            <a:endParaRPr kumimoji="0" lang="en-US" sz="36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grpSp>
        <p:nvGrpSpPr>
          <p:cNvPr id="126987" name="Group 153"/>
          <p:cNvGrpSpPr/>
          <p:nvPr/>
        </p:nvGrpSpPr>
        <p:grpSpPr>
          <a:xfrm>
            <a:off x="3502025" y="2295525"/>
            <a:ext cx="850900" cy="615950"/>
            <a:chOff x="4420" y="878"/>
            <a:chExt cx="614" cy="458"/>
          </a:xfrm>
        </p:grpSpPr>
        <p:pic>
          <p:nvPicPr>
            <p:cNvPr id="127145" name="Picture 154" descr="laptop_keyboar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9064" flipH="1">
              <a:off x="4420" y="1108"/>
              <a:ext cx="527" cy="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7146" name="Freeform 155"/>
            <p:cNvSpPr/>
            <p:nvPr/>
          </p:nvSpPr>
          <p:spPr>
            <a:xfrm>
              <a:off x="4595" y="888"/>
              <a:ext cx="424" cy="297"/>
            </a:xfrm>
            <a:custGeom>
              <a:avLst/>
              <a:gdLst>
                <a:gd name="txL" fmla="*/ 0 w 2982"/>
                <a:gd name="txT" fmla="*/ 0 h 2442"/>
                <a:gd name="txR" fmla="*/ 2982 w 2982"/>
                <a:gd name="txB" fmla="*/ 2442 h 2442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>
                <a:alpha val="100000"/>
              </a:scheme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pic>
          <p:nvPicPr>
            <p:cNvPr id="127147" name="Picture 156" descr="screen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16" y="895"/>
              <a:ext cx="385" cy="27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7148" name="Freeform 157"/>
            <p:cNvSpPr/>
            <p:nvPr/>
          </p:nvSpPr>
          <p:spPr>
            <a:xfrm>
              <a:off x="4672" y="879"/>
              <a:ext cx="359" cy="55"/>
            </a:xfrm>
            <a:custGeom>
              <a:avLst/>
              <a:gdLst>
                <a:gd name="txL" fmla="*/ 0 w 2528"/>
                <a:gd name="txT" fmla="*/ 0 h 455"/>
                <a:gd name="txR" fmla="*/ 2528 w 2528"/>
                <a:gd name="txB" fmla="*/ 455 h 455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rgbClr val="EAEAEA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7149" name="Freeform 158"/>
            <p:cNvSpPr/>
            <p:nvPr/>
          </p:nvSpPr>
          <p:spPr>
            <a:xfrm>
              <a:off x="4591" y="878"/>
              <a:ext cx="100" cy="230"/>
            </a:xfrm>
            <a:custGeom>
              <a:avLst/>
              <a:gdLst>
                <a:gd name="txL" fmla="*/ 0 w 702"/>
                <a:gd name="txT" fmla="*/ 0 h 1893"/>
                <a:gd name="txR" fmla="*/ 702 w 702"/>
                <a:gd name="txB" fmla="*/ 1893 h 1893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7150" name="Freeform 159"/>
            <p:cNvSpPr/>
            <p:nvPr/>
          </p:nvSpPr>
          <p:spPr>
            <a:xfrm>
              <a:off x="4921" y="920"/>
              <a:ext cx="108" cy="265"/>
            </a:xfrm>
            <a:custGeom>
              <a:avLst/>
              <a:gdLst>
                <a:gd name="txL" fmla="*/ 0 w 756"/>
                <a:gd name="txT" fmla="*/ 0 h 2184"/>
                <a:gd name="txR" fmla="*/ 756 w 756"/>
                <a:gd name="txB" fmla="*/ 2184 h 2184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7151" name="Freeform 160"/>
            <p:cNvSpPr/>
            <p:nvPr/>
          </p:nvSpPr>
          <p:spPr>
            <a:xfrm>
              <a:off x="4590" y="1097"/>
              <a:ext cx="394" cy="89"/>
            </a:xfrm>
            <a:custGeom>
              <a:avLst/>
              <a:gdLst>
                <a:gd name="txL" fmla="*/ 0 w 2773"/>
                <a:gd name="txT" fmla="*/ 0 h 738"/>
                <a:gd name="txR" fmla="*/ 2773 w 2773"/>
                <a:gd name="txB" fmla="*/ 738 h 738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7152" name="Freeform 161"/>
            <p:cNvSpPr/>
            <p:nvPr/>
          </p:nvSpPr>
          <p:spPr>
            <a:xfrm>
              <a:off x="4933" y="922"/>
              <a:ext cx="101" cy="266"/>
            </a:xfrm>
            <a:custGeom>
              <a:avLst/>
              <a:gdLst>
                <a:gd name="txL" fmla="*/ 0 w 637"/>
                <a:gd name="txT" fmla="*/ 0 h 1659"/>
                <a:gd name="txR" fmla="*/ 637 w 637"/>
                <a:gd name="txB" fmla="*/ 1659 h 1659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7153" name="Freeform 162"/>
            <p:cNvSpPr/>
            <p:nvPr/>
          </p:nvSpPr>
          <p:spPr>
            <a:xfrm>
              <a:off x="4590" y="1109"/>
              <a:ext cx="351" cy="88"/>
            </a:xfrm>
            <a:custGeom>
              <a:avLst/>
              <a:gdLst>
                <a:gd name="txL" fmla="*/ 0 w 2216"/>
                <a:gd name="txT" fmla="*/ 0 h 550"/>
                <a:gd name="txR" fmla="*/ 2216 w 2216"/>
                <a:gd name="txB" fmla="*/ 550 h 55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27154" name="Group 163"/>
            <p:cNvGrpSpPr/>
            <p:nvPr/>
          </p:nvGrpSpPr>
          <p:grpSpPr>
            <a:xfrm>
              <a:off x="4584" y="1203"/>
              <a:ext cx="119" cy="53"/>
              <a:chOff x="1740" y="2642"/>
              <a:chExt cx="752" cy="327"/>
            </a:xfrm>
          </p:grpSpPr>
          <p:sp>
            <p:nvSpPr>
              <p:cNvPr id="127161" name="Freeform 164"/>
              <p:cNvSpPr/>
              <p:nvPr/>
            </p:nvSpPr>
            <p:spPr>
              <a:xfrm>
                <a:off x="1740" y="2642"/>
                <a:ext cx="752" cy="327"/>
              </a:xfrm>
              <a:custGeom>
                <a:avLst/>
                <a:gdLst>
                  <a:gd name="txL" fmla="*/ 0 w 752"/>
                  <a:gd name="txT" fmla="*/ 0 h 327"/>
                  <a:gd name="txR" fmla="*/ 752 w 752"/>
                  <a:gd name="txB" fmla="*/ 327 h 327"/>
                </a:gdLst>
                <a:ahLst/>
                <a:cxnLst>
                  <a:cxn ang="0">
                    <a:pos x="293" y="0"/>
                  </a:cxn>
                  <a:cxn ang="0">
                    <a:pos x="752" y="124"/>
                  </a:cxn>
                  <a:cxn ang="0">
                    <a:pos x="470" y="327"/>
                  </a:cxn>
                  <a:cxn ang="0">
                    <a:pos x="0" y="183"/>
                  </a:cxn>
                  <a:cxn ang="0">
                    <a:pos x="293" y="0"/>
                  </a:cxn>
                </a:cxnLst>
                <a:rect l="txL" t="txT" r="txR" b="tx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27162" name="Freeform 165"/>
              <p:cNvSpPr/>
              <p:nvPr/>
            </p:nvSpPr>
            <p:spPr>
              <a:xfrm>
                <a:off x="1754" y="2649"/>
                <a:ext cx="726" cy="311"/>
              </a:xfrm>
              <a:custGeom>
                <a:avLst/>
                <a:gdLst>
                  <a:gd name="txL" fmla="*/ 0 w 726"/>
                  <a:gd name="txT" fmla="*/ 0 h 311"/>
                  <a:gd name="txR" fmla="*/ 726 w 726"/>
                  <a:gd name="txB" fmla="*/ 311 h 311"/>
                </a:gdLst>
                <a:ahLst/>
                <a:cxnLst>
                  <a:cxn ang="0">
                    <a:pos x="282" y="0"/>
                  </a:cxn>
                  <a:cxn ang="0">
                    <a:pos x="726" y="119"/>
                  </a:cxn>
                  <a:cxn ang="0">
                    <a:pos x="457" y="311"/>
                  </a:cxn>
                  <a:cxn ang="0">
                    <a:pos x="0" y="173"/>
                  </a:cxn>
                  <a:cxn ang="0">
                    <a:pos x="282" y="0"/>
                  </a:cxn>
                </a:cxnLst>
                <a:rect l="txL" t="txT" r="txR" b="tx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>
                      <a:alpha val="100000"/>
                    </a:srgbClr>
                  </a:gs>
                  <a:gs pos="100000">
                    <a:srgbClr val="DDDDDD">
                      <a:alpha val="100000"/>
                    </a:srgb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27163" name="Freeform 166"/>
              <p:cNvSpPr/>
              <p:nvPr/>
            </p:nvSpPr>
            <p:spPr>
              <a:xfrm>
                <a:off x="1808" y="2770"/>
                <a:ext cx="258" cy="100"/>
              </a:xfrm>
              <a:custGeom>
                <a:avLst/>
                <a:gdLst>
                  <a:gd name="txL" fmla="*/ 0 w 258"/>
                  <a:gd name="txT" fmla="*/ 0 h 100"/>
                  <a:gd name="txR" fmla="*/ 258 w 258"/>
                  <a:gd name="txB" fmla="*/ 100 h 100"/>
                </a:gdLst>
                <a:ahLst/>
                <a:cxnLst>
                  <a:cxn ang="0">
                    <a:pos x="0" y="44"/>
                  </a:cxn>
                  <a:cxn ang="0">
                    <a:pos x="75" y="0"/>
                  </a:cxn>
                  <a:cxn ang="0">
                    <a:pos x="258" y="50"/>
                  </a:cxn>
                  <a:cxn ang="0">
                    <a:pos x="183" y="100"/>
                  </a:cxn>
                  <a:cxn ang="0">
                    <a:pos x="0" y="44"/>
                  </a:cxn>
                </a:cxnLst>
                <a:rect l="txL" t="txT" r="txR" b="tx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27164" name="Freeform 167"/>
              <p:cNvSpPr/>
              <p:nvPr/>
            </p:nvSpPr>
            <p:spPr>
              <a:xfrm>
                <a:off x="1799" y="2816"/>
                <a:ext cx="194" cy="63"/>
              </a:xfrm>
              <a:custGeom>
                <a:avLst/>
                <a:gdLst>
                  <a:gd name="txL" fmla="*/ 0 w 194"/>
                  <a:gd name="txT" fmla="*/ 0 h 63"/>
                  <a:gd name="txR" fmla="*/ 194 w 194"/>
                  <a:gd name="txB" fmla="*/ 63 h 63"/>
                </a:gdLst>
                <a:ahLst/>
                <a:cxnLst>
                  <a:cxn ang="0">
                    <a:pos x="12" y="0"/>
                  </a:cxn>
                  <a:cxn ang="0">
                    <a:pos x="194" y="53"/>
                  </a:cxn>
                  <a:cxn ang="0">
                    <a:pos x="180" y="63"/>
                  </a:cxn>
                  <a:cxn ang="0">
                    <a:pos x="0" y="9"/>
                  </a:cxn>
                  <a:cxn ang="0">
                    <a:pos x="12" y="0"/>
                  </a:cxn>
                </a:cxnLst>
                <a:rect l="txL" t="txT" r="txR" b="tx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27165" name="Freeform 168"/>
              <p:cNvSpPr/>
              <p:nvPr/>
            </p:nvSpPr>
            <p:spPr>
              <a:xfrm>
                <a:off x="2020" y="2834"/>
                <a:ext cx="258" cy="102"/>
              </a:xfrm>
              <a:custGeom>
                <a:avLst/>
                <a:gdLst>
                  <a:gd name="txL" fmla="*/ 0 w 258"/>
                  <a:gd name="txT" fmla="*/ 0 h 102"/>
                  <a:gd name="txR" fmla="*/ 258 w 258"/>
                  <a:gd name="txB" fmla="*/ 102 h 102"/>
                </a:gdLst>
                <a:ahLst/>
                <a:cxnLst>
                  <a:cxn ang="0">
                    <a:pos x="0" y="46"/>
                  </a:cxn>
                  <a:cxn ang="0">
                    <a:pos x="71" y="0"/>
                  </a:cxn>
                  <a:cxn ang="0">
                    <a:pos x="258" y="52"/>
                  </a:cxn>
                  <a:cxn ang="0">
                    <a:pos x="183" y="102"/>
                  </a:cxn>
                  <a:cxn ang="0">
                    <a:pos x="0" y="46"/>
                  </a:cxn>
                </a:cxnLst>
                <a:rect l="txL" t="txT" r="txR" b="tx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27166" name="Freeform 169"/>
              <p:cNvSpPr/>
              <p:nvPr/>
            </p:nvSpPr>
            <p:spPr>
              <a:xfrm>
                <a:off x="2011" y="2882"/>
                <a:ext cx="194" cy="63"/>
              </a:xfrm>
              <a:custGeom>
                <a:avLst/>
                <a:gdLst>
                  <a:gd name="txL" fmla="*/ 0 w 194"/>
                  <a:gd name="txT" fmla="*/ 0 h 63"/>
                  <a:gd name="txR" fmla="*/ 194 w 194"/>
                  <a:gd name="txB" fmla="*/ 63 h 63"/>
                </a:gdLst>
                <a:ahLst/>
                <a:cxnLst>
                  <a:cxn ang="0">
                    <a:pos x="12" y="0"/>
                  </a:cxn>
                  <a:cxn ang="0">
                    <a:pos x="194" y="53"/>
                  </a:cxn>
                  <a:cxn ang="0">
                    <a:pos x="180" y="63"/>
                  </a:cxn>
                  <a:cxn ang="0">
                    <a:pos x="0" y="9"/>
                  </a:cxn>
                  <a:cxn ang="0">
                    <a:pos x="12" y="0"/>
                  </a:cxn>
                </a:cxnLst>
                <a:rect l="txL" t="txT" r="txR" b="tx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27155" name="Freeform 170"/>
            <p:cNvSpPr/>
            <p:nvPr/>
          </p:nvSpPr>
          <p:spPr>
            <a:xfrm>
              <a:off x="4788" y="1211"/>
              <a:ext cx="144" cy="116"/>
            </a:xfrm>
            <a:custGeom>
              <a:avLst/>
              <a:gdLst>
                <a:gd name="txL" fmla="*/ 0 w 990"/>
                <a:gd name="txT" fmla="*/ 0 h 792"/>
                <a:gd name="txR" fmla="*/ 990 w 990"/>
                <a:gd name="txB" fmla="*/ 792 h 792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7156" name="Freeform 171"/>
            <p:cNvSpPr/>
            <p:nvPr/>
          </p:nvSpPr>
          <p:spPr>
            <a:xfrm>
              <a:off x="4420" y="1220"/>
              <a:ext cx="369" cy="106"/>
            </a:xfrm>
            <a:custGeom>
              <a:avLst/>
              <a:gdLst>
                <a:gd name="txL" fmla="*/ 0 w 2532"/>
                <a:gd name="txT" fmla="*/ 0 h 723"/>
                <a:gd name="txR" fmla="*/ 2532 w 2532"/>
                <a:gd name="txB" fmla="*/ 723 h 723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7157" name="Freeform 172"/>
            <p:cNvSpPr/>
            <p:nvPr/>
          </p:nvSpPr>
          <p:spPr>
            <a:xfrm>
              <a:off x="4420" y="1201"/>
              <a:ext cx="4" cy="21"/>
            </a:xfrm>
            <a:custGeom>
              <a:avLst/>
              <a:gdLst>
                <a:gd name="txL" fmla="*/ 0 w 26"/>
                <a:gd name="txT" fmla="*/ 0 h 147"/>
                <a:gd name="txR" fmla="*/ 26 w 26"/>
                <a:gd name="txB" fmla="*/ 147 h 147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7158" name="Freeform 173"/>
            <p:cNvSpPr/>
            <p:nvPr/>
          </p:nvSpPr>
          <p:spPr>
            <a:xfrm>
              <a:off x="4421" y="1114"/>
              <a:ext cx="171" cy="88"/>
            </a:xfrm>
            <a:custGeom>
              <a:avLst/>
              <a:gdLst>
                <a:gd name="txL" fmla="*/ 0 w 1176"/>
                <a:gd name="txT" fmla="*/ 0 h 606"/>
                <a:gd name="txR" fmla="*/ 1176 w 1176"/>
                <a:gd name="txB" fmla="*/ 606 h 606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7159" name="Freeform 174"/>
            <p:cNvSpPr/>
            <p:nvPr/>
          </p:nvSpPr>
          <p:spPr>
            <a:xfrm>
              <a:off x="4432" y="1205"/>
              <a:ext cx="350" cy="102"/>
            </a:xfrm>
            <a:custGeom>
              <a:avLst/>
              <a:gdLst>
                <a:gd name="txL" fmla="*/ 0 w 2532"/>
                <a:gd name="txT" fmla="*/ 0 h 723"/>
                <a:gd name="txR" fmla="*/ 2532 w 2532"/>
                <a:gd name="txB" fmla="*/ 723 h 723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7160" name="Freeform 175"/>
            <p:cNvSpPr/>
            <p:nvPr/>
          </p:nvSpPr>
          <p:spPr>
            <a:xfrm flipV="1">
              <a:off x="4782" y="1198"/>
              <a:ext cx="142" cy="105"/>
            </a:xfrm>
            <a:custGeom>
              <a:avLst/>
              <a:gdLst>
                <a:gd name="txL" fmla="*/ 0 w 2532"/>
                <a:gd name="txT" fmla="*/ 0 h 723"/>
                <a:gd name="txR" fmla="*/ 2532 w 2532"/>
                <a:gd name="txB" fmla="*/ 723 h 723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26988" name="Text Box 176"/>
          <p:cNvSpPr txBox="1"/>
          <p:nvPr/>
        </p:nvSpPr>
        <p:spPr>
          <a:xfrm>
            <a:off x="4086225" y="3967163"/>
            <a:ext cx="2260600" cy="9239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 dirty="0">
                <a:solidFill>
                  <a:srgbClr val="7030A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router with DHCP </a:t>
            </a:r>
            <a:endParaRPr lang="en-US" altLang="zh-CN" sz="1800" b="1" i="1" dirty="0">
              <a:solidFill>
                <a:srgbClr val="7030A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 dirty="0">
                <a:solidFill>
                  <a:srgbClr val="7030A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server built into </a:t>
            </a:r>
            <a:endParaRPr lang="en-US" altLang="zh-CN" sz="1800" b="1" i="1" dirty="0">
              <a:solidFill>
                <a:srgbClr val="7030A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 dirty="0">
                <a:solidFill>
                  <a:srgbClr val="7030A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router</a:t>
            </a:r>
            <a:endParaRPr lang="en-US" altLang="zh-CN" sz="1800" b="1" i="1" dirty="0">
              <a:solidFill>
                <a:srgbClr val="7030A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26989" name="Group 177"/>
          <p:cNvGrpSpPr/>
          <p:nvPr/>
        </p:nvGrpSpPr>
        <p:grpSpPr>
          <a:xfrm>
            <a:off x="4198938" y="3525838"/>
            <a:ext cx="1066800" cy="406400"/>
            <a:chOff x="4396" y="1245"/>
            <a:chExt cx="672" cy="248"/>
          </a:xfrm>
        </p:grpSpPr>
        <p:sp>
          <p:nvSpPr>
            <p:cNvPr id="127137" name="Oval 407"/>
            <p:cNvSpPr/>
            <p:nvPr/>
          </p:nvSpPr>
          <p:spPr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7138" name="Rectangle 410"/>
            <p:cNvSpPr/>
            <p:nvPr/>
          </p:nvSpPr>
          <p:spPr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7139" name="Oval 411"/>
            <p:cNvSpPr/>
            <p:nvPr/>
          </p:nvSpPr>
          <p:spPr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27140" name="Group 181"/>
            <p:cNvGrpSpPr/>
            <p:nvPr/>
          </p:nvGrpSpPr>
          <p:grpSpPr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27143" name="Freeform 182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27144" name="Freeform 183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27141" name="Line 184"/>
            <p:cNvSpPr/>
            <p:nvPr/>
          </p:nvSpPr>
          <p:spPr>
            <a:xfrm>
              <a:off x="4399" y="1321"/>
              <a:ext cx="0" cy="109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7142" name="Line 185"/>
            <p:cNvSpPr/>
            <p:nvPr/>
          </p:nvSpPr>
          <p:spPr>
            <a:xfrm>
              <a:off x="5063" y="1326"/>
              <a:ext cx="0" cy="107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26990" name="Group 186"/>
          <p:cNvGrpSpPr/>
          <p:nvPr/>
        </p:nvGrpSpPr>
        <p:grpSpPr>
          <a:xfrm>
            <a:off x="4230688" y="3330575"/>
            <a:ext cx="423862" cy="647700"/>
            <a:chOff x="4140" y="429"/>
            <a:chExt cx="1425" cy="2396"/>
          </a:xfrm>
        </p:grpSpPr>
        <p:sp>
          <p:nvSpPr>
            <p:cNvPr id="127105" name="Freeform 187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>
                <a:gd name="txL" fmla="*/ 0 w 354"/>
                <a:gd name="txT" fmla="*/ 0 h 2742"/>
                <a:gd name="txR" fmla="*/ 354 w 354"/>
                <a:gd name="txB" fmla="*/ 2742 h 2742"/>
              </a:gdLst>
              <a:ahLst/>
              <a:cxnLst>
                <a:cxn ang="0">
                  <a:pos x="2" y="0"/>
                </a:cxn>
                <a:cxn ang="0">
                  <a:pos x="5" y="11"/>
                </a:cxn>
                <a:cxn ang="0">
                  <a:pos x="5" y="83"/>
                </a:cxn>
                <a:cxn ang="0">
                  <a:pos x="0" y="86"/>
                </a:cxn>
                <a:cxn ang="0">
                  <a:pos x="2" y="0"/>
                </a:cxn>
              </a:cxnLst>
              <a:rect l="txL" t="txT" r="txR" b="tx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100000"/>
                  </a:srgbClr>
                </a:gs>
                <a:gs pos="100000">
                  <a:srgbClr val="333333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7106" name="Rectangle 188"/>
            <p:cNvSpPr/>
            <p:nvPr/>
          </p:nvSpPr>
          <p:spPr>
            <a:xfrm>
              <a:off x="4204" y="429"/>
              <a:ext cx="1051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7107" name="Freeform 189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>
                <a:gd name="txL" fmla="*/ 0 w 211"/>
                <a:gd name="txT" fmla="*/ 0 h 2537"/>
                <a:gd name="txR" fmla="*/ 211 w 211"/>
                <a:gd name="txB" fmla="*/ 2537 h 2537"/>
              </a:gdLst>
              <a:ahLst/>
              <a:cxnLst>
                <a:cxn ang="0">
                  <a:pos x="2" y="0"/>
                </a:cxn>
                <a:cxn ang="0">
                  <a:pos x="3" y="8"/>
                </a:cxn>
                <a:cxn ang="0">
                  <a:pos x="2" y="78"/>
                </a:cxn>
                <a:cxn ang="0">
                  <a:pos x="2" y="0"/>
                </a:cxn>
              </a:cxnLst>
              <a:rect l="txL" t="txT" r="txR" b="tx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>
                    <a:alpha val="100000"/>
                  </a:srgbClr>
                </a:gs>
                <a:gs pos="100000">
                  <a:srgbClr val="F8F8F8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7108" name="Freeform 190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>
                <a:gd name="txL" fmla="*/ 0 w 328"/>
                <a:gd name="txT" fmla="*/ 0 h 226"/>
                <a:gd name="txR" fmla="*/ 328 w 328"/>
                <a:gd name="txB" fmla="*/ 226 h 226"/>
              </a:gdLst>
              <a:ahLst/>
              <a:cxnLst>
                <a:cxn ang="0">
                  <a:pos x="2" y="0"/>
                </a:cxn>
                <a:cxn ang="0">
                  <a:pos x="5" y="5"/>
                </a:cxn>
                <a:cxn ang="0">
                  <a:pos x="5" y="8"/>
                </a:cxn>
                <a:cxn ang="0">
                  <a:pos x="0" y="3"/>
                </a:cxn>
                <a:cxn ang="0">
                  <a:pos x="2" y="0"/>
                </a:cxn>
              </a:cxnLst>
              <a:rect l="txL" t="txT" r="txR" b="tx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7109" name="Rectangle 191"/>
            <p:cNvSpPr/>
            <p:nvPr/>
          </p:nvSpPr>
          <p:spPr>
            <a:xfrm>
              <a:off x="4209" y="693"/>
              <a:ext cx="598" cy="47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27110" name="Group 192"/>
            <p:cNvGrpSpPr/>
            <p:nvPr/>
          </p:nvGrpSpPr>
          <p:grpSpPr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27135" name="AutoShape 193"/>
              <p:cNvSpPr/>
              <p:nvPr/>
            </p:nvSpPr>
            <p:spPr>
              <a:xfrm>
                <a:off x="613" y="2570"/>
                <a:ext cx="726" cy="13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27136" name="AutoShape 194"/>
              <p:cNvSpPr/>
              <p:nvPr/>
            </p:nvSpPr>
            <p:spPr>
              <a:xfrm>
                <a:off x="627" y="2587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127111" name="Rectangle 195"/>
            <p:cNvSpPr/>
            <p:nvPr/>
          </p:nvSpPr>
          <p:spPr>
            <a:xfrm>
              <a:off x="4225" y="1016"/>
              <a:ext cx="592" cy="47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27112" name="Group 196"/>
            <p:cNvGrpSpPr/>
            <p:nvPr/>
          </p:nvGrpSpPr>
          <p:grpSpPr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27133" name="AutoShape 197"/>
              <p:cNvSpPr/>
              <p:nvPr/>
            </p:nvSpPr>
            <p:spPr>
              <a:xfrm>
                <a:off x="616" y="2567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27134" name="AutoShape 198"/>
              <p:cNvSpPr/>
              <p:nvPr/>
            </p:nvSpPr>
            <p:spPr>
              <a:xfrm>
                <a:off x="629" y="2585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127113" name="Rectangle 199"/>
            <p:cNvSpPr/>
            <p:nvPr/>
          </p:nvSpPr>
          <p:spPr>
            <a:xfrm>
              <a:off x="4215" y="1357"/>
              <a:ext cx="598" cy="47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7114" name="Rectangle 200"/>
            <p:cNvSpPr/>
            <p:nvPr/>
          </p:nvSpPr>
          <p:spPr>
            <a:xfrm>
              <a:off x="4225" y="1656"/>
              <a:ext cx="598" cy="47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27115" name="Group 201"/>
            <p:cNvGrpSpPr/>
            <p:nvPr/>
          </p:nvGrpSpPr>
          <p:grpSpPr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27131" name="AutoShape 202"/>
              <p:cNvSpPr/>
              <p:nvPr/>
            </p:nvSpPr>
            <p:spPr>
              <a:xfrm>
                <a:off x="611" y="2568"/>
                <a:ext cx="731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27132" name="AutoShape 203"/>
              <p:cNvSpPr/>
              <p:nvPr/>
            </p:nvSpPr>
            <p:spPr>
              <a:xfrm>
                <a:off x="624" y="2584"/>
                <a:ext cx="698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127116" name="Freeform 204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>
                <a:gd name="txL" fmla="*/ 0 w 328"/>
                <a:gd name="txT" fmla="*/ 0 h 226"/>
                <a:gd name="txR" fmla="*/ 328 w 328"/>
                <a:gd name="txB" fmla="*/ 226 h 226"/>
              </a:gdLst>
              <a:ahLst/>
              <a:cxnLst>
                <a:cxn ang="0">
                  <a:pos x="2" y="0"/>
                </a:cxn>
                <a:cxn ang="0">
                  <a:pos x="5" y="4"/>
                </a:cxn>
                <a:cxn ang="0">
                  <a:pos x="5" y="7"/>
                </a:cxn>
                <a:cxn ang="0">
                  <a:pos x="0" y="2"/>
                </a:cxn>
                <a:cxn ang="0">
                  <a:pos x="2" y="0"/>
                </a:cxn>
              </a:cxnLst>
              <a:rect l="txL" t="txT" r="txR" b="tx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27117" name="Group 205"/>
            <p:cNvGrpSpPr/>
            <p:nvPr/>
          </p:nvGrpSpPr>
          <p:grpSpPr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27129" name="AutoShape 206"/>
              <p:cNvSpPr/>
              <p:nvPr/>
            </p:nvSpPr>
            <p:spPr>
              <a:xfrm>
                <a:off x="612" y="2569"/>
                <a:ext cx="725" cy="14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27130" name="AutoShape 207"/>
              <p:cNvSpPr/>
              <p:nvPr/>
            </p:nvSpPr>
            <p:spPr>
              <a:xfrm>
                <a:off x="626" y="2586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127118" name="Rectangle 208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7119" name="Freeform 209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>
                <a:gd name="txL" fmla="*/ 0 w 296"/>
                <a:gd name="txT" fmla="*/ 0 h 256"/>
                <a:gd name="txR" fmla="*/ 296 w 296"/>
                <a:gd name="txB" fmla="*/ 256 h 256"/>
              </a:gdLst>
              <a:ahLst/>
              <a:cxnLst>
                <a:cxn ang="0">
                  <a:pos x="2" y="0"/>
                </a:cxn>
                <a:cxn ang="0">
                  <a:pos x="5" y="4"/>
                </a:cxn>
                <a:cxn ang="0">
                  <a:pos x="5" y="7"/>
                </a:cxn>
                <a:cxn ang="0">
                  <a:pos x="0" y="2"/>
                </a:cxn>
                <a:cxn ang="0">
                  <a:pos x="2" y="0"/>
                </a:cxn>
              </a:cxnLst>
              <a:rect l="txL" t="txT" r="txR" b="tx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7120" name="Freeform 210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>
                <a:gd name="txL" fmla="*/ 0 w 304"/>
                <a:gd name="txT" fmla="*/ 0 h 288"/>
                <a:gd name="txR" fmla="*/ 304 w 304"/>
                <a:gd name="txB" fmla="*/ 288 h 288"/>
              </a:gdLst>
              <a:ahLst/>
              <a:cxnLst>
                <a:cxn ang="0">
                  <a:pos x="0" y="0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2" y="4"/>
                </a:cxn>
                <a:cxn ang="0">
                  <a:pos x="0" y="0"/>
                </a:cxn>
              </a:cxnLst>
              <a:rect l="txL" t="txT" r="txR" b="tx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7121" name="Oval 211"/>
            <p:cNvSpPr/>
            <p:nvPr/>
          </p:nvSpPr>
          <p:spPr>
            <a:xfrm>
              <a:off x="5517" y="2614"/>
              <a:ext cx="48" cy="94"/>
            </a:xfrm>
            <a:prstGeom prst="ellipse">
              <a:avLst/>
            </a:prstGeom>
            <a:solidFill>
              <a:srgbClr val="333333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7122" name="Freeform 212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>
                <a:gd name="txL" fmla="*/ 0 w 306"/>
                <a:gd name="txT" fmla="*/ 0 h 240"/>
                <a:gd name="txR" fmla="*/ 306 w 306"/>
                <a:gd name="txB" fmla="*/ 240 h 240"/>
              </a:gdLst>
              <a:ahLst/>
              <a:cxnLst>
                <a:cxn ang="0">
                  <a:pos x="0" y="4"/>
                </a:cxn>
                <a:cxn ang="0">
                  <a:pos x="2" y="8"/>
                </a:cxn>
                <a:cxn ang="0">
                  <a:pos x="5" y="4"/>
                </a:cxn>
                <a:cxn ang="0">
                  <a:pos x="5" y="0"/>
                </a:cxn>
                <a:cxn ang="0">
                  <a:pos x="0" y="4"/>
                </a:cxn>
              </a:cxnLst>
              <a:rect l="txL" t="txT" r="txR" b="tx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7123" name="AutoShape 213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7124" name="AutoShape 214"/>
            <p:cNvSpPr/>
            <p:nvPr/>
          </p:nvSpPr>
          <p:spPr>
            <a:xfrm>
              <a:off x="4204" y="2713"/>
              <a:ext cx="1073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7125" name="Oval 215"/>
            <p:cNvSpPr/>
            <p:nvPr/>
          </p:nvSpPr>
          <p:spPr>
            <a:xfrm>
              <a:off x="4305" y="2385"/>
              <a:ext cx="160" cy="141"/>
            </a:xfrm>
            <a:prstGeom prst="ellipse">
              <a:avLst/>
            </a:prstGeom>
            <a:solidFill>
              <a:srgbClr val="33CC33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7126" name="Oval 216"/>
            <p:cNvSpPr/>
            <p:nvPr/>
          </p:nvSpPr>
          <p:spPr>
            <a:xfrm>
              <a:off x="4487" y="2385"/>
              <a:ext cx="160" cy="141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7127" name="Oval 217"/>
            <p:cNvSpPr/>
            <p:nvPr/>
          </p:nvSpPr>
          <p:spPr>
            <a:xfrm>
              <a:off x="4663" y="2379"/>
              <a:ext cx="155" cy="141"/>
            </a:xfrm>
            <a:prstGeom prst="ellipse">
              <a:avLst/>
            </a:prstGeom>
            <a:solidFill>
              <a:srgbClr val="33CC33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7128" name="Rectangle 218"/>
            <p:cNvSpPr/>
            <p:nvPr/>
          </p:nvSpPr>
          <p:spPr>
            <a:xfrm>
              <a:off x="5063" y="1833"/>
              <a:ext cx="85" cy="763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126991" name="Line 36"/>
          <p:cNvSpPr/>
          <p:nvPr/>
        </p:nvSpPr>
        <p:spPr>
          <a:xfrm flipV="1">
            <a:off x="5299075" y="2500313"/>
            <a:ext cx="155575" cy="142875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26992" name="Group 220"/>
          <p:cNvGrpSpPr/>
          <p:nvPr/>
        </p:nvGrpSpPr>
        <p:grpSpPr>
          <a:xfrm>
            <a:off x="4664075" y="2598738"/>
            <a:ext cx="963613" cy="300037"/>
            <a:chOff x="4410" y="1365"/>
            <a:chExt cx="663" cy="224"/>
          </a:xfrm>
        </p:grpSpPr>
        <p:sp>
          <p:nvSpPr>
            <p:cNvPr id="127100" name="Rectangle 221"/>
            <p:cNvSpPr/>
            <p:nvPr/>
          </p:nvSpPr>
          <p:spPr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7101" name="AutoShape 222"/>
            <p:cNvSpPr/>
            <p:nvPr/>
          </p:nvSpPr>
          <p:spPr>
            <a:xfrm>
              <a:off x="4410" y="1369"/>
              <a:ext cx="663" cy="134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7102" name="Freeform 223"/>
            <p:cNvSpPr/>
            <p:nvPr/>
          </p:nvSpPr>
          <p:spPr>
            <a:xfrm>
              <a:off x="4904" y="1365"/>
              <a:ext cx="169" cy="224"/>
            </a:xfrm>
            <a:custGeom>
              <a:avLst/>
              <a:gdLst>
                <a:gd name="txL" fmla="*/ 0 w 169"/>
                <a:gd name="txT" fmla="*/ 0 h 224"/>
                <a:gd name="txR" fmla="*/ 169 w 169"/>
                <a:gd name="txB" fmla="*/ 224 h 224"/>
              </a:gdLst>
              <a:ahLst/>
              <a:cxnLst>
                <a:cxn ang="0">
                  <a:pos x="0" y="138"/>
                </a:cxn>
                <a:cxn ang="0">
                  <a:pos x="0" y="224"/>
                </a:cxn>
                <a:cxn ang="0">
                  <a:pos x="169" y="77"/>
                </a:cxn>
                <a:cxn ang="0">
                  <a:pos x="169" y="0"/>
                </a:cxn>
                <a:cxn ang="0">
                  <a:pos x="0" y="138"/>
                </a:cxn>
              </a:cxnLst>
              <a:rect l="txL" t="txT" r="txR" b="txB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BBE0E3">
                <a:alpha val="100000"/>
              </a:srgbClr>
            </a:solidFill>
            <a:ln w="635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7103" name="Freeform 224"/>
            <p:cNvSpPr/>
            <p:nvPr/>
          </p:nvSpPr>
          <p:spPr>
            <a:xfrm>
              <a:off x="4475" y="1395"/>
              <a:ext cx="506" cy="80"/>
            </a:xfrm>
            <a:custGeom>
              <a:avLst/>
              <a:gdLst>
                <a:gd name="txL" fmla="*/ 0 w 280"/>
                <a:gd name="txT" fmla="*/ 0 h 63"/>
                <a:gd name="txR" fmla="*/ 280 w 280"/>
                <a:gd name="txB" fmla="*/ 63 h 63"/>
              </a:gdLst>
              <a:ahLst/>
              <a:cxnLst>
                <a:cxn ang="0">
                  <a:pos x="0" y="5947"/>
                </a:cxn>
                <a:cxn ang="0">
                  <a:pos x="2836278" y="5784"/>
                </a:cxn>
                <a:cxn ang="0">
                  <a:pos x="16738876" y="0"/>
                </a:cxn>
                <a:cxn ang="0">
                  <a:pos x="21370780" y="0"/>
                </a:cxn>
              </a:cxnLst>
              <a:rect l="txL" t="txT" r="txR" b="txB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7104" name="Freeform 225"/>
            <p:cNvSpPr/>
            <p:nvPr/>
          </p:nvSpPr>
          <p:spPr>
            <a:xfrm>
              <a:off x="4593" y="1391"/>
              <a:ext cx="293" cy="93"/>
            </a:xfrm>
            <a:custGeom>
              <a:avLst/>
              <a:gdLst>
                <a:gd name="txL" fmla="*/ 0 w 293"/>
                <a:gd name="txT" fmla="*/ 0 h 93"/>
                <a:gd name="txR" fmla="*/ 293 w 293"/>
                <a:gd name="txB" fmla="*/ 93 h 93"/>
              </a:gdLst>
              <a:ahLst/>
              <a:cxnLst>
                <a:cxn ang="0">
                  <a:pos x="0" y="0"/>
                </a:cxn>
                <a:cxn ang="0">
                  <a:pos x="67" y="1"/>
                </a:cxn>
                <a:cxn ang="0">
                  <a:pos x="195" y="93"/>
                </a:cxn>
                <a:cxn ang="0">
                  <a:pos x="293" y="93"/>
                </a:cxn>
              </a:cxnLst>
              <a:rect l="txL" t="txT" r="txR" b="txB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2" name="Group 53"/>
          <p:cNvGrpSpPr/>
          <p:nvPr/>
        </p:nvGrpSpPr>
        <p:grpSpPr>
          <a:xfrm>
            <a:off x="1876425" y="3319463"/>
            <a:ext cx="1081088" cy="1166812"/>
            <a:chOff x="42" y="744"/>
            <a:chExt cx="681" cy="735"/>
          </a:xfrm>
        </p:grpSpPr>
        <p:grpSp>
          <p:nvGrpSpPr>
            <p:cNvPr id="127068" name="Group 54"/>
            <p:cNvGrpSpPr/>
            <p:nvPr/>
          </p:nvGrpSpPr>
          <p:grpSpPr>
            <a:xfrm>
              <a:off x="42" y="886"/>
              <a:ext cx="681" cy="469"/>
              <a:chOff x="42" y="886"/>
              <a:chExt cx="681" cy="469"/>
            </a:xfrm>
          </p:grpSpPr>
          <p:grpSp>
            <p:nvGrpSpPr>
              <p:cNvPr id="127070" name="Group 55"/>
              <p:cNvGrpSpPr/>
              <p:nvPr/>
            </p:nvGrpSpPr>
            <p:grpSpPr>
              <a:xfrm>
                <a:off x="278" y="886"/>
                <a:ext cx="381" cy="155"/>
                <a:chOff x="740" y="3209"/>
                <a:chExt cx="381" cy="155"/>
              </a:xfrm>
            </p:grpSpPr>
            <p:grpSp>
              <p:nvGrpSpPr>
                <p:cNvPr id="127095" name="Group 56"/>
                <p:cNvGrpSpPr/>
                <p:nvPr/>
              </p:nvGrpSpPr>
              <p:grpSpPr>
                <a:xfrm>
                  <a:off x="794" y="3209"/>
                  <a:ext cx="327" cy="155"/>
                  <a:chOff x="844" y="3337"/>
                  <a:chExt cx="327" cy="155"/>
                </a:xfrm>
              </p:grpSpPr>
              <p:sp>
                <p:nvSpPr>
                  <p:cNvPr id="127098" name="Rectangle 57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>
                    <a:solidFill>
                      <a:schemeClr val="bg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  <p:sp>
                <p:nvSpPr>
                  <p:cNvPr id="127099" name="Text Box 58"/>
                  <p:cNvSpPr txBox="1"/>
                  <p:nvPr/>
                </p:nvSpPr>
                <p:spPr>
                  <a:xfrm>
                    <a:off x="844" y="3337"/>
                    <a:ext cx="327" cy="155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 dirty="0">
                        <a:solidFill>
                          <a:schemeClr val="bg1"/>
                        </a:solidFill>
                        <a:latin typeface="Comic Sans MS" panose="030F0702030302020204" pitchFamily="66" charset="0"/>
                        <a:ea typeface="微软雅黑" panose="020B0503020204020204" pitchFamily="34" charset="-122"/>
                        <a:sym typeface="Comic Sans MS" panose="030F0702030302020204" pitchFamily="66" charset="0"/>
                      </a:rPr>
                      <a:t>DHCP</a:t>
                    </a:r>
                    <a:endParaRPr lang="en-US" altLang="zh-CN" sz="1000" b="1" dirty="0">
                      <a:solidFill>
                        <a:schemeClr val="bg1"/>
                      </a:solidFill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</p:grpSp>
            <p:sp>
              <p:nvSpPr>
                <p:cNvPr id="127096" name="Rectangle 59"/>
                <p:cNvSpPr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27097" name="Rectangle 60"/>
                <p:cNvSpPr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  <p:grpSp>
            <p:nvGrpSpPr>
              <p:cNvPr id="127071" name="Group 61"/>
              <p:cNvGrpSpPr/>
              <p:nvPr/>
            </p:nvGrpSpPr>
            <p:grpSpPr>
              <a:xfrm>
                <a:off x="278" y="1034"/>
                <a:ext cx="381" cy="155"/>
                <a:chOff x="836" y="3305"/>
                <a:chExt cx="381" cy="155"/>
              </a:xfrm>
            </p:grpSpPr>
            <p:grpSp>
              <p:nvGrpSpPr>
                <p:cNvPr id="127089" name="Group 62"/>
                <p:cNvGrpSpPr/>
                <p:nvPr/>
              </p:nvGrpSpPr>
              <p:grpSpPr>
                <a:xfrm>
                  <a:off x="890" y="3305"/>
                  <a:ext cx="327" cy="155"/>
                  <a:chOff x="844" y="3337"/>
                  <a:chExt cx="327" cy="155"/>
                </a:xfrm>
              </p:grpSpPr>
              <p:sp>
                <p:nvSpPr>
                  <p:cNvPr id="127093" name="Rectangle 63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>
                    <a:solidFill>
                      <a:schemeClr val="bg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  <p:sp>
                <p:nvSpPr>
                  <p:cNvPr id="127094" name="Text Box 64"/>
                  <p:cNvSpPr txBox="1"/>
                  <p:nvPr/>
                </p:nvSpPr>
                <p:spPr>
                  <a:xfrm>
                    <a:off x="844" y="3337"/>
                    <a:ext cx="327" cy="155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 dirty="0">
                        <a:solidFill>
                          <a:schemeClr val="bg1"/>
                        </a:solidFill>
                        <a:latin typeface="Comic Sans MS" panose="030F0702030302020204" pitchFamily="66" charset="0"/>
                        <a:ea typeface="微软雅黑" panose="020B0503020204020204" pitchFamily="34" charset="-122"/>
                        <a:sym typeface="Comic Sans MS" panose="030F0702030302020204" pitchFamily="66" charset="0"/>
                      </a:rPr>
                      <a:t>DHCP</a:t>
                    </a:r>
                    <a:endParaRPr lang="en-US" altLang="zh-CN" sz="1000" b="1" dirty="0">
                      <a:solidFill>
                        <a:schemeClr val="bg1"/>
                      </a:solidFill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</p:grpSp>
            <p:grpSp>
              <p:nvGrpSpPr>
                <p:cNvPr id="127090" name="Group 65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27091" name="Rectangle 66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bg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  <p:sp>
                <p:nvSpPr>
                  <p:cNvPr id="127092" name="Rectangle 67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</p:grpSp>
          </p:grpSp>
          <p:grpSp>
            <p:nvGrpSpPr>
              <p:cNvPr id="127072" name="Group 68"/>
              <p:cNvGrpSpPr/>
              <p:nvPr/>
            </p:nvGrpSpPr>
            <p:grpSpPr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127087" name="Rectangle 69"/>
                <p:cNvSpPr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27088" name="Rectangle 70"/>
                <p:cNvSpPr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  <p:grpSp>
            <p:nvGrpSpPr>
              <p:cNvPr id="127073" name="Group 71"/>
              <p:cNvGrpSpPr/>
              <p:nvPr/>
            </p:nvGrpSpPr>
            <p:grpSpPr>
              <a:xfrm>
                <a:off x="42" y="1200"/>
                <a:ext cx="681" cy="155"/>
                <a:chOff x="504" y="3523"/>
                <a:chExt cx="681" cy="155"/>
              </a:xfrm>
            </p:grpSpPr>
            <p:grpSp>
              <p:nvGrpSpPr>
                <p:cNvPr id="127074" name="Group 72"/>
                <p:cNvGrpSpPr/>
                <p:nvPr/>
              </p:nvGrpSpPr>
              <p:grpSpPr>
                <a:xfrm>
                  <a:off x="623" y="3523"/>
                  <a:ext cx="494" cy="155"/>
                  <a:chOff x="723" y="3453"/>
                  <a:chExt cx="494" cy="155"/>
                </a:xfrm>
              </p:grpSpPr>
              <p:grpSp>
                <p:nvGrpSpPr>
                  <p:cNvPr id="127078" name="Group 73"/>
                  <p:cNvGrpSpPr/>
                  <p:nvPr/>
                </p:nvGrpSpPr>
                <p:grpSpPr>
                  <a:xfrm>
                    <a:off x="836" y="3453"/>
                    <a:ext cx="381" cy="155"/>
                    <a:chOff x="836" y="3305"/>
                    <a:chExt cx="381" cy="155"/>
                  </a:xfrm>
                </p:grpSpPr>
                <p:grpSp>
                  <p:nvGrpSpPr>
                    <p:cNvPr id="127081" name="Group 74"/>
                    <p:cNvGrpSpPr/>
                    <p:nvPr/>
                  </p:nvGrpSpPr>
                  <p:grpSpPr>
                    <a:xfrm>
                      <a:off x="890" y="3305"/>
                      <a:ext cx="327" cy="155"/>
                      <a:chOff x="844" y="3337"/>
                      <a:chExt cx="327" cy="155"/>
                    </a:xfrm>
                  </p:grpSpPr>
                  <p:sp>
                    <p:nvSpPr>
                      <p:cNvPr id="127085" name="Rectangle 75"/>
                      <p:cNvSpPr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 cap="flat" cmpd="sng">
                        <a:solidFill>
                          <a:schemeClr val="bg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9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+mn-lt"/>
                            <a:ea typeface="MS PGothic" panose="020B0600070205080204" pitchFamily="34" charset="-128"/>
                            <a:cs typeface="MS PGothic" panose="020B0600070205080204" pitchFamily="34" charset="-128"/>
                          </a:defRPr>
                        </a:lvl1pPr>
                        <a:lvl2pPr marL="688975" indent="-231775" algn="l" rtl="0" eaLnBrk="0" fontAlgn="base" hangingPunct="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9"/>
                          </a:buClr>
                          <a:buFont typeface="Arial" panose="020B0604020202020204" pitchFamily="34" charset="0"/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/>
                            <a:ea typeface="MS PGothic" panose="020B0600070205080204" pitchFamily="34" charset="-128"/>
                            <a:cs typeface="Gill Sans MT" panose="020B0502020104020203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/>
                            <a:ea typeface="Gill Sans MT" panose="020B0502020104020203" pitchFamily="34" charset="0"/>
                            <a:cs typeface="Gill Sans MT" panose="020B0502020104020203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Gill Sans MT" panose="020B0502020104020203" pitchFamily="34" charset="0"/>
                            <a:cs typeface="Gill Sans MT" panose="020B0502020104020203" pitchFamily="34" charset="0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Gill Sans MT" panose="020B0502020104020203" pitchFamily="34" charset="0"/>
                            <a:cs typeface="Gill Sans MT" panose="020B0502020104020203" pitchFamily="34" charset="0"/>
                          </a:defRPr>
                        </a:lvl5pPr>
                      </a:lstStyle>
                      <a:p>
                        <a:pPr marL="0" lvl="0" inden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zh-CN" sz="1800" b="1" dirty="0">
                          <a:latin typeface="Comic Sans MS" panose="030F0702030302020204" pitchFamily="66" charset="0"/>
                          <a:ea typeface="微软雅黑" panose="020B0503020204020204" pitchFamily="34" charset="-122"/>
                          <a:sym typeface="Comic Sans MS" panose="030F0702030302020204" pitchFamily="66" charset="0"/>
                        </a:endParaRPr>
                      </a:p>
                    </p:txBody>
                  </p:sp>
                  <p:sp>
                    <p:nvSpPr>
                      <p:cNvPr id="127086" name="Text Box 76"/>
                      <p:cNvSpPr txBox="1"/>
                      <p:nvPr/>
                    </p:nvSpPr>
                    <p:spPr>
                      <a:xfrm>
                        <a:off x="844" y="3337"/>
                        <a:ext cx="327" cy="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wrap="none">
                        <a:spAutoFit/>
                      </a:bodyPr>
                      <a:lstStyle>
                        <a:lvl1pPr marL="342900" indent="-342900" algn="l" rtl="0" eaLnBrk="0" fontAlgn="base" hangingPunct="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9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+mn-lt"/>
                            <a:ea typeface="MS PGothic" panose="020B0600070205080204" pitchFamily="34" charset="-128"/>
                            <a:cs typeface="MS PGothic" panose="020B0600070205080204" pitchFamily="34" charset="-128"/>
                          </a:defRPr>
                        </a:lvl1pPr>
                        <a:lvl2pPr marL="688975" indent="-231775" algn="l" rtl="0" eaLnBrk="0" fontAlgn="base" hangingPunct="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9"/>
                          </a:buClr>
                          <a:buFont typeface="Arial" panose="020B0604020202020204" pitchFamily="34" charset="0"/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/>
                            <a:ea typeface="MS PGothic" panose="020B0600070205080204" pitchFamily="34" charset="-128"/>
                            <a:cs typeface="Gill Sans MT" panose="020B0502020104020203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/>
                            <a:ea typeface="Gill Sans MT" panose="020B0502020104020203" pitchFamily="34" charset="0"/>
                            <a:cs typeface="Gill Sans MT" panose="020B0502020104020203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Gill Sans MT" panose="020B0502020104020203" pitchFamily="34" charset="0"/>
                            <a:cs typeface="Gill Sans MT" panose="020B0502020104020203" pitchFamily="34" charset="0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Gill Sans MT" panose="020B0502020104020203" pitchFamily="34" charset="0"/>
                            <a:cs typeface="Gill Sans MT" panose="020B0502020104020203" pitchFamily="34" charset="0"/>
                          </a:defRPr>
                        </a:lvl5pPr>
                      </a:lstStyle>
                      <a:p>
                        <a:pPr marL="0" lvl="0" inden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sz="1000" b="1" dirty="0">
                            <a:solidFill>
                              <a:schemeClr val="bg1"/>
                            </a:solidFill>
                            <a:latin typeface="Comic Sans MS" panose="030F0702030302020204" pitchFamily="66" charset="0"/>
                            <a:ea typeface="微软雅黑" panose="020B0503020204020204" pitchFamily="34" charset="-122"/>
                            <a:sym typeface="Comic Sans MS" panose="030F0702030302020204" pitchFamily="66" charset="0"/>
                          </a:rPr>
                          <a:t>DHCP</a:t>
                        </a:r>
                        <a:endParaRPr lang="en-US" altLang="zh-CN" sz="1000" b="1" dirty="0">
                          <a:solidFill>
                            <a:schemeClr val="bg1"/>
                          </a:solidFill>
                          <a:latin typeface="Comic Sans MS" panose="030F0702030302020204" pitchFamily="66" charset="0"/>
                          <a:ea typeface="微软雅黑" panose="020B0503020204020204" pitchFamily="34" charset="-122"/>
                          <a:sym typeface="Comic Sans MS" panose="030F0702030302020204" pitchFamily="66" charset="0"/>
                        </a:endParaRPr>
                      </a:p>
                    </p:txBody>
                  </p:sp>
                </p:grpSp>
                <p:grpSp>
                  <p:nvGrpSpPr>
                    <p:cNvPr id="127082" name="Group 77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127083" name="Rectangle 78"/>
                      <p:cNvSpPr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 cap="flat" cmpd="sng">
                        <a:solidFill>
                          <a:schemeClr val="bg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9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+mn-lt"/>
                            <a:ea typeface="MS PGothic" panose="020B0600070205080204" pitchFamily="34" charset="-128"/>
                            <a:cs typeface="MS PGothic" panose="020B0600070205080204" pitchFamily="34" charset="-128"/>
                          </a:defRPr>
                        </a:lvl1pPr>
                        <a:lvl2pPr marL="688975" indent="-231775" algn="l" rtl="0" eaLnBrk="0" fontAlgn="base" hangingPunct="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9"/>
                          </a:buClr>
                          <a:buFont typeface="Arial" panose="020B0604020202020204" pitchFamily="34" charset="0"/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/>
                            <a:ea typeface="MS PGothic" panose="020B0600070205080204" pitchFamily="34" charset="-128"/>
                            <a:cs typeface="Gill Sans MT" panose="020B0502020104020203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/>
                            <a:ea typeface="Gill Sans MT" panose="020B0502020104020203" pitchFamily="34" charset="0"/>
                            <a:cs typeface="Gill Sans MT" panose="020B0502020104020203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Gill Sans MT" panose="020B0502020104020203" pitchFamily="34" charset="0"/>
                            <a:cs typeface="Gill Sans MT" panose="020B0502020104020203" pitchFamily="34" charset="0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Gill Sans MT" panose="020B0502020104020203" pitchFamily="34" charset="0"/>
                            <a:cs typeface="Gill Sans MT" panose="020B0502020104020203" pitchFamily="34" charset="0"/>
                          </a:defRPr>
                        </a:lvl5pPr>
                      </a:lstStyle>
                      <a:p>
                        <a:pPr marL="0" lvl="0" inden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zh-CN" sz="1800" b="1" dirty="0">
                          <a:latin typeface="Comic Sans MS" panose="030F0702030302020204" pitchFamily="66" charset="0"/>
                          <a:ea typeface="微软雅黑" panose="020B0503020204020204" pitchFamily="34" charset="-122"/>
                          <a:sym typeface="Comic Sans MS" panose="030F0702030302020204" pitchFamily="66" charset="0"/>
                        </a:endParaRPr>
                      </a:p>
                    </p:txBody>
                  </p:sp>
                  <p:sp>
                    <p:nvSpPr>
                      <p:cNvPr id="127084" name="Rectangle 79"/>
                      <p:cNvSpPr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accent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9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+mn-lt"/>
                            <a:ea typeface="MS PGothic" panose="020B0600070205080204" pitchFamily="34" charset="-128"/>
                            <a:cs typeface="MS PGothic" panose="020B0600070205080204" pitchFamily="34" charset="-128"/>
                          </a:defRPr>
                        </a:lvl1pPr>
                        <a:lvl2pPr marL="688975" indent="-231775" algn="l" rtl="0" eaLnBrk="0" fontAlgn="base" hangingPunct="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9"/>
                          </a:buClr>
                          <a:buFont typeface="Arial" panose="020B0604020202020204" pitchFamily="34" charset="0"/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/>
                            <a:ea typeface="MS PGothic" panose="020B0600070205080204" pitchFamily="34" charset="-128"/>
                            <a:cs typeface="Gill Sans MT" panose="020B0502020104020203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/>
                            <a:ea typeface="Gill Sans MT" panose="020B0502020104020203" pitchFamily="34" charset="0"/>
                            <a:cs typeface="Gill Sans MT" panose="020B0502020104020203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Gill Sans MT" panose="020B0502020104020203" pitchFamily="34" charset="0"/>
                            <a:cs typeface="Gill Sans MT" panose="020B0502020104020203" pitchFamily="34" charset="0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Gill Sans MT" panose="020B0502020104020203" pitchFamily="34" charset="0"/>
                            <a:cs typeface="Gill Sans MT" panose="020B0502020104020203" pitchFamily="34" charset="0"/>
                          </a:defRPr>
                        </a:lvl5pPr>
                      </a:lstStyle>
                      <a:p>
                        <a:pPr marL="0" lvl="0" inden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zh-CN" sz="1800" b="1" dirty="0">
                          <a:latin typeface="Comic Sans MS" panose="030F0702030302020204" pitchFamily="66" charset="0"/>
                          <a:ea typeface="微软雅黑" panose="020B0503020204020204" pitchFamily="34" charset="-122"/>
                          <a:sym typeface="Comic Sans MS" panose="030F0702030302020204" pitchFamily="66" charset="0"/>
                        </a:endParaRPr>
                      </a:p>
                    </p:txBody>
                  </p:sp>
                </p:grpSp>
              </p:grpSp>
              <p:sp>
                <p:nvSpPr>
                  <p:cNvPr id="127079" name="Rectangle 80"/>
                  <p:cNvSpPr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 w="9525">
                    <a:noFill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  <p:sp>
                <p:nvSpPr>
                  <p:cNvPr id="127080" name="Rectangle 81"/>
                  <p:cNvSpPr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2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</p:grpSp>
            <p:sp>
              <p:nvSpPr>
                <p:cNvPr id="127075" name="Rectangle 82"/>
                <p:cNvSpPr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27076" name="Rectangle 83"/>
                <p:cNvSpPr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27077" name="Rectangle 84"/>
                <p:cNvSpPr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</p:grpSp>
        <p:sp>
          <p:nvSpPr>
            <p:cNvPr id="127069" name="AutoShape 85"/>
            <p:cNvSpPr/>
            <p:nvPr/>
          </p:nvSpPr>
          <p:spPr>
            <a:xfrm>
              <a:off x="384" y="744"/>
              <a:ext cx="240" cy="735"/>
            </a:xfrm>
            <a:prstGeom prst="downArrow">
              <a:avLst>
                <a:gd name="adj1" fmla="val 54166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grpSp>
        <p:nvGrpSpPr>
          <p:cNvPr id="25" name="Group 86"/>
          <p:cNvGrpSpPr/>
          <p:nvPr/>
        </p:nvGrpSpPr>
        <p:grpSpPr>
          <a:xfrm>
            <a:off x="1973263" y="4405313"/>
            <a:ext cx="1081087" cy="246062"/>
            <a:chOff x="504" y="3523"/>
            <a:chExt cx="681" cy="155"/>
          </a:xfrm>
        </p:grpSpPr>
        <p:grpSp>
          <p:nvGrpSpPr>
            <p:cNvPr id="127055" name="Group 87"/>
            <p:cNvGrpSpPr/>
            <p:nvPr/>
          </p:nvGrpSpPr>
          <p:grpSpPr>
            <a:xfrm>
              <a:off x="623" y="3523"/>
              <a:ext cx="494" cy="155"/>
              <a:chOff x="723" y="3453"/>
              <a:chExt cx="494" cy="155"/>
            </a:xfrm>
          </p:grpSpPr>
          <p:grpSp>
            <p:nvGrpSpPr>
              <p:cNvPr id="127059" name="Group 88"/>
              <p:cNvGrpSpPr/>
              <p:nvPr/>
            </p:nvGrpSpPr>
            <p:grpSpPr>
              <a:xfrm>
                <a:off x="836" y="3453"/>
                <a:ext cx="381" cy="155"/>
                <a:chOff x="836" y="3305"/>
                <a:chExt cx="381" cy="155"/>
              </a:xfrm>
            </p:grpSpPr>
            <p:grpSp>
              <p:nvGrpSpPr>
                <p:cNvPr id="127062" name="Group 89"/>
                <p:cNvGrpSpPr/>
                <p:nvPr/>
              </p:nvGrpSpPr>
              <p:grpSpPr>
                <a:xfrm>
                  <a:off x="890" y="3305"/>
                  <a:ext cx="327" cy="155"/>
                  <a:chOff x="844" y="3337"/>
                  <a:chExt cx="327" cy="155"/>
                </a:xfrm>
              </p:grpSpPr>
              <p:sp>
                <p:nvSpPr>
                  <p:cNvPr id="127066" name="Rectangle 90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>
                    <a:solidFill>
                      <a:schemeClr val="bg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  <p:sp>
                <p:nvSpPr>
                  <p:cNvPr id="127067" name="Text Box 91"/>
                  <p:cNvSpPr txBox="1"/>
                  <p:nvPr/>
                </p:nvSpPr>
                <p:spPr>
                  <a:xfrm>
                    <a:off x="844" y="3337"/>
                    <a:ext cx="327" cy="155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 dirty="0">
                        <a:solidFill>
                          <a:schemeClr val="bg1"/>
                        </a:solidFill>
                        <a:latin typeface="Comic Sans MS" panose="030F0702030302020204" pitchFamily="66" charset="0"/>
                        <a:ea typeface="微软雅黑" panose="020B0503020204020204" pitchFamily="34" charset="-122"/>
                        <a:sym typeface="Comic Sans MS" panose="030F0702030302020204" pitchFamily="66" charset="0"/>
                      </a:rPr>
                      <a:t>DHCP</a:t>
                    </a:r>
                    <a:endParaRPr lang="en-US" altLang="zh-CN" sz="1000" b="1" dirty="0">
                      <a:solidFill>
                        <a:schemeClr val="bg1"/>
                      </a:solidFill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</p:grpSp>
            <p:grpSp>
              <p:nvGrpSpPr>
                <p:cNvPr id="127063" name="Group 92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27064" name="Rectangle 93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bg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  <p:sp>
                <p:nvSpPr>
                  <p:cNvPr id="127065" name="Rectangle 94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</p:grpSp>
          </p:grpSp>
          <p:sp>
            <p:nvSpPr>
              <p:cNvPr id="127060" name="Rectangle 95"/>
              <p:cNvSpPr/>
              <p:nvPr/>
            </p:nvSpPr>
            <p:spPr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27061" name="Rectangle 96"/>
              <p:cNvSpPr/>
              <p:nvPr/>
            </p:nvSpPr>
            <p:spPr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127056" name="Rectangle 97"/>
            <p:cNvSpPr/>
            <p:nvPr/>
          </p:nvSpPr>
          <p:spPr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7057" name="Rectangle 98"/>
            <p:cNvSpPr/>
            <p:nvPr/>
          </p:nvSpPr>
          <p:spPr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7058" name="Rectangle 99"/>
            <p:cNvSpPr/>
            <p:nvPr/>
          </p:nvSpPr>
          <p:spPr>
            <a:xfrm>
              <a:off x="504" y="3529"/>
              <a:ext cx="681" cy="13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grpSp>
        <p:nvGrpSpPr>
          <p:cNvPr id="30" name="Group 100"/>
          <p:cNvGrpSpPr/>
          <p:nvPr/>
        </p:nvGrpSpPr>
        <p:grpSpPr>
          <a:xfrm>
            <a:off x="3001963" y="3236913"/>
            <a:ext cx="1316037" cy="1323975"/>
            <a:chOff x="931" y="1941"/>
            <a:chExt cx="829" cy="834"/>
          </a:xfrm>
        </p:grpSpPr>
        <p:sp>
          <p:nvSpPr>
            <p:cNvPr id="127047" name="Freeform 101"/>
            <p:cNvSpPr/>
            <p:nvPr/>
          </p:nvSpPr>
          <p:spPr>
            <a:xfrm>
              <a:off x="1424" y="1965"/>
              <a:ext cx="336" cy="801"/>
            </a:xfrm>
            <a:custGeom>
              <a:avLst/>
              <a:gdLst>
                <a:gd name="txL" fmla="*/ 0 w 551"/>
                <a:gd name="txT" fmla="*/ 0 h 801"/>
                <a:gd name="txR" fmla="*/ 551 w 551"/>
                <a:gd name="txB" fmla="*/ 801 h 801"/>
              </a:gdLst>
              <a:ahLst/>
              <a:cxnLst>
                <a:cxn ang="0">
                  <a:pos x="1" y="0"/>
                </a:cxn>
                <a:cxn ang="0">
                  <a:pos x="1" y="402"/>
                </a:cxn>
                <a:cxn ang="0">
                  <a:pos x="1" y="801"/>
                </a:cxn>
                <a:cxn ang="0">
                  <a:pos x="1" y="535"/>
                </a:cxn>
                <a:cxn ang="0">
                  <a:pos x="0" y="371"/>
                </a:cxn>
                <a:cxn ang="0">
                  <a:pos x="1" y="0"/>
                </a:cxn>
              </a:cxnLst>
              <a:rect l="txL" t="txT" r="txR" b="txB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alpha val="65999"/>
                  </a:schemeClr>
                </a:gs>
                <a:gs pos="100000">
                  <a:srgbClr val="000099">
                    <a:alpha val="65999"/>
                  </a:srgb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27048" name="Group 102"/>
            <p:cNvGrpSpPr/>
            <p:nvPr/>
          </p:nvGrpSpPr>
          <p:grpSpPr>
            <a:xfrm>
              <a:off x="931" y="1941"/>
              <a:ext cx="500" cy="834"/>
              <a:chOff x="569" y="2954"/>
              <a:chExt cx="500" cy="834"/>
            </a:xfrm>
          </p:grpSpPr>
          <p:sp>
            <p:nvSpPr>
              <p:cNvPr id="127049" name="Rectangle 103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27050" name="Text Box 104"/>
              <p:cNvSpPr txBox="1"/>
              <p:nvPr/>
            </p:nvSpPr>
            <p:spPr>
              <a:xfrm>
                <a:off x="605" y="2954"/>
                <a:ext cx="454" cy="8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DHCP</a:t>
                </a:r>
                <a:endPara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UDP</a:t>
                </a:r>
                <a:endPara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IP</a:t>
                </a:r>
                <a:endPara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Eth</a:t>
                </a:r>
                <a:endPara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Phy</a:t>
                </a:r>
                <a:endPara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27051" name="Line 105"/>
              <p:cNvSpPr/>
              <p:nvPr/>
            </p:nvSpPr>
            <p:spPr>
              <a:xfrm>
                <a:off x="578" y="3130"/>
                <a:ext cx="48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052" name="Line 106"/>
              <p:cNvSpPr/>
              <p:nvPr/>
            </p:nvSpPr>
            <p:spPr>
              <a:xfrm>
                <a:off x="575" y="3289"/>
                <a:ext cx="48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053" name="Line 107"/>
              <p:cNvSpPr/>
              <p:nvPr/>
            </p:nvSpPr>
            <p:spPr>
              <a:xfrm>
                <a:off x="572" y="3448"/>
                <a:ext cx="48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054" name="Line 108"/>
              <p:cNvSpPr/>
              <p:nvPr/>
            </p:nvSpPr>
            <p:spPr>
              <a:xfrm>
                <a:off x="569" y="3607"/>
                <a:ext cx="48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649216" name="Group 145"/>
          <p:cNvGrpSpPr/>
          <p:nvPr/>
        </p:nvGrpSpPr>
        <p:grpSpPr>
          <a:xfrm>
            <a:off x="2327275" y="3344863"/>
            <a:ext cx="519113" cy="246062"/>
            <a:chOff x="844" y="3337"/>
            <a:chExt cx="327" cy="155"/>
          </a:xfrm>
        </p:grpSpPr>
        <p:sp>
          <p:nvSpPr>
            <p:cNvPr id="127045" name="Rectangle 146"/>
            <p:cNvSpPr/>
            <p:nvPr/>
          </p:nvSpPr>
          <p:spPr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7046" name="Text Box 147"/>
            <p:cNvSpPr txBox="1"/>
            <p:nvPr/>
          </p:nvSpPr>
          <p:spPr>
            <a:xfrm>
              <a:off x="844" y="3337"/>
              <a:ext cx="327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DHCP</a:t>
              </a:r>
              <a:endParaRPr lang="en-US" altLang="zh-CN" sz="1000" b="1" dirty="0">
                <a:solidFill>
                  <a:schemeClr val="bg1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grpSp>
        <p:nvGrpSpPr>
          <p:cNvPr id="649217" name="Group 44"/>
          <p:cNvGrpSpPr/>
          <p:nvPr/>
        </p:nvGrpSpPr>
        <p:grpSpPr>
          <a:xfrm>
            <a:off x="2719388" y="1247775"/>
            <a:ext cx="976312" cy="1460500"/>
            <a:chOff x="651" y="681"/>
            <a:chExt cx="615" cy="920"/>
          </a:xfrm>
        </p:grpSpPr>
        <p:sp>
          <p:nvSpPr>
            <p:cNvPr id="127037" name="Freeform 45"/>
            <p:cNvSpPr/>
            <p:nvPr/>
          </p:nvSpPr>
          <p:spPr>
            <a:xfrm>
              <a:off x="662" y="698"/>
              <a:ext cx="604" cy="903"/>
            </a:xfrm>
            <a:custGeom>
              <a:avLst/>
              <a:gdLst>
                <a:gd name="txL" fmla="*/ 0 w 604"/>
                <a:gd name="txT" fmla="*/ 0 h 903"/>
                <a:gd name="txR" fmla="*/ 604 w 604"/>
                <a:gd name="txB" fmla="*/ 903 h 903"/>
              </a:gdLst>
              <a:ahLst/>
              <a:cxnLst>
                <a:cxn ang="0">
                  <a:pos x="496" y="0"/>
                </a:cxn>
                <a:cxn ang="0">
                  <a:pos x="604" y="903"/>
                </a:cxn>
                <a:cxn ang="0">
                  <a:pos x="0" y="788"/>
                </a:cxn>
                <a:cxn ang="0">
                  <a:pos x="456" y="750"/>
                </a:cxn>
                <a:cxn ang="0">
                  <a:pos x="496" y="0"/>
                </a:cxn>
              </a:cxnLst>
              <a:rect l="txL" t="txT" r="txR" b="tx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alpha val="65999"/>
                  </a:schemeClr>
                </a:gs>
                <a:gs pos="100000">
                  <a:srgbClr val="000099">
                    <a:alpha val="65999"/>
                  </a:srgb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27038" name="Group 46"/>
            <p:cNvGrpSpPr/>
            <p:nvPr/>
          </p:nvGrpSpPr>
          <p:grpSpPr>
            <a:xfrm>
              <a:off x="651" y="681"/>
              <a:ext cx="500" cy="834"/>
              <a:chOff x="569" y="2954"/>
              <a:chExt cx="500" cy="834"/>
            </a:xfrm>
          </p:grpSpPr>
          <p:sp>
            <p:nvSpPr>
              <p:cNvPr id="127039" name="Rectangle 47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27040" name="Text Box 48"/>
              <p:cNvSpPr txBox="1"/>
              <p:nvPr/>
            </p:nvSpPr>
            <p:spPr>
              <a:xfrm>
                <a:off x="605" y="2954"/>
                <a:ext cx="454" cy="8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DHCP</a:t>
                </a:r>
                <a:endPara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UDP</a:t>
                </a:r>
                <a:endPara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IP</a:t>
                </a:r>
                <a:endPara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Eth</a:t>
                </a:r>
                <a:endPara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Phy</a:t>
                </a:r>
                <a:endPara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27041" name="Line 49"/>
              <p:cNvSpPr/>
              <p:nvPr/>
            </p:nvSpPr>
            <p:spPr>
              <a:xfrm>
                <a:off x="578" y="3130"/>
                <a:ext cx="48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042" name="Line 50"/>
              <p:cNvSpPr/>
              <p:nvPr/>
            </p:nvSpPr>
            <p:spPr>
              <a:xfrm>
                <a:off x="575" y="3289"/>
                <a:ext cx="48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043" name="Line 51"/>
              <p:cNvSpPr/>
              <p:nvPr/>
            </p:nvSpPr>
            <p:spPr>
              <a:xfrm>
                <a:off x="572" y="3448"/>
                <a:ext cx="48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044" name="Line 52"/>
              <p:cNvSpPr/>
              <p:nvPr/>
            </p:nvSpPr>
            <p:spPr>
              <a:xfrm>
                <a:off x="569" y="3607"/>
                <a:ext cx="48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649220" name="Group 109"/>
          <p:cNvGrpSpPr/>
          <p:nvPr/>
        </p:nvGrpSpPr>
        <p:grpSpPr>
          <a:xfrm>
            <a:off x="1595438" y="1136650"/>
            <a:ext cx="1081087" cy="1217613"/>
            <a:chOff x="1404" y="3105"/>
            <a:chExt cx="681" cy="767"/>
          </a:xfrm>
        </p:grpSpPr>
        <p:grpSp>
          <p:nvGrpSpPr>
            <p:cNvPr id="127002" name="Group 110"/>
            <p:cNvGrpSpPr/>
            <p:nvPr/>
          </p:nvGrpSpPr>
          <p:grpSpPr>
            <a:xfrm>
              <a:off x="1404" y="3355"/>
              <a:ext cx="681" cy="469"/>
              <a:chOff x="42" y="886"/>
              <a:chExt cx="681" cy="469"/>
            </a:xfrm>
          </p:grpSpPr>
          <p:grpSp>
            <p:nvGrpSpPr>
              <p:cNvPr id="127007" name="Group 111"/>
              <p:cNvGrpSpPr/>
              <p:nvPr/>
            </p:nvGrpSpPr>
            <p:grpSpPr>
              <a:xfrm>
                <a:off x="278" y="886"/>
                <a:ext cx="381" cy="155"/>
                <a:chOff x="740" y="3209"/>
                <a:chExt cx="381" cy="155"/>
              </a:xfrm>
            </p:grpSpPr>
            <p:grpSp>
              <p:nvGrpSpPr>
                <p:cNvPr id="127032" name="Group 112"/>
                <p:cNvGrpSpPr/>
                <p:nvPr/>
              </p:nvGrpSpPr>
              <p:grpSpPr>
                <a:xfrm>
                  <a:off x="794" y="3209"/>
                  <a:ext cx="327" cy="155"/>
                  <a:chOff x="844" y="3337"/>
                  <a:chExt cx="327" cy="155"/>
                </a:xfrm>
              </p:grpSpPr>
              <p:sp>
                <p:nvSpPr>
                  <p:cNvPr id="127035" name="Rectangle 113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>
                    <a:solidFill>
                      <a:schemeClr val="bg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  <p:sp>
                <p:nvSpPr>
                  <p:cNvPr id="127036" name="Text Box 114"/>
                  <p:cNvSpPr txBox="1"/>
                  <p:nvPr/>
                </p:nvSpPr>
                <p:spPr>
                  <a:xfrm>
                    <a:off x="844" y="3337"/>
                    <a:ext cx="327" cy="155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 dirty="0">
                        <a:solidFill>
                          <a:schemeClr val="bg1"/>
                        </a:solidFill>
                        <a:latin typeface="Comic Sans MS" panose="030F0702030302020204" pitchFamily="66" charset="0"/>
                        <a:ea typeface="微软雅黑" panose="020B0503020204020204" pitchFamily="34" charset="-122"/>
                        <a:sym typeface="Comic Sans MS" panose="030F0702030302020204" pitchFamily="66" charset="0"/>
                      </a:rPr>
                      <a:t>DHCP</a:t>
                    </a:r>
                    <a:endParaRPr lang="en-US" altLang="zh-CN" sz="1000" b="1" dirty="0">
                      <a:solidFill>
                        <a:schemeClr val="bg1"/>
                      </a:solidFill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</p:grpSp>
            <p:sp>
              <p:nvSpPr>
                <p:cNvPr id="127033" name="Rectangle 115"/>
                <p:cNvSpPr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27034" name="Rectangle 116"/>
                <p:cNvSpPr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  <p:grpSp>
            <p:nvGrpSpPr>
              <p:cNvPr id="127008" name="Group 117"/>
              <p:cNvGrpSpPr/>
              <p:nvPr/>
            </p:nvGrpSpPr>
            <p:grpSpPr>
              <a:xfrm>
                <a:off x="278" y="1034"/>
                <a:ext cx="381" cy="155"/>
                <a:chOff x="836" y="3305"/>
                <a:chExt cx="381" cy="155"/>
              </a:xfrm>
            </p:grpSpPr>
            <p:grpSp>
              <p:nvGrpSpPr>
                <p:cNvPr id="127026" name="Group 118"/>
                <p:cNvGrpSpPr/>
                <p:nvPr/>
              </p:nvGrpSpPr>
              <p:grpSpPr>
                <a:xfrm>
                  <a:off x="890" y="3305"/>
                  <a:ext cx="327" cy="155"/>
                  <a:chOff x="844" y="3337"/>
                  <a:chExt cx="327" cy="155"/>
                </a:xfrm>
              </p:grpSpPr>
              <p:sp>
                <p:nvSpPr>
                  <p:cNvPr id="127030" name="Rectangle 119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>
                    <a:solidFill>
                      <a:schemeClr val="bg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  <p:sp>
                <p:nvSpPr>
                  <p:cNvPr id="127031" name="Text Box 120"/>
                  <p:cNvSpPr txBox="1"/>
                  <p:nvPr/>
                </p:nvSpPr>
                <p:spPr>
                  <a:xfrm>
                    <a:off x="844" y="3337"/>
                    <a:ext cx="327" cy="155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 dirty="0">
                        <a:solidFill>
                          <a:schemeClr val="bg1"/>
                        </a:solidFill>
                        <a:latin typeface="Comic Sans MS" panose="030F0702030302020204" pitchFamily="66" charset="0"/>
                        <a:ea typeface="微软雅黑" panose="020B0503020204020204" pitchFamily="34" charset="-122"/>
                        <a:sym typeface="Comic Sans MS" panose="030F0702030302020204" pitchFamily="66" charset="0"/>
                      </a:rPr>
                      <a:t>DHCP</a:t>
                    </a:r>
                    <a:endParaRPr lang="en-US" altLang="zh-CN" sz="1000" b="1" dirty="0">
                      <a:solidFill>
                        <a:schemeClr val="bg1"/>
                      </a:solidFill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</p:grpSp>
            <p:grpSp>
              <p:nvGrpSpPr>
                <p:cNvPr id="127027" name="Group 121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27028" name="Rectangle 122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bg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  <p:sp>
                <p:nvSpPr>
                  <p:cNvPr id="127029" name="Rectangle 123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</p:grpSp>
          </p:grpSp>
          <p:grpSp>
            <p:nvGrpSpPr>
              <p:cNvPr id="127009" name="Group 124"/>
              <p:cNvGrpSpPr/>
              <p:nvPr/>
            </p:nvGrpSpPr>
            <p:grpSpPr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127024" name="Rectangle 125"/>
                <p:cNvSpPr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27025" name="Rectangle 126"/>
                <p:cNvSpPr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  <p:grpSp>
            <p:nvGrpSpPr>
              <p:cNvPr id="127010" name="Group 127"/>
              <p:cNvGrpSpPr/>
              <p:nvPr/>
            </p:nvGrpSpPr>
            <p:grpSpPr>
              <a:xfrm>
                <a:off x="42" y="1200"/>
                <a:ext cx="681" cy="155"/>
                <a:chOff x="504" y="3523"/>
                <a:chExt cx="681" cy="155"/>
              </a:xfrm>
            </p:grpSpPr>
            <p:grpSp>
              <p:nvGrpSpPr>
                <p:cNvPr id="127011" name="Group 128"/>
                <p:cNvGrpSpPr/>
                <p:nvPr/>
              </p:nvGrpSpPr>
              <p:grpSpPr>
                <a:xfrm>
                  <a:off x="623" y="3523"/>
                  <a:ext cx="494" cy="155"/>
                  <a:chOff x="723" y="3453"/>
                  <a:chExt cx="494" cy="155"/>
                </a:xfrm>
              </p:grpSpPr>
              <p:grpSp>
                <p:nvGrpSpPr>
                  <p:cNvPr id="127015" name="Group 129"/>
                  <p:cNvGrpSpPr/>
                  <p:nvPr/>
                </p:nvGrpSpPr>
                <p:grpSpPr>
                  <a:xfrm>
                    <a:off x="836" y="3453"/>
                    <a:ext cx="381" cy="155"/>
                    <a:chOff x="836" y="3305"/>
                    <a:chExt cx="381" cy="155"/>
                  </a:xfrm>
                </p:grpSpPr>
                <p:grpSp>
                  <p:nvGrpSpPr>
                    <p:cNvPr id="127018" name="Group 130"/>
                    <p:cNvGrpSpPr/>
                    <p:nvPr/>
                  </p:nvGrpSpPr>
                  <p:grpSpPr>
                    <a:xfrm>
                      <a:off x="890" y="3305"/>
                      <a:ext cx="327" cy="155"/>
                      <a:chOff x="844" y="3337"/>
                      <a:chExt cx="327" cy="155"/>
                    </a:xfrm>
                  </p:grpSpPr>
                  <p:sp>
                    <p:nvSpPr>
                      <p:cNvPr id="127022" name="Rectangle 131"/>
                      <p:cNvSpPr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 cap="flat" cmpd="sng">
                        <a:solidFill>
                          <a:schemeClr val="bg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9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+mn-lt"/>
                            <a:ea typeface="MS PGothic" panose="020B0600070205080204" pitchFamily="34" charset="-128"/>
                            <a:cs typeface="MS PGothic" panose="020B0600070205080204" pitchFamily="34" charset="-128"/>
                          </a:defRPr>
                        </a:lvl1pPr>
                        <a:lvl2pPr marL="688975" indent="-231775" algn="l" rtl="0" eaLnBrk="0" fontAlgn="base" hangingPunct="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9"/>
                          </a:buClr>
                          <a:buFont typeface="Arial" panose="020B0604020202020204" pitchFamily="34" charset="0"/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/>
                            <a:ea typeface="MS PGothic" panose="020B0600070205080204" pitchFamily="34" charset="-128"/>
                            <a:cs typeface="Gill Sans MT" panose="020B0502020104020203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/>
                            <a:ea typeface="Gill Sans MT" panose="020B0502020104020203" pitchFamily="34" charset="0"/>
                            <a:cs typeface="Gill Sans MT" panose="020B0502020104020203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Gill Sans MT" panose="020B0502020104020203" pitchFamily="34" charset="0"/>
                            <a:cs typeface="Gill Sans MT" panose="020B0502020104020203" pitchFamily="34" charset="0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Gill Sans MT" panose="020B0502020104020203" pitchFamily="34" charset="0"/>
                            <a:cs typeface="Gill Sans MT" panose="020B0502020104020203" pitchFamily="34" charset="0"/>
                          </a:defRPr>
                        </a:lvl5pPr>
                      </a:lstStyle>
                      <a:p>
                        <a:pPr marL="0" lvl="0" inden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zh-CN" sz="1800" b="1" dirty="0">
                          <a:latin typeface="Comic Sans MS" panose="030F0702030302020204" pitchFamily="66" charset="0"/>
                          <a:ea typeface="微软雅黑" panose="020B0503020204020204" pitchFamily="34" charset="-122"/>
                          <a:sym typeface="Comic Sans MS" panose="030F0702030302020204" pitchFamily="66" charset="0"/>
                        </a:endParaRPr>
                      </a:p>
                    </p:txBody>
                  </p:sp>
                  <p:sp>
                    <p:nvSpPr>
                      <p:cNvPr id="127023" name="Text Box 132"/>
                      <p:cNvSpPr txBox="1"/>
                      <p:nvPr/>
                    </p:nvSpPr>
                    <p:spPr>
                      <a:xfrm>
                        <a:off x="844" y="3337"/>
                        <a:ext cx="327" cy="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wrap="none">
                        <a:spAutoFit/>
                      </a:bodyPr>
                      <a:lstStyle>
                        <a:lvl1pPr marL="342900" indent="-342900" algn="l" rtl="0" eaLnBrk="0" fontAlgn="base" hangingPunct="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9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+mn-lt"/>
                            <a:ea typeface="MS PGothic" panose="020B0600070205080204" pitchFamily="34" charset="-128"/>
                            <a:cs typeface="MS PGothic" panose="020B0600070205080204" pitchFamily="34" charset="-128"/>
                          </a:defRPr>
                        </a:lvl1pPr>
                        <a:lvl2pPr marL="688975" indent="-231775" algn="l" rtl="0" eaLnBrk="0" fontAlgn="base" hangingPunct="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9"/>
                          </a:buClr>
                          <a:buFont typeface="Arial" panose="020B0604020202020204" pitchFamily="34" charset="0"/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/>
                            <a:ea typeface="MS PGothic" panose="020B0600070205080204" pitchFamily="34" charset="-128"/>
                            <a:cs typeface="Gill Sans MT" panose="020B0502020104020203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/>
                            <a:ea typeface="Gill Sans MT" panose="020B0502020104020203" pitchFamily="34" charset="0"/>
                            <a:cs typeface="Gill Sans MT" panose="020B0502020104020203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Gill Sans MT" panose="020B0502020104020203" pitchFamily="34" charset="0"/>
                            <a:cs typeface="Gill Sans MT" panose="020B0502020104020203" pitchFamily="34" charset="0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Gill Sans MT" panose="020B0502020104020203" pitchFamily="34" charset="0"/>
                            <a:cs typeface="Gill Sans MT" panose="020B0502020104020203" pitchFamily="34" charset="0"/>
                          </a:defRPr>
                        </a:lvl5pPr>
                      </a:lstStyle>
                      <a:p>
                        <a:pPr marL="0" lvl="0" inden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sz="1000" b="1" dirty="0">
                            <a:solidFill>
                              <a:schemeClr val="bg1"/>
                            </a:solidFill>
                            <a:latin typeface="Comic Sans MS" panose="030F0702030302020204" pitchFamily="66" charset="0"/>
                            <a:ea typeface="微软雅黑" panose="020B0503020204020204" pitchFamily="34" charset="-122"/>
                            <a:sym typeface="Comic Sans MS" panose="030F0702030302020204" pitchFamily="66" charset="0"/>
                          </a:rPr>
                          <a:t>DHCP</a:t>
                        </a:r>
                        <a:endParaRPr lang="en-US" altLang="zh-CN" sz="1000" b="1" dirty="0">
                          <a:solidFill>
                            <a:schemeClr val="bg1"/>
                          </a:solidFill>
                          <a:latin typeface="Comic Sans MS" panose="030F0702030302020204" pitchFamily="66" charset="0"/>
                          <a:ea typeface="微软雅黑" panose="020B0503020204020204" pitchFamily="34" charset="-122"/>
                          <a:sym typeface="Comic Sans MS" panose="030F0702030302020204" pitchFamily="66" charset="0"/>
                        </a:endParaRPr>
                      </a:p>
                    </p:txBody>
                  </p:sp>
                </p:grpSp>
                <p:grpSp>
                  <p:nvGrpSpPr>
                    <p:cNvPr id="127019" name="Group 133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127020" name="Rectangle 134"/>
                      <p:cNvSpPr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 cap="flat" cmpd="sng">
                        <a:solidFill>
                          <a:schemeClr val="bg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9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+mn-lt"/>
                            <a:ea typeface="MS PGothic" panose="020B0600070205080204" pitchFamily="34" charset="-128"/>
                            <a:cs typeface="MS PGothic" panose="020B0600070205080204" pitchFamily="34" charset="-128"/>
                          </a:defRPr>
                        </a:lvl1pPr>
                        <a:lvl2pPr marL="688975" indent="-231775" algn="l" rtl="0" eaLnBrk="0" fontAlgn="base" hangingPunct="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9"/>
                          </a:buClr>
                          <a:buFont typeface="Arial" panose="020B0604020202020204" pitchFamily="34" charset="0"/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/>
                            <a:ea typeface="MS PGothic" panose="020B0600070205080204" pitchFamily="34" charset="-128"/>
                            <a:cs typeface="Gill Sans MT" panose="020B0502020104020203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/>
                            <a:ea typeface="Gill Sans MT" panose="020B0502020104020203" pitchFamily="34" charset="0"/>
                            <a:cs typeface="Gill Sans MT" panose="020B0502020104020203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Gill Sans MT" panose="020B0502020104020203" pitchFamily="34" charset="0"/>
                            <a:cs typeface="Gill Sans MT" panose="020B0502020104020203" pitchFamily="34" charset="0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Gill Sans MT" panose="020B0502020104020203" pitchFamily="34" charset="0"/>
                            <a:cs typeface="Gill Sans MT" panose="020B0502020104020203" pitchFamily="34" charset="0"/>
                          </a:defRPr>
                        </a:lvl5pPr>
                      </a:lstStyle>
                      <a:p>
                        <a:pPr marL="0" lvl="0" inden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zh-CN" sz="1800" b="1" dirty="0">
                          <a:latin typeface="Comic Sans MS" panose="030F0702030302020204" pitchFamily="66" charset="0"/>
                          <a:ea typeface="微软雅黑" panose="020B0503020204020204" pitchFamily="34" charset="-122"/>
                          <a:sym typeface="Comic Sans MS" panose="030F0702030302020204" pitchFamily="66" charset="0"/>
                        </a:endParaRPr>
                      </a:p>
                    </p:txBody>
                  </p:sp>
                  <p:sp>
                    <p:nvSpPr>
                      <p:cNvPr id="127021" name="Rectangle 135"/>
                      <p:cNvSpPr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accent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9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+mn-lt"/>
                            <a:ea typeface="MS PGothic" panose="020B0600070205080204" pitchFamily="34" charset="-128"/>
                            <a:cs typeface="MS PGothic" panose="020B0600070205080204" pitchFamily="34" charset="-128"/>
                          </a:defRPr>
                        </a:lvl1pPr>
                        <a:lvl2pPr marL="688975" indent="-231775" algn="l" rtl="0" eaLnBrk="0" fontAlgn="base" hangingPunct="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9"/>
                          </a:buClr>
                          <a:buFont typeface="Arial" panose="020B0604020202020204" pitchFamily="34" charset="0"/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/>
                            <a:ea typeface="MS PGothic" panose="020B0600070205080204" pitchFamily="34" charset="-128"/>
                            <a:cs typeface="Gill Sans MT" panose="020B0502020104020203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/>
                            <a:ea typeface="Gill Sans MT" panose="020B0502020104020203" pitchFamily="34" charset="0"/>
                            <a:cs typeface="Gill Sans MT" panose="020B0502020104020203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Gill Sans MT" panose="020B0502020104020203" pitchFamily="34" charset="0"/>
                            <a:cs typeface="Gill Sans MT" panose="020B0502020104020203" pitchFamily="34" charset="0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Gill Sans MT" panose="020B0502020104020203" pitchFamily="34" charset="0"/>
                            <a:cs typeface="Gill Sans MT" panose="020B0502020104020203" pitchFamily="34" charset="0"/>
                          </a:defRPr>
                        </a:lvl5pPr>
                      </a:lstStyle>
                      <a:p>
                        <a:pPr marL="0" lvl="0" inden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zh-CN" sz="1800" b="1" dirty="0">
                          <a:latin typeface="Comic Sans MS" panose="030F0702030302020204" pitchFamily="66" charset="0"/>
                          <a:ea typeface="微软雅黑" panose="020B0503020204020204" pitchFamily="34" charset="-122"/>
                          <a:sym typeface="Comic Sans MS" panose="030F0702030302020204" pitchFamily="66" charset="0"/>
                        </a:endParaRPr>
                      </a:p>
                    </p:txBody>
                  </p:sp>
                </p:grpSp>
              </p:grpSp>
              <p:sp>
                <p:nvSpPr>
                  <p:cNvPr id="127016" name="Rectangle 136"/>
                  <p:cNvSpPr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 w="9525">
                    <a:noFill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  <p:sp>
                <p:nvSpPr>
                  <p:cNvPr id="127017" name="Rectangle 137"/>
                  <p:cNvSpPr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2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</p:grpSp>
            <p:sp>
              <p:nvSpPr>
                <p:cNvPr id="127012" name="Rectangle 138"/>
                <p:cNvSpPr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27013" name="Rectangle 139"/>
                <p:cNvSpPr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27014" name="Rectangle 140"/>
                <p:cNvSpPr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</p:grpSp>
        <p:sp>
          <p:nvSpPr>
            <p:cNvPr id="127003" name="AutoShape 141"/>
            <p:cNvSpPr/>
            <p:nvPr/>
          </p:nvSpPr>
          <p:spPr>
            <a:xfrm rot="10800000">
              <a:off x="1727" y="3105"/>
              <a:ext cx="240" cy="767"/>
            </a:xfrm>
            <a:prstGeom prst="downArrow">
              <a:avLst>
                <a:gd name="adj1" fmla="val 54166"/>
                <a:gd name="adj2" fmla="val 5131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27004" name="Group 142"/>
            <p:cNvGrpSpPr/>
            <p:nvPr/>
          </p:nvGrpSpPr>
          <p:grpSpPr>
            <a:xfrm>
              <a:off x="1695" y="3227"/>
              <a:ext cx="327" cy="155"/>
              <a:chOff x="844" y="3337"/>
              <a:chExt cx="327" cy="155"/>
            </a:xfrm>
          </p:grpSpPr>
          <p:sp>
            <p:nvSpPr>
              <p:cNvPr id="127005" name="Rectangle 143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27006" name="Text Box 144"/>
              <p:cNvSpPr txBox="1"/>
              <p:nvPr/>
            </p:nvSpPr>
            <p:spPr>
              <a:xfrm>
                <a:off x="844" y="3337"/>
                <a:ext cx="327" cy="1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DHCP</a:t>
                </a:r>
                <a:endParaRPr lang="en-US" altLang="zh-CN" sz="1000" b="1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</p:grpSp>
      <p:sp>
        <p:nvSpPr>
          <p:cNvPr id="649442" name="Rectangle 226"/>
          <p:cNvSpPr>
            <a:spLocks noChangeArrowheads="1"/>
          </p:cNvSpPr>
          <p:nvPr/>
        </p:nvSpPr>
        <p:spPr bwMode="auto">
          <a:xfrm>
            <a:off x="6013450" y="4725988"/>
            <a:ext cx="5373688" cy="13620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33680" marR="0" lvl="0" indent="-23368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client now knows its IP address, name and IP address of DSN server, IP address of its first-hop router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charset="0"/>
              <a:buChar char="v"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27000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27001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19">
                                            <p:txEl>
                                              <p:charRg st="0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364">
                                            <p:txEl>
                                              <p:charRg st="0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569 0.03081 L 0.1533 0.0322 L 0.34896 -0.28446 L -0.04115 -0.28886 " pathEditMode="relative" rAng="0" ptsTypes="AAAA">
                                      <p:cBhvr>
                                        <p:cTn id="2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000" y="-15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49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1000"/>
                                        <p:tgtEl>
                                          <p:spTgt spid="64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442">
                                            <p:txEl>
                                              <p:charRg st="0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9219" grpId="0" build="p"/>
      <p:bldP spid="649364" grpId="0" build="p"/>
      <p:bldP spid="649442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9026" name="Picture 10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1890713" y="1101725"/>
            <a:ext cx="3656012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05" name="Rectangle 2"/>
          <p:cNvSpPr>
            <a:spLocks noGrp="1" noChangeArrowheads="1"/>
          </p:cNvSpPr>
          <p:nvPr>
            <p:ph type="title"/>
          </p:nvPr>
        </p:nvSpPr>
        <p:spPr>
          <a:xfrm>
            <a:off x="479425" y="174625"/>
            <a:ext cx="5106988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DHCP: Wireshark output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(home LAN)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sp>
        <p:nvSpPr>
          <p:cNvPr id="129028" name="Text Box 4"/>
          <p:cNvSpPr txBox="1"/>
          <p:nvPr/>
        </p:nvSpPr>
        <p:spPr>
          <a:xfrm>
            <a:off x="6046788" y="1506538"/>
            <a:ext cx="5618162" cy="48625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Message type: </a:t>
            </a:r>
            <a:r>
              <a:rPr lang="en-US" altLang="zh-CN" sz="12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Boot Reply (2)</a:t>
            </a:r>
            <a:endParaRPr lang="en-US" altLang="zh-CN" sz="1200" b="1" dirty="0">
              <a:solidFill>
                <a:srgbClr val="FF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Hardware type: Ethernet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Hardware address length: 6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Hops: 0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Transaction ID: 0x6b3a11b7</a:t>
            </a:r>
            <a:endParaRPr lang="en-US" altLang="zh-CN" sz="1200" b="1" dirty="0">
              <a:solidFill>
                <a:srgbClr val="FF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Seconds elapsed: 0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Bootp flags: 0x0000 (Unicast)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Client IP address: 192.168.1.101 (192.168.1.101)</a:t>
            </a:r>
            <a:endParaRPr lang="en-US" altLang="zh-CN" sz="1200" b="1" dirty="0">
              <a:solidFill>
                <a:srgbClr val="FF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Your (client) IP address: 0.0.0.0 (0.0.0.0)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Next server IP address: 192.168.1.1 (192.168.1.1)</a:t>
            </a:r>
            <a:endParaRPr lang="en-US" altLang="zh-CN" sz="1200" b="1" dirty="0">
              <a:solidFill>
                <a:srgbClr val="FF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Relay agent IP address: 0.0.0.0 (0.0.0.0)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Client MAC address: Wistron_23:68:8a (00:16:d3:23:68:8a)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Server host name not given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Boot file name not given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Magic cookie: (OK)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Option: (t=53,l=1) DHCP Message Type = DHCP ACK</a:t>
            </a:r>
            <a:endParaRPr lang="en-US" altLang="zh-CN" sz="1200" b="1" dirty="0">
              <a:solidFill>
                <a:srgbClr val="FF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Option: (t=54,l=4) Server Identifier = 192.168.1.1</a:t>
            </a:r>
            <a:endParaRPr lang="en-US" altLang="zh-CN" sz="1200" b="1" dirty="0">
              <a:solidFill>
                <a:srgbClr val="FF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Option: (t=1,l=4) Subnet Mask = 255.255.255.0</a:t>
            </a:r>
            <a:endParaRPr lang="en-US" altLang="zh-CN" sz="1200" b="1" dirty="0">
              <a:solidFill>
                <a:srgbClr val="FF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Option: (t=3,l=4) Router = 192.168.1.1</a:t>
            </a:r>
            <a:endParaRPr lang="en-US" altLang="zh-CN" sz="1200" b="1" dirty="0">
              <a:solidFill>
                <a:srgbClr val="FF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Option: (6) Domain Name Server</a:t>
            </a:r>
            <a:endParaRPr lang="en-US" altLang="zh-CN" sz="1200" b="1" dirty="0">
              <a:solidFill>
                <a:srgbClr val="FF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    Length: 12; Value: 445747E2445749F244574092; </a:t>
            </a:r>
            <a:endParaRPr lang="en-US" altLang="zh-CN" sz="1200" b="1" dirty="0">
              <a:solidFill>
                <a:srgbClr val="FF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     IP Address: 68.87.71.226;</a:t>
            </a:r>
            <a:endParaRPr lang="en-US" altLang="zh-CN" sz="1200" b="1" dirty="0">
              <a:solidFill>
                <a:srgbClr val="FF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     IP Address: 68.87.73.242; </a:t>
            </a:r>
            <a:endParaRPr lang="en-US" altLang="zh-CN" sz="1200" b="1" dirty="0">
              <a:solidFill>
                <a:srgbClr val="FF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     IP Address: 68.87.64.146</a:t>
            </a:r>
            <a:endParaRPr lang="en-US" altLang="zh-CN" sz="1200" b="1" dirty="0">
              <a:solidFill>
                <a:srgbClr val="FF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Option: (t=15,l=20) Domain Name = "hsd1.ma.comcast.net."</a:t>
            </a:r>
            <a:endParaRPr lang="en-US" altLang="zh-CN" sz="1200" b="1" dirty="0">
              <a:solidFill>
                <a:srgbClr val="FF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0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29029" name="Line 5"/>
          <p:cNvSpPr/>
          <p:nvPr/>
        </p:nvSpPr>
        <p:spPr>
          <a:xfrm>
            <a:off x="6046788" y="298450"/>
            <a:ext cx="9525" cy="6276975"/>
          </a:xfrm>
          <a:prstGeom prst="line">
            <a:avLst/>
          </a:prstGeom>
          <a:ln w="1905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9030" name="Text Box 6"/>
          <p:cNvSpPr txBox="1"/>
          <p:nvPr/>
        </p:nvSpPr>
        <p:spPr>
          <a:xfrm>
            <a:off x="9158288" y="485775"/>
            <a:ext cx="911225" cy="5857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reply</a:t>
            </a:r>
            <a:endParaRPr lang="en-US" altLang="zh-CN" sz="2400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29031" name="Text Box 7"/>
          <p:cNvSpPr txBox="1"/>
          <p:nvPr/>
        </p:nvSpPr>
        <p:spPr>
          <a:xfrm>
            <a:off x="614363" y="1506538"/>
            <a:ext cx="5867400" cy="52625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Message type: </a:t>
            </a:r>
            <a:r>
              <a:rPr lang="en-US" altLang="zh-CN" sz="1200" b="1" u="sng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Boot Request (1)</a:t>
            </a:r>
            <a:endParaRPr lang="en-US" altLang="zh-CN" sz="1200" b="1" u="sng" dirty="0">
              <a:solidFill>
                <a:srgbClr val="FF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Hardware type: Ethernet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Hardware address length: 6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Hops: 0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Transaction ID: 0x6b3a11b7</a:t>
            </a:r>
            <a:endParaRPr lang="en-US" altLang="zh-CN" sz="1200" b="1" dirty="0">
              <a:solidFill>
                <a:srgbClr val="FF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Seconds elapsed: 0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Bootp flags: 0x0000 (Unicast)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Client IP address: 0.0.0.0 (0.0.0.0)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Your (client) IP address: 0.0.0.0 (0.0.0.0)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Next server IP address: 0.0.0.0 (0.0.0.0)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Relay agent IP address: 0.0.0.0 (0.0.0.0)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Client MAC address: Wistron_23:68:8a (00:16:d3:23:68:8a)</a:t>
            </a:r>
            <a:endParaRPr lang="en-US" altLang="zh-CN" sz="1200" b="1" dirty="0">
              <a:solidFill>
                <a:srgbClr val="FF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Server host name not given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Boot file name not given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Magic cookie: (OK)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Option: (t=53,l=1) </a:t>
            </a:r>
            <a:r>
              <a:rPr lang="en-US" altLang="zh-CN" sz="12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DHCP Message Type = DHCP Request</a:t>
            </a:r>
            <a:endParaRPr lang="en-US" altLang="zh-CN" sz="1200" b="1" dirty="0">
              <a:solidFill>
                <a:srgbClr val="FF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Option: (61) Client identifier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    Length: 7; Value: 010016D323688A; 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    Hardware type: Ethernet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    Client MAC address: Wistron_23:68:8a (00:16:d3:23:68:8a)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Option: (t=50,l=4) Requested IP Address = 192.168.1.101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Option: (t=12,l=5) Host Name = "nomad"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Option: (55) Parameter Request List</a:t>
            </a:r>
            <a:endParaRPr lang="en-US" altLang="zh-CN" sz="1200" b="1" dirty="0">
              <a:solidFill>
                <a:srgbClr val="FF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    Length: 11; Value: 010F03062C2E2F1F21F92B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    </a:t>
            </a:r>
            <a:r>
              <a:rPr lang="en-US" altLang="zh-CN" sz="12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 = Subnet Mask; 15 = Domain Name</a:t>
            </a:r>
            <a:endParaRPr lang="en-US" altLang="zh-CN" sz="1200" b="1" dirty="0">
              <a:solidFill>
                <a:srgbClr val="FF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    3 = Router; 6 = Domain Name Server</a:t>
            </a:r>
            <a:endParaRPr lang="en-US" altLang="zh-CN" sz="1200" b="1" dirty="0">
              <a:solidFill>
                <a:srgbClr val="FF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    44 = NetBIOS over TCP/IP Name Server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    ……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29032" name="Text Box 8"/>
          <p:cNvSpPr txBox="1"/>
          <p:nvPr/>
        </p:nvSpPr>
        <p:spPr>
          <a:xfrm>
            <a:off x="4137025" y="1885950"/>
            <a:ext cx="1282700" cy="5857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request</a:t>
            </a:r>
            <a:endParaRPr lang="en-US" altLang="zh-CN" sz="2400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29033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29034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1074" name="Picture 5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014538" y="857250"/>
            <a:ext cx="6856412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1075" name="Rectangle 2"/>
          <p:cNvSpPr>
            <a:spLocks noGrp="1"/>
          </p:cNvSpPr>
          <p:nvPr>
            <p:ph type="title"/>
          </p:nvPr>
        </p:nvSpPr>
        <p:spPr>
          <a:xfrm>
            <a:off x="1938338" y="163513"/>
            <a:ext cx="8239125" cy="930275"/>
          </a:xfrm>
          <a:ln/>
        </p:spPr>
        <p:txBody>
          <a:bodyPr vert="horz" wrap="square" lIns="91440" tIns="45720" rIns="91440" bIns="45720" anchor="ctr" anchorCtr="0"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IP addresses: how to get one?</a:t>
            </a:r>
            <a:endParaRPr lang="en-US" altLang="zh-CN" sz="4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31076" name="Rectangle 3"/>
          <p:cNvSpPr>
            <a:spLocks noGrp="1"/>
          </p:cNvSpPr>
          <p:nvPr>
            <p:ph idx="1"/>
          </p:nvPr>
        </p:nvSpPr>
        <p:spPr>
          <a:xfrm>
            <a:off x="660400" y="1343025"/>
            <a:ext cx="10858500" cy="180975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Q:</a:t>
            </a: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how does </a:t>
            </a:r>
            <a:r>
              <a:rPr lang="en-US" altLang="zh-CN" sz="24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</a:t>
            </a: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get subnet part of IP addr?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A:</a:t>
            </a: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gets allocated portion of its provider ISP</a:t>
            </a:r>
            <a:r>
              <a:rPr lang="ja-JP" altLang="en-US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’</a:t>
            </a:r>
            <a:r>
              <a:rPr lang="en-US" altLang="ja-JP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 address space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31077" name="Text Box 4"/>
          <p:cNvSpPr txBox="1"/>
          <p:nvPr/>
        </p:nvSpPr>
        <p:spPr>
          <a:xfrm>
            <a:off x="796925" y="2651125"/>
            <a:ext cx="10721975" cy="3924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ISP's block          </a:t>
            </a:r>
            <a:r>
              <a:rPr lang="en-US" altLang="zh-CN" sz="1800" b="1" u="sng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11001000  00010111  00010000</a:t>
            </a:r>
            <a:r>
              <a:rPr lang="en-US" altLang="zh-CN" sz="18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 00000000    200.23.16.0/20</a:t>
            </a:r>
            <a:r>
              <a:rPr lang="en-US" altLang="zh-CN" sz="1800" b="1" dirty="0">
                <a:solidFill>
                  <a:schemeClr val="accent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</a:t>
            </a:r>
            <a:endParaRPr lang="en-US" altLang="zh-CN" sz="1800" b="1" dirty="0">
              <a:solidFill>
                <a:schemeClr val="accent2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Organization 0    </a:t>
            </a:r>
            <a:r>
              <a:rPr lang="en-US" altLang="zh-CN" sz="1800" b="1" u="sng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11001000  00010111  0001000</a:t>
            </a: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0  00000000    200.23.16.0/23 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Organization 1    </a:t>
            </a:r>
            <a:r>
              <a:rPr lang="en-US" altLang="zh-CN" sz="1800" b="1" u="sng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11001000  00010111  0001001</a:t>
            </a: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0  00000000    200.23.18.0/23 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Organization 2    </a:t>
            </a:r>
            <a:r>
              <a:rPr lang="en-US" altLang="zh-CN" sz="1800" b="1" u="sng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11001000  00010111  0001010</a:t>
            </a: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0  00000000    200.23.20.0/23 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  ...                                          …..                                   ….                ….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Organization 7    </a:t>
            </a:r>
            <a:r>
              <a:rPr lang="en-US" altLang="zh-CN" sz="1800" b="1" u="sng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11001000  00010111  0001111</a:t>
            </a: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0  00000000    200.23.30.0/23</a:t>
            </a: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31078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31079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22" name="Rectangle 2"/>
          <p:cNvSpPr>
            <a:spLocks noGrp="1"/>
          </p:cNvSpPr>
          <p:nvPr>
            <p:ph type="title"/>
          </p:nvPr>
        </p:nvSpPr>
        <p:spPr>
          <a:xfrm>
            <a:off x="785813" y="207963"/>
            <a:ext cx="10710862" cy="593725"/>
          </a:xfrm>
          <a:ln/>
        </p:spPr>
        <p:txBody>
          <a:bodyPr vert="horz" wrap="square" lIns="91440" tIns="45720" rIns="91440" bIns="45720" anchor="ctr" anchorCtr="0"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Hierarchical addressing: route aggregation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33123" name="Freeform 3"/>
          <p:cNvSpPr/>
          <p:nvPr/>
        </p:nvSpPr>
        <p:spPr>
          <a:xfrm>
            <a:off x="6699250" y="4121150"/>
            <a:ext cx="2019300" cy="295275"/>
          </a:xfrm>
          <a:custGeom>
            <a:avLst/>
            <a:gdLst>
              <a:gd name="txL" fmla="*/ 0 w 1272"/>
              <a:gd name="txT" fmla="*/ 0 h 186"/>
              <a:gd name="txR" fmla="*/ 1272 w 1272"/>
              <a:gd name="txB" fmla="*/ 186 h 186"/>
            </a:gdLst>
            <a:ahLst/>
            <a:cxnLst>
              <a:cxn ang="0">
                <a:pos x="0" y="0"/>
              </a:cxn>
              <a:cxn ang="0">
                <a:pos x="2147483646" y="2147483646"/>
              </a:cxn>
            </a:cxnLst>
            <a:rect l="txL" t="txT" r="txR" b="txB"/>
            <a:pathLst>
              <a:path w="1272" h="186">
                <a:moveTo>
                  <a:pt x="0" y="0"/>
                </a:moveTo>
                <a:lnTo>
                  <a:pt x="1272" y="186"/>
                </a:lnTo>
              </a:path>
            </a:pathLst>
          </a:custGeom>
          <a:noFill/>
          <a:ln w="190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p>
            <a:endParaRPr lang="zh-CN" altLang="en-US"/>
          </a:p>
        </p:txBody>
      </p:sp>
      <p:sp>
        <p:nvSpPr>
          <p:cNvPr id="133124" name="Line 4"/>
          <p:cNvSpPr/>
          <p:nvPr/>
        </p:nvSpPr>
        <p:spPr>
          <a:xfrm flipV="1">
            <a:off x="4356100" y="4397375"/>
            <a:ext cx="895350" cy="4572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125" name="Line 5"/>
          <p:cNvSpPr/>
          <p:nvPr/>
        </p:nvSpPr>
        <p:spPr>
          <a:xfrm>
            <a:off x="4384675" y="3768725"/>
            <a:ext cx="752475" cy="1714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126" name="Line 6"/>
          <p:cNvSpPr/>
          <p:nvPr/>
        </p:nvSpPr>
        <p:spPr>
          <a:xfrm>
            <a:off x="4451350" y="2987675"/>
            <a:ext cx="847725" cy="7620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127" name="Freeform 7"/>
          <p:cNvSpPr/>
          <p:nvPr/>
        </p:nvSpPr>
        <p:spPr>
          <a:xfrm>
            <a:off x="5097463" y="3567113"/>
            <a:ext cx="1773237" cy="979487"/>
          </a:xfrm>
          <a:custGeom>
            <a:avLst/>
            <a:gdLst>
              <a:gd name="txL" fmla="*/ 0 w 1117"/>
              <a:gd name="txT" fmla="*/ 0 h 617"/>
              <a:gd name="txR" fmla="*/ 1117 w 1117"/>
              <a:gd name="txB" fmla="*/ 617 h 617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117" h="617">
                <a:moveTo>
                  <a:pt x="439" y="97"/>
                </a:moveTo>
                <a:cubicBezTo>
                  <a:pt x="358" y="85"/>
                  <a:pt x="269" y="23"/>
                  <a:pt x="205" y="19"/>
                </a:cubicBezTo>
                <a:cubicBezTo>
                  <a:pt x="141" y="15"/>
                  <a:pt x="89" y="0"/>
                  <a:pt x="55" y="73"/>
                </a:cubicBezTo>
                <a:cubicBezTo>
                  <a:pt x="21" y="146"/>
                  <a:pt x="0" y="371"/>
                  <a:pt x="4" y="456"/>
                </a:cubicBezTo>
                <a:cubicBezTo>
                  <a:pt x="8" y="541"/>
                  <a:pt x="3" y="560"/>
                  <a:pt x="77" y="582"/>
                </a:cubicBezTo>
                <a:cubicBezTo>
                  <a:pt x="152" y="604"/>
                  <a:pt x="350" y="582"/>
                  <a:pt x="451" y="587"/>
                </a:cubicBezTo>
                <a:cubicBezTo>
                  <a:pt x="552" y="592"/>
                  <a:pt x="606" y="617"/>
                  <a:pt x="685" y="613"/>
                </a:cubicBezTo>
                <a:cubicBezTo>
                  <a:pt x="764" y="609"/>
                  <a:pt x="856" y="612"/>
                  <a:pt x="925" y="565"/>
                </a:cubicBezTo>
                <a:cubicBezTo>
                  <a:pt x="994" y="518"/>
                  <a:pt x="1081" y="401"/>
                  <a:pt x="1099" y="330"/>
                </a:cubicBezTo>
                <a:cubicBezTo>
                  <a:pt x="1117" y="259"/>
                  <a:pt x="1104" y="178"/>
                  <a:pt x="1036" y="138"/>
                </a:cubicBezTo>
                <a:cubicBezTo>
                  <a:pt x="968" y="98"/>
                  <a:pt x="790" y="98"/>
                  <a:pt x="691" y="91"/>
                </a:cubicBezTo>
                <a:cubicBezTo>
                  <a:pt x="592" y="84"/>
                  <a:pt x="520" y="109"/>
                  <a:pt x="439" y="97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33128" name="Text Box 8"/>
          <p:cNvSpPr txBox="1"/>
          <p:nvPr/>
        </p:nvSpPr>
        <p:spPr>
          <a:xfrm>
            <a:off x="6931025" y="3294063"/>
            <a:ext cx="1836738" cy="1349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ja-JP" altLang="en-US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“</a:t>
            </a:r>
            <a:r>
              <a:rPr lang="en-US" altLang="ja-JP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Send me anything</a:t>
            </a:r>
            <a:endParaRPr lang="en-US" altLang="ja-JP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with addresses 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beginning 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200.23.16.0/20</a:t>
            </a:r>
            <a:r>
              <a:rPr lang="ja-JP" altLang="en-US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”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33129" name="Group 9"/>
          <p:cNvGrpSpPr/>
          <p:nvPr/>
        </p:nvGrpSpPr>
        <p:grpSpPr>
          <a:xfrm>
            <a:off x="2282825" y="2760663"/>
            <a:ext cx="2338388" cy="460375"/>
            <a:chOff x="1004" y="1639"/>
            <a:chExt cx="1473" cy="290"/>
          </a:xfrm>
        </p:grpSpPr>
        <p:sp>
          <p:nvSpPr>
            <p:cNvPr id="133165" name="Freeform 10"/>
            <p:cNvSpPr/>
            <p:nvPr/>
          </p:nvSpPr>
          <p:spPr>
            <a:xfrm>
              <a:off x="1004" y="1639"/>
              <a:ext cx="1473" cy="255"/>
            </a:xfrm>
            <a:custGeom>
              <a:avLst/>
              <a:gdLst>
                <a:gd name="txL" fmla="*/ 0 w 1473"/>
                <a:gd name="txT" fmla="*/ 0 h 255"/>
                <a:gd name="txR" fmla="*/ 1473 w 1473"/>
                <a:gd name="txB" fmla="*/ 255 h 255"/>
              </a:gdLst>
              <a:ahLst/>
              <a:cxnLst>
                <a:cxn ang="0">
                  <a:pos x="172" y="11"/>
                </a:cxn>
                <a:cxn ang="0">
                  <a:pos x="73" y="94"/>
                </a:cxn>
                <a:cxn ang="0">
                  <a:pos x="146" y="220"/>
                </a:cxn>
                <a:cxn ang="0">
                  <a:pos x="520" y="225"/>
                </a:cxn>
                <a:cxn ang="0">
                  <a:pos x="754" y="251"/>
                </a:cxn>
                <a:cxn ang="0">
                  <a:pos x="1306" y="203"/>
                </a:cxn>
                <a:cxn ang="0">
                  <a:pos x="1360" y="29"/>
                </a:cxn>
                <a:cxn ang="0">
                  <a:pos x="628" y="29"/>
                </a:cxn>
                <a:cxn ang="0">
                  <a:pos x="172" y="11"/>
                </a:cxn>
              </a:cxnLst>
              <a:rect l="txL" t="txT" r="txR" b="txB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66CC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166" name="Text Box 11"/>
            <p:cNvSpPr txBox="1"/>
            <p:nvPr/>
          </p:nvSpPr>
          <p:spPr>
            <a:xfrm>
              <a:off x="1226" y="1664"/>
              <a:ext cx="1047" cy="265"/>
            </a:xfrm>
            <a:prstGeom prst="rect">
              <a:avLst/>
            </a:prstGeom>
            <a:solidFill>
              <a:srgbClr val="66CCFF"/>
            </a:solidFill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200.23.16.0/23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grpSp>
        <p:nvGrpSpPr>
          <p:cNvPr id="133130" name="Group 12"/>
          <p:cNvGrpSpPr/>
          <p:nvPr/>
        </p:nvGrpSpPr>
        <p:grpSpPr>
          <a:xfrm>
            <a:off x="2311400" y="3351213"/>
            <a:ext cx="2338388" cy="460375"/>
            <a:chOff x="1004" y="1639"/>
            <a:chExt cx="1473" cy="290"/>
          </a:xfrm>
        </p:grpSpPr>
        <p:sp>
          <p:nvSpPr>
            <p:cNvPr id="133163" name="Freeform 13"/>
            <p:cNvSpPr/>
            <p:nvPr/>
          </p:nvSpPr>
          <p:spPr>
            <a:xfrm>
              <a:off x="1004" y="1639"/>
              <a:ext cx="1473" cy="255"/>
            </a:xfrm>
            <a:custGeom>
              <a:avLst/>
              <a:gdLst>
                <a:gd name="txL" fmla="*/ 0 w 1473"/>
                <a:gd name="txT" fmla="*/ 0 h 255"/>
                <a:gd name="txR" fmla="*/ 1473 w 1473"/>
                <a:gd name="txB" fmla="*/ 255 h 255"/>
              </a:gdLst>
              <a:ahLst/>
              <a:cxnLst>
                <a:cxn ang="0">
                  <a:pos x="172" y="11"/>
                </a:cxn>
                <a:cxn ang="0">
                  <a:pos x="73" y="94"/>
                </a:cxn>
                <a:cxn ang="0">
                  <a:pos x="146" y="220"/>
                </a:cxn>
                <a:cxn ang="0">
                  <a:pos x="520" y="225"/>
                </a:cxn>
                <a:cxn ang="0">
                  <a:pos x="754" y="251"/>
                </a:cxn>
                <a:cxn ang="0">
                  <a:pos x="1306" y="203"/>
                </a:cxn>
                <a:cxn ang="0">
                  <a:pos x="1360" y="29"/>
                </a:cxn>
                <a:cxn ang="0">
                  <a:pos x="628" y="29"/>
                </a:cxn>
                <a:cxn ang="0">
                  <a:pos x="172" y="11"/>
                </a:cxn>
              </a:cxnLst>
              <a:rect l="txL" t="txT" r="txR" b="txB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66CC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164" name="Text Box 14"/>
            <p:cNvSpPr txBox="1"/>
            <p:nvPr/>
          </p:nvSpPr>
          <p:spPr>
            <a:xfrm>
              <a:off x="1226" y="1664"/>
              <a:ext cx="1047" cy="265"/>
            </a:xfrm>
            <a:prstGeom prst="rect">
              <a:avLst/>
            </a:prstGeom>
            <a:solidFill>
              <a:srgbClr val="66CCFF"/>
            </a:solidFill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200.23.18.0/23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grpSp>
        <p:nvGrpSpPr>
          <p:cNvPr id="133131" name="Group 15"/>
          <p:cNvGrpSpPr/>
          <p:nvPr/>
        </p:nvGrpSpPr>
        <p:grpSpPr>
          <a:xfrm>
            <a:off x="2225675" y="4770438"/>
            <a:ext cx="2338388" cy="460375"/>
            <a:chOff x="1004" y="1639"/>
            <a:chExt cx="1473" cy="290"/>
          </a:xfrm>
        </p:grpSpPr>
        <p:sp>
          <p:nvSpPr>
            <p:cNvPr id="133161" name="Freeform 16"/>
            <p:cNvSpPr/>
            <p:nvPr/>
          </p:nvSpPr>
          <p:spPr>
            <a:xfrm>
              <a:off x="1004" y="1639"/>
              <a:ext cx="1473" cy="255"/>
            </a:xfrm>
            <a:custGeom>
              <a:avLst/>
              <a:gdLst>
                <a:gd name="txL" fmla="*/ 0 w 1473"/>
                <a:gd name="txT" fmla="*/ 0 h 255"/>
                <a:gd name="txR" fmla="*/ 1473 w 1473"/>
                <a:gd name="txB" fmla="*/ 255 h 255"/>
              </a:gdLst>
              <a:ahLst/>
              <a:cxnLst>
                <a:cxn ang="0">
                  <a:pos x="172" y="11"/>
                </a:cxn>
                <a:cxn ang="0">
                  <a:pos x="73" y="94"/>
                </a:cxn>
                <a:cxn ang="0">
                  <a:pos x="146" y="220"/>
                </a:cxn>
                <a:cxn ang="0">
                  <a:pos x="520" y="225"/>
                </a:cxn>
                <a:cxn ang="0">
                  <a:pos x="754" y="251"/>
                </a:cxn>
                <a:cxn ang="0">
                  <a:pos x="1306" y="203"/>
                </a:cxn>
                <a:cxn ang="0">
                  <a:pos x="1360" y="29"/>
                </a:cxn>
                <a:cxn ang="0">
                  <a:pos x="628" y="29"/>
                </a:cxn>
                <a:cxn ang="0">
                  <a:pos x="172" y="11"/>
                </a:cxn>
              </a:cxnLst>
              <a:rect l="txL" t="txT" r="txR" b="txB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66CC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162" name="Text Box 17"/>
            <p:cNvSpPr txBox="1"/>
            <p:nvPr/>
          </p:nvSpPr>
          <p:spPr>
            <a:xfrm>
              <a:off x="1226" y="1664"/>
              <a:ext cx="1068" cy="265"/>
            </a:xfrm>
            <a:prstGeom prst="rect">
              <a:avLst/>
            </a:prstGeom>
            <a:solidFill>
              <a:srgbClr val="66CCFF"/>
            </a:solidFill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200.23.30.0/23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133132" name="Text Box 18"/>
          <p:cNvSpPr txBox="1"/>
          <p:nvPr/>
        </p:nvSpPr>
        <p:spPr>
          <a:xfrm>
            <a:off x="5130800" y="3998913"/>
            <a:ext cx="1660525" cy="3794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Fly-By-Night-ISP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33133" name="Freeform 19"/>
          <p:cNvSpPr/>
          <p:nvPr/>
        </p:nvSpPr>
        <p:spPr>
          <a:xfrm>
            <a:off x="8693150" y="3095625"/>
            <a:ext cx="1444625" cy="2714625"/>
          </a:xfrm>
          <a:custGeom>
            <a:avLst/>
            <a:gdLst>
              <a:gd name="txL" fmla="*/ 0 w 910"/>
              <a:gd name="txT" fmla="*/ 0 h 1710"/>
              <a:gd name="txR" fmla="*/ 910 w 910"/>
              <a:gd name="txB" fmla="*/ 1710 h 171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910" h="1710">
                <a:moveTo>
                  <a:pt x="766" y="38"/>
                </a:moveTo>
                <a:cubicBezTo>
                  <a:pt x="714" y="0"/>
                  <a:pt x="520" y="186"/>
                  <a:pt x="411" y="282"/>
                </a:cubicBezTo>
                <a:cubicBezTo>
                  <a:pt x="302" y="378"/>
                  <a:pt x="180" y="490"/>
                  <a:pt x="115" y="611"/>
                </a:cubicBezTo>
                <a:cubicBezTo>
                  <a:pt x="49" y="732"/>
                  <a:pt x="0" y="907"/>
                  <a:pt x="14" y="1008"/>
                </a:cubicBezTo>
                <a:cubicBezTo>
                  <a:pt x="28" y="1108"/>
                  <a:pt x="127" y="1139"/>
                  <a:pt x="198" y="1214"/>
                </a:cubicBezTo>
                <a:cubicBezTo>
                  <a:pt x="269" y="1288"/>
                  <a:pt x="328" y="1380"/>
                  <a:pt x="435" y="1456"/>
                </a:cubicBezTo>
                <a:cubicBezTo>
                  <a:pt x="542" y="1533"/>
                  <a:pt x="768" y="1710"/>
                  <a:pt x="839" y="1674"/>
                </a:cubicBezTo>
                <a:cubicBezTo>
                  <a:pt x="910" y="1638"/>
                  <a:pt x="863" y="1328"/>
                  <a:pt x="863" y="1239"/>
                </a:cubicBezTo>
                <a:cubicBezTo>
                  <a:pt x="863" y="1150"/>
                  <a:pt x="868" y="1189"/>
                  <a:pt x="839" y="1139"/>
                </a:cubicBezTo>
                <a:cubicBezTo>
                  <a:pt x="809" y="1090"/>
                  <a:pt x="703" y="1045"/>
                  <a:pt x="684" y="940"/>
                </a:cubicBezTo>
                <a:cubicBezTo>
                  <a:pt x="665" y="835"/>
                  <a:pt x="710" y="659"/>
                  <a:pt x="724" y="509"/>
                </a:cubicBezTo>
                <a:cubicBezTo>
                  <a:pt x="738" y="359"/>
                  <a:pt x="818" y="76"/>
                  <a:pt x="766" y="38"/>
                </a:cubicBezTo>
                <a:close/>
              </a:path>
            </a:pathLst>
          </a:custGeom>
          <a:gradFill rotWithShape="1">
            <a:gsLst>
              <a:gs pos="0">
                <a:srgbClr val="66CCFF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33134" name="Text Box 20"/>
          <p:cNvSpPr txBox="1"/>
          <p:nvPr/>
        </p:nvSpPr>
        <p:spPr>
          <a:xfrm>
            <a:off x="2282825" y="2503488"/>
            <a:ext cx="1417638" cy="3794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Organization 0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33135" name="Text Box 21"/>
          <p:cNvSpPr txBox="1"/>
          <p:nvPr/>
        </p:nvSpPr>
        <p:spPr>
          <a:xfrm>
            <a:off x="2311400" y="4513263"/>
            <a:ext cx="1417638" cy="3794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Organization 7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33136" name="Text Box 22"/>
          <p:cNvSpPr txBox="1"/>
          <p:nvPr/>
        </p:nvSpPr>
        <p:spPr>
          <a:xfrm>
            <a:off x="8931275" y="4322763"/>
            <a:ext cx="923925" cy="3794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Internet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33137" name="Text Box 23"/>
          <p:cNvSpPr txBox="1"/>
          <p:nvPr/>
        </p:nvSpPr>
        <p:spPr>
          <a:xfrm>
            <a:off x="2292350" y="3151188"/>
            <a:ext cx="1389063" cy="3794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Organization 1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33138" name="Freeform 24"/>
          <p:cNvSpPr/>
          <p:nvPr/>
        </p:nvSpPr>
        <p:spPr>
          <a:xfrm>
            <a:off x="5040313" y="4881563"/>
            <a:ext cx="1773237" cy="979487"/>
          </a:xfrm>
          <a:custGeom>
            <a:avLst/>
            <a:gdLst>
              <a:gd name="txL" fmla="*/ 0 w 1117"/>
              <a:gd name="txT" fmla="*/ 0 h 617"/>
              <a:gd name="txR" fmla="*/ 1117 w 1117"/>
              <a:gd name="txB" fmla="*/ 617 h 617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117" h="617">
                <a:moveTo>
                  <a:pt x="439" y="97"/>
                </a:moveTo>
                <a:cubicBezTo>
                  <a:pt x="358" y="85"/>
                  <a:pt x="269" y="23"/>
                  <a:pt x="205" y="19"/>
                </a:cubicBezTo>
                <a:cubicBezTo>
                  <a:pt x="141" y="15"/>
                  <a:pt x="89" y="0"/>
                  <a:pt x="55" y="73"/>
                </a:cubicBezTo>
                <a:cubicBezTo>
                  <a:pt x="21" y="146"/>
                  <a:pt x="0" y="371"/>
                  <a:pt x="4" y="456"/>
                </a:cubicBezTo>
                <a:cubicBezTo>
                  <a:pt x="8" y="541"/>
                  <a:pt x="3" y="560"/>
                  <a:pt x="77" y="582"/>
                </a:cubicBezTo>
                <a:cubicBezTo>
                  <a:pt x="152" y="604"/>
                  <a:pt x="350" y="582"/>
                  <a:pt x="451" y="587"/>
                </a:cubicBezTo>
                <a:cubicBezTo>
                  <a:pt x="552" y="592"/>
                  <a:pt x="606" y="617"/>
                  <a:pt x="685" y="613"/>
                </a:cubicBezTo>
                <a:cubicBezTo>
                  <a:pt x="764" y="609"/>
                  <a:pt x="856" y="612"/>
                  <a:pt x="925" y="565"/>
                </a:cubicBezTo>
                <a:cubicBezTo>
                  <a:pt x="994" y="518"/>
                  <a:pt x="1081" y="401"/>
                  <a:pt x="1099" y="330"/>
                </a:cubicBezTo>
                <a:cubicBezTo>
                  <a:pt x="1117" y="259"/>
                  <a:pt x="1104" y="178"/>
                  <a:pt x="1036" y="138"/>
                </a:cubicBezTo>
                <a:cubicBezTo>
                  <a:pt x="968" y="98"/>
                  <a:pt x="790" y="98"/>
                  <a:pt x="691" y="91"/>
                </a:cubicBezTo>
                <a:cubicBezTo>
                  <a:pt x="592" y="84"/>
                  <a:pt x="520" y="109"/>
                  <a:pt x="439" y="97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33139" name="Text Box 25"/>
          <p:cNvSpPr txBox="1"/>
          <p:nvPr/>
        </p:nvSpPr>
        <p:spPr>
          <a:xfrm>
            <a:off x="5340350" y="5256213"/>
            <a:ext cx="1073150" cy="3794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ISPs-R-Us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33140" name="Freeform 26"/>
          <p:cNvSpPr/>
          <p:nvPr/>
        </p:nvSpPr>
        <p:spPr>
          <a:xfrm flipV="1">
            <a:off x="6765925" y="4902200"/>
            <a:ext cx="2019300" cy="295275"/>
          </a:xfrm>
          <a:custGeom>
            <a:avLst/>
            <a:gdLst>
              <a:gd name="txL" fmla="*/ 0 w 1272"/>
              <a:gd name="txT" fmla="*/ 0 h 186"/>
              <a:gd name="txR" fmla="*/ 1272 w 1272"/>
              <a:gd name="txB" fmla="*/ 186 h 186"/>
            </a:gdLst>
            <a:ahLst/>
            <a:cxnLst>
              <a:cxn ang="0">
                <a:pos x="0" y="0"/>
              </a:cxn>
              <a:cxn ang="0">
                <a:pos x="2147483646" y="2147483646"/>
              </a:cxn>
            </a:cxnLst>
            <a:rect l="txL" t="txT" r="txR" b="txB"/>
            <a:pathLst>
              <a:path w="1272" h="186">
                <a:moveTo>
                  <a:pt x="0" y="0"/>
                </a:moveTo>
                <a:lnTo>
                  <a:pt x="1272" y="186"/>
                </a:lnTo>
              </a:path>
            </a:pathLst>
          </a:custGeom>
          <a:noFill/>
          <a:ln w="190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p>
            <a:endParaRPr lang="zh-CN" altLang="en-US"/>
          </a:p>
        </p:txBody>
      </p:sp>
      <p:sp>
        <p:nvSpPr>
          <p:cNvPr id="133141" name="Line 27"/>
          <p:cNvSpPr/>
          <p:nvPr/>
        </p:nvSpPr>
        <p:spPr>
          <a:xfrm>
            <a:off x="4556125" y="5445125"/>
            <a:ext cx="4857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142" name="Line 28"/>
          <p:cNvSpPr/>
          <p:nvPr/>
        </p:nvSpPr>
        <p:spPr>
          <a:xfrm flipV="1">
            <a:off x="4403725" y="5511800"/>
            <a:ext cx="638175" cy="1714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143" name="Line 29"/>
          <p:cNvSpPr/>
          <p:nvPr/>
        </p:nvSpPr>
        <p:spPr>
          <a:xfrm flipV="1">
            <a:off x="4841875" y="5759450"/>
            <a:ext cx="247650" cy="40957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144" name="Text Box 30"/>
          <p:cNvSpPr txBox="1"/>
          <p:nvPr/>
        </p:nvSpPr>
        <p:spPr>
          <a:xfrm>
            <a:off x="7054850" y="5151438"/>
            <a:ext cx="1836738" cy="1349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ja-JP" altLang="en-US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“</a:t>
            </a:r>
            <a:r>
              <a:rPr lang="en-US" altLang="ja-JP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Send me anything</a:t>
            </a:r>
            <a:endParaRPr lang="en-US" altLang="ja-JP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with addresses 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beginning 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199.31.0.0/16</a:t>
            </a:r>
            <a:r>
              <a:rPr lang="ja-JP" altLang="en-US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”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33145" name="Group 31"/>
          <p:cNvGrpSpPr/>
          <p:nvPr/>
        </p:nvGrpSpPr>
        <p:grpSpPr>
          <a:xfrm>
            <a:off x="2330450" y="3941763"/>
            <a:ext cx="2338388" cy="460375"/>
            <a:chOff x="1004" y="1639"/>
            <a:chExt cx="1473" cy="290"/>
          </a:xfrm>
        </p:grpSpPr>
        <p:sp>
          <p:nvSpPr>
            <p:cNvPr id="133159" name="Freeform 32"/>
            <p:cNvSpPr/>
            <p:nvPr/>
          </p:nvSpPr>
          <p:spPr>
            <a:xfrm>
              <a:off x="1004" y="1639"/>
              <a:ext cx="1473" cy="255"/>
            </a:xfrm>
            <a:custGeom>
              <a:avLst/>
              <a:gdLst>
                <a:gd name="txL" fmla="*/ 0 w 1473"/>
                <a:gd name="txT" fmla="*/ 0 h 255"/>
                <a:gd name="txR" fmla="*/ 1473 w 1473"/>
                <a:gd name="txB" fmla="*/ 255 h 255"/>
              </a:gdLst>
              <a:ahLst/>
              <a:cxnLst>
                <a:cxn ang="0">
                  <a:pos x="172" y="11"/>
                </a:cxn>
                <a:cxn ang="0">
                  <a:pos x="73" y="94"/>
                </a:cxn>
                <a:cxn ang="0">
                  <a:pos x="146" y="220"/>
                </a:cxn>
                <a:cxn ang="0">
                  <a:pos x="520" y="225"/>
                </a:cxn>
                <a:cxn ang="0">
                  <a:pos x="754" y="251"/>
                </a:cxn>
                <a:cxn ang="0">
                  <a:pos x="1306" y="203"/>
                </a:cxn>
                <a:cxn ang="0">
                  <a:pos x="1360" y="29"/>
                </a:cxn>
                <a:cxn ang="0">
                  <a:pos x="628" y="29"/>
                </a:cxn>
                <a:cxn ang="0">
                  <a:pos x="172" y="11"/>
                </a:cxn>
              </a:cxnLst>
              <a:rect l="txL" t="txT" r="txR" b="txB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66CC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160" name="Text Box 33"/>
            <p:cNvSpPr txBox="1"/>
            <p:nvPr/>
          </p:nvSpPr>
          <p:spPr>
            <a:xfrm>
              <a:off x="1226" y="1664"/>
              <a:ext cx="1068" cy="265"/>
            </a:xfrm>
            <a:prstGeom prst="rect">
              <a:avLst/>
            </a:prstGeom>
            <a:solidFill>
              <a:srgbClr val="66CCFF"/>
            </a:solidFill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200.23.20.0/23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133146" name="Text Box 34"/>
          <p:cNvSpPr txBox="1"/>
          <p:nvPr/>
        </p:nvSpPr>
        <p:spPr>
          <a:xfrm>
            <a:off x="2311400" y="3741738"/>
            <a:ext cx="1417638" cy="3794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Organization 2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33147" name="Group 35"/>
          <p:cNvGrpSpPr/>
          <p:nvPr/>
        </p:nvGrpSpPr>
        <p:grpSpPr>
          <a:xfrm>
            <a:off x="3679825" y="4198938"/>
            <a:ext cx="298450" cy="769937"/>
            <a:chOff x="870" y="2941"/>
            <a:chExt cx="188" cy="485"/>
          </a:xfrm>
        </p:grpSpPr>
        <p:sp>
          <p:nvSpPr>
            <p:cNvPr id="133156" name="Text Box 36"/>
            <p:cNvSpPr txBox="1"/>
            <p:nvPr/>
          </p:nvSpPr>
          <p:spPr>
            <a:xfrm>
              <a:off x="872" y="2941"/>
              <a:ext cx="186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.</a:t>
              </a:r>
              <a:endPara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33157" name="Text Box 37"/>
            <p:cNvSpPr txBox="1"/>
            <p:nvPr/>
          </p:nvSpPr>
          <p:spPr>
            <a:xfrm>
              <a:off x="870" y="3026"/>
              <a:ext cx="186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.</a:t>
              </a:r>
              <a:endPara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33158" name="Text Box 38"/>
            <p:cNvSpPr txBox="1"/>
            <p:nvPr/>
          </p:nvSpPr>
          <p:spPr>
            <a:xfrm>
              <a:off x="871" y="3109"/>
              <a:ext cx="186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.</a:t>
              </a:r>
              <a:endPara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grpSp>
        <p:nvGrpSpPr>
          <p:cNvPr id="133148" name="Group 39"/>
          <p:cNvGrpSpPr/>
          <p:nvPr/>
        </p:nvGrpSpPr>
        <p:grpSpPr>
          <a:xfrm>
            <a:off x="4708525" y="3903663"/>
            <a:ext cx="298450" cy="769937"/>
            <a:chOff x="870" y="2941"/>
            <a:chExt cx="188" cy="485"/>
          </a:xfrm>
        </p:grpSpPr>
        <p:sp>
          <p:nvSpPr>
            <p:cNvPr id="133153" name="Text Box 40"/>
            <p:cNvSpPr txBox="1"/>
            <p:nvPr/>
          </p:nvSpPr>
          <p:spPr>
            <a:xfrm>
              <a:off x="872" y="2941"/>
              <a:ext cx="186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.</a:t>
              </a:r>
              <a:endPara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33154" name="Text Box 41"/>
            <p:cNvSpPr txBox="1"/>
            <p:nvPr/>
          </p:nvSpPr>
          <p:spPr>
            <a:xfrm>
              <a:off x="870" y="3026"/>
              <a:ext cx="186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.</a:t>
              </a:r>
              <a:endPara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33155" name="Text Box 42"/>
            <p:cNvSpPr txBox="1"/>
            <p:nvPr/>
          </p:nvSpPr>
          <p:spPr>
            <a:xfrm>
              <a:off x="871" y="3109"/>
              <a:ext cx="186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.</a:t>
              </a:r>
              <a:endPara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133149" name="Text Box 43"/>
          <p:cNvSpPr txBox="1"/>
          <p:nvPr/>
        </p:nvSpPr>
        <p:spPr>
          <a:xfrm>
            <a:off x="660400" y="1357313"/>
            <a:ext cx="11055350" cy="1139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hierarchical addressing allows efficient advertisement of routing 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information: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pic>
        <p:nvPicPr>
          <p:cNvPr id="133150" name="Picture 44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12963" y="900113"/>
            <a:ext cx="7769225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51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33152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1651000" y="2171700"/>
              <a:ext cx="3289300" cy="339090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1651000" y="2171700"/>
                <a:ext cx="3289300" cy="33909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3" name="墨迹 2"/>
              <p14:cNvContentPartPr/>
              <p14:nvPr/>
            </p14:nvContentPartPr>
            <p14:xfrm>
              <a:off x="4051300" y="5226050"/>
              <a:ext cx="247650" cy="1905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5"/>
            </p:blipFill>
            <p:spPr>
              <a:xfrm>
                <a:off x="4051300" y="5226050"/>
                <a:ext cx="247650" cy="19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4" name="墨迹 3"/>
              <p14:cNvContentPartPr/>
              <p14:nvPr/>
            </p14:nvContentPartPr>
            <p14:xfrm>
              <a:off x="4013200" y="5257800"/>
              <a:ext cx="158750" cy="635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7"/>
            </p:blipFill>
            <p:spPr>
              <a:xfrm>
                <a:off x="4013200" y="5257800"/>
                <a:ext cx="158750" cy="6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5" name="墨迹 4"/>
              <p14:cNvContentPartPr/>
              <p14:nvPr/>
            </p14:nvContentPartPr>
            <p14:xfrm>
              <a:off x="8026400" y="4648200"/>
              <a:ext cx="374650" cy="1905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9"/>
            </p:blipFill>
            <p:spPr>
              <a:xfrm>
                <a:off x="8026400" y="4648200"/>
                <a:ext cx="374650" cy="19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6" name="墨迹 5"/>
              <p14:cNvContentPartPr/>
              <p14:nvPr/>
            </p14:nvContentPartPr>
            <p14:xfrm>
              <a:off x="6489700" y="6223000"/>
              <a:ext cx="12700" cy="36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11"/>
            </p:blipFill>
            <p:spPr>
              <a:xfrm>
                <a:off x="6489700" y="6223000"/>
                <a:ext cx="127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7" name="墨迹 6"/>
              <p14:cNvContentPartPr/>
              <p14:nvPr/>
            </p14:nvContentPartPr>
            <p14:xfrm>
              <a:off x="4095750" y="4895850"/>
              <a:ext cx="76200" cy="27305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13"/>
            </p:blipFill>
            <p:spPr>
              <a:xfrm>
                <a:off x="4095750" y="4895850"/>
                <a:ext cx="76200" cy="273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8" name="墨迹 7"/>
              <p14:cNvContentPartPr/>
              <p14:nvPr/>
            </p14:nvContentPartPr>
            <p14:xfrm>
              <a:off x="8134350" y="6508750"/>
              <a:ext cx="431800" cy="6350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5"/>
            </p:blipFill>
            <p:spPr>
              <a:xfrm>
                <a:off x="8134350" y="6508750"/>
                <a:ext cx="431800" cy="635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9" name="墨迹 8"/>
              <p14:cNvContentPartPr/>
              <p14:nvPr/>
            </p14:nvContentPartPr>
            <p14:xfrm>
              <a:off x="8058150" y="4673600"/>
              <a:ext cx="317500" cy="1270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7"/>
            </p:blipFill>
            <p:spPr>
              <a:xfrm>
                <a:off x="8058150" y="4673600"/>
                <a:ext cx="317500" cy="12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10" name="墨迹 9"/>
              <p14:cNvContentPartPr/>
              <p14:nvPr/>
            </p14:nvContentPartPr>
            <p14:xfrm>
              <a:off x="8166100" y="4724400"/>
              <a:ext cx="12700" cy="36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1"/>
            </p:blipFill>
            <p:spPr>
              <a:xfrm>
                <a:off x="8166100" y="4724400"/>
                <a:ext cx="127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11" name="墨迹 10"/>
              <p14:cNvContentPartPr/>
              <p14:nvPr/>
            </p14:nvContentPartPr>
            <p14:xfrm>
              <a:off x="3689350" y="4279900"/>
              <a:ext cx="12700" cy="36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1"/>
            </p:blipFill>
            <p:spPr>
              <a:xfrm>
                <a:off x="3689350" y="4279900"/>
                <a:ext cx="127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12" name="墨迹 11"/>
              <p14:cNvContentPartPr/>
              <p14:nvPr/>
            </p14:nvContentPartPr>
            <p14:xfrm>
              <a:off x="4197350" y="5740400"/>
              <a:ext cx="12700" cy="3810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21"/>
            </p:blipFill>
            <p:spPr>
              <a:xfrm>
                <a:off x="4197350" y="5740400"/>
                <a:ext cx="12700" cy="381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13" name="墨迹 12"/>
              <p14:cNvContentPartPr/>
              <p14:nvPr/>
            </p14:nvContentPartPr>
            <p14:xfrm>
              <a:off x="6813550" y="4203700"/>
              <a:ext cx="1231900" cy="52705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23"/>
            </p:blipFill>
            <p:spPr>
              <a:xfrm>
                <a:off x="6813550" y="4203700"/>
                <a:ext cx="1231900" cy="527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14" name="墨迹 13"/>
              <p14:cNvContentPartPr/>
              <p14:nvPr/>
            </p14:nvContentPartPr>
            <p14:xfrm>
              <a:off x="4279900" y="3187700"/>
              <a:ext cx="311150" cy="174625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5"/>
            </p:blipFill>
            <p:spPr>
              <a:xfrm>
                <a:off x="4279900" y="3187700"/>
                <a:ext cx="311150" cy="1746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15" name="墨迹 14"/>
              <p14:cNvContentPartPr/>
              <p14:nvPr/>
            </p14:nvContentPartPr>
            <p14:xfrm>
              <a:off x="4629150" y="4565650"/>
              <a:ext cx="2279650" cy="18415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7"/>
            </p:blipFill>
            <p:spPr>
              <a:xfrm>
                <a:off x="4629150" y="4565650"/>
                <a:ext cx="2279650" cy="1841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16" name="墨迹 15"/>
              <p14:cNvContentPartPr/>
              <p14:nvPr/>
            </p14:nvContentPartPr>
            <p14:xfrm>
              <a:off x="6794500" y="4476750"/>
              <a:ext cx="146050" cy="203200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9"/>
            </p:blipFill>
            <p:spPr>
              <a:xfrm>
                <a:off x="6794500" y="4476750"/>
                <a:ext cx="146050" cy="2032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0" p14:bwMode="auto">
            <p14:nvContentPartPr>
              <p14:cNvPr id="17" name="墨迹 16"/>
              <p14:cNvContentPartPr/>
              <p14:nvPr/>
            </p14:nvContentPartPr>
            <p14:xfrm>
              <a:off x="8667750" y="4102100"/>
              <a:ext cx="673100" cy="109855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31"/>
            </p:blipFill>
            <p:spPr>
              <a:xfrm>
                <a:off x="8667750" y="4102100"/>
                <a:ext cx="673100" cy="10985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2" p14:bwMode="auto">
            <p14:nvContentPartPr>
              <p14:cNvPr id="18" name="墨迹 17"/>
              <p14:cNvContentPartPr/>
              <p14:nvPr/>
            </p14:nvContentPartPr>
            <p14:xfrm>
              <a:off x="9829800" y="3257550"/>
              <a:ext cx="241300" cy="393700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33"/>
            </p:blipFill>
            <p:spPr>
              <a:xfrm>
                <a:off x="9829800" y="3257550"/>
                <a:ext cx="241300" cy="393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4" p14:bwMode="auto">
            <p14:nvContentPartPr>
              <p14:cNvPr id="19" name="墨迹 18"/>
              <p14:cNvContentPartPr/>
              <p14:nvPr/>
            </p14:nvContentPartPr>
            <p14:xfrm>
              <a:off x="10210800" y="3282950"/>
              <a:ext cx="190500" cy="304800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35"/>
            </p:blipFill>
            <p:spPr>
              <a:xfrm>
                <a:off x="10210800" y="3282950"/>
                <a:ext cx="190500" cy="3048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6" p14:bwMode="auto">
            <p14:nvContentPartPr>
              <p14:cNvPr id="20" name="墨迹 19"/>
              <p14:cNvContentPartPr/>
              <p14:nvPr/>
            </p14:nvContentPartPr>
            <p14:xfrm>
              <a:off x="10483850" y="3251200"/>
              <a:ext cx="203200" cy="330200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37"/>
            </p:blipFill>
            <p:spPr>
              <a:xfrm>
                <a:off x="10483850" y="3251200"/>
                <a:ext cx="203200" cy="3302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8" p14:bwMode="auto">
            <p14:nvContentPartPr>
              <p14:cNvPr id="21" name="墨迹 20"/>
              <p14:cNvContentPartPr/>
              <p14:nvPr/>
            </p14:nvContentPartPr>
            <p14:xfrm>
              <a:off x="10807700" y="3479800"/>
              <a:ext cx="12700" cy="360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11"/>
            </p:blipFill>
            <p:spPr>
              <a:xfrm>
                <a:off x="10807700" y="3479800"/>
                <a:ext cx="127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" p14:bwMode="auto">
            <p14:nvContentPartPr>
              <p14:cNvPr id="22" name="墨迹 21"/>
              <p14:cNvContentPartPr/>
              <p14:nvPr/>
            </p14:nvContentPartPr>
            <p14:xfrm>
              <a:off x="10934700" y="3473450"/>
              <a:ext cx="12700" cy="360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11"/>
            </p:blipFill>
            <p:spPr>
              <a:xfrm>
                <a:off x="10934700" y="3473450"/>
                <a:ext cx="127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0" p14:bwMode="auto">
            <p14:nvContentPartPr>
              <p14:cNvPr id="23" name="墨迹 22"/>
              <p14:cNvContentPartPr/>
              <p14:nvPr/>
            </p14:nvContentPartPr>
            <p14:xfrm>
              <a:off x="10839450" y="2952750"/>
              <a:ext cx="749300" cy="98425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41"/>
            </p:blipFill>
            <p:spPr>
              <a:xfrm>
                <a:off x="10839450" y="2952750"/>
                <a:ext cx="749300" cy="984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2" p14:bwMode="auto">
            <p14:nvContentPartPr>
              <p14:cNvPr id="24" name="墨迹 23"/>
              <p14:cNvContentPartPr/>
              <p14:nvPr/>
            </p14:nvContentPartPr>
            <p14:xfrm>
              <a:off x="11201400" y="3486150"/>
              <a:ext cx="317500" cy="406400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43"/>
            </p:blipFill>
            <p:spPr>
              <a:xfrm>
                <a:off x="11201400" y="3486150"/>
                <a:ext cx="317500" cy="406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4" p14:bwMode="auto">
            <p14:nvContentPartPr>
              <p14:cNvPr id="25" name="墨迹 24"/>
              <p14:cNvContentPartPr/>
              <p14:nvPr/>
            </p14:nvContentPartPr>
            <p14:xfrm>
              <a:off x="11614150" y="3530600"/>
              <a:ext cx="196850" cy="311150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45"/>
            </p:blipFill>
            <p:spPr>
              <a:xfrm>
                <a:off x="11614150" y="3530600"/>
                <a:ext cx="196850" cy="3111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6" p14:bwMode="auto">
            <p14:nvContentPartPr>
              <p14:cNvPr id="26" name="墨迹 25"/>
              <p14:cNvContentPartPr/>
              <p14:nvPr/>
            </p14:nvContentPartPr>
            <p14:xfrm>
              <a:off x="8013700" y="3486150"/>
              <a:ext cx="1663700" cy="920750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47"/>
            </p:blipFill>
            <p:spPr>
              <a:xfrm>
                <a:off x="8013700" y="3486150"/>
                <a:ext cx="1663700" cy="920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8" p14:bwMode="auto">
            <p14:nvContentPartPr>
              <p14:cNvPr id="27" name="墨迹 26"/>
              <p14:cNvContentPartPr/>
              <p14:nvPr/>
            </p14:nvContentPartPr>
            <p14:xfrm>
              <a:off x="9588500" y="3384550"/>
              <a:ext cx="171450" cy="23495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49"/>
            </p:blipFill>
            <p:spPr>
              <a:xfrm>
                <a:off x="9588500" y="3384550"/>
                <a:ext cx="171450" cy="234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0" p14:bwMode="auto">
            <p14:nvContentPartPr>
              <p14:cNvPr id="28" name="墨迹 27"/>
              <p14:cNvContentPartPr/>
              <p14:nvPr/>
            </p14:nvContentPartPr>
            <p14:xfrm>
              <a:off x="9728200" y="4464050"/>
              <a:ext cx="177800" cy="73660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51"/>
            </p:blipFill>
            <p:spPr>
              <a:xfrm>
                <a:off x="9728200" y="4464050"/>
                <a:ext cx="177800" cy="7366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2" p14:bwMode="auto">
            <p14:nvContentPartPr>
              <p14:cNvPr id="29" name="墨迹 28"/>
              <p14:cNvContentPartPr/>
              <p14:nvPr/>
            </p14:nvContentPartPr>
            <p14:xfrm>
              <a:off x="10033000" y="4419600"/>
              <a:ext cx="241300" cy="68580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53"/>
            </p:blipFill>
            <p:spPr>
              <a:xfrm>
                <a:off x="10033000" y="4419600"/>
                <a:ext cx="241300" cy="6858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4" p14:bwMode="auto">
            <p14:nvContentPartPr>
              <p14:cNvPr id="30" name="墨迹 29"/>
              <p14:cNvContentPartPr/>
              <p14:nvPr/>
            </p14:nvContentPartPr>
            <p14:xfrm>
              <a:off x="10401300" y="4381500"/>
              <a:ext cx="196850" cy="69215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55"/>
            </p:blipFill>
            <p:spPr>
              <a:xfrm>
                <a:off x="10401300" y="4381500"/>
                <a:ext cx="196850" cy="6921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6" p14:bwMode="auto">
            <p14:nvContentPartPr>
              <p14:cNvPr id="31" name="墨迹 30"/>
              <p14:cNvContentPartPr/>
              <p14:nvPr/>
            </p14:nvContentPartPr>
            <p14:xfrm>
              <a:off x="10598150" y="4902200"/>
              <a:ext cx="12700" cy="360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11"/>
            </p:blipFill>
            <p:spPr>
              <a:xfrm>
                <a:off x="10598150" y="4902200"/>
                <a:ext cx="127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7" p14:bwMode="auto">
            <p14:nvContentPartPr>
              <p14:cNvPr id="32" name="墨迹 31"/>
              <p14:cNvContentPartPr/>
              <p14:nvPr/>
            </p14:nvContentPartPr>
            <p14:xfrm>
              <a:off x="10693400" y="4273550"/>
              <a:ext cx="546100" cy="1155700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58"/>
            </p:blipFill>
            <p:spPr>
              <a:xfrm>
                <a:off x="10693400" y="4273550"/>
                <a:ext cx="546100" cy="1155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9" p14:bwMode="auto">
            <p14:nvContentPartPr>
              <p14:cNvPr id="33" name="墨迹 32"/>
              <p14:cNvContentPartPr/>
              <p14:nvPr/>
            </p14:nvContentPartPr>
            <p14:xfrm>
              <a:off x="11182350" y="4699000"/>
              <a:ext cx="196850" cy="53975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60"/>
            </p:blipFill>
            <p:spPr>
              <a:xfrm>
                <a:off x="11182350" y="4699000"/>
                <a:ext cx="196850" cy="539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1" p14:bwMode="auto">
            <p14:nvContentPartPr>
              <p14:cNvPr id="34" name="墨迹 33"/>
              <p14:cNvContentPartPr/>
              <p14:nvPr/>
            </p14:nvContentPartPr>
            <p14:xfrm>
              <a:off x="11531600" y="4622800"/>
              <a:ext cx="260350" cy="641350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62"/>
            </p:blipFill>
            <p:spPr>
              <a:xfrm>
                <a:off x="11531600" y="4622800"/>
                <a:ext cx="260350" cy="641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3" p14:bwMode="auto">
            <p14:nvContentPartPr>
              <p14:cNvPr id="35" name="墨迹 34"/>
              <p14:cNvContentPartPr/>
              <p14:nvPr/>
            </p14:nvContentPartPr>
            <p14:xfrm>
              <a:off x="10013950" y="4032250"/>
              <a:ext cx="1327150" cy="38100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64"/>
            </p:blipFill>
            <p:spPr>
              <a:xfrm>
                <a:off x="10013950" y="4032250"/>
                <a:ext cx="1327150" cy="381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5" p14:bwMode="auto">
            <p14:nvContentPartPr>
              <p14:cNvPr id="36" name="墨迹 35"/>
              <p14:cNvContentPartPr/>
              <p14:nvPr/>
            </p14:nvContentPartPr>
            <p14:xfrm>
              <a:off x="3429000" y="4419600"/>
              <a:ext cx="12700" cy="360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11"/>
            </p:blipFill>
            <p:spPr>
              <a:xfrm>
                <a:off x="3429000" y="4419600"/>
                <a:ext cx="127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6" p14:bwMode="auto">
            <p14:nvContentPartPr>
              <p14:cNvPr id="37" name="墨迹 36"/>
              <p14:cNvContentPartPr/>
              <p14:nvPr/>
            </p14:nvContentPartPr>
            <p14:xfrm>
              <a:off x="3365500" y="4400550"/>
              <a:ext cx="12700" cy="360"/>
            </p14:xfrm>
          </p:contentPart>
        </mc:Choice>
        <mc:Fallback xmlns="">
          <p:pic>
            <p:nvPicPr>
              <p:cNvPr id="37" name="墨迹 36"/>
            </p:nvPicPr>
            <p:blipFill>
              <a:blip r:embed="rId11"/>
            </p:blipFill>
            <p:spPr>
              <a:xfrm>
                <a:off x="3365500" y="4400550"/>
                <a:ext cx="127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7" p14:bwMode="auto">
            <p14:nvContentPartPr>
              <p14:cNvPr id="38" name="墨迹 37"/>
              <p14:cNvContentPartPr/>
              <p14:nvPr/>
            </p14:nvContentPartPr>
            <p14:xfrm>
              <a:off x="3352800" y="4400550"/>
              <a:ext cx="19050" cy="19050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68"/>
            </p:blipFill>
            <p:spPr>
              <a:xfrm>
                <a:off x="3352800" y="4400550"/>
                <a:ext cx="19050" cy="19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9" p14:bwMode="auto">
            <p14:nvContentPartPr>
              <p14:cNvPr id="39" name="墨迹 38"/>
              <p14:cNvContentPartPr/>
              <p14:nvPr/>
            </p14:nvContentPartPr>
            <p14:xfrm>
              <a:off x="3352800" y="4400550"/>
              <a:ext cx="19050" cy="31750"/>
            </p14:xfrm>
          </p:contentPart>
        </mc:Choice>
        <mc:Fallback xmlns="">
          <p:pic>
            <p:nvPicPr>
              <p:cNvPr id="39" name="墨迹 38"/>
            </p:nvPicPr>
            <p:blipFill>
              <a:blip r:embed="rId70"/>
            </p:blipFill>
            <p:spPr>
              <a:xfrm>
                <a:off x="3352800" y="4400550"/>
                <a:ext cx="19050" cy="31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1" p14:bwMode="auto">
            <p14:nvContentPartPr>
              <p14:cNvPr id="40" name="墨迹 39"/>
              <p14:cNvContentPartPr/>
              <p14:nvPr/>
            </p14:nvContentPartPr>
            <p14:xfrm>
              <a:off x="3454400" y="4381500"/>
              <a:ext cx="12700" cy="360"/>
            </p14:xfrm>
          </p:contentPart>
        </mc:Choice>
        <mc:Fallback xmlns="">
          <p:pic>
            <p:nvPicPr>
              <p:cNvPr id="40" name="墨迹 39"/>
            </p:nvPicPr>
            <p:blipFill>
              <a:blip r:embed="rId11"/>
            </p:blipFill>
            <p:spPr>
              <a:xfrm>
                <a:off x="3454400" y="4381500"/>
                <a:ext cx="127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2" p14:bwMode="auto">
            <p14:nvContentPartPr>
              <p14:cNvPr id="41" name="墨迹 40"/>
              <p14:cNvContentPartPr/>
              <p14:nvPr/>
            </p14:nvContentPartPr>
            <p14:xfrm>
              <a:off x="10833100" y="3905250"/>
              <a:ext cx="12700" cy="360"/>
            </p14:xfrm>
          </p:contentPart>
        </mc:Choice>
        <mc:Fallback xmlns="">
          <p:pic>
            <p:nvPicPr>
              <p:cNvPr id="41" name="墨迹 40"/>
            </p:nvPicPr>
            <p:blipFill>
              <a:blip r:embed="rId11"/>
            </p:blipFill>
            <p:spPr>
              <a:xfrm>
                <a:off x="10833100" y="3905250"/>
                <a:ext cx="127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3" p14:bwMode="auto">
            <p14:nvContentPartPr>
              <p14:cNvPr id="42" name="墨迹 41"/>
              <p14:cNvContentPartPr/>
              <p14:nvPr/>
            </p14:nvContentPartPr>
            <p14:xfrm>
              <a:off x="7607300" y="4260850"/>
              <a:ext cx="1187450" cy="203200"/>
            </p14:xfrm>
          </p:contentPart>
        </mc:Choice>
        <mc:Fallback xmlns="">
          <p:pic>
            <p:nvPicPr>
              <p:cNvPr id="42" name="墨迹 41"/>
            </p:nvPicPr>
            <p:blipFill>
              <a:blip r:embed="rId74"/>
            </p:blipFill>
            <p:spPr>
              <a:xfrm>
                <a:off x="7607300" y="4260850"/>
                <a:ext cx="1187450" cy="2032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5" p14:bwMode="auto">
            <p14:nvContentPartPr>
              <p14:cNvPr id="43" name="墨迹 42"/>
              <p14:cNvContentPartPr/>
              <p14:nvPr/>
            </p14:nvContentPartPr>
            <p14:xfrm>
              <a:off x="7664450" y="4114800"/>
              <a:ext cx="254000" cy="184150"/>
            </p14:xfrm>
          </p:contentPart>
        </mc:Choice>
        <mc:Fallback xmlns="">
          <p:pic>
            <p:nvPicPr>
              <p:cNvPr id="43" name="墨迹 42"/>
            </p:nvPicPr>
            <p:blipFill>
              <a:blip r:embed="rId76"/>
            </p:blipFill>
            <p:spPr>
              <a:xfrm>
                <a:off x="7664450" y="4114800"/>
                <a:ext cx="254000" cy="1841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7" p14:bwMode="auto">
            <p14:nvContentPartPr>
              <p14:cNvPr id="44" name="墨迹 43"/>
              <p14:cNvContentPartPr/>
              <p14:nvPr/>
            </p14:nvContentPartPr>
            <p14:xfrm>
              <a:off x="5194300" y="3448050"/>
              <a:ext cx="984250" cy="1212850"/>
            </p14:xfrm>
          </p:contentPart>
        </mc:Choice>
        <mc:Fallback xmlns="">
          <p:pic>
            <p:nvPicPr>
              <p:cNvPr id="44" name="墨迹 43"/>
            </p:nvPicPr>
            <p:blipFill>
              <a:blip r:embed="rId78"/>
            </p:blipFill>
            <p:spPr>
              <a:xfrm>
                <a:off x="5194300" y="3448050"/>
                <a:ext cx="984250" cy="12128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9" p14:bwMode="auto">
            <p14:nvContentPartPr>
              <p14:cNvPr id="45" name="墨迹 44"/>
              <p14:cNvContentPartPr/>
              <p14:nvPr/>
            </p14:nvContentPartPr>
            <p14:xfrm>
              <a:off x="6153150" y="3752850"/>
              <a:ext cx="12700" cy="360"/>
            </p14:xfrm>
          </p:contentPart>
        </mc:Choice>
        <mc:Fallback xmlns="">
          <p:pic>
            <p:nvPicPr>
              <p:cNvPr id="45" name="墨迹 44"/>
            </p:nvPicPr>
            <p:blipFill>
              <a:blip r:embed="rId11"/>
            </p:blipFill>
            <p:spPr>
              <a:xfrm>
                <a:off x="6153150" y="3752850"/>
                <a:ext cx="127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0" p14:bwMode="auto">
            <p14:nvContentPartPr>
              <p14:cNvPr id="46" name="墨迹 45"/>
              <p14:cNvContentPartPr/>
              <p14:nvPr/>
            </p14:nvContentPartPr>
            <p14:xfrm>
              <a:off x="4298950" y="4235450"/>
              <a:ext cx="946150" cy="222250"/>
            </p14:xfrm>
          </p:contentPart>
        </mc:Choice>
        <mc:Fallback xmlns="">
          <p:pic>
            <p:nvPicPr>
              <p:cNvPr id="46" name="墨迹 45"/>
            </p:nvPicPr>
            <p:blipFill>
              <a:blip r:embed="rId81"/>
            </p:blipFill>
            <p:spPr>
              <a:xfrm>
                <a:off x="4298950" y="4235450"/>
                <a:ext cx="946150" cy="222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2" p14:bwMode="auto">
            <p14:nvContentPartPr>
              <p14:cNvPr id="47" name="墨迹 46"/>
              <p14:cNvContentPartPr/>
              <p14:nvPr/>
            </p14:nvContentPartPr>
            <p14:xfrm>
              <a:off x="3962400" y="4330700"/>
              <a:ext cx="1422400" cy="177800"/>
            </p14:xfrm>
          </p:contentPart>
        </mc:Choice>
        <mc:Fallback xmlns="">
          <p:pic>
            <p:nvPicPr>
              <p:cNvPr id="47" name="墨迹 46"/>
            </p:nvPicPr>
            <p:blipFill>
              <a:blip r:embed="rId83"/>
            </p:blipFill>
            <p:spPr>
              <a:xfrm>
                <a:off x="3962400" y="4330700"/>
                <a:ext cx="1422400" cy="1778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4" p14:bwMode="auto">
            <p14:nvContentPartPr>
              <p14:cNvPr id="48" name="墨迹 47"/>
              <p14:cNvContentPartPr/>
              <p14:nvPr/>
            </p14:nvContentPartPr>
            <p14:xfrm>
              <a:off x="3962400" y="4229100"/>
              <a:ext cx="203200" cy="152400"/>
            </p14:xfrm>
          </p:contentPart>
        </mc:Choice>
        <mc:Fallback xmlns="">
          <p:pic>
            <p:nvPicPr>
              <p:cNvPr id="48" name="墨迹 47"/>
            </p:nvPicPr>
            <p:blipFill>
              <a:blip r:embed="rId85"/>
            </p:blipFill>
            <p:spPr>
              <a:xfrm>
                <a:off x="3962400" y="4229100"/>
                <a:ext cx="203200" cy="1524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170" name="Freeform 45"/>
          <p:cNvSpPr/>
          <p:nvPr/>
        </p:nvSpPr>
        <p:spPr>
          <a:xfrm>
            <a:off x="8704263" y="3084513"/>
            <a:ext cx="1444625" cy="2714625"/>
          </a:xfrm>
          <a:custGeom>
            <a:avLst/>
            <a:gdLst>
              <a:gd name="txL" fmla="*/ 0 w 910"/>
              <a:gd name="txT" fmla="*/ 0 h 1710"/>
              <a:gd name="txR" fmla="*/ 910 w 910"/>
              <a:gd name="txB" fmla="*/ 1710 h 171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910" h="1710">
                <a:moveTo>
                  <a:pt x="766" y="38"/>
                </a:moveTo>
                <a:cubicBezTo>
                  <a:pt x="714" y="0"/>
                  <a:pt x="520" y="186"/>
                  <a:pt x="411" y="282"/>
                </a:cubicBezTo>
                <a:cubicBezTo>
                  <a:pt x="302" y="378"/>
                  <a:pt x="180" y="490"/>
                  <a:pt x="115" y="611"/>
                </a:cubicBezTo>
                <a:cubicBezTo>
                  <a:pt x="49" y="732"/>
                  <a:pt x="0" y="907"/>
                  <a:pt x="14" y="1008"/>
                </a:cubicBezTo>
                <a:cubicBezTo>
                  <a:pt x="28" y="1108"/>
                  <a:pt x="127" y="1139"/>
                  <a:pt x="198" y="1214"/>
                </a:cubicBezTo>
                <a:cubicBezTo>
                  <a:pt x="269" y="1288"/>
                  <a:pt x="328" y="1380"/>
                  <a:pt x="435" y="1456"/>
                </a:cubicBezTo>
                <a:cubicBezTo>
                  <a:pt x="542" y="1533"/>
                  <a:pt x="768" y="1710"/>
                  <a:pt x="839" y="1674"/>
                </a:cubicBezTo>
                <a:cubicBezTo>
                  <a:pt x="910" y="1638"/>
                  <a:pt x="863" y="1328"/>
                  <a:pt x="863" y="1239"/>
                </a:cubicBezTo>
                <a:cubicBezTo>
                  <a:pt x="863" y="1150"/>
                  <a:pt x="868" y="1189"/>
                  <a:pt x="839" y="1139"/>
                </a:cubicBezTo>
                <a:cubicBezTo>
                  <a:pt x="809" y="1090"/>
                  <a:pt x="703" y="1045"/>
                  <a:pt x="684" y="940"/>
                </a:cubicBezTo>
                <a:cubicBezTo>
                  <a:pt x="665" y="835"/>
                  <a:pt x="710" y="659"/>
                  <a:pt x="724" y="509"/>
                </a:cubicBezTo>
                <a:cubicBezTo>
                  <a:pt x="738" y="359"/>
                  <a:pt x="818" y="76"/>
                  <a:pt x="766" y="38"/>
                </a:cubicBezTo>
                <a:close/>
              </a:path>
            </a:pathLst>
          </a:custGeom>
          <a:gradFill rotWithShape="1">
            <a:gsLst>
              <a:gs pos="0">
                <a:srgbClr val="66CCFF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35171" name="Text Box 3"/>
          <p:cNvSpPr txBox="1"/>
          <p:nvPr/>
        </p:nvSpPr>
        <p:spPr>
          <a:xfrm>
            <a:off x="660400" y="1463675"/>
            <a:ext cx="9520238" cy="5857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ISPs-R-Us has a more specific route to Organization 1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35172" name="Freeform 4"/>
          <p:cNvSpPr/>
          <p:nvPr/>
        </p:nvSpPr>
        <p:spPr>
          <a:xfrm>
            <a:off x="6699250" y="4114800"/>
            <a:ext cx="2019300" cy="295275"/>
          </a:xfrm>
          <a:custGeom>
            <a:avLst/>
            <a:gdLst>
              <a:gd name="txL" fmla="*/ 0 w 1272"/>
              <a:gd name="txT" fmla="*/ 0 h 186"/>
              <a:gd name="txR" fmla="*/ 1272 w 1272"/>
              <a:gd name="txB" fmla="*/ 186 h 186"/>
            </a:gdLst>
            <a:ahLst/>
            <a:cxnLst>
              <a:cxn ang="0">
                <a:pos x="0" y="0"/>
              </a:cxn>
              <a:cxn ang="0">
                <a:pos x="2147483646" y="2147483646"/>
              </a:cxn>
            </a:cxnLst>
            <a:rect l="txL" t="txT" r="txR" b="txB"/>
            <a:pathLst>
              <a:path w="1272" h="186">
                <a:moveTo>
                  <a:pt x="0" y="0"/>
                </a:moveTo>
                <a:lnTo>
                  <a:pt x="1272" y="186"/>
                </a:lnTo>
              </a:path>
            </a:pathLst>
          </a:custGeom>
          <a:noFill/>
          <a:ln w="190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p>
            <a:endParaRPr lang="zh-CN" altLang="en-US"/>
          </a:p>
        </p:txBody>
      </p:sp>
      <p:sp>
        <p:nvSpPr>
          <p:cNvPr id="135173" name="Line 5"/>
          <p:cNvSpPr/>
          <p:nvPr/>
        </p:nvSpPr>
        <p:spPr>
          <a:xfrm flipV="1">
            <a:off x="4356100" y="4391025"/>
            <a:ext cx="895350" cy="4572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5174" name="Line 6"/>
          <p:cNvSpPr/>
          <p:nvPr/>
        </p:nvSpPr>
        <p:spPr>
          <a:xfrm flipV="1">
            <a:off x="4718050" y="5667375"/>
            <a:ext cx="333375" cy="2476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5175" name="Line 7"/>
          <p:cNvSpPr/>
          <p:nvPr/>
        </p:nvSpPr>
        <p:spPr>
          <a:xfrm>
            <a:off x="4451350" y="2981325"/>
            <a:ext cx="847725" cy="7620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5176" name="Freeform 8"/>
          <p:cNvSpPr/>
          <p:nvPr/>
        </p:nvSpPr>
        <p:spPr>
          <a:xfrm>
            <a:off x="5097463" y="3560763"/>
            <a:ext cx="1773237" cy="979487"/>
          </a:xfrm>
          <a:custGeom>
            <a:avLst/>
            <a:gdLst>
              <a:gd name="txL" fmla="*/ 0 w 1117"/>
              <a:gd name="txT" fmla="*/ 0 h 617"/>
              <a:gd name="txR" fmla="*/ 1117 w 1117"/>
              <a:gd name="txB" fmla="*/ 617 h 617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117" h="617">
                <a:moveTo>
                  <a:pt x="439" y="97"/>
                </a:moveTo>
                <a:cubicBezTo>
                  <a:pt x="358" y="85"/>
                  <a:pt x="269" y="23"/>
                  <a:pt x="205" y="19"/>
                </a:cubicBezTo>
                <a:cubicBezTo>
                  <a:pt x="141" y="15"/>
                  <a:pt x="89" y="0"/>
                  <a:pt x="55" y="73"/>
                </a:cubicBezTo>
                <a:cubicBezTo>
                  <a:pt x="21" y="146"/>
                  <a:pt x="0" y="371"/>
                  <a:pt x="4" y="456"/>
                </a:cubicBezTo>
                <a:cubicBezTo>
                  <a:pt x="8" y="541"/>
                  <a:pt x="3" y="560"/>
                  <a:pt x="77" y="582"/>
                </a:cubicBezTo>
                <a:cubicBezTo>
                  <a:pt x="152" y="604"/>
                  <a:pt x="350" y="582"/>
                  <a:pt x="451" y="587"/>
                </a:cubicBezTo>
                <a:cubicBezTo>
                  <a:pt x="552" y="592"/>
                  <a:pt x="606" y="617"/>
                  <a:pt x="685" y="613"/>
                </a:cubicBezTo>
                <a:cubicBezTo>
                  <a:pt x="764" y="609"/>
                  <a:pt x="856" y="612"/>
                  <a:pt x="925" y="565"/>
                </a:cubicBezTo>
                <a:cubicBezTo>
                  <a:pt x="994" y="518"/>
                  <a:pt x="1081" y="401"/>
                  <a:pt x="1099" y="330"/>
                </a:cubicBezTo>
                <a:cubicBezTo>
                  <a:pt x="1117" y="259"/>
                  <a:pt x="1104" y="178"/>
                  <a:pt x="1036" y="138"/>
                </a:cubicBezTo>
                <a:cubicBezTo>
                  <a:pt x="968" y="98"/>
                  <a:pt x="790" y="98"/>
                  <a:pt x="691" y="91"/>
                </a:cubicBezTo>
                <a:cubicBezTo>
                  <a:pt x="592" y="84"/>
                  <a:pt x="520" y="109"/>
                  <a:pt x="439" y="97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35177" name="Text Box 9"/>
          <p:cNvSpPr txBox="1"/>
          <p:nvPr/>
        </p:nvSpPr>
        <p:spPr>
          <a:xfrm>
            <a:off x="6931025" y="3287713"/>
            <a:ext cx="1836738" cy="1349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ja-JP" altLang="en-US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“</a:t>
            </a:r>
            <a:r>
              <a:rPr lang="en-US" altLang="ja-JP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Send me anything</a:t>
            </a:r>
            <a:endParaRPr lang="en-US" altLang="ja-JP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with addresses 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beginning 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u="sng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200.23.16.0/20</a:t>
            </a:r>
            <a:r>
              <a:rPr lang="ja-JP" altLang="en-US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”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35178" name="Group 10"/>
          <p:cNvGrpSpPr/>
          <p:nvPr/>
        </p:nvGrpSpPr>
        <p:grpSpPr>
          <a:xfrm>
            <a:off x="2282825" y="2754313"/>
            <a:ext cx="2338388" cy="460375"/>
            <a:chOff x="1004" y="1639"/>
            <a:chExt cx="1473" cy="290"/>
          </a:xfrm>
        </p:grpSpPr>
        <p:sp>
          <p:nvSpPr>
            <p:cNvPr id="135213" name="Freeform 11"/>
            <p:cNvSpPr/>
            <p:nvPr/>
          </p:nvSpPr>
          <p:spPr>
            <a:xfrm>
              <a:off x="1004" y="1639"/>
              <a:ext cx="1473" cy="255"/>
            </a:xfrm>
            <a:custGeom>
              <a:avLst/>
              <a:gdLst>
                <a:gd name="txL" fmla="*/ 0 w 1473"/>
                <a:gd name="txT" fmla="*/ 0 h 255"/>
                <a:gd name="txR" fmla="*/ 1473 w 1473"/>
                <a:gd name="txB" fmla="*/ 255 h 255"/>
              </a:gdLst>
              <a:ahLst/>
              <a:cxnLst>
                <a:cxn ang="0">
                  <a:pos x="172" y="11"/>
                </a:cxn>
                <a:cxn ang="0">
                  <a:pos x="73" y="94"/>
                </a:cxn>
                <a:cxn ang="0">
                  <a:pos x="146" y="220"/>
                </a:cxn>
                <a:cxn ang="0">
                  <a:pos x="520" y="225"/>
                </a:cxn>
                <a:cxn ang="0">
                  <a:pos x="754" y="251"/>
                </a:cxn>
                <a:cxn ang="0">
                  <a:pos x="1306" y="203"/>
                </a:cxn>
                <a:cxn ang="0">
                  <a:pos x="1360" y="29"/>
                </a:cxn>
                <a:cxn ang="0">
                  <a:pos x="628" y="29"/>
                </a:cxn>
                <a:cxn ang="0">
                  <a:pos x="172" y="11"/>
                </a:cxn>
              </a:cxnLst>
              <a:rect l="txL" t="txT" r="txR" b="txB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66CC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5214" name="Text Box 12"/>
            <p:cNvSpPr txBox="1"/>
            <p:nvPr/>
          </p:nvSpPr>
          <p:spPr>
            <a:xfrm>
              <a:off x="1226" y="1664"/>
              <a:ext cx="1047" cy="265"/>
            </a:xfrm>
            <a:prstGeom prst="rect">
              <a:avLst/>
            </a:prstGeom>
            <a:solidFill>
              <a:srgbClr val="66CCFF"/>
            </a:solidFill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200.23.16.0/23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grpSp>
        <p:nvGrpSpPr>
          <p:cNvPr id="135179" name="Group 13"/>
          <p:cNvGrpSpPr/>
          <p:nvPr/>
        </p:nvGrpSpPr>
        <p:grpSpPr>
          <a:xfrm>
            <a:off x="2492375" y="5830888"/>
            <a:ext cx="2338388" cy="460375"/>
            <a:chOff x="1004" y="1639"/>
            <a:chExt cx="1473" cy="290"/>
          </a:xfrm>
        </p:grpSpPr>
        <p:sp>
          <p:nvSpPr>
            <p:cNvPr id="135211" name="Freeform 14"/>
            <p:cNvSpPr/>
            <p:nvPr/>
          </p:nvSpPr>
          <p:spPr>
            <a:xfrm>
              <a:off x="1004" y="1639"/>
              <a:ext cx="1473" cy="255"/>
            </a:xfrm>
            <a:custGeom>
              <a:avLst/>
              <a:gdLst>
                <a:gd name="txL" fmla="*/ 0 w 1473"/>
                <a:gd name="txT" fmla="*/ 0 h 255"/>
                <a:gd name="txR" fmla="*/ 1473 w 1473"/>
                <a:gd name="txB" fmla="*/ 255 h 255"/>
              </a:gdLst>
              <a:ahLst/>
              <a:cxnLst>
                <a:cxn ang="0">
                  <a:pos x="172" y="11"/>
                </a:cxn>
                <a:cxn ang="0">
                  <a:pos x="73" y="94"/>
                </a:cxn>
                <a:cxn ang="0">
                  <a:pos x="146" y="220"/>
                </a:cxn>
                <a:cxn ang="0">
                  <a:pos x="520" y="225"/>
                </a:cxn>
                <a:cxn ang="0">
                  <a:pos x="754" y="251"/>
                </a:cxn>
                <a:cxn ang="0">
                  <a:pos x="1306" y="203"/>
                </a:cxn>
                <a:cxn ang="0">
                  <a:pos x="1360" y="29"/>
                </a:cxn>
                <a:cxn ang="0">
                  <a:pos x="628" y="29"/>
                </a:cxn>
                <a:cxn ang="0">
                  <a:pos x="172" y="11"/>
                </a:cxn>
              </a:cxnLst>
              <a:rect l="txL" t="txT" r="txR" b="txB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66CC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5212" name="Text Box 15"/>
            <p:cNvSpPr txBox="1"/>
            <p:nvPr/>
          </p:nvSpPr>
          <p:spPr>
            <a:xfrm>
              <a:off x="1226" y="1664"/>
              <a:ext cx="1047" cy="265"/>
            </a:xfrm>
            <a:prstGeom prst="rect">
              <a:avLst/>
            </a:prstGeom>
            <a:solidFill>
              <a:srgbClr val="66CCFF"/>
            </a:solidFill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200.23.18.0/23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grpSp>
        <p:nvGrpSpPr>
          <p:cNvPr id="135180" name="Group 16"/>
          <p:cNvGrpSpPr/>
          <p:nvPr/>
        </p:nvGrpSpPr>
        <p:grpSpPr>
          <a:xfrm>
            <a:off x="2225675" y="4764088"/>
            <a:ext cx="2338388" cy="460375"/>
            <a:chOff x="1004" y="1639"/>
            <a:chExt cx="1473" cy="290"/>
          </a:xfrm>
        </p:grpSpPr>
        <p:sp>
          <p:nvSpPr>
            <p:cNvPr id="135209" name="Freeform 17"/>
            <p:cNvSpPr/>
            <p:nvPr/>
          </p:nvSpPr>
          <p:spPr>
            <a:xfrm>
              <a:off x="1004" y="1639"/>
              <a:ext cx="1473" cy="255"/>
            </a:xfrm>
            <a:custGeom>
              <a:avLst/>
              <a:gdLst>
                <a:gd name="txL" fmla="*/ 0 w 1473"/>
                <a:gd name="txT" fmla="*/ 0 h 255"/>
                <a:gd name="txR" fmla="*/ 1473 w 1473"/>
                <a:gd name="txB" fmla="*/ 255 h 255"/>
              </a:gdLst>
              <a:ahLst/>
              <a:cxnLst>
                <a:cxn ang="0">
                  <a:pos x="172" y="11"/>
                </a:cxn>
                <a:cxn ang="0">
                  <a:pos x="73" y="94"/>
                </a:cxn>
                <a:cxn ang="0">
                  <a:pos x="146" y="220"/>
                </a:cxn>
                <a:cxn ang="0">
                  <a:pos x="520" y="225"/>
                </a:cxn>
                <a:cxn ang="0">
                  <a:pos x="754" y="251"/>
                </a:cxn>
                <a:cxn ang="0">
                  <a:pos x="1306" y="203"/>
                </a:cxn>
                <a:cxn ang="0">
                  <a:pos x="1360" y="29"/>
                </a:cxn>
                <a:cxn ang="0">
                  <a:pos x="628" y="29"/>
                </a:cxn>
                <a:cxn ang="0">
                  <a:pos x="172" y="11"/>
                </a:cxn>
              </a:cxnLst>
              <a:rect l="txL" t="txT" r="txR" b="txB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66CC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5210" name="Text Box 18"/>
            <p:cNvSpPr txBox="1"/>
            <p:nvPr/>
          </p:nvSpPr>
          <p:spPr>
            <a:xfrm>
              <a:off x="1226" y="1664"/>
              <a:ext cx="1068" cy="265"/>
            </a:xfrm>
            <a:prstGeom prst="rect">
              <a:avLst/>
            </a:prstGeom>
            <a:solidFill>
              <a:srgbClr val="66CCFF"/>
            </a:solidFill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200.23.30.0/23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135181" name="Text Box 19"/>
          <p:cNvSpPr txBox="1"/>
          <p:nvPr/>
        </p:nvSpPr>
        <p:spPr>
          <a:xfrm>
            <a:off x="5130800" y="3992563"/>
            <a:ext cx="1660525" cy="3794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Fly-By-Night-ISP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35182" name="Text Box 21"/>
          <p:cNvSpPr txBox="1"/>
          <p:nvPr/>
        </p:nvSpPr>
        <p:spPr>
          <a:xfrm>
            <a:off x="2282825" y="2497138"/>
            <a:ext cx="1417638" cy="3794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Organization 0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35183" name="Text Box 22"/>
          <p:cNvSpPr txBox="1"/>
          <p:nvPr/>
        </p:nvSpPr>
        <p:spPr>
          <a:xfrm>
            <a:off x="2311400" y="4506913"/>
            <a:ext cx="1417638" cy="3794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Organization 7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35184" name="Text Box 23"/>
          <p:cNvSpPr txBox="1"/>
          <p:nvPr/>
        </p:nvSpPr>
        <p:spPr>
          <a:xfrm>
            <a:off x="8931275" y="4316413"/>
            <a:ext cx="923925" cy="3794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Internet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35185" name="Text Box 24"/>
          <p:cNvSpPr txBox="1"/>
          <p:nvPr/>
        </p:nvSpPr>
        <p:spPr>
          <a:xfrm>
            <a:off x="2473325" y="5630863"/>
            <a:ext cx="1389063" cy="3794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Organization 1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35186" name="Freeform 25"/>
          <p:cNvSpPr/>
          <p:nvPr/>
        </p:nvSpPr>
        <p:spPr>
          <a:xfrm>
            <a:off x="5040313" y="4875213"/>
            <a:ext cx="1773237" cy="979487"/>
          </a:xfrm>
          <a:custGeom>
            <a:avLst/>
            <a:gdLst>
              <a:gd name="txL" fmla="*/ 0 w 1117"/>
              <a:gd name="txT" fmla="*/ 0 h 617"/>
              <a:gd name="txR" fmla="*/ 1117 w 1117"/>
              <a:gd name="txB" fmla="*/ 617 h 617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117" h="617">
                <a:moveTo>
                  <a:pt x="439" y="97"/>
                </a:moveTo>
                <a:cubicBezTo>
                  <a:pt x="358" y="85"/>
                  <a:pt x="269" y="23"/>
                  <a:pt x="205" y="19"/>
                </a:cubicBezTo>
                <a:cubicBezTo>
                  <a:pt x="141" y="15"/>
                  <a:pt x="89" y="0"/>
                  <a:pt x="55" y="73"/>
                </a:cubicBezTo>
                <a:cubicBezTo>
                  <a:pt x="21" y="146"/>
                  <a:pt x="0" y="371"/>
                  <a:pt x="4" y="456"/>
                </a:cubicBezTo>
                <a:cubicBezTo>
                  <a:pt x="8" y="541"/>
                  <a:pt x="3" y="560"/>
                  <a:pt x="77" y="582"/>
                </a:cubicBezTo>
                <a:cubicBezTo>
                  <a:pt x="152" y="604"/>
                  <a:pt x="350" y="582"/>
                  <a:pt x="451" y="587"/>
                </a:cubicBezTo>
                <a:cubicBezTo>
                  <a:pt x="552" y="592"/>
                  <a:pt x="606" y="617"/>
                  <a:pt x="685" y="613"/>
                </a:cubicBezTo>
                <a:cubicBezTo>
                  <a:pt x="764" y="609"/>
                  <a:pt x="856" y="612"/>
                  <a:pt x="925" y="565"/>
                </a:cubicBezTo>
                <a:cubicBezTo>
                  <a:pt x="994" y="518"/>
                  <a:pt x="1081" y="401"/>
                  <a:pt x="1099" y="330"/>
                </a:cubicBezTo>
                <a:cubicBezTo>
                  <a:pt x="1117" y="259"/>
                  <a:pt x="1104" y="178"/>
                  <a:pt x="1036" y="138"/>
                </a:cubicBezTo>
                <a:cubicBezTo>
                  <a:pt x="968" y="98"/>
                  <a:pt x="790" y="98"/>
                  <a:pt x="691" y="91"/>
                </a:cubicBezTo>
                <a:cubicBezTo>
                  <a:pt x="592" y="84"/>
                  <a:pt x="520" y="109"/>
                  <a:pt x="439" y="97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35187" name="Text Box 26"/>
          <p:cNvSpPr txBox="1"/>
          <p:nvPr/>
        </p:nvSpPr>
        <p:spPr>
          <a:xfrm>
            <a:off x="5340350" y="5249863"/>
            <a:ext cx="1073150" cy="3794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ISPs-R-Us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35188" name="Freeform 27"/>
          <p:cNvSpPr/>
          <p:nvPr/>
        </p:nvSpPr>
        <p:spPr>
          <a:xfrm flipV="1">
            <a:off x="6765925" y="4895850"/>
            <a:ext cx="2019300" cy="295275"/>
          </a:xfrm>
          <a:custGeom>
            <a:avLst/>
            <a:gdLst>
              <a:gd name="txL" fmla="*/ 0 w 1272"/>
              <a:gd name="txT" fmla="*/ 0 h 186"/>
              <a:gd name="txR" fmla="*/ 1272 w 1272"/>
              <a:gd name="txB" fmla="*/ 186 h 186"/>
            </a:gdLst>
            <a:ahLst/>
            <a:cxnLst>
              <a:cxn ang="0">
                <a:pos x="0" y="0"/>
              </a:cxn>
              <a:cxn ang="0">
                <a:pos x="2147483646" y="2147483646"/>
              </a:cxn>
            </a:cxnLst>
            <a:rect l="txL" t="txT" r="txR" b="txB"/>
            <a:pathLst>
              <a:path w="1272" h="186">
                <a:moveTo>
                  <a:pt x="0" y="0"/>
                </a:moveTo>
                <a:lnTo>
                  <a:pt x="1272" y="186"/>
                </a:lnTo>
              </a:path>
            </a:pathLst>
          </a:custGeom>
          <a:noFill/>
          <a:ln w="190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p>
            <a:endParaRPr lang="zh-CN" altLang="en-US"/>
          </a:p>
        </p:txBody>
      </p:sp>
      <p:sp>
        <p:nvSpPr>
          <p:cNvPr id="135189" name="Line 28"/>
          <p:cNvSpPr/>
          <p:nvPr/>
        </p:nvSpPr>
        <p:spPr>
          <a:xfrm>
            <a:off x="4556125" y="5438775"/>
            <a:ext cx="4857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5190" name="Line 29"/>
          <p:cNvSpPr/>
          <p:nvPr/>
        </p:nvSpPr>
        <p:spPr>
          <a:xfrm flipV="1">
            <a:off x="4403725" y="5505450"/>
            <a:ext cx="638175" cy="1714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5191" name="Line 30"/>
          <p:cNvSpPr/>
          <p:nvPr/>
        </p:nvSpPr>
        <p:spPr>
          <a:xfrm flipV="1">
            <a:off x="4841875" y="5753100"/>
            <a:ext cx="247650" cy="40957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5192" name="Text Box 31"/>
          <p:cNvSpPr txBox="1"/>
          <p:nvPr/>
        </p:nvSpPr>
        <p:spPr>
          <a:xfrm>
            <a:off x="7054850" y="5145088"/>
            <a:ext cx="2133600" cy="1349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ja-JP" altLang="en-US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“</a:t>
            </a:r>
            <a:r>
              <a:rPr lang="en-US" altLang="ja-JP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Send me anything</a:t>
            </a:r>
            <a:endParaRPr lang="en-US" altLang="ja-JP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with addresses 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beginning 199.31.0.0/16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or </a:t>
            </a:r>
            <a:r>
              <a:rPr lang="en-US" altLang="zh-CN" sz="1400" u="sng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200.23.18.0/23</a:t>
            </a:r>
            <a:r>
              <a:rPr lang="ja-JP" altLang="en-US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”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35193" name="Group 32"/>
          <p:cNvGrpSpPr/>
          <p:nvPr/>
        </p:nvGrpSpPr>
        <p:grpSpPr>
          <a:xfrm>
            <a:off x="2330450" y="3935413"/>
            <a:ext cx="2338388" cy="460375"/>
            <a:chOff x="1004" y="1639"/>
            <a:chExt cx="1473" cy="290"/>
          </a:xfrm>
        </p:grpSpPr>
        <p:sp>
          <p:nvSpPr>
            <p:cNvPr id="135207" name="Freeform 33"/>
            <p:cNvSpPr/>
            <p:nvPr/>
          </p:nvSpPr>
          <p:spPr>
            <a:xfrm>
              <a:off x="1004" y="1639"/>
              <a:ext cx="1473" cy="255"/>
            </a:xfrm>
            <a:custGeom>
              <a:avLst/>
              <a:gdLst>
                <a:gd name="txL" fmla="*/ 0 w 1473"/>
                <a:gd name="txT" fmla="*/ 0 h 255"/>
                <a:gd name="txR" fmla="*/ 1473 w 1473"/>
                <a:gd name="txB" fmla="*/ 255 h 255"/>
              </a:gdLst>
              <a:ahLst/>
              <a:cxnLst>
                <a:cxn ang="0">
                  <a:pos x="172" y="11"/>
                </a:cxn>
                <a:cxn ang="0">
                  <a:pos x="73" y="94"/>
                </a:cxn>
                <a:cxn ang="0">
                  <a:pos x="146" y="220"/>
                </a:cxn>
                <a:cxn ang="0">
                  <a:pos x="520" y="225"/>
                </a:cxn>
                <a:cxn ang="0">
                  <a:pos x="754" y="251"/>
                </a:cxn>
                <a:cxn ang="0">
                  <a:pos x="1306" y="203"/>
                </a:cxn>
                <a:cxn ang="0">
                  <a:pos x="1360" y="29"/>
                </a:cxn>
                <a:cxn ang="0">
                  <a:pos x="628" y="29"/>
                </a:cxn>
                <a:cxn ang="0">
                  <a:pos x="172" y="11"/>
                </a:cxn>
              </a:cxnLst>
              <a:rect l="txL" t="txT" r="txR" b="txB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66CC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5208" name="Text Box 34"/>
            <p:cNvSpPr txBox="1"/>
            <p:nvPr/>
          </p:nvSpPr>
          <p:spPr>
            <a:xfrm>
              <a:off x="1226" y="1664"/>
              <a:ext cx="1068" cy="265"/>
            </a:xfrm>
            <a:prstGeom prst="rect">
              <a:avLst/>
            </a:prstGeom>
            <a:solidFill>
              <a:srgbClr val="66CCFF"/>
            </a:solidFill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200.23.20.0/23</a:t>
              </a:r>
              <a:endPara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135194" name="Text Box 35"/>
          <p:cNvSpPr txBox="1"/>
          <p:nvPr/>
        </p:nvSpPr>
        <p:spPr>
          <a:xfrm>
            <a:off x="2311400" y="3735388"/>
            <a:ext cx="1417638" cy="3794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Organization 2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35195" name="Group 36"/>
          <p:cNvGrpSpPr/>
          <p:nvPr/>
        </p:nvGrpSpPr>
        <p:grpSpPr>
          <a:xfrm>
            <a:off x="3679825" y="4192588"/>
            <a:ext cx="298450" cy="769937"/>
            <a:chOff x="870" y="2941"/>
            <a:chExt cx="188" cy="485"/>
          </a:xfrm>
        </p:grpSpPr>
        <p:sp>
          <p:nvSpPr>
            <p:cNvPr id="135204" name="Text Box 37"/>
            <p:cNvSpPr txBox="1"/>
            <p:nvPr/>
          </p:nvSpPr>
          <p:spPr>
            <a:xfrm>
              <a:off x="872" y="2941"/>
              <a:ext cx="186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.</a:t>
              </a:r>
              <a:endPara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35205" name="Text Box 38"/>
            <p:cNvSpPr txBox="1"/>
            <p:nvPr/>
          </p:nvSpPr>
          <p:spPr>
            <a:xfrm>
              <a:off x="870" y="3026"/>
              <a:ext cx="186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.</a:t>
              </a:r>
              <a:endPara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35206" name="Text Box 39"/>
            <p:cNvSpPr txBox="1"/>
            <p:nvPr/>
          </p:nvSpPr>
          <p:spPr>
            <a:xfrm>
              <a:off x="871" y="3109"/>
              <a:ext cx="186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.</a:t>
              </a:r>
              <a:endPara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grpSp>
        <p:nvGrpSpPr>
          <p:cNvPr id="135196" name="Group 40"/>
          <p:cNvGrpSpPr/>
          <p:nvPr/>
        </p:nvGrpSpPr>
        <p:grpSpPr>
          <a:xfrm>
            <a:off x="4708525" y="3897313"/>
            <a:ext cx="298450" cy="769937"/>
            <a:chOff x="870" y="2941"/>
            <a:chExt cx="188" cy="485"/>
          </a:xfrm>
        </p:grpSpPr>
        <p:sp>
          <p:nvSpPr>
            <p:cNvPr id="135201" name="Text Box 41"/>
            <p:cNvSpPr txBox="1"/>
            <p:nvPr/>
          </p:nvSpPr>
          <p:spPr>
            <a:xfrm>
              <a:off x="872" y="2941"/>
              <a:ext cx="186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.</a:t>
              </a:r>
              <a:endPara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35202" name="Text Box 42"/>
            <p:cNvSpPr txBox="1"/>
            <p:nvPr/>
          </p:nvSpPr>
          <p:spPr>
            <a:xfrm>
              <a:off x="870" y="3026"/>
              <a:ext cx="186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.</a:t>
              </a:r>
              <a:endPara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35203" name="Text Box 43"/>
            <p:cNvSpPr txBox="1"/>
            <p:nvPr/>
          </p:nvSpPr>
          <p:spPr>
            <a:xfrm>
              <a:off x="871" y="3109"/>
              <a:ext cx="186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.</a:t>
              </a:r>
              <a:endPara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pic>
        <p:nvPicPr>
          <p:cNvPr id="135197" name="Picture 46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12963" y="900113"/>
            <a:ext cx="7769225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4304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241300"/>
            <a:ext cx="10375900" cy="558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Hierarchical addressing: more specific routes</a:t>
            </a:r>
            <a:endParaRPr kumimoji="0" lang="en-US" sz="34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sp>
        <p:nvSpPr>
          <p:cNvPr id="135199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35200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2749550" y="6311900"/>
              <a:ext cx="1581150" cy="8255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2749550" y="6311900"/>
                <a:ext cx="1581150" cy="825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3" name="墨迹 2"/>
              <p14:cNvContentPartPr/>
              <p14:nvPr/>
            </p14:nvContentPartPr>
            <p14:xfrm>
              <a:off x="2692400" y="3270250"/>
              <a:ext cx="1092200" cy="1905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5"/>
            </p:blipFill>
            <p:spPr>
              <a:xfrm>
                <a:off x="2692400" y="3270250"/>
                <a:ext cx="1092200" cy="19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4" name="墨迹 3"/>
              <p14:cNvContentPartPr/>
              <p14:nvPr/>
            </p14:nvContentPartPr>
            <p14:xfrm>
              <a:off x="2692400" y="3390900"/>
              <a:ext cx="1289050" cy="41275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7"/>
            </p:blipFill>
            <p:spPr>
              <a:xfrm>
                <a:off x="2692400" y="3390900"/>
                <a:ext cx="1289050" cy="412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5" name="墨迹 4"/>
              <p14:cNvContentPartPr/>
              <p14:nvPr/>
            </p14:nvContentPartPr>
            <p14:xfrm>
              <a:off x="2355850" y="4451350"/>
              <a:ext cx="1822450" cy="5080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9"/>
            </p:blipFill>
            <p:spPr>
              <a:xfrm>
                <a:off x="2355850" y="4451350"/>
                <a:ext cx="1822450" cy="508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6" name="墨迹 5"/>
              <p14:cNvContentPartPr/>
              <p14:nvPr/>
            </p14:nvContentPartPr>
            <p14:xfrm>
              <a:off x="2647950" y="5200650"/>
              <a:ext cx="1092200" cy="5080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11"/>
            </p:blipFill>
            <p:spPr>
              <a:xfrm>
                <a:off x="2647950" y="5200650"/>
                <a:ext cx="1092200" cy="508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7" name="墨迹 6"/>
              <p14:cNvContentPartPr/>
              <p14:nvPr/>
            </p14:nvContentPartPr>
            <p14:xfrm>
              <a:off x="5099050" y="3371850"/>
              <a:ext cx="546100" cy="119380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13"/>
            </p:blipFill>
            <p:spPr>
              <a:xfrm>
                <a:off x="5099050" y="3371850"/>
                <a:ext cx="546100" cy="11938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8" name="墨迹 7"/>
              <p14:cNvContentPartPr/>
              <p14:nvPr/>
            </p14:nvContentPartPr>
            <p14:xfrm>
              <a:off x="4978400" y="4902200"/>
              <a:ext cx="584200" cy="111125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5"/>
            </p:blipFill>
            <p:spPr>
              <a:xfrm>
                <a:off x="4978400" y="4902200"/>
                <a:ext cx="584200" cy="1111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9" name="墨迹 8"/>
              <p14:cNvContentPartPr/>
              <p14:nvPr/>
            </p14:nvContentPartPr>
            <p14:xfrm>
              <a:off x="8699500" y="3937000"/>
              <a:ext cx="584200" cy="133985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7"/>
            </p:blipFill>
            <p:spPr>
              <a:xfrm>
                <a:off x="8699500" y="3937000"/>
                <a:ext cx="584200" cy="13398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10" name="墨迹 9"/>
              <p14:cNvContentPartPr/>
              <p14:nvPr/>
            </p14:nvContentPartPr>
            <p14:xfrm>
              <a:off x="6870700" y="4070350"/>
              <a:ext cx="1168400" cy="78740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9"/>
            </p:blipFill>
            <p:spPr>
              <a:xfrm>
                <a:off x="6870700" y="4070350"/>
                <a:ext cx="1168400" cy="787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11" name="墨迹 10"/>
              <p14:cNvContentPartPr/>
              <p14:nvPr/>
            </p14:nvContentPartPr>
            <p14:xfrm>
              <a:off x="9340850" y="2667000"/>
              <a:ext cx="260350" cy="35560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21"/>
            </p:blipFill>
            <p:spPr>
              <a:xfrm>
                <a:off x="9340850" y="2667000"/>
                <a:ext cx="260350" cy="3556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12" name="墨迹 11"/>
              <p14:cNvContentPartPr/>
              <p14:nvPr/>
            </p14:nvContentPartPr>
            <p14:xfrm>
              <a:off x="9683750" y="2692400"/>
              <a:ext cx="247650" cy="30480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23"/>
            </p:blipFill>
            <p:spPr>
              <a:xfrm>
                <a:off x="9683750" y="2692400"/>
                <a:ext cx="247650" cy="3048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13" name="墨迹 12"/>
              <p14:cNvContentPartPr/>
              <p14:nvPr/>
            </p14:nvContentPartPr>
            <p14:xfrm>
              <a:off x="10077450" y="2698750"/>
              <a:ext cx="336550" cy="24130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25"/>
            </p:blipFill>
            <p:spPr>
              <a:xfrm>
                <a:off x="10077450" y="2698750"/>
                <a:ext cx="336550" cy="2413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14" name="墨迹 13"/>
              <p14:cNvContentPartPr/>
              <p14:nvPr/>
            </p14:nvContentPartPr>
            <p14:xfrm>
              <a:off x="10642600" y="2438400"/>
              <a:ext cx="533400" cy="73025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7"/>
            </p:blipFill>
            <p:spPr>
              <a:xfrm>
                <a:off x="10642600" y="2438400"/>
                <a:ext cx="533400" cy="730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15" name="墨迹 14"/>
              <p14:cNvContentPartPr/>
              <p14:nvPr/>
            </p14:nvContentPartPr>
            <p14:xfrm>
              <a:off x="11074400" y="2755900"/>
              <a:ext cx="234950" cy="46355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9"/>
            </p:blipFill>
            <p:spPr>
              <a:xfrm>
                <a:off x="11074400" y="2755900"/>
                <a:ext cx="234950" cy="4635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0" p14:bwMode="auto">
            <p14:nvContentPartPr>
              <p14:cNvPr id="16" name="墨迹 15"/>
              <p14:cNvContentPartPr/>
              <p14:nvPr/>
            </p14:nvContentPartPr>
            <p14:xfrm>
              <a:off x="11309350" y="2717800"/>
              <a:ext cx="247650" cy="514350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31"/>
            </p:blipFill>
            <p:spPr>
              <a:xfrm>
                <a:off x="11309350" y="2717800"/>
                <a:ext cx="247650" cy="514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2" p14:bwMode="auto">
            <p14:nvContentPartPr>
              <p14:cNvPr id="17" name="墨迹 16"/>
              <p14:cNvContentPartPr/>
              <p14:nvPr/>
            </p14:nvContentPartPr>
            <p14:xfrm>
              <a:off x="8045450" y="2978150"/>
              <a:ext cx="1225550" cy="128270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33"/>
            </p:blipFill>
            <p:spPr>
              <a:xfrm>
                <a:off x="8045450" y="2978150"/>
                <a:ext cx="1225550" cy="1282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4" p14:bwMode="auto">
            <p14:nvContentPartPr>
              <p14:cNvPr id="18" name="墨迹 17"/>
              <p14:cNvContentPartPr/>
              <p14:nvPr/>
            </p14:nvContentPartPr>
            <p14:xfrm>
              <a:off x="9137650" y="2927350"/>
              <a:ext cx="139700" cy="158750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35"/>
            </p:blipFill>
            <p:spPr>
              <a:xfrm>
                <a:off x="9137650" y="2927350"/>
                <a:ext cx="139700" cy="158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6" p14:bwMode="auto">
            <p14:nvContentPartPr>
              <p14:cNvPr id="19" name="墨迹 18"/>
              <p14:cNvContentPartPr/>
              <p14:nvPr/>
            </p14:nvContentPartPr>
            <p14:xfrm>
              <a:off x="9417050" y="3359150"/>
              <a:ext cx="63500" cy="463550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37"/>
            </p:blipFill>
            <p:spPr>
              <a:xfrm>
                <a:off x="9417050" y="3359150"/>
                <a:ext cx="63500" cy="4635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8" p14:bwMode="auto">
            <p14:nvContentPartPr>
              <p14:cNvPr id="20" name="墨迹 19"/>
              <p14:cNvContentPartPr/>
              <p14:nvPr/>
            </p14:nvContentPartPr>
            <p14:xfrm>
              <a:off x="9772650" y="3308350"/>
              <a:ext cx="196850" cy="577850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39"/>
            </p:blipFill>
            <p:spPr>
              <a:xfrm>
                <a:off x="9772650" y="3308350"/>
                <a:ext cx="196850" cy="5778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0" p14:bwMode="auto">
            <p14:nvContentPartPr>
              <p14:cNvPr id="21" name="墨迹 20"/>
              <p14:cNvContentPartPr/>
              <p14:nvPr/>
            </p14:nvContentPartPr>
            <p14:xfrm>
              <a:off x="10134600" y="3314700"/>
              <a:ext cx="222250" cy="565150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41"/>
            </p:blipFill>
            <p:spPr>
              <a:xfrm>
                <a:off x="10134600" y="3314700"/>
                <a:ext cx="222250" cy="5651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2" p14:bwMode="auto">
            <p14:nvContentPartPr>
              <p14:cNvPr id="22" name="墨迹 21"/>
              <p14:cNvContentPartPr/>
              <p14:nvPr/>
            </p14:nvContentPartPr>
            <p14:xfrm>
              <a:off x="10426700" y="3346450"/>
              <a:ext cx="444500" cy="730250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43"/>
            </p:blipFill>
            <p:spPr>
              <a:xfrm>
                <a:off x="10426700" y="3346450"/>
                <a:ext cx="444500" cy="730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4" p14:bwMode="auto">
            <p14:nvContentPartPr>
              <p14:cNvPr id="23" name="墨迹 22"/>
              <p14:cNvContentPartPr/>
              <p14:nvPr/>
            </p14:nvContentPartPr>
            <p14:xfrm>
              <a:off x="10725150" y="3625850"/>
              <a:ext cx="215900" cy="47625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45"/>
            </p:blipFill>
            <p:spPr>
              <a:xfrm>
                <a:off x="10725150" y="3625850"/>
                <a:ext cx="215900" cy="476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6" p14:bwMode="auto">
            <p14:nvContentPartPr>
              <p14:cNvPr id="24" name="墨迹 23"/>
              <p14:cNvContentPartPr/>
              <p14:nvPr/>
            </p14:nvContentPartPr>
            <p14:xfrm>
              <a:off x="11087100" y="3524250"/>
              <a:ext cx="298450" cy="603250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47"/>
            </p:blipFill>
            <p:spPr>
              <a:xfrm>
                <a:off x="11087100" y="3524250"/>
                <a:ext cx="298450" cy="603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8" p14:bwMode="auto">
            <p14:nvContentPartPr>
              <p14:cNvPr id="25" name="墨迹 24"/>
              <p14:cNvContentPartPr/>
              <p14:nvPr/>
            </p14:nvContentPartPr>
            <p14:xfrm>
              <a:off x="10966450" y="2660650"/>
              <a:ext cx="444500" cy="666750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49"/>
            </p:blipFill>
            <p:spPr>
              <a:xfrm>
                <a:off x="10966450" y="2660650"/>
                <a:ext cx="444500" cy="666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0" p14:bwMode="auto">
            <p14:nvContentPartPr>
              <p14:cNvPr id="26" name="墨迹 25"/>
              <p14:cNvContentPartPr/>
              <p14:nvPr/>
            </p14:nvContentPartPr>
            <p14:xfrm>
              <a:off x="11385550" y="2724150"/>
              <a:ext cx="374650" cy="596900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51"/>
            </p:blipFill>
            <p:spPr>
              <a:xfrm>
                <a:off x="11385550" y="2724150"/>
                <a:ext cx="374650" cy="5969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2" p14:bwMode="auto">
            <p14:nvContentPartPr>
              <p14:cNvPr id="27" name="墨迹 26"/>
              <p14:cNvContentPartPr/>
              <p14:nvPr/>
            </p14:nvContentPartPr>
            <p14:xfrm>
              <a:off x="9480550" y="4584700"/>
              <a:ext cx="254000" cy="39370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53"/>
            </p:blipFill>
            <p:spPr>
              <a:xfrm>
                <a:off x="9480550" y="4584700"/>
                <a:ext cx="254000" cy="393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4" p14:bwMode="auto">
            <p14:nvContentPartPr>
              <p14:cNvPr id="28" name="墨迹 27"/>
              <p14:cNvContentPartPr/>
              <p14:nvPr/>
            </p14:nvContentPartPr>
            <p14:xfrm>
              <a:off x="9867900" y="4572000"/>
              <a:ext cx="558800" cy="38735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55"/>
            </p:blipFill>
            <p:spPr>
              <a:xfrm>
                <a:off x="9867900" y="4572000"/>
                <a:ext cx="558800" cy="387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6" p14:bwMode="auto">
            <p14:nvContentPartPr>
              <p14:cNvPr id="29" name="墨迹 28"/>
              <p14:cNvContentPartPr/>
              <p14:nvPr/>
            </p14:nvContentPartPr>
            <p14:xfrm>
              <a:off x="10464800" y="4851400"/>
              <a:ext cx="25400" cy="12065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57"/>
            </p:blipFill>
            <p:spPr>
              <a:xfrm>
                <a:off x="10464800" y="4851400"/>
                <a:ext cx="25400" cy="1206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8" p14:bwMode="auto">
            <p14:nvContentPartPr>
              <p14:cNvPr id="30" name="墨迹 29"/>
              <p14:cNvContentPartPr/>
              <p14:nvPr/>
            </p14:nvContentPartPr>
            <p14:xfrm>
              <a:off x="10687050" y="4552950"/>
              <a:ext cx="171450" cy="28575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59"/>
            </p:blipFill>
            <p:spPr>
              <a:xfrm>
                <a:off x="10687050" y="4552950"/>
                <a:ext cx="171450" cy="285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0" p14:bwMode="auto">
            <p14:nvContentPartPr>
              <p14:cNvPr id="31" name="墨迹 30"/>
              <p14:cNvContentPartPr/>
              <p14:nvPr/>
            </p14:nvContentPartPr>
            <p14:xfrm>
              <a:off x="10966450" y="4514850"/>
              <a:ext cx="203200" cy="387350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61"/>
            </p:blipFill>
            <p:spPr>
              <a:xfrm>
                <a:off x="10966450" y="4514850"/>
                <a:ext cx="203200" cy="387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2" p14:bwMode="auto">
            <p14:nvContentPartPr>
              <p14:cNvPr id="32" name="墨迹 31"/>
              <p14:cNvContentPartPr/>
              <p14:nvPr/>
            </p14:nvContentPartPr>
            <p14:xfrm>
              <a:off x="10718800" y="4819650"/>
              <a:ext cx="190500" cy="6350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63"/>
            </p:blipFill>
            <p:spPr>
              <a:xfrm>
                <a:off x="10718800" y="4819650"/>
                <a:ext cx="190500" cy="6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4" p14:bwMode="auto">
            <p14:nvContentPartPr>
              <p14:cNvPr id="33" name="墨迹 32"/>
              <p14:cNvContentPartPr/>
              <p14:nvPr/>
            </p14:nvContentPartPr>
            <p14:xfrm>
              <a:off x="10883900" y="4318000"/>
              <a:ext cx="781050" cy="124460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65"/>
            </p:blipFill>
            <p:spPr>
              <a:xfrm>
                <a:off x="10883900" y="4318000"/>
                <a:ext cx="781050" cy="12446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6" p14:bwMode="auto">
            <p14:nvContentPartPr>
              <p14:cNvPr id="34" name="墨迹 33"/>
              <p14:cNvContentPartPr/>
              <p14:nvPr/>
            </p14:nvContentPartPr>
            <p14:xfrm>
              <a:off x="11207750" y="4940300"/>
              <a:ext cx="317500" cy="469900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67"/>
            </p:blipFill>
            <p:spPr>
              <a:xfrm>
                <a:off x="11207750" y="4940300"/>
                <a:ext cx="317500" cy="4699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8" p14:bwMode="auto">
            <p14:nvContentPartPr>
              <p14:cNvPr id="35" name="墨迹 34"/>
              <p14:cNvContentPartPr/>
              <p14:nvPr/>
            </p14:nvContentPartPr>
            <p14:xfrm>
              <a:off x="11550650" y="4883150"/>
              <a:ext cx="311150" cy="914400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69"/>
            </p:blipFill>
            <p:spPr>
              <a:xfrm>
                <a:off x="11550650" y="4883150"/>
                <a:ext cx="311150" cy="914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0" p14:bwMode="auto">
            <p14:nvContentPartPr>
              <p14:cNvPr id="36" name="墨迹 35"/>
              <p14:cNvContentPartPr/>
              <p14:nvPr/>
            </p14:nvContentPartPr>
            <p14:xfrm>
              <a:off x="4400550" y="4311650"/>
              <a:ext cx="247650" cy="254000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71"/>
            </p:blipFill>
            <p:spPr>
              <a:xfrm>
                <a:off x="4400550" y="4311650"/>
                <a:ext cx="247650" cy="2540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2" p14:bwMode="auto">
            <p14:nvContentPartPr>
              <p14:cNvPr id="37" name="墨迹 36"/>
              <p14:cNvContentPartPr/>
              <p14:nvPr/>
            </p14:nvContentPartPr>
            <p14:xfrm>
              <a:off x="11677650" y="3194050"/>
              <a:ext cx="254000" cy="273050"/>
            </p14:xfrm>
          </p:contentPart>
        </mc:Choice>
        <mc:Fallback xmlns="">
          <p:pic>
            <p:nvPicPr>
              <p:cNvPr id="37" name="墨迹 36"/>
            </p:nvPicPr>
            <p:blipFill>
              <a:blip r:embed="rId73"/>
            </p:blipFill>
            <p:spPr>
              <a:xfrm>
                <a:off x="11677650" y="3194050"/>
                <a:ext cx="254000" cy="273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4" p14:bwMode="auto">
            <p14:nvContentPartPr>
              <p14:cNvPr id="38" name="墨迹 37"/>
              <p14:cNvContentPartPr/>
              <p14:nvPr/>
            </p14:nvContentPartPr>
            <p14:xfrm>
              <a:off x="11277600" y="5619750"/>
              <a:ext cx="139700" cy="177800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75"/>
            </p:blipFill>
            <p:spPr>
              <a:xfrm>
                <a:off x="11277600" y="5619750"/>
                <a:ext cx="139700" cy="1778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6" p14:bwMode="auto">
            <p14:nvContentPartPr>
              <p14:cNvPr id="39" name="墨迹 38"/>
              <p14:cNvContentPartPr/>
              <p14:nvPr/>
            </p14:nvContentPartPr>
            <p14:xfrm>
              <a:off x="3638550" y="4381500"/>
              <a:ext cx="12700" cy="360"/>
            </p14:xfrm>
          </p:contentPart>
        </mc:Choice>
        <mc:Fallback xmlns="">
          <p:pic>
            <p:nvPicPr>
              <p:cNvPr id="39" name="墨迹 38"/>
            </p:nvPicPr>
            <p:blipFill>
              <a:blip r:embed="rId77"/>
            </p:blipFill>
            <p:spPr>
              <a:xfrm>
                <a:off x="3638550" y="4381500"/>
                <a:ext cx="127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8" p14:bwMode="auto">
            <p14:nvContentPartPr>
              <p14:cNvPr id="40" name="墨迹 39"/>
              <p14:cNvContentPartPr/>
              <p14:nvPr/>
            </p14:nvContentPartPr>
            <p14:xfrm>
              <a:off x="3702050" y="4362450"/>
              <a:ext cx="12700" cy="360"/>
            </p14:xfrm>
          </p:contentPart>
        </mc:Choice>
        <mc:Fallback xmlns="">
          <p:pic>
            <p:nvPicPr>
              <p:cNvPr id="40" name="墨迹 39"/>
            </p:nvPicPr>
            <p:blipFill>
              <a:blip r:embed="rId77"/>
            </p:blipFill>
            <p:spPr>
              <a:xfrm>
                <a:off x="3702050" y="4362450"/>
                <a:ext cx="127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9" p14:bwMode="auto">
            <p14:nvContentPartPr>
              <p14:cNvPr id="41" name="墨迹 40"/>
              <p14:cNvContentPartPr/>
              <p14:nvPr/>
            </p14:nvContentPartPr>
            <p14:xfrm>
              <a:off x="3873500" y="4394200"/>
              <a:ext cx="25400" cy="360"/>
            </p14:xfrm>
          </p:contentPart>
        </mc:Choice>
        <mc:Fallback xmlns="">
          <p:pic>
            <p:nvPicPr>
              <p:cNvPr id="41" name="墨迹 40"/>
            </p:nvPicPr>
            <p:blipFill>
              <a:blip r:embed="rId80"/>
            </p:blipFill>
            <p:spPr>
              <a:xfrm>
                <a:off x="3873500" y="4394200"/>
                <a:ext cx="254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1" p14:bwMode="auto">
            <p14:nvContentPartPr>
              <p14:cNvPr id="42" name="墨迹 41"/>
              <p14:cNvContentPartPr/>
              <p14:nvPr/>
            </p14:nvContentPartPr>
            <p14:xfrm>
              <a:off x="11283950" y="3359150"/>
              <a:ext cx="12700" cy="360"/>
            </p14:xfrm>
          </p:contentPart>
        </mc:Choice>
        <mc:Fallback xmlns="">
          <p:pic>
            <p:nvPicPr>
              <p:cNvPr id="42" name="墨迹 41"/>
            </p:nvPicPr>
            <p:blipFill>
              <a:blip r:embed="rId77"/>
            </p:blipFill>
            <p:spPr>
              <a:xfrm>
                <a:off x="11283950" y="3359150"/>
                <a:ext cx="127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2" p14:bwMode="auto">
            <p14:nvContentPartPr>
              <p14:cNvPr id="43" name="墨迹 42"/>
              <p14:cNvContentPartPr/>
              <p14:nvPr/>
            </p14:nvContentPartPr>
            <p14:xfrm>
              <a:off x="9423400" y="3124200"/>
              <a:ext cx="1416050" cy="88900"/>
            </p14:xfrm>
          </p:contentPart>
        </mc:Choice>
        <mc:Fallback xmlns="">
          <p:pic>
            <p:nvPicPr>
              <p:cNvPr id="43" name="墨迹 42"/>
            </p:nvPicPr>
            <p:blipFill>
              <a:blip r:embed="rId83"/>
            </p:blipFill>
            <p:spPr>
              <a:xfrm>
                <a:off x="9423400" y="3124200"/>
                <a:ext cx="1416050" cy="889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4" p14:bwMode="auto">
            <p14:nvContentPartPr>
              <p14:cNvPr id="44" name="墨迹 43"/>
              <p14:cNvContentPartPr/>
              <p14:nvPr/>
            </p14:nvContentPartPr>
            <p14:xfrm>
              <a:off x="7937500" y="4311650"/>
              <a:ext cx="755650" cy="127000"/>
            </p14:xfrm>
          </p:contentPart>
        </mc:Choice>
        <mc:Fallback xmlns="">
          <p:pic>
            <p:nvPicPr>
              <p:cNvPr id="44" name="墨迹 43"/>
            </p:nvPicPr>
            <p:blipFill>
              <a:blip r:embed="rId85"/>
            </p:blipFill>
            <p:spPr>
              <a:xfrm>
                <a:off x="7937500" y="4311650"/>
                <a:ext cx="755650" cy="1270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6" p14:bwMode="auto">
            <p14:nvContentPartPr>
              <p14:cNvPr id="45" name="墨迹 44"/>
              <p14:cNvContentPartPr/>
              <p14:nvPr/>
            </p14:nvContentPartPr>
            <p14:xfrm>
              <a:off x="8407400" y="3987800"/>
              <a:ext cx="76200" cy="273050"/>
            </p14:xfrm>
          </p:contentPart>
        </mc:Choice>
        <mc:Fallback xmlns="">
          <p:pic>
            <p:nvPicPr>
              <p:cNvPr id="45" name="墨迹 44"/>
            </p:nvPicPr>
            <p:blipFill>
              <a:blip r:embed="rId87"/>
            </p:blipFill>
            <p:spPr>
              <a:xfrm>
                <a:off x="8407400" y="3987800"/>
                <a:ext cx="76200" cy="273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8" p14:bwMode="auto">
            <p14:nvContentPartPr>
              <p14:cNvPr id="46" name="墨迹 45"/>
              <p14:cNvContentPartPr/>
              <p14:nvPr/>
            </p14:nvContentPartPr>
            <p14:xfrm>
              <a:off x="5594350" y="4032250"/>
              <a:ext cx="1403350" cy="177800"/>
            </p14:xfrm>
          </p:contentPart>
        </mc:Choice>
        <mc:Fallback xmlns="">
          <p:pic>
            <p:nvPicPr>
              <p:cNvPr id="46" name="墨迹 45"/>
            </p:nvPicPr>
            <p:blipFill>
              <a:blip r:embed="rId89"/>
            </p:blipFill>
            <p:spPr>
              <a:xfrm>
                <a:off x="5594350" y="4032250"/>
                <a:ext cx="1403350" cy="1778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0" p14:bwMode="auto">
            <p14:nvContentPartPr>
              <p14:cNvPr id="47" name="墨迹 46"/>
              <p14:cNvContentPartPr/>
              <p14:nvPr/>
            </p14:nvContentPartPr>
            <p14:xfrm>
              <a:off x="4394200" y="4152900"/>
              <a:ext cx="990600" cy="247650"/>
            </p14:xfrm>
          </p:contentPart>
        </mc:Choice>
        <mc:Fallback xmlns="">
          <p:pic>
            <p:nvPicPr>
              <p:cNvPr id="47" name="墨迹 46"/>
            </p:nvPicPr>
            <p:blipFill>
              <a:blip r:embed="rId91"/>
            </p:blipFill>
            <p:spPr>
              <a:xfrm>
                <a:off x="4394200" y="4152900"/>
                <a:ext cx="990600" cy="2476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2" p14:bwMode="auto">
            <p14:nvContentPartPr>
              <p14:cNvPr id="48" name="墨迹 47"/>
              <p14:cNvContentPartPr/>
              <p14:nvPr/>
            </p14:nvContentPartPr>
            <p14:xfrm>
              <a:off x="4425950" y="3956050"/>
              <a:ext cx="146050" cy="361950"/>
            </p14:xfrm>
          </p:contentPart>
        </mc:Choice>
        <mc:Fallback xmlns="">
          <p:pic>
            <p:nvPicPr>
              <p:cNvPr id="48" name="墨迹 47"/>
            </p:nvPicPr>
            <p:blipFill>
              <a:blip r:embed="rId93"/>
            </p:blipFill>
            <p:spPr>
              <a:xfrm>
                <a:off x="4425950" y="3956050"/>
                <a:ext cx="146050" cy="361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4" p14:bwMode="auto">
            <p14:nvContentPartPr>
              <p14:cNvPr id="49" name="墨迹 48"/>
              <p14:cNvContentPartPr/>
              <p14:nvPr/>
            </p14:nvContentPartPr>
            <p14:xfrm>
              <a:off x="4019550" y="6616700"/>
              <a:ext cx="12700" cy="360"/>
            </p14:xfrm>
          </p:contentPart>
        </mc:Choice>
        <mc:Fallback xmlns="">
          <p:pic>
            <p:nvPicPr>
              <p:cNvPr id="49" name="墨迹 48"/>
            </p:nvPicPr>
            <p:blipFill>
              <a:blip r:embed="rId77"/>
            </p:blipFill>
            <p:spPr>
              <a:xfrm>
                <a:off x="4019550" y="6616700"/>
                <a:ext cx="127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5" p14:bwMode="auto">
            <p14:nvContentPartPr>
              <p14:cNvPr id="50" name="墨迹 49"/>
              <p14:cNvContentPartPr/>
              <p14:nvPr/>
            </p14:nvContentPartPr>
            <p14:xfrm>
              <a:off x="3517900" y="6445250"/>
              <a:ext cx="12700" cy="360"/>
            </p14:xfrm>
          </p:contentPart>
        </mc:Choice>
        <mc:Fallback xmlns="">
          <p:pic>
            <p:nvPicPr>
              <p:cNvPr id="50" name="墨迹 49"/>
            </p:nvPicPr>
            <p:blipFill>
              <a:blip r:embed="rId77"/>
            </p:blipFill>
            <p:spPr>
              <a:xfrm>
                <a:off x="3517900" y="6445250"/>
                <a:ext cx="127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6" p14:bwMode="auto">
            <p14:nvContentPartPr>
              <p14:cNvPr id="51" name="墨迹 50"/>
              <p14:cNvContentPartPr/>
              <p14:nvPr/>
            </p14:nvContentPartPr>
            <p14:xfrm>
              <a:off x="3543300" y="6527800"/>
              <a:ext cx="12700" cy="360"/>
            </p14:xfrm>
          </p:contentPart>
        </mc:Choice>
        <mc:Fallback xmlns="">
          <p:pic>
            <p:nvPicPr>
              <p:cNvPr id="51" name="墨迹 50"/>
            </p:nvPicPr>
            <p:blipFill>
              <a:blip r:embed="rId77"/>
            </p:blipFill>
            <p:spPr>
              <a:xfrm>
                <a:off x="3543300" y="6527800"/>
                <a:ext cx="127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7" p14:bwMode="auto">
            <p14:nvContentPartPr>
              <p14:cNvPr id="52" name="墨迹 51"/>
              <p14:cNvContentPartPr/>
              <p14:nvPr/>
            </p14:nvContentPartPr>
            <p14:xfrm>
              <a:off x="3549650" y="6527800"/>
              <a:ext cx="38100" cy="12700"/>
            </p14:xfrm>
          </p:contentPart>
        </mc:Choice>
        <mc:Fallback xmlns="">
          <p:pic>
            <p:nvPicPr>
              <p:cNvPr id="52" name="墨迹 51"/>
            </p:nvPicPr>
            <p:blipFill>
              <a:blip r:embed="rId98"/>
            </p:blipFill>
            <p:spPr>
              <a:xfrm>
                <a:off x="3549650" y="6527800"/>
                <a:ext cx="38100" cy="12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9" p14:bwMode="auto">
            <p14:nvContentPartPr>
              <p14:cNvPr id="53" name="墨迹 52"/>
              <p14:cNvContentPartPr/>
              <p14:nvPr/>
            </p14:nvContentPartPr>
            <p14:xfrm>
              <a:off x="9702800" y="5346700"/>
              <a:ext cx="374650" cy="406400"/>
            </p14:xfrm>
          </p:contentPart>
        </mc:Choice>
        <mc:Fallback xmlns="">
          <p:pic>
            <p:nvPicPr>
              <p:cNvPr id="53" name="墨迹 52"/>
            </p:nvPicPr>
            <p:blipFill>
              <a:blip r:embed="rId100"/>
            </p:blipFill>
            <p:spPr>
              <a:xfrm>
                <a:off x="9702800" y="5346700"/>
                <a:ext cx="374650" cy="406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1" p14:bwMode="auto">
            <p14:nvContentPartPr>
              <p14:cNvPr id="54" name="墨迹 53"/>
              <p14:cNvContentPartPr/>
              <p14:nvPr/>
            </p14:nvContentPartPr>
            <p14:xfrm>
              <a:off x="11836400" y="2559050"/>
              <a:ext cx="247650" cy="215900"/>
            </p14:xfrm>
          </p:contentPart>
        </mc:Choice>
        <mc:Fallback xmlns="">
          <p:pic>
            <p:nvPicPr>
              <p:cNvPr id="54" name="墨迹 53"/>
            </p:nvPicPr>
            <p:blipFill>
              <a:blip r:embed="rId102"/>
            </p:blipFill>
            <p:spPr>
              <a:xfrm>
                <a:off x="11836400" y="2559050"/>
                <a:ext cx="247650" cy="2159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3" p14:bwMode="auto">
            <p14:nvContentPartPr>
              <p14:cNvPr id="55" name="墨迹 54"/>
              <p14:cNvContentPartPr/>
              <p14:nvPr/>
            </p14:nvContentPartPr>
            <p14:xfrm>
              <a:off x="11537950" y="3276600"/>
              <a:ext cx="12700" cy="360"/>
            </p14:xfrm>
          </p:contentPart>
        </mc:Choice>
        <mc:Fallback xmlns="">
          <p:pic>
            <p:nvPicPr>
              <p:cNvPr id="55" name="墨迹 54"/>
            </p:nvPicPr>
            <p:blipFill>
              <a:blip r:embed="rId77"/>
            </p:blipFill>
            <p:spPr>
              <a:xfrm>
                <a:off x="11537950" y="3276600"/>
                <a:ext cx="127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4" p14:bwMode="auto">
            <p14:nvContentPartPr>
              <p14:cNvPr id="56" name="墨迹 55"/>
              <p14:cNvContentPartPr/>
              <p14:nvPr/>
            </p14:nvContentPartPr>
            <p14:xfrm>
              <a:off x="9671050" y="5289550"/>
              <a:ext cx="2330450" cy="635000"/>
            </p14:xfrm>
          </p:contentPart>
        </mc:Choice>
        <mc:Fallback xmlns="">
          <p:pic>
            <p:nvPicPr>
              <p:cNvPr id="56" name="墨迹 55"/>
            </p:nvPicPr>
            <p:blipFill>
              <a:blip r:embed="rId105"/>
            </p:blipFill>
            <p:spPr>
              <a:xfrm>
                <a:off x="9671050" y="5289550"/>
                <a:ext cx="2330450" cy="6350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6" p14:bwMode="auto">
            <p14:nvContentPartPr>
              <p14:cNvPr id="57" name="墨迹 56"/>
              <p14:cNvContentPartPr/>
              <p14:nvPr/>
            </p14:nvContentPartPr>
            <p14:xfrm>
              <a:off x="8382000" y="5073650"/>
              <a:ext cx="247650" cy="260350"/>
            </p14:xfrm>
          </p:contentPart>
        </mc:Choice>
        <mc:Fallback xmlns="">
          <p:pic>
            <p:nvPicPr>
              <p:cNvPr id="57" name="墨迹 56"/>
            </p:nvPicPr>
            <p:blipFill>
              <a:blip r:embed="rId107"/>
            </p:blipFill>
            <p:spPr>
              <a:xfrm>
                <a:off x="8382000" y="5073650"/>
                <a:ext cx="247650" cy="260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8" p14:bwMode="auto">
            <p14:nvContentPartPr>
              <p14:cNvPr id="58" name="墨迹 57"/>
              <p14:cNvContentPartPr/>
              <p14:nvPr/>
            </p14:nvContentPartPr>
            <p14:xfrm>
              <a:off x="5499100" y="4876800"/>
              <a:ext cx="3346450" cy="755650"/>
            </p14:xfrm>
          </p:contentPart>
        </mc:Choice>
        <mc:Fallback xmlns="">
          <p:pic>
            <p:nvPicPr>
              <p:cNvPr id="58" name="墨迹 57"/>
            </p:nvPicPr>
            <p:blipFill>
              <a:blip r:embed="rId109"/>
            </p:blipFill>
            <p:spPr>
              <a:xfrm>
                <a:off x="5499100" y="4876800"/>
                <a:ext cx="3346450" cy="7556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0" p14:bwMode="auto">
            <p14:nvContentPartPr>
              <p14:cNvPr id="59" name="墨迹 58"/>
              <p14:cNvContentPartPr/>
              <p14:nvPr/>
            </p14:nvContentPartPr>
            <p14:xfrm>
              <a:off x="11144250" y="4927600"/>
              <a:ext cx="114300" cy="114300"/>
            </p14:xfrm>
          </p:contentPart>
        </mc:Choice>
        <mc:Fallback xmlns="">
          <p:pic>
            <p:nvPicPr>
              <p:cNvPr id="59" name="墨迹 58"/>
            </p:nvPicPr>
            <p:blipFill>
              <a:blip r:embed="rId111"/>
            </p:blipFill>
            <p:spPr>
              <a:xfrm>
                <a:off x="11144250" y="4927600"/>
                <a:ext cx="114300" cy="1143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2" p14:bwMode="auto">
            <p14:nvContentPartPr>
              <p14:cNvPr id="60" name="墨迹 59"/>
              <p14:cNvContentPartPr/>
              <p14:nvPr/>
            </p14:nvContentPartPr>
            <p14:xfrm>
              <a:off x="4133850" y="4038600"/>
              <a:ext cx="12700" cy="360"/>
            </p14:xfrm>
          </p:contentPart>
        </mc:Choice>
        <mc:Fallback xmlns="">
          <p:pic>
            <p:nvPicPr>
              <p:cNvPr id="60" name="墨迹 59"/>
            </p:nvPicPr>
            <p:blipFill>
              <a:blip r:embed="rId77"/>
            </p:blipFill>
            <p:spPr>
              <a:xfrm>
                <a:off x="4133850" y="4038600"/>
                <a:ext cx="127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3" p14:bwMode="auto">
            <p14:nvContentPartPr>
              <p14:cNvPr id="61" name="墨迹 60"/>
              <p14:cNvContentPartPr/>
              <p14:nvPr/>
            </p14:nvContentPartPr>
            <p14:xfrm>
              <a:off x="5111750" y="6724650"/>
              <a:ext cx="12700" cy="360"/>
            </p14:xfrm>
          </p:contentPart>
        </mc:Choice>
        <mc:Fallback xmlns="">
          <p:pic>
            <p:nvPicPr>
              <p:cNvPr id="61" name="墨迹 60"/>
            </p:nvPicPr>
            <p:blipFill>
              <a:blip r:embed="rId77"/>
            </p:blipFill>
            <p:spPr>
              <a:xfrm>
                <a:off x="5111750" y="6724650"/>
                <a:ext cx="127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4" p14:bwMode="auto">
            <p14:nvContentPartPr>
              <p14:cNvPr id="62" name="墨迹 61"/>
              <p14:cNvContentPartPr/>
              <p14:nvPr/>
            </p14:nvContentPartPr>
            <p14:xfrm>
              <a:off x="4876800" y="6819900"/>
              <a:ext cx="12700" cy="360"/>
            </p14:xfrm>
          </p:contentPart>
        </mc:Choice>
        <mc:Fallback xmlns="">
          <p:pic>
            <p:nvPicPr>
              <p:cNvPr id="62" name="墨迹 61"/>
            </p:nvPicPr>
            <p:blipFill>
              <a:blip r:embed="rId77"/>
            </p:blipFill>
            <p:spPr>
              <a:xfrm>
                <a:off x="4876800" y="6819900"/>
                <a:ext cx="127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5" p14:bwMode="auto">
            <p14:nvContentPartPr>
              <p14:cNvPr id="63" name="墨迹 62"/>
              <p14:cNvContentPartPr/>
              <p14:nvPr/>
            </p14:nvContentPartPr>
            <p14:xfrm>
              <a:off x="4464050" y="3289300"/>
              <a:ext cx="660400" cy="1041400"/>
            </p14:xfrm>
          </p:contentPart>
        </mc:Choice>
        <mc:Fallback xmlns="">
          <p:pic>
            <p:nvPicPr>
              <p:cNvPr id="63" name="墨迹 62"/>
            </p:nvPicPr>
            <p:blipFill>
              <a:blip r:embed="rId116"/>
            </p:blipFill>
            <p:spPr>
              <a:xfrm>
                <a:off x="4464050" y="3289300"/>
                <a:ext cx="660400" cy="1041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7" p14:bwMode="auto">
            <p14:nvContentPartPr>
              <p14:cNvPr id="64" name="墨迹 63"/>
              <p14:cNvContentPartPr/>
              <p14:nvPr/>
            </p14:nvContentPartPr>
            <p14:xfrm>
              <a:off x="5429250" y="4127500"/>
              <a:ext cx="2317750" cy="273050"/>
            </p14:xfrm>
          </p:contentPart>
        </mc:Choice>
        <mc:Fallback xmlns="">
          <p:pic>
            <p:nvPicPr>
              <p:cNvPr id="64" name="墨迹 63"/>
            </p:nvPicPr>
            <p:blipFill>
              <a:blip r:embed="rId118"/>
            </p:blipFill>
            <p:spPr>
              <a:xfrm>
                <a:off x="5429250" y="4127500"/>
                <a:ext cx="2317750" cy="273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9" p14:bwMode="auto">
            <p14:nvContentPartPr>
              <p14:cNvPr id="65" name="墨迹 64"/>
              <p14:cNvContentPartPr/>
              <p14:nvPr/>
            </p14:nvContentPartPr>
            <p14:xfrm>
              <a:off x="7670800" y="4260850"/>
              <a:ext cx="12700" cy="360"/>
            </p14:xfrm>
          </p:contentPart>
        </mc:Choice>
        <mc:Fallback xmlns="">
          <p:pic>
            <p:nvPicPr>
              <p:cNvPr id="65" name="墨迹 64"/>
            </p:nvPicPr>
            <p:blipFill>
              <a:blip r:embed="rId77"/>
            </p:blipFill>
            <p:spPr>
              <a:xfrm>
                <a:off x="7670800" y="4260850"/>
                <a:ext cx="127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0" p14:bwMode="auto">
            <p14:nvContentPartPr>
              <p14:cNvPr id="66" name="墨迹 65"/>
              <p14:cNvContentPartPr/>
              <p14:nvPr/>
            </p14:nvContentPartPr>
            <p14:xfrm>
              <a:off x="7670800" y="4260850"/>
              <a:ext cx="12700" cy="360"/>
            </p14:xfrm>
          </p:contentPart>
        </mc:Choice>
        <mc:Fallback xmlns="">
          <p:pic>
            <p:nvPicPr>
              <p:cNvPr id="66" name="墨迹 65"/>
            </p:nvPicPr>
            <p:blipFill>
              <a:blip r:embed="rId77"/>
            </p:blipFill>
            <p:spPr>
              <a:xfrm>
                <a:off x="7670800" y="4260850"/>
                <a:ext cx="127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1" p14:bwMode="auto">
            <p14:nvContentPartPr>
              <p14:cNvPr id="67" name="墨迹 66"/>
              <p14:cNvContentPartPr/>
              <p14:nvPr/>
            </p14:nvContentPartPr>
            <p14:xfrm>
              <a:off x="7537450" y="6559550"/>
              <a:ext cx="12700" cy="360"/>
            </p14:xfrm>
          </p:contentPart>
        </mc:Choice>
        <mc:Fallback xmlns="">
          <p:pic>
            <p:nvPicPr>
              <p:cNvPr id="67" name="墨迹 66"/>
            </p:nvPicPr>
            <p:blipFill>
              <a:blip r:embed="rId77"/>
            </p:blipFill>
            <p:spPr>
              <a:xfrm>
                <a:off x="7537450" y="6559550"/>
                <a:ext cx="127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2" p14:bwMode="auto">
            <p14:nvContentPartPr>
              <p14:cNvPr id="68" name="墨迹 67"/>
              <p14:cNvContentPartPr/>
              <p14:nvPr/>
            </p14:nvContentPartPr>
            <p14:xfrm>
              <a:off x="6940550" y="5988050"/>
              <a:ext cx="2038350" cy="736600"/>
            </p14:xfrm>
          </p:contentPart>
        </mc:Choice>
        <mc:Fallback xmlns="">
          <p:pic>
            <p:nvPicPr>
              <p:cNvPr id="68" name="墨迹 67"/>
            </p:nvPicPr>
            <p:blipFill>
              <a:blip r:embed="rId123"/>
            </p:blipFill>
            <p:spPr>
              <a:xfrm>
                <a:off x="6940550" y="5988050"/>
                <a:ext cx="2038350" cy="7366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7218" name="Picture 4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30425" y="1000125"/>
            <a:ext cx="5484813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7219" name="Rectangle 2"/>
          <p:cNvSpPr>
            <a:spLocks noGrp="1"/>
          </p:cNvSpPr>
          <p:nvPr>
            <p:ph type="title"/>
          </p:nvPr>
        </p:nvSpPr>
        <p:spPr>
          <a:xfrm>
            <a:off x="711200" y="228600"/>
            <a:ext cx="10363200" cy="771525"/>
          </a:xfrm>
          <a:ln/>
        </p:spPr>
        <p:txBody>
          <a:bodyPr vert="horz" wrap="square" lIns="91440" tIns="45720" rIns="91440" bIns="45720" anchor="ctr" anchorCtr="0"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IP addressing: the last word...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5302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Q: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 how does an ISP get block of addresses?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A: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ICANN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: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I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nternet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C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orporation for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A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ssigned 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    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N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ames and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N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umbers http://www.icann.org/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  <a:p>
            <a:pPr marL="688975" marR="0" lvl="1" indent="-2317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/>
              <a:buChar char="•"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allocates addresses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marL="688975" marR="0" lvl="1" indent="-2317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/>
              <a:buChar char="•"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manages DNS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marL="688975" marR="0" lvl="1" indent="-2317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/>
              <a:buChar char="•"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assigns domain names, resolves disputes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</p:txBody>
      </p:sp>
      <p:sp>
        <p:nvSpPr>
          <p:cNvPr id="137221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37222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9266" name="Freeform 80"/>
          <p:cNvSpPr/>
          <p:nvPr/>
        </p:nvSpPr>
        <p:spPr>
          <a:xfrm>
            <a:off x="5676900" y="1871663"/>
            <a:ext cx="3738563" cy="2697162"/>
          </a:xfrm>
          <a:custGeom>
            <a:avLst/>
            <a:gdLst>
              <a:gd name="txL" fmla="*/ 0 w 2355"/>
              <a:gd name="txT" fmla="*/ 0 h 1699"/>
              <a:gd name="txR" fmla="*/ 2355 w 2355"/>
              <a:gd name="txB" fmla="*/ 1699 h 1699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355" h="1699">
                <a:moveTo>
                  <a:pt x="349" y="761"/>
                </a:moveTo>
                <a:cubicBezTo>
                  <a:pt x="587" y="729"/>
                  <a:pt x="1414" y="820"/>
                  <a:pt x="1651" y="732"/>
                </a:cubicBezTo>
                <a:cubicBezTo>
                  <a:pt x="1888" y="644"/>
                  <a:pt x="1710" y="351"/>
                  <a:pt x="1773" y="230"/>
                </a:cubicBezTo>
                <a:cubicBezTo>
                  <a:pt x="1836" y="109"/>
                  <a:pt x="1947" y="16"/>
                  <a:pt x="2029" y="8"/>
                </a:cubicBezTo>
                <a:cubicBezTo>
                  <a:pt x="2111" y="0"/>
                  <a:pt x="2213" y="27"/>
                  <a:pt x="2267" y="183"/>
                </a:cubicBezTo>
                <a:cubicBezTo>
                  <a:pt x="2321" y="339"/>
                  <a:pt x="2355" y="707"/>
                  <a:pt x="2355" y="942"/>
                </a:cubicBezTo>
                <a:cubicBezTo>
                  <a:pt x="2355" y="1177"/>
                  <a:pt x="2353" y="1485"/>
                  <a:pt x="2267" y="1592"/>
                </a:cubicBezTo>
                <a:cubicBezTo>
                  <a:pt x="2181" y="1699"/>
                  <a:pt x="1939" y="1680"/>
                  <a:pt x="1840" y="1586"/>
                </a:cubicBezTo>
                <a:cubicBezTo>
                  <a:pt x="1741" y="1492"/>
                  <a:pt x="1940" y="1135"/>
                  <a:pt x="1670" y="1025"/>
                </a:cubicBezTo>
                <a:cubicBezTo>
                  <a:pt x="1400" y="915"/>
                  <a:pt x="440" y="967"/>
                  <a:pt x="220" y="923"/>
                </a:cubicBezTo>
                <a:cubicBezTo>
                  <a:pt x="0" y="879"/>
                  <a:pt x="127" y="795"/>
                  <a:pt x="349" y="761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56325" name="Rectangle 2"/>
          <p:cNvSpPr>
            <a:spLocks noGrp="1" noChangeArrowheads="1"/>
          </p:cNvSpPr>
          <p:nvPr>
            <p:ph type="title"/>
          </p:nvPr>
        </p:nvSpPr>
        <p:spPr>
          <a:xfrm>
            <a:off x="2230438" y="230188"/>
            <a:ext cx="9266238" cy="6032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NAT: network address translation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sp>
        <p:nvSpPr>
          <p:cNvPr id="139268" name="Freeform 4"/>
          <p:cNvSpPr/>
          <p:nvPr/>
        </p:nvSpPr>
        <p:spPr>
          <a:xfrm>
            <a:off x="1524000" y="2579688"/>
            <a:ext cx="3849688" cy="1425575"/>
          </a:xfrm>
          <a:custGeom>
            <a:avLst/>
            <a:gdLst>
              <a:gd name="txL" fmla="*/ 0 w 2425"/>
              <a:gd name="txT" fmla="*/ 0 h 898"/>
              <a:gd name="txR" fmla="*/ 2425 w 2425"/>
              <a:gd name="txB" fmla="*/ 898 h 898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425" h="898">
                <a:moveTo>
                  <a:pt x="2056" y="289"/>
                </a:moveTo>
                <a:cubicBezTo>
                  <a:pt x="1826" y="223"/>
                  <a:pt x="1133" y="113"/>
                  <a:pt x="810" y="75"/>
                </a:cubicBezTo>
                <a:cubicBezTo>
                  <a:pt x="487" y="37"/>
                  <a:pt x="230" y="0"/>
                  <a:pt x="115" y="60"/>
                </a:cubicBezTo>
                <a:cubicBezTo>
                  <a:pt x="0" y="120"/>
                  <a:pt x="121" y="301"/>
                  <a:pt x="121" y="433"/>
                </a:cubicBezTo>
                <a:cubicBezTo>
                  <a:pt x="121" y="565"/>
                  <a:pt x="25" y="802"/>
                  <a:pt x="115" y="850"/>
                </a:cubicBezTo>
                <a:cubicBezTo>
                  <a:pt x="205" y="898"/>
                  <a:pt x="316" y="784"/>
                  <a:pt x="662" y="721"/>
                </a:cubicBezTo>
                <a:cubicBezTo>
                  <a:pt x="1008" y="658"/>
                  <a:pt x="1961" y="544"/>
                  <a:pt x="2193" y="472"/>
                </a:cubicBezTo>
                <a:cubicBezTo>
                  <a:pt x="2425" y="400"/>
                  <a:pt x="2292" y="327"/>
                  <a:pt x="2056" y="289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98000"/>
                </a:srgbClr>
              </a:gs>
              <a:gs pos="100000">
                <a:srgbClr val="66CCFF">
                  <a:alpha val="100000"/>
                </a:srgbClr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39269" name="Line 8"/>
          <p:cNvSpPr/>
          <p:nvPr/>
        </p:nvSpPr>
        <p:spPr>
          <a:xfrm flipV="1">
            <a:off x="5791200" y="3182938"/>
            <a:ext cx="1214438" cy="11112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9270" name="Line 9"/>
          <p:cNvSpPr/>
          <p:nvPr/>
        </p:nvSpPr>
        <p:spPr>
          <a:xfrm flipH="1">
            <a:off x="8534400" y="3233738"/>
            <a:ext cx="300038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9271" name="Line 10"/>
          <p:cNvSpPr/>
          <p:nvPr/>
        </p:nvSpPr>
        <p:spPr>
          <a:xfrm>
            <a:off x="8631238" y="2446338"/>
            <a:ext cx="133350" cy="63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9272" name="Line 11"/>
          <p:cNvSpPr/>
          <p:nvPr/>
        </p:nvSpPr>
        <p:spPr>
          <a:xfrm flipV="1">
            <a:off x="8637588" y="3951288"/>
            <a:ext cx="1714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9273" name="Text Box 12"/>
          <p:cNvSpPr txBox="1"/>
          <p:nvPr/>
        </p:nvSpPr>
        <p:spPr>
          <a:xfrm>
            <a:off x="9256713" y="2176463"/>
            <a:ext cx="1079500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10.0.0.1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39274" name="Text Box 13"/>
          <p:cNvSpPr txBox="1"/>
          <p:nvPr/>
        </p:nvSpPr>
        <p:spPr>
          <a:xfrm>
            <a:off x="9383713" y="2944813"/>
            <a:ext cx="1079500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10.0.0.2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39275" name="Text Box 14"/>
          <p:cNvSpPr txBox="1"/>
          <p:nvPr/>
        </p:nvSpPr>
        <p:spPr>
          <a:xfrm>
            <a:off x="9334500" y="3751263"/>
            <a:ext cx="1079500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10.0.0.3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39276" name="Text Box 15"/>
          <p:cNvSpPr txBox="1"/>
          <p:nvPr/>
        </p:nvSpPr>
        <p:spPr>
          <a:xfrm>
            <a:off x="5741988" y="2667000"/>
            <a:ext cx="1079500" cy="4206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10.0.0.4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39277" name="Line 16"/>
          <p:cNvSpPr/>
          <p:nvPr/>
        </p:nvSpPr>
        <p:spPr>
          <a:xfrm flipH="1">
            <a:off x="5865813" y="2944813"/>
            <a:ext cx="85725" cy="12858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39278" name="Text Box 17"/>
          <p:cNvSpPr txBox="1"/>
          <p:nvPr/>
        </p:nvSpPr>
        <p:spPr>
          <a:xfrm>
            <a:off x="3848100" y="3324225"/>
            <a:ext cx="1454150" cy="4206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138.76.29.7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39279" name="Line 18"/>
          <p:cNvSpPr/>
          <p:nvPr/>
        </p:nvSpPr>
        <p:spPr>
          <a:xfrm flipH="1">
            <a:off x="5026025" y="3271838"/>
            <a:ext cx="85725" cy="12858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139280" name="Line 79"/>
          <p:cNvSpPr/>
          <p:nvPr/>
        </p:nvSpPr>
        <p:spPr>
          <a:xfrm>
            <a:off x="2230438" y="3222625"/>
            <a:ext cx="3025775" cy="63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9281" name="Text Box 81"/>
          <p:cNvSpPr txBox="1"/>
          <p:nvPr/>
        </p:nvSpPr>
        <p:spPr>
          <a:xfrm>
            <a:off x="6108700" y="1674813"/>
            <a:ext cx="2543175" cy="1292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local network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(e.g., home network)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10.0.0/24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39282" name="Line 82"/>
          <p:cNvSpPr/>
          <p:nvPr/>
        </p:nvSpPr>
        <p:spPr>
          <a:xfrm>
            <a:off x="8509000" y="1900238"/>
            <a:ext cx="13858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39283" name="Line 83"/>
          <p:cNvSpPr/>
          <p:nvPr/>
        </p:nvSpPr>
        <p:spPr>
          <a:xfrm>
            <a:off x="5557838" y="1760538"/>
            <a:ext cx="0" cy="10810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9284" name="Line 84"/>
          <p:cNvSpPr/>
          <p:nvPr/>
        </p:nvSpPr>
        <p:spPr>
          <a:xfrm flipH="1" flipV="1">
            <a:off x="5697538" y="1887538"/>
            <a:ext cx="8985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39285" name="Line 86"/>
          <p:cNvSpPr/>
          <p:nvPr/>
        </p:nvSpPr>
        <p:spPr>
          <a:xfrm>
            <a:off x="4102100" y="1900238"/>
            <a:ext cx="13858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39286" name="Line 87"/>
          <p:cNvSpPr/>
          <p:nvPr/>
        </p:nvSpPr>
        <p:spPr>
          <a:xfrm flipH="1" flipV="1">
            <a:off x="2290763" y="1887538"/>
            <a:ext cx="8985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39287" name="Text Box 88"/>
          <p:cNvSpPr txBox="1"/>
          <p:nvPr/>
        </p:nvSpPr>
        <p:spPr>
          <a:xfrm>
            <a:off x="3090863" y="1662113"/>
            <a:ext cx="1133475" cy="877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rest of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Internet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39288" name="Text Box 90"/>
          <p:cNvSpPr txBox="1"/>
          <p:nvPr/>
        </p:nvSpPr>
        <p:spPr>
          <a:xfrm>
            <a:off x="5784850" y="4741863"/>
            <a:ext cx="5776913" cy="1708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datagrams with source or 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destination in this network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have 10.0.0/24 address for 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source, destination (as usual)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39289" name="Text Box 92"/>
          <p:cNvSpPr txBox="1"/>
          <p:nvPr/>
        </p:nvSpPr>
        <p:spPr>
          <a:xfrm>
            <a:off x="460375" y="4746625"/>
            <a:ext cx="5018088" cy="1708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all</a:t>
            </a:r>
            <a:r>
              <a:rPr lang="en-US" altLang="zh-CN" sz="18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</a:t>
            </a: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datagrams </a:t>
            </a:r>
            <a:r>
              <a:rPr lang="en-US" altLang="zh-CN" sz="18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leaving</a:t>
            </a: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local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 have </a:t>
            </a:r>
            <a:r>
              <a:rPr lang="en-US" altLang="zh-CN" sz="18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same</a:t>
            </a: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single source NAT IP address: 138.76.29.7,different source port numbers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pic>
        <p:nvPicPr>
          <p:cNvPr id="139290" name="Picture 95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22488" y="922338"/>
            <a:ext cx="7769225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9291" name="Line 96"/>
          <p:cNvSpPr/>
          <p:nvPr/>
        </p:nvSpPr>
        <p:spPr>
          <a:xfrm flipV="1">
            <a:off x="6342063" y="3344863"/>
            <a:ext cx="668337" cy="1427162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9292" name="Line 97"/>
          <p:cNvSpPr/>
          <p:nvPr/>
        </p:nvSpPr>
        <p:spPr>
          <a:xfrm flipV="1">
            <a:off x="4230688" y="3308350"/>
            <a:ext cx="668337" cy="1427163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39293" name="Group 98"/>
          <p:cNvGrpSpPr/>
          <p:nvPr/>
        </p:nvGrpSpPr>
        <p:grpSpPr>
          <a:xfrm>
            <a:off x="5157788" y="3059113"/>
            <a:ext cx="900112" cy="347662"/>
            <a:chOff x="4396" y="1245"/>
            <a:chExt cx="672" cy="248"/>
          </a:xfrm>
        </p:grpSpPr>
        <p:sp>
          <p:nvSpPr>
            <p:cNvPr id="139305" name="Oval 407"/>
            <p:cNvSpPr/>
            <p:nvPr/>
          </p:nvSpPr>
          <p:spPr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39306" name="Rectangle 410"/>
            <p:cNvSpPr/>
            <p:nvPr/>
          </p:nvSpPr>
          <p:spPr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39307" name="Oval 411"/>
            <p:cNvSpPr/>
            <p:nvPr/>
          </p:nvSpPr>
          <p:spPr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39308" name="Group 102"/>
            <p:cNvGrpSpPr/>
            <p:nvPr/>
          </p:nvGrpSpPr>
          <p:grpSpPr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39311" name="Freeform 103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39312" name="Freeform 104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39309" name="Line 105"/>
            <p:cNvSpPr/>
            <p:nvPr/>
          </p:nvSpPr>
          <p:spPr>
            <a:xfrm>
              <a:off x="4400" y="1321"/>
              <a:ext cx="0" cy="109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310" name="Line 106"/>
            <p:cNvSpPr/>
            <p:nvPr/>
          </p:nvSpPr>
          <p:spPr>
            <a:xfrm>
              <a:off x="5063" y="1327"/>
              <a:ext cx="0" cy="106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39294" name="Group 107"/>
          <p:cNvGrpSpPr/>
          <p:nvPr/>
        </p:nvGrpSpPr>
        <p:grpSpPr>
          <a:xfrm flipH="1">
            <a:off x="8731250" y="2239963"/>
            <a:ext cx="641350" cy="558800"/>
            <a:chOff x="-44" y="1473"/>
            <a:chExt cx="981" cy="1105"/>
          </a:xfrm>
        </p:grpSpPr>
        <p:pic>
          <p:nvPicPr>
            <p:cNvPr id="139303" name="Picture 108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9304" name="Freeform 109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39295" name="Group 110"/>
          <p:cNvGrpSpPr/>
          <p:nvPr/>
        </p:nvGrpSpPr>
        <p:grpSpPr>
          <a:xfrm flipH="1">
            <a:off x="8770938" y="2916238"/>
            <a:ext cx="641350" cy="558800"/>
            <a:chOff x="-44" y="1473"/>
            <a:chExt cx="981" cy="1105"/>
          </a:xfrm>
        </p:grpSpPr>
        <p:pic>
          <p:nvPicPr>
            <p:cNvPr id="139301" name="Picture 111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9302" name="Freeform 112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39296" name="Group 113"/>
          <p:cNvGrpSpPr/>
          <p:nvPr/>
        </p:nvGrpSpPr>
        <p:grpSpPr>
          <a:xfrm flipH="1">
            <a:off x="8778875" y="3670300"/>
            <a:ext cx="641350" cy="558800"/>
            <a:chOff x="-44" y="1473"/>
            <a:chExt cx="981" cy="1105"/>
          </a:xfrm>
        </p:grpSpPr>
        <p:pic>
          <p:nvPicPr>
            <p:cNvPr id="139299" name="Picture 114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9300" name="Freeform 115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39297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39298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" name="墨迹 1"/>
              <p14:cNvContentPartPr/>
              <p14:nvPr/>
            </p14:nvContentPartPr>
            <p14:xfrm>
              <a:off x="3752850" y="3257550"/>
              <a:ext cx="1682750" cy="90805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4"/>
            </p:blipFill>
            <p:spPr>
              <a:xfrm>
                <a:off x="3752850" y="3257550"/>
                <a:ext cx="1682750" cy="908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3" name="墨迹 2"/>
              <p14:cNvContentPartPr/>
              <p14:nvPr/>
            </p14:nvContentPartPr>
            <p14:xfrm>
              <a:off x="7753350" y="5461000"/>
              <a:ext cx="360" cy="31115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6"/>
            </p:blipFill>
            <p:spPr>
              <a:xfrm>
                <a:off x="7753350" y="5461000"/>
                <a:ext cx="360" cy="3111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4" name="墨迹 3"/>
              <p14:cNvContentPartPr/>
              <p14:nvPr/>
            </p14:nvContentPartPr>
            <p14:xfrm>
              <a:off x="5581650" y="3517900"/>
              <a:ext cx="12700" cy="36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8"/>
            </p:blipFill>
            <p:spPr>
              <a:xfrm>
                <a:off x="5581650" y="3517900"/>
                <a:ext cx="127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5" name="墨迹 4"/>
              <p14:cNvContentPartPr/>
              <p14:nvPr/>
            </p14:nvContentPartPr>
            <p14:xfrm>
              <a:off x="9055100" y="2603500"/>
              <a:ext cx="1206500" cy="6985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10"/>
            </p:blipFill>
            <p:spPr>
              <a:xfrm>
                <a:off x="9055100" y="2603500"/>
                <a:ext cx="1206500" cy="698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6" name="墨迹 5"/>
              <p14:cNvContentPartPr/>
              <p14:nvPr/>
            </p14:nvContentPartPr>
            <p14:xfrm>
              <a:off x="6070600" y="2660650"/>
              <a:ext cx="2743200" cy="56515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12"/>
            </p:blipFill>
            <p:spPr>
              <a:xfrm>
                <a:off x="6070600" y="2660650"/>
                <a:ext cx="2743200" cy="5651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7" name="墨迹 6"/>
              <p14:cNvContentPartPr/>
              <p14:nvPr/>
            </p14:nvContentPartPr>
            <p14:xfrm>
              <a:off x="10394950" y="2254250"/>
              <a:ext cx="292100" cy="52705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14"/>
            </p:blipFill>
            <p:spPr>
              <a:xfrm>
                <a:off x="10394950" y="2254250"/>
                <a:ext cx="292100" cy="527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8" name="墨迹 7"/>
              <p14:cNvContentPartPr/>
              <p14:nvPr/>
            </p14:nvContentPartPr>
            <p14:xfrm>
              <a:off x="10382250" y="2247900"/>
              <a:ext cx="336550" cy="56515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6"/>
            </p:blipFill>
            <p:spPr>
              <a:xfrm>
                <a:off x="10382250" y="2247900"/>
                <a:ext cx="336550" cy="5651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9" name="墨迹 8"/>
              <p14:cNvContentPartPr/>
              <p14:nvPr/>
            </p14:nvContentPartPr>
            <p14:xfrm>
              <a:off x="10801350" y="2355850"/>
              <a:ext cx="882650" cy="34290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8"/>
            </p:blipFill>
            <p:spPr>
              <a:xfrm>
                <a:off x="10801350" y="2355850"/>
                <a:ext cx="882650" cy="3429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10" name="墨迹 9"/>
              <p14:cNvContentPartPr/>
              <p14:nvPr/>
            </p14:nvContentPartPr>
            <p14:xfrm>
              <a:off x="3695700" y="3841750"/>
              <a:ext cx="1549400" cy="3810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20"/>
            </p:blipFill>
            <p:spPr>
              <a:xfrm>
                <a:off x="3695700" y="3841750"/>
                <a:ext cx="1549400" cy="381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11" name="墨迹 10"/>
              <p14:cNvContentPartPr/>
              <p14:nvPr/>
            </p14:nvContentPartPr>
            <p14:xfrm>
              <a:off x="4584700" y="4000500"/>
              <a:ext cx="311150" cy="51435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22"/>
            </p:blipFill>
            <p:spPr>
              <a:xfrm>
                <a:off x="4584700" y="4000500"/>
                <a:ext cx="311150" cy="514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12" name="墨迹 11"/>
              <p14:cNvContentPartPr/>
              <p14:nvPr/>
            </p14:nvContentPartPr>
            <p14:xfrm>
              <a:off x="4914900" y="4064000"/>
              <a:ext cx="133350" cy="1270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24"/>
            </p:blipFill>
            <p:spPr>
              <a:xfrm>
                <a:off x="4914900" y="4064000"/>
                <a:ext cx="133350" cy="12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13" name="墨迹 12"/>
              <p14:cNvContentPartPr/>
              <p14:nvPr/>
            </p14:nvContentPartPr>
            <p14:xfrm>
              <a:off x="5118100" y="4019550"/>
              <a:ext cx="1212850" cy="45720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26"/>
            </p:blipFill>
            <p:spPr>
              <a:xfrm>
                <a:off x="5118100" y="4019550"/>
                <a:ext cx="1212850" cy="4572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14" name="墨迹 13"/>
              <p14:cNvContentPartPr/>
              <p14:nvPr/>
            </p14:nvContentPartPr>
            <p14:xfrm>
              <a:off x="9093200" y="2914650"/>
              <a:ext cx="1587500" cy="66040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8"/>
            </p:blipFill>
            <p:spPr>
              <a:xfrm>
                <a:off x="9093200" y="2914650"/>
                <a:ext cx="1587500" cy="660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15" name="墨迹 14"/>
              <p14:cNvContentPartPr/>
              <p14:nvPr/>
            </p14:nvContentPartPr>
            <p14:xfrm>
              <a:off x="9118600" y="3619500"/>
              <a:ext cx="1574800" cy="81280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30"/>
            </p:blipFill>
            <p:spPr>
              <a:xfrm>
                <a:off x="9118600" y="3619500"/>
                <a:ext cx="1574800" cy="8128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16" name="墨迹 15"/>
              <p14:cNvContentPartPr/>
              <p14:nvPr/>
            </p14:nvContentPartPr>
            <p14:xfrm>
              <a:off x="6102350" y="3365500"/>
              <a:ext cx="2432050" cy="527050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32"/>
            </p:blipFill>
            <p:spPr>
              <a:xfrm>
                <a:off x="6102350" y="3365500"/>
                <a:ext cx="2432050" cy="527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17" name="墨迹 16"/>
              <p14:cNvContentPartPr/>
              <p14:nvPr/>
            </p14:nvContentPartPr>
            <p14:xfrm>
              <a:off x="9671050" y="2800350"/>
              <a:ext cx="12700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8"/>
            </p:blipFill>
            <p:spPr>
              <a:xfrm>
                <a:off x="9671050" y="2800350"/>
                <a:ext cx="127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4" p14:bwMode="auto">
            <p14:nvContentPartPr>
              <p14:cNvPr id="18" name="墨迹 17"/>
              <p14:cNvContentPartPr/>
              <p14:nvPr/>
            </p14:nvContentPartPr>
            <p14:xfrm>
              <a:off x="10591800" y="3346450"/>
              <a:ext cx="285750" cy="400050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35"/>
            </p:blipFill>
            <p:spPr>
              <a:xfrm>
                <a:off x="10591800" y="3346450"/>
                <a:ext cx="285750" cy="400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6" p14:bwMode="auto">
            <p14:nvContentPartPr>
              <p14:cNvPr id="19" name="墨迹 18"/>
              <p14:cNvContentPartPr/>
              <p14:nvPr/>
            </p14:nvContentPartPr>
            <p14:xfrm>
              <a:off x="10737850" y="3384550"/>
              <a:ext cx="279400" cy="38100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37"/>
            </p:blipFill>
            <p:spPr>
              <a:xfrm>
                <a:off x="10737850" y="3384550"/>
                <a:ext cx="279400" cy="381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8" p14:bwMode="auto">
            <p14:nvContentPartPr>
              <p14:cNvPr id="20" name="墨迹 19"/>
              <p14:cNvContentPartPr/>
              <p14:nvPr/>
            </p14:nvContentPartPr>
            <p14:xfrm>
              <a:off x="10953750" y="3390900"/>
              <a:ext cx="552450" cy="304800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39"/>
            </p:blipFill>
            <p:spPr>
              <a:xfrm>
                <a:off x="10953750" y="3390900"/>
                <a:ext cx="552450" cy="3048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0" p14:bwMode="auto">
            <p14:nvContentPartPr>
              <p14:cNvPr id="21" name="墨迹 20"/>
              <p14:cNvContentPartPr/>
              <p14:nvPr/>
            </p14:nvContentPartPr>
            <p14:xfrm>
              <a:off x="11442700" y="3168650"/>
              <a:ext cx="190500" cy="914400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41"/>
            </p:blipFill>
            <p:spPr>
              <a:xfrm>
                <a:off x="11442700" y="3168650"/>
                <a:ext cx="190500" cy="914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2" p14:bwMode="auto">
            <p14:nvContentPartPr>
              <p14:cNvPr id="22" name="墨迹 21"/>
              <p14:cNvContentPartPr/>
              <p14:nvPr/>
            </p14:nvContentPartPr>
            <p14:xfrm>
              <a:off x="9747250" y="4521200"/>
              <a:ext cx="292100" cy="622300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43"/>
            </p:blipFill>
            <p:spPr>
              <a:xfrm>
                <a:off x="9747250" y="4521200"/>
                <a:ext cx="292100" cy="6223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4" p14:bwMode="auto">
            <p14:nvContentPartPr>
              <p14:cNvPr id="23" name="墨迹 22"/>
              <p14:cNvContentPartPr/>
              <p14:nvPr/>
            </p14:nvContentPartPr>
            <p14:xfrm>
              <a:off x="9937750" y="4603750"/>
              <a:ext cx="304800" cy="5715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45"/>
            </p:blipFill>
            <p:spPr>
              <a:xfrm>
                <a:off x="9937750" y="4603750"/>
                <a:ext cx="304800" cy="571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6" p14:bwMode="auto">
            <p14:nvContentPartPr>
              <p14:cNvPr id="24" name="墨迹 23"/>
              <p14:cNvContentPartPr/>
              <p14:nvPr/>
            </p14:nvContentPartPr>
            <p14:xfrm>
              <a:off x="10274300" y="4508500"/>
              <a:ext cx="914400" cy="457200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47"/>
            </p:blipFill>
            <p:spPr>
              <a:xfrm>
                <a:off x="10274300" y="4508500"/>
                <a:ext cx="914400" cy="4572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8" p14:bwMode="auto">
            <p14:nvContentPartPr>
              <p14:cNvPr id="25" name="墨迹 24"/>
              <p14:cNvContentPartPr/>
              <p14:nvPr/>
            </p14:nvContentPartPr>
            <p14:xfrm>
              <a:off x="11169650" y="4343400"/>
              <a:ext cx="812800" cy="1003300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49"/>
            </p:blipFill>
            <p:spPr>
              <a:xfrm>
                <a:off x="11169650" y="4343400"/>
                <a:ext cx="812800" cy="10033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1314" name="Rectangle 3"/>
          <p:cNvSpPr>
            <a:spLocks noGrp="1"/>
          </p:cNvSpPr>
          <p:nvPr>
            <p:ph idx="1"/>
          </p:nvPr>
        </p:nvSpPr>
        <p:spPr>
          <a:xfrm>
            <a:off x="604838" y="1095375"/>
            <a:ext cx="10891837" cy="5153025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2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motivation:</a:t>
            </a:r>
            <a:r>
              <a:rPr lang="en-US" altLang="zh-CN" sz="22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local network uses just one IP address as far as outside world is concerned:</a:t>
            </a:r>
            <a:endParaRPr lang="en-US" altLang="zh-CN" sz="22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zh-CN" sz="22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range of addresses not needed from ISP:  just one IP address for all devices</a:t>
            </a:r>
            <a:endParaRPr lang="en-US" altLang="zh-CN" sz="22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zh-CN" sz="22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can change addresses of devices in local network without notifying outside world</a:t>
            </a:r>
            <a:endParaRPr lang="en-US" altLang="zh-CN" sz="22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zh-CN" sz="22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can change ISP without changing addresses of devices in local network</a:t>
            </a:r>
            <a:endParaRPr lang="en-US" altLang="zh-CN" sz="22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zh-CN" sz="22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devices inside local net not explicitly addressable, visible by outside world (a security plus)</a:t>
            </a:r>
            <a:endParaRPr lang="en-US" altLang="zh-CN" sz="22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22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7349" name="Rectangle 8"/>
          <p:cNvSpPr>
            <a:spLocks noGrp="1" noChangeArrowheads="1"/>
          </p:cNvSpPr>
          <p:nvPr>
            <p:ph type="title"/>
          </p:nvPr>
        </p:nvSpPr>
        <p:spPr>
          <a:xfrm>
            <a:off x="2057400" y="230188"/>
            <a:ext cx="9364663" cy="5937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NAT: network address translation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pic>
        <p:nvPicPr>
          <p:cNvPr id="141316" name="Picture 9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22488" y="922338"/>
            <a:ext cx="7769225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1317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41318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62" name="Rectangle 3"/>
          <p:cNvSpPr>
            <a:spLocks noGrp="1"/>
          </p:cNvSpPr>
          <p:nvPr>
            <p:ph idx="1"/>
          </p:nvPr>
        </p:nvSpPr>
        <p:spPr>
          <a:xfrm>
            <a:off x="660400" y="1095375"/>
            <a:ext cx="10858500" cy="503555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  </a:t>
            </a:r>
            <a:r>
              <a:rPr lang="en-US" altLang="zh-CN" sz="20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implementation</a:t>
            </a:r>
            <a:r>
              <a:rPr lang="en-US" altLang="zh-CN" sz="20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:</a:t>
            </a: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NAT router must:</a:t>
            </a:r>
            <a:b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</a:br>
            <a:r>
              <a:rPr lang="en-US" altLang="zh-CN" sz="2000" b="1" i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outgoing datagrams:</a:t>
            </a:r>
            <a:r>
              <a:rPr lang="en-US" altLang="zh-CN" sz="20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</a:t>
            </a:r>
            <a:r>
              <a:rPr lang="en-US" altLang="zh-CN" sz="2000" b="1" i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replace</a:t>
            </a: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(source IP address, port #) of every outgoing datagram to (NAT IP address, new port #)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914400" lvl="2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. . . remote clients/servers will respond using (NAT IP address, new port #) as destination addr</a:t>
            </a:r>
            <a:b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</a:b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zh-CN" sz="1800" b="1" i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remember (in NAT translation table)</a:t>
            </a:r>
            <a:r>
              <a:rPr lang="en-US" altLang="zh-CN" sz="1800" b="1" i="1" dirty="0">
                <a:solidFill>
                  <a:schemeClr val="accent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</a:t>
            </a: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every (source IP address, port #)  to (NAT IP address, new port #) translation pair</a:t>
            </a:r>
            <a:b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</a:b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zh-CN" sz="1800" b="1" i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incoming datagrams:</a:t>
            </a:r>
            <a:r>
              <a:rPr lang="en-US" altLang="zh-CN" sz="18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</a:t>
            </a:r>
            <a:r>
              <a:rPr lang="en-US" altLang="zh-CN" sz="1800" b="1" i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replace</a:t>
            </a: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(NAT IP address, new port #) in dest fields of every incoming datagram with corresponding (source IP address, port #) stored in NAT table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title"/>
          </p:nvPr>
        </p:nvSpPr>
        <p:spPr>
          <a:xfrm>
            <a:off x="2057400" y="230188"/>
            <a:ext cx="9439275" cy="5556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NAT: network address translation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pic>
        <p:nvPicPr>
          <p:cNvPr id="143364" name="Picture 6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22488" y="922338"/>
            <a:ext cx="7769225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365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43366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5410" name="Freeform 139"/>
          <p:cNvSpPr/>
          <p:nvPr/>
        </p:nvSpPr>
        <p:spPr>
          <a:xfrm>
            <a:off x="1703388" y="3651250"/>
            <a:ext cx="4089400" cy="1355725"/>
          </a:xfrm>
          <a:custGeom>
            <a:avLst/>
            <a:gdLst>
              <a:gd name="txL" fmla="*/ 0 w 2269"/>
              <a:gd name="txT" fmla="*/ 0 h 854"/>
              <a:gd name="txR" fmla="*/ 2269 w 2269"/>
              <a:gd name="txB" fmla="*/ 854 h 854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269" h="854">
                <a:moveTo>
                  <a:pt x="1888" y="285"/>
                </a:moveTo>
                <a:cubicBezTo>
                  <a:pt x="1622" y="258"/>
                  <a:pt x="723" y="317"/>
                  <a:pt x="418" y="283"/>
                </a:cubicBezTo>
                <a:cubicBezTo>
                  <a:pt x="113" y="249"/>
                  <a:pt x="120" y="0"/>
                  <a:pt x="60" y="83"/>
                </a:cubicBezTo>
                <a:cubicBezTo>
                  <a:pt x="0" y="166"/>
                  <a:pt x="8" y="708"/>
                  <a:pt x="60" y="781"/>
                </a:cubicBezTo>
                <a:cubicBezTo>
                  <a:pt x="112" y="854"/>
                  <a:pt x="48" y="575"/>
                  <a:pt x="374" y="519"/>
                </a:cubicBezTo>
                <a:cubicBezTo>
                  <a:pt x="700" y="463"/>
                  <a:pt x="1765" y="486"/>
                  <a:pt x="2017" y="447"/>
                </a:cubicBezTo>
                <a:cubicBezTo>
                  <a:pt x="2269" y="408"/>
                  <a:pt x="2110" y="319"/>
                  <a:pt x="1888" y="285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98000"/>
                </a:srgbClr>
              </a:gs>
              <a:gs pos="100000">
                <a:srgbClr val="66CCFF">
                  <a:alpha val="100000"/>
                </a:srgbClr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45411" name="Freeform 29"/>
          <p:cNvSpPr/>
          <p:nvPr/>
        </p:nvSpPr>
        <p:spPr>
          <a:xfrm>
            <a:off x="5992813" y="2922588"/>
            <a:ext cx="3738562" cy="2697162"/>
          </a:xfrm>
          <a:custGeom>
            <a:avLst/>
            <a:gdLst>
              <a:gd name="txL" fmla="*/ 0 w 2355"/>
              <a:gd name="txT" fmla="*/ 0 h 1699"/>
              <a:gd name="txR" fmla="*/ 2355 w 2355"/>
              <a:gd name="txB" fmla="*/ 1699 h 1699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355" h="1699">
                <a:moveTo>
                  <a:pt x="349" y="761"/>
                </a:moveTo>
                <a:cubicBezTo>
                  <a:pt x="587" y="729"/>
                  <a:pt x="1414" y="820"/>
                  <a:pt x="1651" y="732"/>
                </a:cubicBezTo>
                <a:cubicBezTo>
                  <a:pt x="1888" y="644"/>
                  <a:pt x="1710" y="351"/>
                  <a:pt x="1773" y="230"/>
                </a:cubicBezTo>
                <a:cubicBezTo>
                  <a:pt x="1836" y="109"/>
                  <a:pt x="1947" y="16"/>
                  <a:pt x="2029" y="8"/>
                </a:cubicBezTo>
                <a:cubicBezTo>
                  <a:pt x="2111" y="0"/>
                  <a:pt x="2213" y="27"/>
                  <a:pt x="2267" y="183"/>
                </a:cubicBezTo>
                <a:cubicBezTo>
                  <a:pt x="2321" y="339"/>
                  <a:pt x="2355" y="707"/>
                  <a:pt x="2355" y="942"/>
                </a:cubicBezTo>
                <a:cubicBezTo>
                  <a:pt x="2355" y="1177"/>
                  <a:pt x="2353" y="1485"/>
                  <a:pt x="2267" y="1592"/>
                </a:cubicBezTo>
                <a:cubicBezTo>
                  <a:pt x="2181" y="1699"/>
                  <a:pt x="1939" y="1680"/>
                  <a:pt x="1840" y="1586"/>
                </a:cubicBezTo>
                <a:cubicBezTo>
                  <a:pt x="1741" y="1492"/>
                  <a:pt x="1940" y="1135"/>
                  <a:pt x="1670" y="1025"/>
                </a:cubicBezTo>
                <a:cubicBezTo>
                  <a:pt x="1400" y="915"/>
                  <a:pt x="440" y="967"/>
                  <a:pt x="220" y="923"/>
                </a:cubicBezTo>
                <a:cubicBezTo>
                  <a:pt x="0" y="879"/>
                  <a:pt x="127" y="795"/>
                  <a:pt x="349" y="761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45412" name="Line 32"/>
          <p:cNvSpPr/>
          <p:nvPr/>
        </p:nvSpPr>
        <p:spPr>
          <a:xfrm>
            <a:off x="6107113" y="4244975"/>
            <a:ext cx="604837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5413" name="Line 34"/>
          <p:cNvSpPr/>
          <p:nvPr/>
        </p:nvSpPr>
        <p:spPr>
          <a:xfrm>
            <a:off x="8947150" y="3497263"/>
            <a:ext cx="133350" cy="63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5414" name="Line 35"/>
          <p:cNvSpPr/>
          <p:nvPr/>
        </p:nvSpPr>
        <p:spPr>
          <a:xfrm flipV="1">
            <a:off x="8953500" y="5002213"/>
            <a:ext cx="1714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5415" name="Text Box 36"/>
          <p:cNvSpPr txBox="1"/>
          <p:nvPr/>
        </p:nvSpPr>
        <p:spPr>
          <a:xfrm>
            <a:off x="9572625" y="3227388"/>
            <a:ext cx="900113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10.0.0.1</a:t>
            </a:r>
            <a:endParaRPr lang="en-US" altLang="zh-CN" sz="16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45416" name="Text Box 37"/>
          <p:cNvSpPr txBox="1"/>
          <p:nvPr/>
        </p:nvSpPr>
        <p:spPr>
          <a:xfrm>
            <a:off x="9699625" y="3995738"/>
            <a:ext cx="931863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10.0.0.2</a:t>
            </a:r>
            <a:endParaRPr lang="en-US" altLang="zh-CN" sz="16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45417" name="Text Box 38"/>
          <p:cNvSpPr txBox="1"/>
          <p:nvPr/>
        </p:nvSpPr>
        <p:spPr>
          <a:xfrm>
            <a:off x="9661525" y="4891088"/>
            <a:ext cx="931863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10.0.0.3</a:t>
            </a:r>
            <a:endParaRPr lang="en-US" altLang="zh-CN" sz="16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2" name="Group 88"/>
          <p:cNvGrpSpPr/>
          <p:nvPr/>
        </p:nvGrpSpPr>
        <p:grpSpPr>
          <a:xfrm>
            <a:off x="7154863" y="2855913"/>
            <a:ext cx="1871662" cy="1033462"/>
            <a:chOff x="3550" y="2055"/>
            <a:chExt cx="1179" cy="651"/>
          </a:xfrm>
        </p:grpSpPr>
        <p:grpSp>
          <p:nvGrpSpPr>
            <p:cNvPr id="145511" name="Group 50"/>
            <p:cNvGrpSpPr/>
            <p:nvPr/>
          </p:nvGrpSpPr>
          <p:grpSpPr>
            <a:xfrm>
              <a:off x="3550" y="2055"/>
              <a:ext cx="1179" cy="357"/>
              <a:chOff x="4381" y="786"/>
              <a:chExt cx="1108" cy="357"/>
            </a:xfrm>
          </p:grpSpPr>
          <p:sp>
            <p:nvSpPr>
              <p:cNvPr id="145516" name="Rectangle 40"/>
              <p:cNvSpPr/>
              <p:nvPr/>
            </p:nvSpPr>
            <p:spPr>
              <a:xfrm>
                <a:off x="4385" y="830"/>
                <a:ext cx="1104" cy="256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5517" name="Text Box 39"/>
              <p:cNvSpPr txBox="1"/>
              <p:nvPr/>
            </p:nvSpPr>
            <p:spPr>
              <a:xfrm>
                <a:off x="4381" y="813"/>
                <a:ext cx="1045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S: 10.0.0.1, 3345</a:t>
                </a:r>
                <a:endParaRPr lang="en-US" altLang="zh-CN" sz="12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D: 128.119.40.186, 80</a:t>
                </a:r>
                <a:endParaRPr lang="en-US" altLang="zh-CN" sz="12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45518" name="Group 44"/>
              <p:cNvGrpSpPr/>
              <p:nvPr/>
            </p:nvGrpSpPr>
            <p:grpSpPr>
              <a:xfrm>
                <a:off x="5394" y="786"/>
                <a:ext cx="48" cy="99"/>
                <a:chOff x="5508" y="1599"/>
                <a:chExt cx="48" cy="99"/>
              </a:xfrm>
            </p:grpSpPr>
            <p:sp>
              <p:nvSpPr>
                <p:cNvPr id="145523" name="Freeform 43"/>
                <p:cNvSpPr/>
                <p:nvPr/>
              </p:nvSpPr>
              <p:spPr>
                <a:xfrm>
                  <a:off x="5508" y="1599"/>
                  <a:ext cx="48" cy="99"/>
                </a:xfrm>
                <a:custGeom>
                  <a:avLst/>
                  <a:gdLst>
                    <a:gd name="txL" fmla="*/ 0 w 48"/>
                    <a:gd name="txT" fmla="*/ 0 h 99"/>
                    <a:gd name="txR" fmla="*/ 48 w 48"/>
                    <a:gd name="txB" fmla="*/ 99 h 99"/>
                  </a:gdLst>
                  <a:ahLst/>
                  <a:cxnLst>
                    <a:cxn ang="0">
                      <a:pos x="21" y="0"/>
                    </a:cxn>
                    <a:cxn ang="0">
                      <a:pos x="0" y="72"/>
                    </a:cxn>
                    <a:cxn ang="0">
                      <a:pos x="27" y="99"/>
                    </a:cxn>
                    <a:cxn ang="0">
                      <a:pos x="48" y="21"/>
                    </a:cxn>
                    <a:cxn ang="0">
                      <a:pos x="21" y="0"/>
                    </a:cxn>
                  </a:cxnLst>
                  <a:rect l="txL" t="txT" r="txR" b="txB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chemeClr val="bg1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45524" name="Line 41"/>
                <p:cNvSpPr/>
                <p:nvPr/>
              </p:nvSpPr>
              <p:spPr>
                <a:xfrm flipH="1">
                  <a:off x="5512" y="1608"/>
                  <a:ext cx="22" cy="6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525" name="Line 42"/>
                <p:cNvSpPr/>
                <p:nvPr/>
              </p:nvSpPr>
              <p:spPr>
                <a:xfrm flipH="1">
                  <a:off x="5536" y="1620"/>
                  <a:ext cx="20" cy="6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5519" name="Group 45"/>
              <p:cNvGrpSpPr/>
              <p:nvPr/>
            </p:nvGrpSpPr>
            <p:grpSpPr>
              <a:xfrm>
                <a:off x="5382" y="1044"/>
                <a:ext cx="48" cy="99"/>
                <a:chOff x="5508" y="1599"/>
                <a:chExt cx="48" cy="99"/>
              </a:xfrm>
            </p:grpSpPr>
            <p:sp>
              <p:nvSpPr>
                <p:cNvPr id="145520" name="Freeform 46"/>
                <p:cNvSpPr/>
                <p:nvPr/>
              </p:nvSpPr>
              <p:spPr>
                <a:xfrm>
                  <a:off x="5508" y="1599"/>
                  <a:ext cx="48" cy="99"/>
                </a:xfrm>
                <a:custGeom>
                  <a:avLst/>
                  <a:gdLst>
                    <a:gd name="txL" fmla="*/ 0 w 48"/>
                    <a:gd name="txT" fmla="*/ 0 h 99"/>
                    <a:gd name="txR" fmla="*/ 48 w 48"/>
                    <a:gd name="txB" fmla="*/ 99 h 99"/>
                  </a:gdLst>
                  <a:ahLst/>
                  <a:cxnLst>
                    <a:cxn ang="0">
                      <a:pos x="21" y="0"/>
                    </a:cxn>
                    <a:cxn ang="0">
                      <a:pos x="0" y="72"/>
                    </a:cxn>
                    <a:cxn ang="0">
                      <a:pos x="27" y="99"/>
                    </a:cxn>
                    <a:cxn ang="0">
                      <a:pos x="48" y="21"/>
                    </a:cxn>
                    <a:cxn ang="0">
                      <a:pos x="21" y="0"/>
                    </a:cxn>
                  </a:cxnLst>
                  <a:rect l="txL" t="txT" r="txR" b="txB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chemeClr val="bg1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45521" name="Line 47"/>
                <p:cNvSpPr/>
                <p:nvPr/>
              </p:nvSpPr>
              <p:spPr>
                <a:xfrm flipH="1">
                  <a:off x="5512" y="1608"/>
                  <a:ext cx="22" cy="6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522" name="Line 48"/>
                <p:cNvSpPr/>
                <p:nvPr/>
              </p:nvSpPr>
              <p:spPr>
                <a:xfrm flipH="1">
                  <a:off x="5536" y="1620"/>
                  <a:ext cx="20" cy="6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145512" name="Freeform 51"/>
            <p:cNvSpPr/>
            <p:nvPr/>
          </p:nvSpPr>
          <p:spPr>
            <a:xfrm>
              <a:off x="3573" y="2364"/>
              <a:ext cx="564" cy="342"/>
            </a:xfrm>
            <a:custGeom>
              <a:avLst/>
              <a:gdLst>
                <a:gd name="txL" fmla="*/ 0 w 417"/>
                <a:gd name="txT" fmla="*/ 0 h 264"/>
                <a:gd name="txR" fmla="*/ 417 w 417"/>
                <a:gd name="txB" fmla="*/ 264 h 264"/>
              </a:gdLst>
              <a:ahLst/>
              <a:cxnLst>
                <a:cxn ang="0">
                  <a:pos x="0" y="36137"/>
                </a:cxn>
                <a:cxn ang="0">
                  <a:pos x="129452" y="36137"/>
                </a:cxn>
                <a:cxn ang="0">
                  <a:pos x="129452" y="0"/>
                </a:cxn>
              </a:cxnLst>
              <a:rect l="txL" t="txT" r="txR" b="txB"/>
              <a:pathLst>
                <a:path w="417" h="264">
                  <a:moveTo>
                    <a:pt x="0" y="264"/>
                  </a:moveTo>
                  <a:lnTo>
                    <a:pt x="417" y="264"/>
                  </a:lnTo>
                  <a:lnTo>
                    <a:pt x="417" y="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45513" name="Group 87"/>
            <p:cNvGrpSpPr/>
            <p:nvPr/>
          </p:nvGrpSpPr>
          <p:grpSpPr>
            <a:xfrm>
              <a:off x="4032" y="2416"/>
              <a:ext cx="218" cy="233"/>
              <a:chOff x="5140" y="400"/>
              <a:chExt cx="218" cy="233"/>
            </a:xfrm>
          </p:grpSpPr>
          <p:sp>
            <p:nvSpPr>
              <p:cNvPr id="145514" name="Oval 86"/>
              <p:cNvSpPr/>
              <p:nvPr/>
            </p:nvSpPr>
            <p:spPr>
              <a:xfrm>
                <a:off x="5140" y="410"/>
                <a:ext cx="218" cy="21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rgbClr val="CC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5515" name="Text Box 52"/>
              <p:cNvSpPr txBox="1"/>
              <p:nvPr/>
            </p:nvSpPr>
            <p:spPr>
              <a:xfrm>
                <a:off x="5154" y="400"/>
                <a:ext cx="182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solidFill>
                      <a:srgbClr val="CC0000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1</a:t>
                </a:r>
                <a:endParaRPr lang="en-US" altLang="zh-CN" sz="1800" dirty="0">
                  <a:solidFill>
                    <a:srgbClr val="CC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</p:grpSp>
      <p:sp>
        <p:nvSpPr>
          <p:cNvPr id="145419" name="Text Box 54"/>
          <p:cNvSpPr txBox="1"/>
          <p:nvPr/>
        </p:nvSpPr>
        <p:spPr>
          <a:xfrm>
            <a:off x="6057900" y="3817938"/>
            <a:ext cx="931863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10.0.0.4</a:t>
            </a:r>
            <a:endParaRPr lang="en-US" altLang="zh-CN" sz="16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45420" name="Line 55"/>
          <p:cNvSpPr/>
          <p:nvPr/>
        </p:nvSpPr>
        <p:spPr>
          <a:xfrm flipH="1">
            <a:off x="6181725" y="4073525"/>
            <a:ext cx="85725" cy="12858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5421" name="Text Box 56"/>
          <p:cNvSpPr txBox="1"/>
          <p:nvPr/>
        </p:nvSpPr>
        <p:spPr>
          <a:xfrm>
            <a:off x="4219575" y="4375150"/>
            <a:ext cx="1306513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138.76.29.7</a:t>
            </a:r>
            <a:endParaRPr lang="en-US" altLang="zh-CN" sz="16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45422" name="Line 57"/>
          <p:cNvSpPr/>
          <p:nvPr/>
        </p:nvSpPr>
        <p:spPr>
          <a:xfrm flipH="1">
            <a:off x="5441950" y="4311650"/>
            <a:ext cx="85725" cy="12858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grpSp>
        <p:nvGrpSpPr>
          <p:cNvPr id="7" name="Group 59"/>
          <p:cNvGrpSpPr/>
          <p:nvPr/>
        </p:nvGrpSpPr>
        <p:grpSpPr>
          <a:xfrm>
            <a:off x="7993063" y="1570038"/>
            <a:ext cx="3241675" cy="1389062"/>
            <a:chOff x="3944" y="989"/>
            <a:chExt cx="2042" cy="875"/>
          </a:xfrm>
        </p:grpSpPr>
        <p:sp>
          <p:nvSpPr>
            <p:cNvPr id="145509" name="Text Box 53"/>
            <p:cNvSpPr txBox="1"/>
            <p:nvPr/>
          </p:nvSpPr>
          <p:spPr>
            <a:xfrm>
              <a:off x="4121" y="989"/>
              <a:ext cx="1865" cy="5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 dirty="0">
                  <a:solidFill>
                    <a:srgbClr val="CC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1:</a:t>
              </a:r>
              <a:r>
                <a:rPr lang="en-US" altLang="zh-CN" sz="1800" b="1" dirty="0">
                  <a:solidFill>
                    <a:srgbClr val="FF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 </a:t>
              </a:r>
              <a:r>
                <a:rPr lang="en-US" altLang="zh-CN" sz="1800" b="1" dirty="0">
                  <a:solidFill>
                    <a:srgbClr val="000099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host 10.0.0.1 </a:t>
              </a:r>
              <a:endParaRPr lang="en-US" altLang="zh-CN" sz="18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0099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sends datagram to </a:t>
              </a:r>
              <a:endParaRPr lang="en-US" altLang="zh-CN" sz="18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0099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128.119.40.186, 80</a:t>
              </a:r>
              <a:endParaRPr lang="en-US" altLang="zh-CN" sz="18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45510" name="Line 58"/>
            <p:cNvSpPr/>
            <p:nvPr/>
          </p:nvSpPr>
          <p:spPr>
            <a:xfrm flipH="1">
              <a:off x="3944" y="1105"/>
              <a:ext cx="197" cy="759"/>
            </a:xfrm>
            <a:prstGeom prst="line">
              <a:avLst/>
            </a:prstGeom>
            <a:ln w="12700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45424" name="Freeform 67"/>
          <p:cNvSpPr/>
          <p:nvPr/>
        </p:nvSpPr>
        <p:spPr>
          <a:xfrm>
            <a:off x="3868738" y="2627313"/>
            <a:ext cx="3862387" cy="1531937"/>
          </a:xfrm>
          <a:custGeom>
            <a:avLst/>
            <a:gdLst>
              <a:gd name="txL" fmla="*/ 0 w 2433"/>
              <a:gd name="txT" fmla="*/ 0 h 965"/>
              <a:gd name="txR" fmla="*/ 2433 w 2433"/>
              <a:gd name="txB" fmla="*/ 965 h 965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</a:cxnLst>
            <a:rect l="txL" t="txT" r="txR" b="txB"/>
            <a:pathLst>
              <a:path w="2433" h="965">
                <a:moveTo>
                  <a:pt x="0" y="64"/>
                </a:moveTo>
                <a:cubicBezTo>
                  <a:pt x="0" y="64"/>
                  <a:pt x="2079" y="0"/>
                  <a:pt x="2352" y="64"/>
                </a:cubicBezTo>
                <a:cubicBezTo>
                  <a:pt x="2433" y="57"/>
                  <a:pt x="1814" y="309"/>
                  <a:pt x="1640" y="450"/>
                </a:cubicBezTo>
                <a:cubicBezTo>
                  <a:pt x="1466" y="591"/>
                  <a:pt x="1383" y="888"/>
                  <a:pt x="1308" y="965"/>
                </a:cubicBezTo>
                <a:lnTo>
                  <a:pt x="1159" y="965"/>
                </a:lnTo>
                <a:cubicBezTo>
                  <a:pt x="1078" y="870"/>
                  <a:pt x="1013" y="546"/>
                  <a:pt x="820" y="396"/>
                </a:cubicBezTo>
                <a:cubicBezTo>
                  <a:pt x="583" y="207"/>
                  <a:pt x="189" y="142"/>
                  <a:pt x="0" y="64"/>
                </a:cubicBezTo>
                <a:close/>
              </a:path>
            </a:pathLst>
          </a:custGeom>
          <a:gradFill rotWithShape="1">
            <a:gsLst>
              <a:gs pos="0">
                <a:schemeClr val="hlink">
                  <a:alpha val="100000"/>
                </a:schemeClr>
              </a:gs>
              <a:gs pos="100000">
                <a:schemeClr val="bg1">
                  <a:alpha val="100000"/>
                </a:schemeClr>
              </a:gs>
            </a:gsLst>
            <a:lin ang="5400000" scaled="1"/>
            <a:tileRect/>
          </a:gradFill>
          <a:ln w="3175" cap="flat" cmpd="sng">
            <a:solidFill>
              <a:schemeClr val="hlink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5425" name="Rectangle 62"/>
          <p:cNvSpPr/>
          <p:nvPr/>
        </p:nvSpPr>
        <p:spPr>
          <a:xfrm>
            <a:off x="3868738" y="1374775"/>
            <a:ext cx="3784600" cy="1354138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45426" name="Text Box 60"/>
          <p:cNvSpPr txBox="1"/>
          <p:nvPr/>
        </p:nvSpPr>
        <p:spPr>
          <a:xfrm>
            <a:off x="3765550" y="1419225"/>
            <a:ext cx="3965575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NAT translation table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WAN side addr        LAN side addr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45427" name="Line 63"/>
          <p:cNvSpPr/>
          <p:nvPr/>
        </p:nvSpPr>
        <p:spPr>
          <a:xfrm flipV="1">
            <a:off x="3868738" y="1747838"/>
            <a:ext cx="3790950" cy="111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5428" name="Line 64"/>
          <p:cNvSpPr/>
          <p:nvPr/>
        </p:nvSpPr>
        <p:spPr>
          <a:xfrm flipV="1">
            <a:off x="3883025" y="2025650"/>
            <a:ext cx="3749675" cy="1111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5429" name="Line 65"/>
          <p:cNvSpPr/>
          <p:nvPr/>
        </p:nvSpPr>
        <p:spPr>
          <a:xfrm>
            <a:off x="5992813" y="1770063"/>
            <a:ext cx="3175" cy="9556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3533" name="Text Box 61"/>
          <p:cNvSpPr txBox="1"/>
          <p:nvPr/>
        </p:nvSpPr>
        <p:spPr>
          <a:xfrm>
            <a:off x="3867150" y="2044700"/>
            <a:ext cx="3819525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138.76.29.7, 5001   10.0.0.1, 3345</a:t>
            </a:r>
            <a:endParaRPr lang="en-US" altLang="zh-CN" sz="1800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……                                         ……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8" name="Group 135"/>
          <p:cNvGrpSpPr/>
          <p:nvPr/>
        </p:nvGrpSpPr>
        <p:grpSpPr>
          <a:xfrm>
            <a:off x="6289675" y="3435350"/>
            <a:ext cx="2784475" cy="1638300"/>
            <a:chOff x="3002" y="2417"/>
            <a:chExt cx="1754" cy="1032"/>
          </a:xfrm>
        </p:grpSpPr>
        <p:sp>
          <p:nvSpPr>
            <p:cNvPr id="145495" name="Rectangle 91"/>
            <p:cNvSpPr/>
            <p:nvPr/>
          </p:nvSpPr>
          <p:spPr>
            <a:xfrm>
              <a:off x="3002" y="3051"/>
              <a:ext cx="1175" cy="25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45496" name="Text Box 92"/>
            <p:cNvSpPr txBox="1"/>
            <p:nvPr/>
          </p:nvSpPr>
          <p:spPr>
            <a:xfrm>
              <a:off x="3104" y="3042"/>
              <a:ext cx="1112" cy="4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S: 128.119.40.186, 80 </a:t>
              </a:r>
              <a:endPara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D: 10.0.0.1, 3345</a:t>
              </a:r>
              <a:endPara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45497" name="Group 93"/>
            <p:cNvGrpSpPr/>
            <p:nvPr/>
          </p:nvGrpSpPr>
          <p:grpSpPr>
            <a:xfrm>
              <a:off x="3054" y="3007"/>
              <a:ext cx="51" cy="99"/>
              <a:chOff x="5508" y="1599"/>
              <a:chExt cx="48" cy="99"/>
            </a:xfrm>
          </p:grpSpPr>
          <p:sp>
            <p:nvSpPr>
              <p:cNvPr id="145506" name="Freeform 94"/>
              <p:cNvSpPr/>
              <p:nvPr/>
            </p:nvSpPr>
            <p:spPr>
              <a:xfrm>
                <a:off x="5508" y="1599"/>
                <a:ext cx="48" cy="99"/>
              </a:xfrm>
              <a:custGeom>
                <a:avLst/>
                <a:gdLst>
                  <a:gd name="txL" fmla="*/ 0 w 48"/>
                  <a:gd name="txT" fmla="*/ 0 h 99"/>
                  <a:gd name="txR" fmla="*/ 48 w 48"/>
                  <a:gd name="txB" fmla="*/ 99 h 99"/>
                </a:gdLst>
                <a:ahLst/>
                <a:cxnLst>
                  <a:cxn ang="0">
                    <a:pos x="21" y="0"/>
                  </a:cxn>
                  <a:cxn ang="0">
                    <a:pos x="0" y="72"/>
                  </a:cxn>
                  <a:cxn ang="0">
                    <a:pos x="27" y="99"/>
                  </a:cxn>
                  <a:cxn ang="0">
                    <a:pos x="48" y="21"/>
                  </a:cxn>
                  <a:cxn ang="0">
                    <a:pos x="21" y="0"/>
                  </a:cxn>
                </a:cxnLst>
                <a:rect l="txL" t="txT" r="txR" b="txB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bg1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45507" name="Line 95"/>
              <p:cNvSpPr/>
              <p:nvPr/>
            </p:nvSpPr>
            <p:spPr>
              <a:xfrm flipH="1">
                <a:off x="5512" y="1608"/>
                <a:ext cx="22" cy="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5508" name="Line 96"/>
              <p:cNvSpPr/>
              <p:nvPr/>
            </p:nvSpPr>
            <p:spPr>
              <a:xfrm flipH="1">
                <a:off x="5536" y="1620"/>
                <a:ext cx="20" cy="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45498" name="Group 97"/>
            <p:cNvGrpSpPr/>
            <p:nvPr/>
          </p:nvGrpSpPr>
          <p:grpSpPr>
            <a:xfrm>
              <a:off x="3059" y="3248"/>
              <a:ext cx="51" cy="99"/>
              <a:chOff x="5508" y="1599"/>
              <a:chExt cx="48" cy="99"/>
            </a:xfrm>
          </p:grpSpPr>
          <p:sp>
            <p:nvSpPr>
              <p:cNvPr id="145503" name="Freeform 98"/>
              <p:cNvSpPr/>
              <p:nvPr/>
            </p:nvSpPr>
            <p:spPr>
              <a:xfrm>
                <a:off x="5508" y="1599"/>
                <a:ext cx="48" cy="99"/>
              </a:xfrm>
              <a:custGeom>
                <a:avLst/>
                <a:gdLst>
                  <a:gd name="txL" fmla="*/ 0 w 48"/>
                  <a:gd name="txT" fmla="*/ 0 h 99"/>
                  <a:gd name="txR" fmla="*/ 48 w 48"/>
                  <a:gd name="txB" fmla="*/ 99 h 99"/>
                </a:gdLst>
                <a:ahLst/>
                <a:cxnLst>
                  <a:cxn ang="0">
                    <a:pos x="21" y="0"/>
                  </a:cxn>
                  <a:cxn ang="0">
                    <a:pos x="0" y="72"/>
                  </a:cxn>
                  <a:cxn ang="0">
                    <a:pos x="27" y="99"/>
                  </a:cxn>
                  <a:cxn ang="0">
                    <a:pos x="48" y="21"/>
                  </a:cxn>
                  <a:cxn ang="0">
                    <a:pos x="21" y="0"/>
                  </a:cxn>
                </a:cxnLst>
                <a:rect l="txL" t="txT" r="txR" b="txB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bg1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45504" name="Line 99"/>
              <p:cNvSpPr/>
              <p:nvPr/>
            </p:nvSpPr>
            <p:spPr>
              <a:xfrm flipH="1">
                <a:off x="5512" y="1608"/>
                <a:ext cx="22" cy="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5505" name="Line 100"/>
              <p:cNvSpPr/>
              <p:nvPr/>
            </p:nvSpPr>
            <p:spPr>
              <a:xfrm flipH="1">
                <a:off x="5536" y="1620"/>
                <a:ext cx="20" cy="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45499" name="Freeform 101"/>
            <p:cNvSpPr/>
            <p:nvPr/>
          </p:nvSpPr>
          <p:spPr>
            <a:xfrm>
              <a:off x="4179" y="2417"/>
              <a:ext cx="577" cy="768"/>
            </a:xfrm>
            <a:custGeom>
              <a:avLst/>
              <a:gdLst>
                <a:gd name="txL" fmla="*/ 0 w 577"/>
                <a:gd name="txT" fmla="*/ 0 h 768"/>
                <a:gd name="txR" fmla="*/ 577 w 577"/>
                <a:gd name="txB" fmla="*/ 768 h 768"/>
              </a:gdLst>
              <a:ahLst/>
              <a:cxnLst>
                <a:cxn ang="0">
                  <a:pos x="577" y="0"/>
                </a:cxn>
                <a:cxn ang="0">
                  <a:pos x="342" y="0"/>
                </a:cxn>
                <a:cxn ang="0">
                  <a:pos x="342" y="768"/>
                </a:cxn>
                <a:cxn ang="0">
                  <a:pos x="0" y="760"/>
                </a:cxn>
              </a:cxnLst>
              <a:rect l="txL" t="txT" r="txR" b="txB"/>
              <a:pathLst>
                <a:path w="577" h="768">
                  <a:moveTo>
                    <a:pt x="577" y="0"/>
                  </a:moveTo>
                  <a:lnTo>
                    <a:pt x="342" y="0"/>
                  </a:lnTo>
                  <a:lnTo>
                    <a:pt x="342" y="768"/>
                  </a:lnTo>
                  <a:lnTo>
                    <a:pt x="0" y="76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45500" name="Group 102"/>
            <p:cNvGrpSpPr/>
            <p:nvPr/>
          </p:nvGrpSpPr>
          <p:grpSpPr>
            <a:xfrm>
              <a:off x="4240" y="3061"/>
              <a:ext cx="219" cy="233"/>
              <a:chOff x="5140" y="400"/>
              <a:chExt cx="219" cy="233"/>
            </a:xfrm>
          </p:grpSpPr>
          <p:sp>
            <p:nvSpPr>
              <p:cNvPr id="145501" name="Oval 103"/>
              <p:cNvSpPr/>
              <p:nvPr/>
            </p:nvSpPr>
            <p:spPr>
              <a:xfrm>
                <a:off x="5140" y="410"/>
                <a:ext cx="218" cy="21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rgbClr val="CC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5502" name="Text Box 104"/>
              <p:cNvSpPr txBox="1"/>
              <p:nvPr/>
            </p:nvSpPr>
            <p:spPr>
              <a:xfrm>
                <a:off x="5154" y="400"/>
                <a:ext cx="205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solidFill>
                      <a:srgbClr val="CC0000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4</a:t>
                </a:r>
                <a:endParaRPr lang="en-US" altLang="zh-CN" sz="1800" dirty="0">
                  <a:solidFill>
                    <a:srgbClr val="CC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</p:grpSp>
      <p:grpSp>
        <p:nvGrpSpPr>
          <p:cNvPr id="12" name="Group 108"/>
          <p:cNvGrpSpPr/>
          <p:nvPr/>
        </p:nvGrpSpPr>
        <p:grpSpPr>
          <a:xfrm>
            <a:off x="3055938" y="3652838"/>
            <a:ext cx="2497137" cy="566737"/>
            <a:chOff x="1026" y="3559"/>
            <a:chExt cx="1573" cy="357"/>
          </a:xfrm>
        </p:grpSpPr>
        <p:grpSp>
          <p:nvGrpSpPr>
            <p:cNvPr id="145480" name="Group 68"/>
            <p:cNvGrpSpPr/>
            <p:nvPr/>
          </p:nvGrpSpPr>
          <p:grpSpPr>
            <a:xfrm>
              <a:off x="1412" y="3559"/>
              <a:ext cx="1187" cy="357"/>
              <a:chOff x="4381" y="786"/>
              <a:chExt cx="1108" cy="357"/>
            </a:xfrm>
          </p:grpSpPr>
          <p:sp>
            <p:nvSpPr>
              <p:cNvPr id="145485" name="Rectangle 69"/>
              <p:cNvSpPr/>
              <p:nvPr/>
            </p:nvSpPr>
            <p:spPr>
              <a:xfrm>
                <a:off x="4385" y="830"/>
                <a:ext cx="1104" cy="256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5486" name="Text Box 70"/>
              <p:cNvSpPr txBox="1"/>
              <p:nvPr/>
            </p:nvSpPr>
            <p:spPr>
              <a:xfrm>
                <a:off x="4381" y="813"/>
                <a:ext cx="1045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S: 138.76.29.7, 5001</a:t>
                </a:r>
                <a:endParaRPr lang="en-US" altLang="zh-CN" sz="12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D: 128.119.40.186, 80</a:t>
                </a:r>
                <a:endParaRPr lang="en-US" altLang="zh-CN" sz="12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45487" name="Group 71"/>
              <p:cNvGrpSpPr/>
              <p:nvPr/>
            </p:nvGrpSpPr>
            <p:grpSpPr>
              <a:xfrm>
                <a:off x="5394" y="786"/>
                <a:ext cx="48" cy="99"/>
                <a:chOff x="5508" y="1599"/>
                <a:chExt cx="48" cy="99"/>
              </a:xfrm>
            </p:grpSpPr>
            <p:sp>
              <p:nvSpPr>
                <p:cNvPr id="145492" name="Freeform 72"/>
                <p:cNvSpPr/>
                <p:nvPr/>
              </p:nvSpPr>
              <p:spPr>
                <a:xfrm>
                  <a:off x="5508" y="1599"/>
                  <a:ext cx="48" cy="99"/>
                </a:xfrm>
                <a:custGeom>
                  <a:avLst/>
                  <a:gdLst>
                    <a:gd name="txL" fmla="*/ 0 w 48"/>
                    <a:gd name="txT" fmla="*/ 0 h 99"/>
                    <a:gd name="txR" fmla="*/ 48 w 48"/>
                    <a:gd name="txB" fmla="*/ 99 h 99"/>
                  </a:gdLst>
                  <a:ahLst/>
                  <a:cxnLst>
                    <a:cxn ang="0">
                      <a:pos x="21" y="0"/>
                    </a:cxn>
                    <a:cxn ang="0">
                      <a:pos x="0" y="72"/>
                    </a:cxn>
                    <a:cxn ang="0">
                      <a:pos x="27" y="99"/>
                    </a:cxn>
                    <a:cxn ang="0">
                      <a:pos x="48" y="21"/>
                    </a:cxn>
                    <a:cxn ang="0">
                      <a:pos x="21" y="0"/>
                    </a:cxn>
                  </a:cxnLst>
                  <a:rect l="txL" t="txT" r="txR" b="txB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chemeClr val="bg1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45493" name="Line 73"/>
                <p:cNvSpPr/>
                <p:nvPr/>
              </p:nvSpPr>
              <p:spPr>
                <a:xfrm flipH="1">
                  <a:off x="5512" y="1608"/>
                  <a:ext cx="21" cy="6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494" name="Line 74"/>
                <p:cNvSpPr/>
                <p:nvPr/>
              </p:nvSpPr>
              <p:spPr>
                <a:xfrm flipH="1">
                  <a:off x="5536" y="1620"/>
                  <a:ext cx="21" cy="6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5488" name="Group 75"/>
              <p:cNvGrpSpPr/>
              <p:nvPr/>
            </p:nvGrpSpPr>
            <p:grpSpPr>
              <a:xfrm>
                <a:off x="5382" y="1044"/>
                <a:ext cx="48" cy="99"/>
                <a:chOff x="5508" y="1599"/>
                <a:chExt cx="48" cy="99"/>
              </a:xfrm>
            </p:grpSpPr>
            <p:sp>
              <p:nvSpPr>
                <p:cNvPr id="145489" name="Freeform 76"/>
                <p:cNvSpPr/>
                <p:nvPr/>
              </p:nvSpPr>
              <p:spPr>
                <a:xfrm>
                  <a:off x="5508" y="1599"/>
                  <a:ext cx="48" cy="99"/>
                </a:xfrm>
                <a:custGeom>
                  <a:avLst/>
                  <a:gdLst>
                    <a:gd name="txL" fmla="*/ 0 w 48"/>
                    <a:gd name="txT" fmla="*/ 0 h 99"/>
                    <a:gd name="txR" fmla="*/ 48 w 48"/>
                    <a:gd name="txB" fmla="*/ 99 h 99"/>
                  </a:gdLst>
                  <a:ahLst/>
                  <a:cxnLst>
                    <a:cxn ang="0">
                      <a:pos x="21" y="0"/>
                    </a:cxn>
                    <a:cxn ang="0">
                      <a:pos x="0" y="72"/>
                    </a:cxn>
                    <a:cxn ang="0">
                      <a:pos x="27" y="99"/>
                    </a:cxn>
                    <a:cxn ang="0">
                      <a:pos x="48" y="21"/>
                    </a:cxn>
                    <a:cxn ang="0">
                      <a:pos x="21" y="0"/>
                    </a:cxn>
                  </a:cxnLst>
                  <a:rect l="txL" t="txT" r="txR" b="txB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chemeClr val="bg1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45490" name="Line 77"/>
                <p:cNvSpPr/>
                <p:nvPr/>
              </p:nvSpPr>
              <p:spPr>
                <a:xfrm flipH="1">
                  <a:off x="5510" y="1608"/>
                  <a:ext cx="21" cy="6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491" name="Line 78"/>
                <p:cNvSpPr/>
                <p:nvPr/>
              </p:nvSpPr>
              <p:spPr>
                <a:xfrm flipH="1">
                  <a:off x="5536" y="1620"/>
                  <a:ext cx="21" cy="6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145481" name="Line 79"/>
            <p:cNvSpPr/>
            <p:nvPr/>
          </p:nvSpPr>
          <p:spPr>
            <a:xfrm flipH="1">
              <a:off x="1026" y="3729"/>
              <a:ext cx="37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145482" name="Group 105"/>
            <p:cNvGrpSpPr/>
            <p:nvPr/>
          </p:nvGrpSpPr>
          <p:grpSpPr>
            <a:xfrm>
              <a:off x="1143" y="3613"/>
              <a:ext cx="219" cy="233"/>
              <a:chOff x="5140" y="400"/>
              <a:chExt cx="219" cy="233"/>
            </a:xfrm>
          </p:grpSpPr>
          <p:sp>
            <p:nvSpPr>
              <p:cNvPr id="145483" name="Oval 106"/>
              <p:cNvSpPr/>
              <p:nvPr/>
            </p:nvSpPr>
            <p:spPr>
              <a:xfrm>
                <a:off x="5140" y="410"/>
                <a:ext cx="218" cy="21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5484" name="Text Box 107"/>
              <p:cNvSpPr txBox="1"/>
              <p:nvPr/>
            </p:nvSpPr>
            <p:spPr>
              <a:xfrm>
                <a:off x="5154" y="400"/>
                <a:ext cx="205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solidFill>
                      <a:srgbClr val="CC0000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2</a:t>
                </a:r>
                <a:endParaRPr lang="en-US" altLang="zh-CN" sz="1800" dirty="0">
                  <a:solidFill>
                    <a:srgbClr val="CC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</p:grpSp>
      <p:grpSp>
        <p:nvGrpSpPr>
          <p:cNvPr id="17" name="Group 112"/>
          <p:cNvGrpSpPr/>
          <p:nvPr/>
        </p:nvGrpSpPr>
        <p:grpSpPr>
          <a:xfrm>
            <a:off x="503238" y="1671638"/>
            <a:ext cx="6175375" cy="2052637"/>
            <a:chOff x="0" y="1306"/>
            <a:chExt cx="3247" cy="1293"/>
          </a:xfrm>
        </p:grpSpPr>
        <p:sp>
          <p:nvSpPr>
            <p:cNvPr id="145476" name="Text Box 82"/>
            <p:cNvSpPr txBox="1"/>
            <p:nvPr/>
          </p:nvSpPr>
          <p:spPr>
            <a:xfrm>
              <a:off x="0" y="1306"/>
              <a:ext cx="1301" cy="11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 dirty="0">
                  <a:solidFill>
                    <a:srgbClr val="CC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2:</a:t>
              </a:r>
              <a:r>
                <a:rPr lang="en-US" altLang="zh-CN" sz="1800" b="1" dirty="0">
                  <a:solidFill>
                    <a:srgbClr val="FF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 </a:t>
              </a:r>
              <a:r>
                <a:rPr lang="en-US" altLang="zh-CN" sz="1800" b="1" dirty="0">
                  <a:solidFill>
                    <a:srgbClr val="000099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NAT router</a:t>
              </a:r>
              <a:endParaRPr lang="en-US" altLang="zh-CN" sz="18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0099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changes datagram</a:t>
              </a:r>
              <a:endParaRPr lang="en-US" altLang="zh-CN" sz="18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0099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source addr from</a:t>
              </a:r>
              <a:endParaRPr lang="en-US" altLang="zh-CN" sz="18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0099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10.0.0.1, 3345 to</a:t>
              </a:r>
              <a:endParaRPr lang="en-US" altLang="zh-CN" sz="18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0099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138.76.29.7, 5001,</a:t>
              </a:r>
              <a:endParaRPr lang="en-US" altLang="zh-CN" sz="18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0099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updates table</a:t>
              </a:r>
              <a:endParaRPr lang="en-US" altLang="zh-CN" sz="18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45477" name="Line 83"/>
            <p:cNvSpPr/>
            <p:nvPr/>
          </p:nvSpPr>
          <p:spPr>
            <a:xfrm>
              <a:off x="1285" y="2243"/>
              <a:ext cx="147" cy="356"/>
            </a:xfrm>
            <a:prstGeom prst="line">
              <a:avLst/>
            </a:prstGeom>
            <a:ln w="12700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5478" name="Line 110"/>
            <p:cNvSpPr/>
            <p:nvPr/>
          </p:nvSpPr>
          <p:spPr>
            <a:xfrm flipV="1">
              <a:off x="1275" y="1788"/>
              <a:ext cx="663" cy="455"/>
            </a:xfrm>
            <a:prstGeom prst="line">
              <a:avLst/>
            </a:prstGeom>
            <a:ln w="12700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5479" name="Line 111"/>
            <p:cNvSpPr/>
            <p:nvPr/>
          </p:nvSpPr>
          <p:spPr>
            <a:xfrm flipV="1">
              <a:off x="1275" y="1751"/>
              <a:ext cx="1972" cy="491"/>
            </a:xfrm>
            <a:prstGeom prst="line">
              <a:avLst/>
            </a:prstGeom>
            <a:ln w="12700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8" name="Group 129"/>
          <p:cNvGrpSpPr/>
          <p:nvPr/>
        </p:nvGrpSpPr>
        <p:grpSpPr>
          <a:xfrm>
            <a:off x="2884488" y="4681538"/>
            <a:ext cx="2471737" cy="703262"/>
            <a:chOff x="1163" y="3752"/>
            <a:chExt cx="1557" cy="443"/>
          </a:xfrm>
        </p:grpSpPr>
        <p:sp>
          <p:nvSpPr>
            <p:cNvPr id="145462" name="Rectangle 115"/>
            <p:cNvSpPr/>
            <p:nvPr/>
          </p:nvSpPr>
          <p:spPr>
            <a:xfrm>
              <a:off x="1163" y="3796"/>
              <a:ext cx="1183" cy="25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45463" name="Text Box 116"/>
            <p:cNvSpPr txBox="1"/>
            <p:nvPr/>
          </p:nvSpPr>
          <p:spPr>
            <a:xfrm>
              <a:off x="1281" y="3788"/>
              <a:ext cx="1120" cy="4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S: 128.119.40.186, 80 </a:t>
              </a:r>
              <a:endPara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D: 138.76.29.7, 5001</a:t>
              </a:r>
              <a:endPara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45464" name="Group 117"/>
            <p:cNvGrpSpPr/>
            <p:nvPr/>
          </p:nvGrpSpPr>
          <p:grpSpPr>
            <a:xfrm>
              <a:off x="1214" y="3752"/>
              <a:ext cx="52" cy="99"/>
              <a:chOff x="5508" y="1599"/>
              <a:chExt cx="48" cy="99"/>
            </a:xfrm>
          </p:grpSpPr>
          <p:sp>
            <p:nvSpPr>
              <p:cNvPr id="145473" name="Freeform 118"/>
              <p:cNvSpPr/>
              <p:nvPr/>
            </p:nvSpPr>
            <p:spPr>
              <a:xfrm>
                <a:off x="5508" y="1599"/>
                <a:ext cx="48" cy="99"/>
              </a:xfrm>
              <a:custGeom>
                <a:avLst/>
                <a:gdLst>
                  <a:gd name="txL" fmla="*/ 0 w 48"/>
                  <a:gd name="txT" fmla="*/ 0 h 99"/>
                  <a:gd name="txR" fmla="*/ 48 w 48"/>
                  <a:gd name="txB" fmla="*/ 99 h 99"/>
                </a:gdLst>
                <a:ahLst/>
                <a:cxnLst>
                  <a:cxn ang="0">
                    <a:pos x="21" y="0"/>
                  </a:cxn>
                  <a:cxn ang="0">
                    <a:pos x="0" y="72"/>
                  </a:cxn>
                  <a:cxn ang="0">
                    <a:pos x="27" y="99"/>
                  </a:cxn>
                  <a:cxn ang="0">
                    <a:pos x="48" y="21"/>
                  </a:cxn>
                  <a:cxn ang="0">
                    <a:pos x="21" y="0"/>
                  </a:cxn>
                </a:cxnLst>
                <a:rect l="txL" t="txT" r="txR" b="txB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bg1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45474" name="Line 119"/>
              <p:cNvSpPr/>
              <p:nvPr/>
            </p:nvSpPr>
            <p:spPr>
              <a:xfrm flipH="1">
                <a:off x="5512" y="1608"/>
                <a:ext cx="20" cy="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5475" name="Line 120"/>
              <p:cNvSpPr/>
              <p:nvPr/>
            </p:nvSpPr>
            <p:spPr>
              <a:xfrm flipH="1">
                <a:off x="5536" y="1620"/>
                <a:ext cx="20" cy="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45465" name="Group 121"/>
            <p:cNvGrpSpPr/>
            <p:nvPr/>
          </p:nvGrpSpPr>
          <p:grpSpPr>
            <a:xfrm>
              <a:off x="1193" y="3984"/>
              <a:ext cx="52" cy="99"/>
              <a:chOff x="5508" y="1599"/>
              <a:chExt cx="48" cy="99"/>
            </a:xfrm>
          </p:grpSpPr>
          <p:sp>
            <p:nvSpPr>
              <p:cNvPr id="145470" name="Freeform 122"/>
              <p:cNvSpPr/>
              <p:nvPr/>
            </p:nvSpPr>
            <p:spPr>
              <a:xfrm>
                <a:off x="5508" y="1599"/>
                <a:ext cx="48" cy="99"/>
              </a:xfrm>
              <a:custGeom>
                <a:avLst/>
                <a:gdLst>
                  <a:gd name="txL" fmla="*/ 0 w 48"/>
                  <a:gd name="txT" fmla="*/ 0 h 99"/>
                  <a:gd name="txR" fmla="*/ 48 w 48"/>
                  <a:gd name="txB" fmla="*/ 99 h 99"/>
                </a:gdLst>
                <a:ahLst/>
                <a:cxnLst>
                  <a:cxn ang="0">
                    <a:pos x="21" y="0"/>
                  </a:cxn>
                  <a:cxn ang="0">
                    <a:pos x="0" y="72"/>
                  </a:cxn>
                  <a:cxn ang="0">
                    <a:pos x="27" y="99"/>
                  </a:cxn>
                  <a:cxn ang="0">
                    <a:pos x="48" y="21"/>
                  </a:cxn>
                  <a:cxn ang="0">
                    <a:pos x="21" y="0"/>
                  </a:cxn>
                </a:cxnLst>
                <a:rect l="txL" t="txT" r="txR" b="txB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bg1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45471" name="Line 123"/>
              <p:cNvSpPr/>
              <p:nvPr/>
            </p:nvSpPr>
            <p:spPr>
              <a:xfrm flipH="1">
                <a:off x="5512" y="1608"/>
                <a:ext cx="20" cy="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5472" name="Line 124"/>
              <p:cNvSpPr/>
              <p:nvPr/>
            </p:nvSpPr>
            <p:spPr>
              <a:xfrm flipH="1">
                <a:off x="5536" y="1620"/>
                <a:ext cx="20" cy="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45466" name="Line 125"/>
            <p:cNvSpPr/>
            <p:nvPr/>
          </p:nvSpPr>
          <p:spPr>
            <a:xfrm flipH="1">
              <a:off x="2344" y="3931"/>
              <a:ext cx="37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grpSp>
          <p:nvGrpSpPr>
            <p:cNvPr id="145467" name="Group 126"/>
            <p:cNvGrpSpPr/>
            <p:nvPr/>
          </p:nvGrpSpPr>
          <p:grpSpPr>
            <a:xfrm>
              <a:off x="2409" y="3815"/>
              <a:ext cx="219" cy="233"/>
              <a:chOff x="5140" y="400"/>
              <a:chExt cx="219" cy="233"/>
            </a:xfrm>
          </p:grpSpPr>
          <p:sp>
            <p:nvSpPr>
              <p:cNvPr id="145468" name="Oval 127"/>
              <p:cNvSpPr/>
              <p:nvPr/>
            </p:nvSpPr>
            <p:spPr>
              <a:xfrm>
                <a:off x="5140" y="410"/>
                <a:ext cx="218" cy="21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rgbClr val="CC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45469" name="Text Box 128"/>
              <p:cNvSpPr txBox="1"/>
              <p:nvPr/>
            </p:nvSpPr>
            <p:spPr>
              <a:xfrm>
                <a:off x="5154" y="400"/>
                <a:ext cx="205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solidFill>
                      <a:srgbClr val="CC0000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3</a:t>
                </a:r>
                <a:endParaRPr lang="en-US" altLang="zh-CN" sz="1800" dirty="0">
                  <a:solidFill>
                    <a:srgbClr val="CC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</p:grpSp>
      <p:sp>
        <p:nvSpPr>
          <p:cNvPr id="233603" name="Text Box 131"/>
          <p:cNvSpPr txBox="1"/>
          <p:nvPr/>
        </p:nvSpPr>
        <p:spPr>
          <a:xfrm>
            <a:off x="1016000" y="5170488"/>
            <a:ext cx="4003675" cy="923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3:</a:t>
            </a:r>
            <a:r>
              <a:rPr lang="en-US" altLang="zh-CN" sz="18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</a:t>
            </a:r>
            <a:r>
              <a:rPr lang="en-US" altLang="zh-CN" sz="18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reply arrives</a:t>
            </a:r>
            <a:endParaRPr lang="en-US" altLang="zh-CN" sz="1800" b="1" dirty="0">
              <a:solidFill>
                <a:srgbClr val="000099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dest. address:</a:t>
            </a:r>
            <a:endParaRPr lang="en-US" altLang="zh-CN" sz="1800" b="1" dirty="0">
              <a:solidFill>
                <a:srgbClr val="000099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138.76.29.7, 5001</a:t>
            </a:r>
            <a:endParaRPr lang="en-US" altLang="zh-CN" sz="1800" b="1" dirty="0">
              <a:solidFill>
                <a:srgbClr val="000099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233608" name="Text Box 136"/>
          <p:cNvSpPr txBox="1"/>
          <p:nvPr/>
        </p:nvSpPr>
        <p:spPr>
          <a:xfrm>
            <a:off x="6267450" y="4953000"/>
            <a:ext cx="4557713" cy="1477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4:</a:t>
            </a:r>
            <a:r>
              <a:rPr lang="en-US" altLang="zh-CN" sz="1800" b="1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</a:t>
            </a:r>
            <a:r>
              <a:rPr lang="en-US" altLang="zh-CN" sz="18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NAT router</a:t>
            </a:r>
            <a:endParaRPr lang="en-US" altLang="zh-CN" sz="1800" b="1" dirty="0">
              <a:solidFill>
                <a:srgbClr val="000099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changes datagram</a:t>
            </a:r>
            <a:endParaRPr lang="en-US" altLang="zh-CN" sz="1800" b="1" dirty="0">
              <a:solidFill>
                <a:srgbClr val="000099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dest addr from</a:t>
            </a:r>
            <a:endParaRPr lang="en-US" altLang="zh-CN" sz="1800" b="1" dirty="0">
              <a:solidFill>
                <a:srgbClr val="000099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138.76.29.7, 5001 to 10.0.0.1, 3345 </a:t>
            </a:r>
            <a:endParaRPr lang="en-US" altLang="zh-CN" sz="1800" b="1" dirty="0">
              <a:solidFill>
                <a:srgbClr val="000099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 dirty="0">
              <a:solidFill>
                <a:srgbClr val="000099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45437" name="Line 138"/>
          <p:cNvSpPr/>
          <p:nvPr/>
        </p:nvSpPr>
        <p:spPr>
          <a:xfrm>
            <a:off x="2546350" y="4273550"/>
            <a:ext cx="3025775" cy="63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25" name="Rectangle 141"/>
          <p:cNvSpPr>
            <a:spLocks noGrp="1" noChangeArrowheads="1"/>
          </p:cNvSpPr>
          <p:nvPr>
            <p:ph type="title"/>
          </p:nvPr>
        </p:nvSpPr>
        <p:spPr>
          <a:xfrm>
            <a:off x="2057400" y="230188"/>
            <a:ext cx="9631363" cy="46513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NAT: network address translation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pic>
        <p:nvPicPr>
          <p:cNvPr id="145439" name="Picture 142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22488" y="922338"/>
            <a:ext cx="7769225" cy="173037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45440" name="Group 143"/>
          <p:cNvGrpSpPr/>
          <p:nvPr/>
        </p:nvGrpSpPr>
        <p:grpSpPr>
          <a:xfrm>
            <a:off x="5559425" y="4095750"/>
            <a:ext cx="587375" cy="323850"/>
            <a:chOff x="4396" y="1245"/>
            <a:chExt cx="672" cy="248"/>
          </a:xfrm>
        </p:grpSpPr>
        <p:sp>
          <p:nvSpPr>
            <p:cNvPr id="145454" name="Oval 407"/>
            <p:cNvSpPr/>
            <p:nvPr/>
          </p:nvSpPr>
          <p:spPr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45455" name="Rectangle 410"/>
            <p:cNvSpPr/>
            <p:nvPr/>
          </p:nvSpPr>
          <p:spPr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45456" name="Oval 411"/>
            <p:cNvSpPr/>
            <p:nvPr/>
          </p:nvSpPr>
          <p:spPr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45457" name="Group 147"/>
            <p:cNvGrpSpPr/>
            <p:nvPr/>
          </p:nvGrpSpPr>
          <p:grpSpPr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45460" name="Freeform 148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45461" name="Freeform 149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45458" name="Line 150"/>
            <p:cNvSpPr/>
            <p:nvPr/>
          </p:nvSpPr>
          <p:spPr>
            <a:xfrm>
              <a:off x="4400" y="1322"/>
              <a:ext cx="0" cy="108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5459" name="Line 151"/>
            <p:cNvSpPr/>
            <p:nvPr/>
          </p:nvSpPr>
          <p:spPr>
            <a:xfrm>
              <a:off x="5063" y="1326"/>
              <a:ext cx="0" cy="107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45441" name="Group 156"/>
          <p:cNvGrpSpPr/>
          <p:nvPr/>
        </p:nvGrpSpPr>
        <p:grpSpPr>
          <a:xfrm flipH="1">
            <a:off x="9053513" y="3311525"/>
            <a:ext cx="641350" cy="558800"/>
            <a:chOff x="-44" y="1473"/>
            <a:chExt cx="981" cy="1105"/>
          </a:xfrm>
        </p:grpSpPr>
        <p:pic>
          <p:nvPicPr>
            <p:cNvPr id="145452" name="Picture 157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5453" name="Freeform 158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45442" name="Group 159"/>
          <p:cNvGrpSpPr/>
          <p:nvPr/>
        </p:nvGrpSpPr>
        <p:grpSpPr>
          <a:xfrm flipH="1">
            <a:off x="9064625" y="4054475"/>
            <a:ext cx="641350" cy="558800"/>
            <a:chOff x="-44" y="1473"/>
            <a:chExt cx="981" cy="1105"/>
          </a:xfrm>
        </p:grpSpPr>
        <p:pic>
          <p:nvPicPr>
            <p:cNvPr id="145450" name="Picture 160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5451" name="Freeform 161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45443" name="Group 162"/>
          <p:cNvGrpSpPr/>
          <p:nvPr/>
        </p:nvGrpSpPr>
        <p:grpSpPr>
          <a:xfrm flipH="1">
            <a:off x="9072563" y="4808538"/>
            <a:ext cx="641350" cy="558800"/>
            <a:chOff x="-44" y="1473"/>
            <a:chExt cx="981" cy="1105"/>
          </a:xfrm>
        </p:grpSpPr>
        <p:pic>
          <p:nvPicPr>
            <p:cNvPr id="145448" name="Picture 163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5449" name="Freeform 164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77884" y="5998"/>
                </a:cxn>
                <a:cxn ang="0">
                  <a:pos x="92393" y="124961"/>
                </a:cxn>
                <a:cxn ang="0">
                  <a:pos x="20362" y="15628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45444" name="Line 32"/>
          <p:cNvSpPr/>
          <p:nvPr/>
        </p:nvSpPr>
        <p:spPr>
          <a:xfrm>
            <a:off x="8910638" y="4238625"/>
            <a:ext cx="2190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5445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45446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45447" name="TextBox 1"/>
          <p:cNvSpPr txBox="1"/>
          <p:nvPr/>
        </p:nvSpPr>
        <p:spPr>
          <a:xfrm>
            <a:off x="363538" y="6199188"/>
            <a:ext cx="60071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 Check out the online interactive exercises for more examples: h</a:t>
            </a: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ttp://gaia.cs.umass.edu/kurose_ross/interactive/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533" grpId="0"/>
      <p:bldP spid="233603" grpId="0"/>
      <p:bldP spid="233608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7458" name="Rectangle 3"/>
          <p:cNvSpPr>
            <a:spLocks noGrp="1"/>
          </p:cNvSpPr>
          <p:nvPr>
            <p:ph idx="1"/>
          </p:nvPr>
        </p:nvSpPr>
        <p:spPr>
          <a:xfrm>
            <a:off x="614363" y="1193800"/>
            <a:ext cx="10882312" cy="492760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16-bit port-number field: 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60,000 simultaneous connections with a single LAN-side address!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NAT is controversial: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routers should only process up to layer 3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address shortage should be solved by IPv6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violates end-to-end argument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2"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NAT possibility must be taken into account by app designers, e.g., P2P applications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NAT traversal: what if client wants to connect to server behind NAT?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title"/>
          </p:nvPr>
        </p:nvSpPr>
        <p:spPr>
          <a:xfrm>
            <a:off x="2057400" y="230188"/>
            <a:ext cx="9161463" cy="6032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NAT: network address translation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pic>
        <p:nvPicPr>
          <p:cNvPr id="147460" name="Picture 6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22488" y="922338"/>
            <a:ext cx="7769225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7461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47462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页脚占位符 2"/>
          <p:cNvSpPr txBox="1">
            <a:spLocks noGrp="1"/>
          </p:cNvSpPr>
          <p:nvPr/>
        </p:nvSpPr>
        <p:spPr>
          <a:xfrm>
            <a:off x="6934200" y="64008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 Layer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49507" name="灯片编号占位符 3"/>
          <p:cNvSpPr txBox="1">
            <a:spLocks noGrp="1"/>
          </p:cNvSpPr>
          <p:nvPr/>
        </p:nvSpPr>
        <p:spPr>
          <a:xfrm>
            <a:off x="9686925" y="6400800"/>
            <a:ext cx="676275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</a:fld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49508" name="Text Box 2"/>
          <p:cNvSpPr txBox="1"/>
          <p:nvPr/>
        </p:nvSpPr>
        <p:spPr>
          <a:xfrm>
            <a:off x="2152650" y="1606550"/>
            <a:ext cx="9051925" cy="13128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accent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    </a:t>
            </a:r>
            <a:r>
              <a:rPr lang="en-US" altLang="zh-CN" b="1" dirty="0">
                <a:solidFill>
                  <a:schemeClr val="accent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How hosts and routers transport an IP datagram from source to destination?</a:t>
            </a:r>
            <a:endParaRPr lang="en-US" altLang="zh-CN" b="1" dirty="0">
              <a:solidFill>
                <a:schemeClr val="accent2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3189" name="Text Box 3"/>
          <p:cNvSpPr txBox="1"/>
          <p:nvPr/>
        </p:nvSpPr>
        <p:spPr>
          <a:xfrm>
            <a:off x="2000250" y="3117850"/>
            <a:ext cx="8972550" cy="1314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    </a:t>
            </a:r>
            <a:r>
              <a:rPr lang="en-US" altLang="zh-CN" b="1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Depending on whether the source and destination reside on the same network</a:t>
            </a:r>
            <a:endParaRPr lang="en-US" altLang="zh-CN" b="1" dirty="0">
              <a:solidFill>
                <a:schemeClr val="tx2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49510" name="Text Box 4"/>
          <p:cNvSpPr txBox="1"/>
          <p:nvPr/>
        </p:nvSpPr>
        <p:spPr>
          <a:xfrm>
            <a:off x="1555750" y="760413"/>
            <a:ext cx="1828800" cy="523875"/>
          </a:xfrm>
          <a:prstGeom prst="rect">
            <a:avLst/>
          </a:prstGeom>
          <a:solidFill>
            <a:srgbClr val="009900"/>
          </a:solidFill>
          <a:ln w="9525">
            <a:noFill/>
          </a:ln>
          <a:effectLst>
            <a:outerShdw dist="107763" dir="18900000" algn="ctr" rotWithShape="0">
              <a:srgbClr val="B2B2B2"/>
            </a:outerShdw>
          </a:effectLst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chemeClr val="bg1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problem</a:t>
            </a:r>
            <a:endParaRPr lang="en-US" altLang="zh-CN" dirty="0">
              <a:solidFill>
                <a:schemeClr val="bg1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</p:spTree>
  </p:cSld>
  <p:clrMapOvr>
    <a:masterClrMapping/>
  </p:clrMapOvr>
  <p:transition spd="med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18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CC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9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0530" name="页脚占位符 2"/>
          <p:cNvSpPr txBox="1">
            <a:spLocks noGrp="1"/>
          </p:cNvSpPr>
          <p:nvPr/>
        </p:nvSpPr>
        <p:spPr>
          <a:xfrm>
            <a:off x="6934200" y="64008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 Layer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0531" name="灯片编号占位符 3"/>
          <p:cNvSpPr txBox="1">
            <a:spLocks noGrp="1"/>
          </p:cNvSpPr>
          <p:nvPr/>
        </p:nvSpPr>
        <p:spPr>
          <a:xfrm>
            <a:off x="9686925" y="6400800"/>
            <a:ext cx="676275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</a:fld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4212" name="Rectangle 2"/>
          <p:cNvSpPr/>
          <p:nvPr/>
        </p:nvSpPr>
        <p:spPr>
          <a:xfrm>
            <a:off x="3705225" y="2133600"/>
            <a:ext cx="4119563" cy="33337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0533" name="Text Box 3"/>
          <p:cNvSpPr txBox="1"/>
          <p:nvPr/>
        </p:nvSpPr>
        <p:spPr>
          <a:xfrm>
            <a:off x="2133600" y="3403600"/>
            <a:ext cx="19050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223.1.1.1</a:t>
            </a:r>
            <a:endParaRPr lang="en-US" altLang="zh-CN" sz="1800" dirty="0">
              <a:solidFill>
                <a:schemeClr val="tx2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0534" name="Text Box 4"/>
          <p:cNvSpPr txBox="1"/>
          <p:nvPr/>
        </p:nvSpPr>
        <p:spPr>
          <a:xfrm>
            <a:off x="2133600" y="4546600"/>
            <a:ext cx="19050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223.1.1.2</a:t>
            </a:r>
            <a:endParaRPr lang="en-US" altLang="zh-CN" sz="1800" dirty="0">
              <a:solidFill>
                <a:schemeClr val="tx2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0535" name="Text Box 5"/>
          <p:cNvSpPr txBox="1"/>
          <p:nvPr/>
        </p:nvSpPr>
        <p:spPr>
          <a:xfrm>
            <a:off x="2057400" y="5689600"/>
            <a:ext cx="19050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223.1.1.3</a:t>
            </a:r>
            <a:endParaRPr lang="en-US" altLang="zh-CN" sz="1800" dirty="0">
              <a:solidFill>
                <a:schemeClr val="tx2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0536" name="Text Box 6"/>
          <p:cNvSpPr txBox="1"/>
          <p:nvPr/>
        </p:nvSpPr>
        <p:spPr>
          <a:xfrm>
            <a:off x="4038600" y="6299200"/>
            <a:ext cx="19050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223.1.3.1</a:t>
            </a:r>
            <a:endParaRPr lang="en-US" altLang="zh-CN" sz="1800" dirty="0">
              <a:solidFill>
                <a:schemeClr val="tx2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0537" name="Text Box 7"/>
          <p:cNvSpPr txBox="1"/>
          <p:nvPr/>
        </p:nvSpPr>
        <p:spPr>
          <a:xfrm>
            <a:off x="5791200" y="6299200"/>
            <a:ext cx="19050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223.1.3.2</a:t>
            </a:r>
            <a:endParaRPr lang="en-US" altLang="zh-CN" sz="1800" dirty="0">
              <a:solidFill>
                <a:schemeClr val="tx2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0538" name="Text Box 8"/>
          <p:cNvSpPr txBox="1"/>
          <p:nvPr/>
        </p:nvSpPr>
        <p:spPr>
          <a:xfrm>
            <a:off x="8077200" y="3556000"/>
            <a:ext cx="19050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223.1.2.1</a:t>
            </a:r>
            <a:endParaRPr lang="en-US" altLang="zh-CN" sz="1800" dirty="0">
              <a:solidFill>
                <a:schemeClr val="tx2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0539" name="Text Box 9"/>
          <p:cNvSpPr txBox="1"/>
          <p:nvPr/>
        </p:nvSpPr>
        <p:spPr>
          <a:xfrm>
            <a:off x="8153400" y="5232400"/>
            <a:ext cx="19050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223.1.2.2</a:t>
            </a:r>
            <a:endParaRPr lang="en-US" altLang="zh-CN" sz="1800" dirty="0">
              <a:solidFill>
                <a:schemeClr val="tx2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0540" name="Line 10"/>
          <p:cNvSpPr/>
          <p:nvPr/>
        </p:nvSpPr>
        <p:spPr>
          <a:xfrm>
            <a:off x="3124200" y="2997200"/>
            <a:ext cx="838200" cy="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0541" name="Line 11"/>
          <p:cNvSpPr/>
          <p:nvPr/>
        </p:nvSpPr>
        <p:spPr>
          <a:xfrm>
            <a:off x="3124200" y="4191000"/>
            <a:ext cx="838200" cy="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0542" name="Line 12"/>
          <p:cNvSpPr/>
          <p:nvPr/>
        </p:nvSpPr>
        <p:spPr>
          <a:xfrm>
            <a:off x="3962400" y="2971800"/>
            <a:ext cx="0" cy="251460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0543" name="Line 13"/>
          <p:cNvSpPr/>
          <p:nvPr/>
        </p:nvSpPr>
        <p:spPr>
          <a:xfrm>
            <a:off x="3162300" y="5486400"/>
            <a:ext cx="838200" cy="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0544" name="Line 14"/>
          <p:cNvSpPr/>
          <p:nvPr/>
        </p:nvSpPr>
        <p:spPr>
          <a:xfrm>
            <a:off x="7620000" y="3048000"/>
            <a:ext cx="914400" cy="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0545" name="Line 15"/>
          <p:cNvSpPr/>
          <p:nvPr/>
        </p:nvSpPr>
        <p:spPr>
          <a:xfrm>
            <a:off x="7620000" y="3048000"/>
            <a:ext cx="0" cy="182880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0546" name="Line 16"/>
          <p:cNvSpPr/>
          <p:nvPr/>
        </p:nvSpPr>
        <p:spPr>
          <a:xfrm>
            <a:off x="7620000" y="4876800"/>
            <a:ext cx="1066800" cy="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0547" name="Line 17"/>
          <p:cNvSpPr/>
          <p:nvPr/>
        </p:nvSpPr>
        <p:spPr>
          <a:xfrm>
            <a:off x="4800600" y="5181600"/>
            <a:ext cx="0" cy="38100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0548" name="Line 18"/>
          <p:cNvSpPr/>
          <p:nvPr/>
        </p:nvSpPr>
        <p:spPr>
          <a:xfrm>
            <a:off x="4800600" y="5181600"/>
            <a:ext cx="1828800" cy="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0549" name="Line 19"/>
          <p:cNvSpPr/>
          <p:nvPr/>
        </p:nvSpPr>
        <p:spPr>
          <a:xfrm>
            <a:off x="6629400" y="5181600"/>
            <a:ext cx="0" cy="38100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0550" name="Line 20"/>
          <p:cNvSpPr/>
          <p:nvPr/>
        </p:nvSpPr>
        <p:spPr>
          <a:xfrm>
            <a:off x="3962400" y="4191000"/>
            <a:ext cx="1219200" cy="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0551" name="Line 21"/>
          <p:cNvSpPr/>
          <p:nvPr/>
        </p:nvSpPr>
        <p:spPr>
          <a:xfrm>
            <a:off x="6324600" y="4191000"/>
            <a:ext cx="1295400" cy="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0552" name="Line 22"/>
          <p:cNvSpPr/>
          <p:nvPr/>
        </p:nvSpPr>
        <p:spPr>
          <a:xfrm>
            <a:off x="5715000" y="4419600"/>
            <a:ext cx="0" cy="76200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0553" name="Text Box 23"/>
          <p:cNvSpPr txBox="1"/>
          <p:nvPr/>
        </p:nvSpPr>
        <p:spPr>
          <a:xfrm>
            <a:off x="2209800" y="2819400"/>
            <a:ext cx="6096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A</a:t>
            </a:r>
            <a:endParaRPr lang="en-US" altLang="zh-CN" sz="1800" dirty="0">
              <a:solidFill>
                <a:schemeClr val="tx2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0554" name="Text Box 24"/>
          <p:cNvSpPr txBox="1"/>
          <p:nvPr/>
        </p:nvSpPr>
        <p:spPr>
          <a:xfrm>
            <a:off x="2057400" y="5257800"/>
            <a:ext cx="6096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B</a:t>
            </a:r>
            <a:endParaRPr lang="en-US" altLang="zh-CN" sz="1800" dirty="0">
              <a:solidFill>
                <a:schemeClr val="tx2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0555" name="Rectangle 25"/>
          <p:cNvSpPr/>
          <p:nvPr/>
        </p:nvSpPr>
        <p:spPr>
          <a:xfrm>
            <a:off x="3924300" y="3835400"/>
            <a:ext cx="1130300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223.1.1.4</a:t>
            </a:r>
            <a:endParaRPr lang="en-US" altLang="zh-CN" sz="1800" dirty="0">
              <a:solidFill>
                <a:schemeClr val="tx2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0556" name="Rectangle 26"/>
          <p:cNvSpPr/>
          <p:nvPr/>
        </p:nvSpPr>
        <p:spPr>
          <a:xfrm>
            <a:off x="5105400" y="4572000"/>
            <a:ext cx="1308100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223.1.3.27</a:t>
            </a:r>
            <a:endParaRPr lang="en-US" altLang="zh-CN" sz="1800" dirty="0">
              <a:solidFill>
                <a:schemeClr val="tx2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0557" name="Rectangle 27"/>
          <p:cNvSpPr/>
          <p:nvPr/>
        </p:nvSpPr>
        <p:spPr>
          <a:xfrm>
            <a:off x="6324600" y="3810000"/>
            <a:ext cx="1166813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223.1.2.9</a:t>
            </a:r>
            <a:endParaRPr lang="en-US" altLang="zh-CN" sz="1800" dirty="0">
              <a:solidFill>
                <a:schemeClr val="tx2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94238" name="组合 94237"/>
          <p:cNvGrpSpPr/>
          <p:nvPr/>
        </p:nvGrpSpPr>
        <p:grpSpPr>
          <a:xfrm>
            <a:off x="2640013" y="1700213"/>
            <a:ext cx="7632700" cy="1465262"/>
            <a:chOff x="0" y="0"/>
            <a:chExt cx="4416" cy="923"/>
          </a:xfrm>
        </p:grpSpPr>
        <p:grpSp>
          <p:nvGrpSpPr>
            <p:cNvPr id="150592" name="组合 94238"/>
            <p:cNvGrpSpPr/>
            <p:nvPr/>
          </p:nvGrpSpPr>
          <p:grpSpPr>
            <a:xfrm>
              <a:off x="624" y="0"/>
              <a:ext cx="3792" cy="923"/>
              <a:chOff x="0" y="0"/>
              <a:chExt cx="3792" cy="923"/>
            </a:xfrm>
          </p:grpSpPr>
          <p:grpSp>
            <p:nvGrpSpPr>
              <p:cNvPr id="150594" name="组合 94239"/>
              <p:cNvGrpSpPr/>
              <p:nvPr/>
            </p:nvGrpSpPr>
            <p:grpSpPr>
              <a:xfrm>
                <a:off x="0" y="0"/>
                <a:ext cx="2352" cy="923"/>
                <a:chOff x="0" y="0"/>
                <a:chExt cx="1824" cy="923"/>
              </a:xfrm>
            </p:grpSpPr>
            <p:sp>
              <p:nvSpPr>
                <p:cNvPr id="150596" name="Rectangle 31"/>
                <p:cNvSpPr/>
                <p:nvPr/>
              </p:nvSpPr>
              <p:spPr>
                <a:xfrm>
                  <a:off x="1392" y="711"/>
                  <a:ext cx="432" cy="212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 algn="ctr">
                    <a:lnSpc>
                      <a:spcPct val="100000"/>
                    </a:lnSpc>
                    <a:spcBef>
                      <a:spcPct val="0"/>
                    </a:spcBef>
                    <a:buClr>
                      <a:schemeClr val="accent2"/>
                    </a:buClr>
                    <a:buSzPct val="85000"/>
                    <a:buFont typeface="ZapfDingbats"/>
                    <a:buNone/>
                  </a:pPr>
                  <a:r>
                    <a:rPr lang="en-US" altLang="zh-CN" sz="14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rPr>
                    <a:t>2</a:t>
                  </a:r>
                  <a:endPara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50597" name="Rectangle 32"/>
                <p:cNvSpPr/>
                <p:nvPr/>
              </p:nvSpPr>
              <p:spPr>
                <a:xfrm>
                  <a:off x="768" y="711"/>
                  <a:ext cx="624" cy="212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 algn="ctr">
                    <a:lnSpc>
                      <a:spcPct val="100000"/>
                    </a:lnSpc>
                    <a:spcBef>
                      <a:spcPct val="0"/>
                    </a:spcBef>
                    <a:buClr>
                      <a:schemeClr val="accent2"/>
                    </a:buClr>
                    <a:buSzPct val="85000"/>
                    <a:buFont typeface="ZapfDingbats"/>
                    <a:buNone/>
                  </a:pPr>
                  <a:r>
                    <a:rPr lang="en-US" altLang="zh-CN" sz="14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rPr>
                    <a:t>223.1.1.4</a:t>
                  </a:r>
                  <a:endPara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50598" name="Rectangle 33"/>
                <p:cNvSpPr/>
                <p:nvPr/>
              </p:nvSpPr>
              <p:spPr>
                <a:xfrm>
                  <a:off x="0" y="711"/>
                  <a:ext cx="768" cy="212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 algn="ctr">
                    <a:lnSpc>
                      <a:spcPct val="100000"/>
                    </a:lnSpc>
                    <a:spcBef>
                      <a:spcPct val="0"/>
                    </a:spcBef>
                    <a:buClr>
                      <a:schemeClr val="accent2"/>
                    </a:buClr>
                    <a:buSzPct val="85000"/>
                    <a:buFont typeface="ZapfDingbats"/>
                    <a:buNone/>
                  </a:pPr>
                  <a:r>
                    <a:rPr lang="en-US" altLang="zh-CN" sz="14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rPr>
                    <a:t>223.1.3.0/24</a:t>
                  </a:r>
                  <a:endPara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50599" name="Rectangle 34"/>
                <p:cNvSpPr/>
                <p:nvPr/>
              </p:nvSpPr>
              <p:spPr>
                <a:xfrm>
                  <a:off x="1392" y="499"/>
                  <a:ext cx="432" cy="212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 algn="ctr">
                    <a:lnSpc>
                      <a:spcPct val="100000"/>
                    </a:lnSpc>
                    <a:spcBef>
                      <a:spcPct val="0"/>
                    </a:spcBef>
                    <a:buClr>
                      <a:schemeClr val="accent2"/>
                    </a:buClr>
                    <a:buSzPct val="85000"/>
                    <a:buFont typeface="ZapfDingbats"/>
                    <a:buNone/>
                  </a:pPr>
                  <a:r>
                    <a:rPr lang="en-US" altLang="zh-CN" sz="14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rPr>
                    <a:t>2</a:t>
                  </a:r>
                  <a:endPara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50600" name="Rectangle 35"/>
                <p:cNvSpPr/>
                <p:nvPr/>
              </p:nvSpPr>
              <p:spPr>
                <a:xfrm>
                  <a:off x="768" y="499"/>
                  <a:ext cx="624" cy="212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 algn="ctr">
                    <a:lnSpc>
                      <a:spcPct val="100000"/>
                    </a:lnSpc>
                    <a:spcBef>
                      <a:spcPct val="0"/>
                    </a:spcBef>
                    <a:buClr>
                      <a:schemeClr val="accent2"/>
                    </a:buClr>
                    <a:buSzPct val="85000"/>
                    <a:buFont typeface="ZapfDingbats"/>
                    <a:buNone/>
                  </a:pPr>
                  <a:r>
                    <a:rPr lang="en-US" altLang="zh-CN" sz="14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rPr>
                    <a:t>223.1.1.4</a:t>
                  </a:r>
                  <a:endPara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50601" name="Rectangle 36"/>
                <p:cNvSpPr/>
                <p:nvPr/>
              </p:nvSpPr>
              <p:spPr>
                <a:xfrm>
                  <a:off x="0" y="499"/>
                  <a:ext cx="768" cy="212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 algn="ctr">
                    <a:lnSpc>
                      <a:spcPct val="100000"/>
                    </a:lnSpc>
                    <a:spcBef>
                      <a:spcPct val="0"/>
                    </a:spcBef>
                    <a:buClr>
                      <a:schemeClr val="accent2"/>
                    </a:buClr>
                    <a:buSzPct val="85000"/>
                    <a:buFont typeface="ZapfDingbats"/>
                    <a:buNone/>
                  </a:pPr>
                  <a:r>
                    <a:rPr lang="en-US" altLang="zh-CN" sz="14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rPr>
                    <a:t>223.1.2.0/24</a:t>
                  </a:r>
                  <a:endPara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50602" name="Rectangle 37"/>
                <p:cNvSpPr/>
                <p:nvPr/>
              </p:nvSpPr>
              <p:spPr>
                <a:xfrm>
                  <a:off x="1392" y="287"/>
                  <a:ext cx="432" cy="212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 algn="ctr">
                    <a:lnSpc>
                      <a:spcPct val="100000"/>
                    </a:lnSpc>
                    <a:spcBef>
                      <a:spcPct val="0"/>
                    </a:spcBef>
                    <a:buClr>
                      <a:schemeClr val="accent2"/>
                    </a:buClr>
                    <a:buSzPct val="85000"/>
                    <a:buFont typeface="ZapfDingbats"/>
                    <a:buNone/>
                  </a:pPr>
                  <a:r>
                    <a:rPr lang="en-US" altLang="zh-CN" sz="1400" b="1" dirty="0">
                      <a:solidFill>
                        <a:schemeClr val="bg1"/>
                      </a:solidFill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rPr>
                    <a:t>1</a:t>
                  </a:r>
                  <a:endParaRPr lang="en-US" altLang="zh-CN" sz="1400" b="1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50603" name="Rectangle 38"/>
                <p:cNvSpPr/>
                <p:nvPr/>
              </p:nvSpPr>
              <p:spPr>
                <a:xfrm>
                  <a:off x="768" y="287"/>
                  <a:ext cx="624" cy="212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 algn="ctr">
                    <a:lnSpc>
                      <a:spcPct val="100000"/>
                    </a:lnSpc>
                    <a:spcBef>
                      <a:spcPct val="0"/>
                    </a:spcBef>
                    <a:buClr>
                      <a:schemeClr val="accent2"/>
                    </a:buClr>
                    <a:buSzPct val="85000"/>
                    <a:buFont typeface="ZapfDingbats"/>
                    <a:buNone/>
                  </a:pPr>
                  <a:endParaRPr lang="zh-CN" altLang="en-US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50604" name="Rectangle 39"/>
                <p:cNvSpPr/>
                <p:nvPr/>
              </p:nvSpPr>
              <p:spPr>
                <a:xfrm>
                  <a:off x="0" y="287"/>
                  <a:ext cx="768" cy="212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 algn="ctr">
                    <a:lnSpc>
                      <a:spcPct val="100000"/>
                    </a:lnSpc>
                    <a:spcBef>
                      <a:spcPct val="0"/>
                    </a:spcBef>
                    <a:buClr>
                      <a:schemeClr val="accent2"/>
                    </a:buClr>
                    <a:buSzPct val="85000"/>
                    <a:buFont typeface="ZapfDingbats"/>
                    <a:buNone/>
                  </a:pPr>
                  <a:r>
                    <a:rPr lang="en-US" altLang="zh-CN" sz="1400" b="1" dirty="0">
                      <a:solidFill>
                        <a:schemeClr val="bg1"/>
                      </a:solidFill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rPr>
                    <a:t>223.1.1.0/24</a:t>
                  </a:r>
                  <a:endParaRPr lang="en-US" altLang="zh-CN" sz="1400" b="1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50605" name="Rectangle 40"/>
                <p:cNvSpPr/>
                <p:nvPr/>
              </p:nvSpPr>
              <p:spPr>
                <a:xfrm>
                  <a:off x="1392" y="0"/>
                  <a:ext cx="432" cy="28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 algn="ctr">
                    <a:lnSpc>
                      <a:spcPct val="100000"/>
                    </a:lnSpc>
                    <a:spcBef>
                      <a:spcPct val="0"/>
                    </a:spcBef>
                    <a:buClr>
                      <a:schemeClr val="accent2"/>
                    </a:buClr>
                    <a:buSzPct val="85000"/>
                    <a:buFont typeface="ZapfDingbats"/>
                    <a:buNone/>
                  </a:pPr>
                  <a:r>
                    <a:rPr lang="en-US" altLang="zh-CN" sz="16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rPr>
                    <a:t>Nhops</a:t>
                  </a:r>
                  <a:endParaRPr lang="en-US" altLang="zh-CN" sz="16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50606" name="Rectangle 41"/>
                <p:cNvSpPr/>
                <p:nvPr/>
              </p:nvSpPr>
              <p:spPr>
                <a:xfrm>
                  <a:off x="768" y="0"/>
                  <a:ext cx="624" cy="28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 algn="ctr">
                    <a:lnSpc>
                      <a:spcPct val="100000"/>
                    </a:lnSpc>
                    <a:spcBef>
                      <a:spcPct val="0"/>
                    </a:spcBef>
                    <a:buClr>
                      <a:schemeClr val="accent2"/>
                    </a:buClr>
                    <a:buSzPct val="85000"/>
                    <a:buFont typeface="ZapfDingbats"/>
                    <a:buNone/>
                  </a:pPr>
                  <a:r>
                    <a:rPr lang="en-US" altLang="zh-CN" sz="14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rPr>
                    <a:t>Next routers</a:t>
                  </a:r>
                  <a:endPara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50607" name="Rectangle 42"/>
                <p:cNvSpPr/>
                <p:nvPr/>
              </p:nvSpPr>
              <p:spPr>
                <a:xfrm>
                  <a:off x="0" y="0"/>
                  <a:ext cx="768" cy="28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 algn="ctr">
                    <a:lnSpc>
                      <a:spcPct val="100000"/>
                    </a:lnSpc>
                    <a:spcBef>
                      <a:spcPct val="0"/>
                    </a:spcBef>
                    <a:buClr>
                      <a:schemeClr val="accent2"/>
                    </a:buClr>
                    <a:buSzPct val="85000"/>
                    <a:buFont typeface="ZapfDingbats"/>
                    <a:buNone/>
                  </a:pPr>
                  <a:r>
                    <a:rPr lang="en-US" altLang="zh-CN" sz="18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rPr>
                    <a:t>destina</a:t>
                  </a:r>
                  <a:endParaRPr lang="en-US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50608" name="Line 43"/>
                <p:cNvSpPr/>
                <p:nvPr/>
              </p:nvSpPr>
              <p:spPr>
                <a:xfrm>
                  <a:off x="0" y="0"/>
                  <a:ext cx="1824" cy="0"/>
                </a:xfrm>
                <a:prstGeom prst="line">
                  <a:avLst/>
                </a:prstGeom>
                <a:ln w="28575" cap="sq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50609" name="Line 44"/>
                <p:cNvSpPr/>
                <p:nvPr/>
              </p:nvSpPr>
              <p:spPr>
                <a:xfrm>
                  <a:off x="0" y="287"/>
                  <a:ext cx="1824" cy="0"/>
                </a:xfrm>
                <a:prstGeom prst="line">
                  <a:avLst/>
                </a:prstGeom>
                <a:ln w="1270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50610" name="Line 45"/>
                <p:cNvSpPr/>
                <p:nvPr/>
              </p:nvSpPr>
              <p:spPr>
                <a:xfrm>
                  <a:off x="0" y="499"/>
                  <a:ext cx="1824" cy="0"/>
                </a:xfrm>
                <a:prstGeom prst="line">
                  <a:avLst/>
                </a:prstGeom>
                <a:ln w="1270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50611" name="Line 46"/>
                <p:cNvSpPr/>
                <p:nvPr/>
              </p:nvSpPr>
              <p:spPr>
                <a:xfrm>
                  <a:off x="0" y="711"/>
                  <a:ext cx="1824" cy="0"/>
                </a:xfrm>
                <a:prstGeom prst="line">
                  <a:avLst/>
                </a:prstGeom>
                <a:ln w="1270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50612" name="Line 47"/>
                <p:cNvSpPr/>
                <p:nvPr/>
              </p:nvSpPr>
              <p:spPr>
                <a:xfrm>
                  <a:off x="0" y="923"/>
                  <a:ext cx="1824" cy="0"/>
                </a:xfrm>
                <a:prstGeom prst="line">
                  <a:avLst/>
                </a:prstGeom>
                <a:ln w="28575" cap="sq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50613" name="Line 48"/>
                <p:cNvSpPr/>
                <p:nvPr/>
              </p:nvSpPr>
              <p:spPr>
                <a:xfrm>
                  <a:off x="0" y="0"/>
                  <a:ext cx="0" cy="923"/>
                </a:xfrm>
                <a:prstGeom prst="line">
                  <a:avLst/>
                </a:prstGeom>
                <a:ln w="28575" cap="sq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50614" name="Line 49"/>
                <p:cNvSpPr/>
                <p:nvPr/>
              </p:nvSpPr>
              <p:spPr>
                <a:xfrm>
                  <a:off x="768" y="0"/>
                  <a:ext cx="0" cy="923"/>
                </a:xfrm>
                <a:prstGeom prst="line">
                  <a:avLst/>
                </a:prstGeom>
                <a:ln w="1270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50615" name="Line 50"/>
                <p:cNvSpPr/>
                <p:nvPr/>
              </p:nvSpPr>
              <p:spPr>
                <a:xfrm>
                  <a:off x="1392" y="0"/>
                  <a:ext cx="0" cy="923"/>
                </a:xfrm>
                <a:prstGeom prst="line">
                  <a:avLst/>
                </a:prstGeom>
                <a:ln w="1270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50616" name="Line 51"/>
                <p:cNvSpPr/>
                <p:nvPr/>
              </p:nvSpPr>
              <p:spPr>
                <a:xfrm>
                  <a:off x="1824" y="0"/>
                  <a:ext cx="0" cy="923"/>
                </a:xfrm>
                <a:prstGeom prst="line">
                  <a:avLst/>
                </a:prstGeom>
                <a:ln w="28575" cap="sq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50595" name="Rectangle 52"/>
              <p:cNvSpPr/>
              <p:nvPr/>
            </p:nvSpPr>
            <p:spPr>
              <a:xfrm>
                <a:off x="2592" y="144"/>
                <a:ext cx="1200" cy="192"/>
              </a:xfrm>
              <a:prstGeom prst="rect">
                <a:avLst/>
              </a:prstGeom>
              <a:solidFill>
                <a:srgbClr val="3333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35921" dir="2699999" algn="ctr" rotWithShape="0">
                  <a:schemeClr val="bg2"/>
                </a:outerShdw>
              </a:effectLst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b="1" i="1" dirty="0">
                    <a:solidFill>
                      <a:schemeClr val="tx2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Routing Table in A</a:t>
                </a:r>
                <a:endParaRPr lang="en-US" altLang="zh-CN" sz="1400" b="1" i="1" dirty="0">
                  <a:solidFill>
                    <a:schemeClr val="tx2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150593" name="Line 53"/>
            <p:cNvSpPr/>
            <p:nvPr/>
          </p:nvSpPr>
          <p:spPr>
            <a:xfrm flipH="1">
              <a:off x="0" y="0"/>
              <a:ext cx="624" cy="624"/>
            </a:xfrm>
            <a:prstGeom prst="line">
              <a:avLst/>
            </a:prstGeom>
            <a:ln w="57150" cap="flat" cmpd="sng">
              <a:solidFill>
                <a:schemeClr val="tx2"/>
              </a:solidFill>
              <a:prstDash val="solid"/>
              <a:headEnd type="triangle" w="med" len="med"/>
              <a:tailEnd type="none" w="med" len="med"/>
            </a:ln>
          </p:spPr>
        </p:sp>
      </p:grpSp>
      <p:grpSp>
        <p:nvGrpSpPr>
          <p:cNvPr id="94264" name="组合 94263"/>
          <p:cNvGrpSpPr/>
          <p:nvPr/>
        </p:nvGrpSpPr>
        <p:grpSpPr>
          <a:xfrm>
            <a:off x="3124200" y="3048000"/>
            <a:ext cx="762000" cy="228600"/>
            <a:chOff x="0" y="0"/>
            <a:chExt cx="480" cy="144"/>
          </a:xfrm>
        </p:grpSpPr>
        <p:sp>
          <p:nvSpPr>
            <p:cNvPr id="150590" name="Line 55"/>
            <p:cNvSpPr/>
            <p:nvPr/>
          </p:nvSpPr>
          <p:spPr>
            <a:xfrm>
              <a:off x="0" y="0"/>
              <a:ext cx="480" cy="0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0591" name="Rectangle 56"/>
            <p:cNvSpPr/>
            <p:nvPr/>
          </p:nvSpPr>
          <p:spPr>
            <a:xfrm>
              <a:off x="240" y="0"/>
              <a:ext cx="192" cy="14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grpSp>
        <p:nvGrpSpPr>
          <p:cNvPr id="94267" name="组合 94266"/>
          <p:cNvGrpSpPr/>
          <p:nvPr/>
        </p:nvGrpSpPr>
        <p:grpSpPr>
          <a:xfrm>
            <a:off x="3657600" y="3048000"/>
            <a:ext cx="228600" cy="2362200"/>
            <a:chOff x="0" y="0"/>
            <a:chExt cx="144" cy="1488"/>
          </a:xfrm>
        </p:grpSpPr>
        <p:sp>
          <p:nvSpPr>
            <p:cNvPr id="150588" name="Line 58"/>
            <p:cNvSpPr/>
            <p:nvPr/>
          </p:nvSpPr>
          <p:spPr>
            <a:xfrm>
              <a:off x="144" y="0"/>
              <a:ext cx="0" cy="1488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0589" name="Rectangle 59"/>
            <p:cNvSpPr/>
            <p:nvPr/>
          </p:nvSpPr>
          <p:spPr>
            <a:xfrm>
              <a:off x="0" y="768"/>
              <a:ext cx="144" cy="19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grpSp>
        <p:nvGrpSpPr>
          <p:cNvPr id="94270" name="组合 94269"/>
          <p:cNvGrpSpPr/>
          <p:nvPr/>
        </p:nvGrpSpPr>
        <p:grpSpPr>
          <a:xfrm>
            <a:off x="3124200" y="5181600"/>
            <a:ext cx="762000" cy="228600"/>
            <a:chOff x="0" y="0"/>
            <a:chExt cx="480" cy="144"/>
          </a:xfrm>
        </p:grpSpPr>
        <p:sp>
          <p:nvSpPr>
            <p:cNvPr id="150586" name="Line 61"/>
            <p:cNvSpPr/>
            <p:nvPr/>
          </p:nvSpPr>
          <p:spPr>
            <a:xfrm flipH="1">
              <a:off x="0" y="144"/>
              <a:ext cx="480" cy="0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50587" name="Rectangle 62"/>
            <p:cNvSpPr/>
            <p:nvPr/>
          </p:nvSpPr>
          <p:spPr>
            <a:xfrm>
              <a:off x="96" y="0"/>
              <a:ext cx="192" cy="14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150562" name="Text Box 63"/>
          <p:cNvSpPr txBox="1"/>
          <p:nvPr/>
        </p:nvSpPr>
        <p:spPr>
          <a:xfrm>
            <a:off x="2362200" y="1066800"/>
            <a:ext cx="64770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A                     B(</a:t>
            </a:r>
            <a:r>
              <a:rPr lang="zh-CN" altLang="en-US" sz="2000" b="1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在同一网络中传输</a:t>
            </a:r>
            <a:r>
              <a:rPr lang="en-US" altLang="zh-CN" sz="2000" b="1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)</a:t>
            </a:r>
            <a:endParaRPr lang="en-US" altLang="zh-CN" sz="2000" b="1" dirty="0">
              <a:solidFill>
                <a:schemeClr val="tx2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0563" name="Line 64"/>
          <p:cNvSpPr/>
          <p:nvPr/>
        </p:nvSpPr>
        <p:spPr>
          <a:xfrm>
            <a:off x="2692400" y="1257300"/>
            <a:ext cx="1752600" cy="0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4275" name="AutoShape 65"/>
          <p:cNvSpPr/>
          <p:nvPr/>
        </p:nvSpPr>
        <p:spPr>
          <a:xfrm>
            <a:off x="7772400" y="1219200"/>
            <a:ext cx="2514600" cy="1371600"/>
          </a:xfrm>
          <a:prstGeom prst="cloudCallout">
            <a:avLst>
              <a:gd name="adj1" fmla="val -57449"/>
              <a:gd name="adj2" fmla="val 30556"/>
            </a:avLst>
          </a:prstGeom>
          <a:solidFill>
            <a:srgbClr val="CCFF99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3333FF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说明</a:t>
            </a:r>
            <a:r>
              <a:rPr lang="en-US" altLang="zh-CN" sz="1800" dirty="0">
                <a:solidFill>
                  <a:srgbClr val="3333FF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A</a:t>
            </a:r>
            <a:r>
              <a:rPr lang="zh-CN" altLang="en-US" sz="1800" dirty="0">
                <a:solidFill>
                  <a:srgbClr val="3333FF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、</a:t>
            </a:r>
            <a:r>
              <a:rPr lang="en-US" altLang="zh-CN" sz="1800" dirty="0">
                <a:solidFill>
                  <a:srgbClr val="3333FF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B</a:t>
            </a:r>
            <a:r>
              <a:rPr lang="zh-CN" altLang="en-US" sz="1800" dirty="0">
                <a:solidFill>
                  <a:srgbClr val="3333FF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在</a:t>
            </a:r>
            <a:endParaRPr lang="zh-CN" altLang="en-US" sz="1800" dirty="0">
              <a:solidFill>
                <a:srgbClr val="3333FF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3333FF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同一网络中，</a:t>
            </a:r>
            <a:endParaRPr lang="zh-CN" altLang="en-US" sz="1800" dirty="0">
              <a:solidFill>
                <a:srgbClr val="3333FF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3333FF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不经过其它</a:t>
            </a:r>
            <a:r>
              <a:rPr lang="en-US" altLang="zh-CN" sz="1800" dirty="0">
                <a:solidFill>
                  <a:srgbClr val="3333FF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router</a:t>
            </a:r>
            <a:endParaRPr lang="en-US" altLang="zh-CN" sz="1800" dirty="0">
              <a:solidFill>
                <a:srgbClr val="3333FF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50565" name="组合 94275"/>
          <p:cNvGrpSpPr/>
          <p:nvPr/>
        </p:nvGrpSpPr>
        <p:grpSpPr>
          <a:xfrm>
            <a:off x="5181600" y="3733800"/>
            <a:ext cx="1143000" cy="685800"/>
            <a:chOff x="0" y="0"/>
            <a:chExt cx="360" cy="175"/>
          </a:xfrm>
        </p:grpSpPr>
        <p:sp>
          <p:nvSpPr>
            <p:cNvPr id="150573" name="Oval 67"/>
            <p:cNvSpPr/>
            <p:nvPr/>
          </p:nvSpPr>
          <p:spPr>
            <a:xfrm>
              <a:off x="3" y="78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50574" name="Line 68"/>
            <p:cNvSpPr/>
            <p:nvPr/>
          </p:nvSpPr>
          <p:spPr>
            <a:xfrm>
              <a:off x="3" y="70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0575" name="Line 69"/>
            <p:cNvSpPr/>
            <p:nvPr/>
          </p:nvSpPr>
          <p:spPr>
            <a:xfrm>
              <a:off x="360" y="70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0576" name="Rectangle 70"/>
            <p:cNvSpPr/>
            <p:nvPr/>
          </p:nvSpPr>
          <p:spPr>
            <a:xfrm>
              <a:off x="3" y="70"/>
              <a:ext cx="354" cy="59"/>
            </a:xfrm>
            <a:prstGeom prst="rect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200" dirty="0">
                <a:solidFill>
                  <a:srgbClr val="0033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50577" name="Oval 71"/>
            <p:cNvSpPr/>
            <p:nvPr/>
          </p:nvSpPr>
          <p:spPr>
            <a:xfrm>
              <a:off x="0" y="0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50578" name="组合 94281"/>
            <p:cNvGrpSpPr/>
            <p:nvPr/>
          </p:nvGrpSpPr>
          <p:grpSpPr>
            <a:xfrm>
              <a:off x="86" y="25"/>
              <a:ext cx="177" cy="66"/>
              <a:chOff x="0" y="0"/>
              <a:chExt cx="140" cy="98"/>
            </a:xfrm>
          </p:grpSpPr>
          <p:sp>
            <p:nvSpPr>
              <p:cNvPr id="150583" name="Line 73"/>
              <p:cNvSpPr/>
              <p:nvPr/>
            </p:nvSpPr>
            <p:spPr>
              <a:xfrm flipV="1">
                <a:off x="0" y="0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0584" name="Line 74"/>
              <p:cNvSpPr/>
              <p:nvPr/>
            </p:nvSpPr>
            <p:spPr>
              <a:xfrm>
                <a:off x="96" y="98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0585" name="Line 75"/>
              <p:cNvSpPr/>
              <p:nvPr/>
            </p:nvSpPr>
            <p:spPr>
              <a:xfrm>
                <a:off x="46" y="2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50579" name="组合 94285"/>
            <p:cNvGrpSpPr/>
            <p:nvPr/>
          </p:nvGrpSpPr>
          <p:grpSpPr>
            <a:xfrm flipV="1">
              <a:off x="86" y="24"/>
              <a:ext cx="177" cy="66"/>
              <a:chOff x="0" y="0"/>
              <a:chExt cx="140" cy="98"/>
            </a:xfrm>
          </p:grpSpPr>
          <p:sp>
            <p:nvSpPr>
              <p:cNvPr id="150580" name="Line 77"/>
              <p:cNvSpPr/>
              <p:nvPr/>
            </p:nvSpPr>
            <p:spPr>
              <a:xfrm flipV="1">
                <a:off x="0" y="0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0581" name="Line 78"/>
              <p:cNvSpPr/>
              <p:nvPr/>
            </p:nvSpPr>
            <p:spPr>
              <a:xfrm>
                <a:off x="96" y="98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0582" name="Line 79"/>
              <p:cNvSpPr/>
              <p:nvPr/>
            </p:nvSpPr>
            <p:spPr>
              <a:xfrm>
                <a:off x="46" y="2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150566" name="computr3"/>
          <p:cNvSpPr>
            <a:spLocks noEditPoints="1"/>
          </p:cNvSpPr>
          <p:nvPr/>
        </p:nvSpPr>
        <p:spPr>
          <a:xfrm>
            <a:off x="2566988" y="2708275"/>
            <a:ext cx="989012" cy="703263"/>
          </a:xfrm>
          <a:custGeom>
            <a:avLst/>
            <a:gdLst>
              <a:gd name="txL" fmla="*/ 7811 w 21600"/>
              <a:gd name="txT" fmla="*/ 2584 h 21600"/>
              <a:gd name="txR" fmla="*/ 16359 w 21600"/>
              <a:gd name="txB" fmla="*/ 11764 h 21600"/>
            </a:gdLst>
            <a:ahLst/>
            <a:cxnLst>
              <a:cxn ang="0">
                <a:pos x="0" y="11448601"/>
              </a:cxn>
              <a:cxn ang="0">
                <a:pos x="22642239" y="0"/>
              </a:cxn>
              <a:cxn ang="0">
                <a:pos x="22642239" y="22897169"/>
              </a:cxn>
              <a:cxn ang="0">
                <a:pos x="38020094" y="11448601"/>
              </a:cxn>
            </a:cxnLst>
            <a:rect l="txL" t="txT" r="txR" b="txB"/>
            <a:pathLst>
              <a:path w="21600" h="21600">
                <a:moveTo>
                  <a:pt x="18250" y="17743"/>
                </a:moveTo>
                <a:lnTo>
                  <a:pt x="17557" y="16971"/>
                </a:lnTo>
                <a:lnTo>
                  <a:pt x="5429" y="16971"/>
                </a:lnTo>
                <a:lnTo>
                  <a:pt x="4736" y="17743"/>
                </a:lnTo>
                <a:lnTo>
                  <a:pt x="18250" y="17743"/>
                </a:lnTo>
                <a:close/>
              </a:path>
              <a:path w="21600" h="21600">
                <a:moveTo>
                  <a:pt x="18250" y="17743"/>
                </a:moveTo>
                <a:moveTo>
                  <a:pt x="19405" y="19131"/>
                </a:moveTo>
                <a:lnTo>
                  <a:pt x="18712" y="18360"/>
                </a:lnTo>
                <a:lnTo>
                  <a:pt x="4274" y="18360"/>
                </a:lnTo>
                <a:lnTo>
                  <a:pt x="3581" y="19131"/>
                </a:lnTo>
                <a:lnTo>
                  <a:pt x="19405" y="19131"/>
                </a:lnTo>
                <a:close/>
              </a:path>
              <a:path w="21600" h="21600">
                <a:moveTo>
                  <a:pt x="19405" y="19131"/>
                </a:moveTo>
                <a:moveTo>
                  <a:pt x="20560" y="20520"/>
                </a:moveTo>
                <a:lnTo>
                  <a:pt x="19867" y="19749"/>
                </a:lnTo>
                <a:lnTo>
                  <a:pt x="3119" y="19749"/>
                </a:lnTo>
                <a:lnTo>
                  <a:pt x="2426" y="20520"/>
                </a:lnTo>
                <a:lnTo>
                  <a:pt x="20560" y="20520"/>
                </a:lnTo>
                <a:close/>
              </a:path>
              <a:path w="21600" h="21600">
                <a:moveTo>
                  <a:pt x="20560" y="20520"/>
                </a:moveTo>
                <a:moveTo>
                  <a:pt x="4620" y="16971"/>
                </a:moveTo>
                <a:lnTo>
                  <a:pt x="5313" y="16200"/>
                </a:lnTo>
                <a:lnTo>
                  <a:pt x="7624" y="16200"/>
                </a:lnTo>
                <a:lnTo>
                  <a:pt x="7624" y="14194"/>
                </a:lnTo>
                <a:lnTo>
                  <a:pt x="5891" y="14194"/>
                </a:lnTo>
                <a:lnTo>
                  <a:pt x="5891" y="0"/>
                </a:lnTo>
                <a:lnTo>
                  <a:pt x="12013" y="0"/>
                </a:lnTo>
                <a:lnTo>
                  <a:pt x="18135" y="0"/>
                </a:lnTo>
                <a:lnTo>
                  <a:pt x="18135" y="10800"/>
                </a:lnTo>
                <a:lnTo>
                  <a:pt x="18135" y="14194"/>
                </a:lnTo>
                <a:lnTo>
                  <a:pt x="16402" y="14194"/>
                </a:lnTo>
                <a:lnTo>
                  <a:pt x="16402" y="16200"/>
                </a:lnTo>
                <a:lnTo>
                  <a:pt x="17788" y="16200"/>
                </a:lnTo>
                <a:lnTo>
                  <a:pt x="19059" y="17743"/>
                </a:lnTo>
                <a:lnTo>
                  <a:pt x="21022" y="19903"/>
                </a:lnTo>
                <a:lnTo>
                  <a:pt x="21253" y="20057"/>
                </a:lnTo>
                <a:lnTo>
                  <a:pt x="21369" y="20366"/>
                </a:lnTo>
                <a:lnTo>
                  <a:pt x="21600" y="20674"/>
                </a:lnTo>
                <a:lnTo>
                  <a:pt x="21600" y="20829"/>
                </a:lnTo>
                <a:lnTo>
                  <a:pt x="21600" y="20983"/>
                </a:lnTo>
                <a:lnTo>
                  <a:pt x="21600" y="21137"/>
                </a:lnTo>
                <a:lnTo>
                  <a:pt x="21600" y="21291"/>
                </a:lnTo>
                <a:lnTo>
                  <a:pt x="21484" y="21446"/>
                </a:lnTo>
                <a:lnTo>
                  <a:pt x="21369" y="21446"/>
                </a:lnTo>
                <a:lnTo>
                  <a:pt x="21138" y="21600"/>
                </a:lnTo>
                <a:lnTo>
                  <a:pt x="21022" y="21600"/>
                </a:lnTo>
                <a:lnTo>
                  <a:pt x="10973" y="21600"/>
                </a:lnTo>
                <a:lnTo>
                  <a:pt x="2079" y="21600"/>
                </a:lnTo>
                <a:lnTo>
                  <a:pt x="1848" y="21600"/>
                </a:lnTo>
                <a:lnTo>
                  <a:pt x="1733" y="21446"/>
                </a:lnTo>
                <a:lnTo>
                  <a:pt x="1617" y="21446"/>
                </a:lnTo>
                <a:lnTo>
                  <a:pt x="1502" y="21291"/>
                </a:lnTo>
                <a:lnTo>
                  <a:pt x="1386" y="21291"/>
                </a:lnTo>
                <a:lnTo>
                  <a:pt x="1386" y="21137"/>
                </a:lnTo>
                <a:lnTo>
                  <a:pt x="1386" y="20983"/>
                </a:lnTo>
                <a:lnTo>
                  <a:pt x="1386" y="20829"/>
                </a:lnTo>
                <a:lnTo>
                  <a:pt x="1502" y="20674"/>
                </a:lnTo>
                <a:lnTo>
                  <a:pt x="1617" y="20366"/>
                </a:lnTo>
                <a:lnTo>
                  <a:pt x="1733" y="20057"/>
                </a:lnTo>
                <a:lnTo>
                  <a:pt x="1964" y="19903"/>
                </a:lnTo>
                <a:lnTo>
                  <a:pt x="0" y="19903"/>
                </a:lnTo>
                <a:lnTo>
                  <a:pt x="0" y="10800"/>
                </a:lnTo>
                <a:lnTo>
                  <a:pt x="0" y="2777"/>
                </a:lnTo>
                <a:lnTo>
                  <a:pt x="4620" y="2777"/>
                </a:lnTo>
                <a:lnTo>
                  <a:pt x="4620" y="16971"/>
                </a:lnTo>
                <a:moveTo>
                  <a:pt x="4620" y="16971"/>
                </a:moveTo>
                <a:moveTo>
                  <a:pt x="4620" y="16971"/>
                </a:moveTo>
                <a:lnTo>
                  <a:pt x="4158" y="17434"/>
                </a:lnTo>
                <a:lnTo>
                  <a:pt x="2541" y="19286"/>
                </a:lnTo>
                <a:lnTo>
                  <a:pt x="1964" y="19903"/>
                </a:lnTo>
                <a:lnTo>
                  <a:pt x="4620" y="16971"/>
                </a:lnTo>
                <a:close/>
              </a:path>
              <a:path w="21600" h="21600">
                <a:moveTo>
                  <a:pt x="7624" y="2314"/>
                </a:moveTo>
                <a:moveTo>
                  <a:pt x="16402" y="2314"/>
                </a:moveTo>
                <a:lnTo>
                  <a:pt x="16402" y="11880"/>
                </a:lnTo>
                <a:lnTo>
                  <a:pt x="7624" y="11880"/>
                </a:lnTo>
                <a:lnTo>
                  <a:pt x="7624" y="2314"/>
                </a:lnTo>
                <a:lnTo>
                  <a:pt x="16402" y="2314"/>
                </a:lnTo>
                <a:close/>
              </a:path>
              <a:path w="21600" h="21600">
                <a:moveTo>
                  <a:pt x="578" y="4011"/>
                </a:moveTo>
                <a:moveTo>
                  <a:pt x="4043" y="4011"/>
                </a:moveTo>
                <a:lnTo>
                  <a:pt x="4043" y="4320"/>
                </a:lnTo>
                <a:lnTo>
                  <a:pt x="578" y="4320"/>
                </a:lnTo>
                <a:lnTo>
                  <a:pt x="578" y="4011"/>
                </a:lnTo>
                <a:lnTo>
                  <a:pt x="4043" y="4011"/>
                </a:lnTo>
                <a:close/>
                <a:moveTo>
                  <a:pt x="7624" y="14194"/>
                </a:moveTo>
                <a:lnTo>
                  <a:pt x="16402" y="14194"/>
                </a:lnTo>
                <a:lnTo>
                  <a:pt x="16402" y="16200"/>
                </a:lnTo>
                <a:lnTo>
                  <a:pt x="7624" y="16200"/>
                </a:lnTo>
              </a:path>
            </a:pathLst>
          </a:custGeom>
          <a:solidFill>
            <a:srgbClr val="99FF33">
              <a:alpha val="100000"/>
            </a:srgbClr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50567" name="computr3"/>
          <p:cNvSpPr>
            <a:spLocks noEditPoints="1"/>
          </p:cNvSpPr>
          <p:nvPr/>
        </p:nvSpPr>
        <p:spPr>
          <a:xfrm>
            <a:off x="2495550" y="3789363"/>
            <a:ext cx="989013" cy="703262"/>
          </a:xfrm>
          <a:custGeom>
            <a:avLst/>
            <a:gdLst>
              <a:gd name="txL" fmla="*/ 7811 w 21600"/>
              <a:gd name="txT" fmla="*/ 2584 h 21600"/>
              <a:gd name="txR" fmla="*/ 16359 w 21600"/>
              <a:gd name="txB" fmla="*/ 11764 h 21600"/>
            </a:gdLst>
            <a:ahLst/>
            <a:cxnLst>
              <a:cxn ang="0">
                <a:pos x="0" y="11448552"/>
              </a:cxn>
              <a:cxn ang="0">
                <a:pos x="22642262" y="0"/>
              </a:cxn>
              <a:cxn ang="0">
                <a:pos x="22642262" y="22897104"/>
              </a:cxn>
              <a:cxn ang="0">
                <a:pos x="38020178" y="11448552"/>
              </a:cxn>
            </a:cxnLst>
            <a:rect l="txL" t="txT" r="txR" b="txB"/>
            <a:pathLst>
              <a:path w="21600" h="21600">
                <a:moveTo>
                  <a:pt x="18250" y="17743"/>
                </a:moveTo>
                <a:lnTo>
                  <a:pt x="17557" y="16971"/>
                </a:lnTo>
                <a:lnTo>
                  <a:pt x="5429" y="16971"/>
                </a:lnTo>
                <a:lnTo>
                  <a:pt x="4736" y="17743"/>
                </a:lnTo>
                <a:lnTo>
                  <a:pt x="18250" y="17743"/>
                </a:lnTo>
                <a:close/>
              </a:path>
              <a:path w="21600" h="21600">
                <a:moveTo>
                  <a:pt x="18250" y="17743"/>
                </a:moveTo>
                <a:moveTo>
                  <a:pt x="19405" y="19131"/>
                </a:moveTo>
                <a:lnTo>
                  <a:pt x="18712" y="18360"/>
                </a:lnTo>
                <a:lnTo>
                  <a:pt x="4274" y="18360"/>
                </a:lnTo>
                <a:lnTo>
                  <a:pt x="3581" y="19131"/>
                </a:lnTo>
                <a:lnTo>
                  <a:pt x="19405" y="19131"/>
                </a:lnTo>
                <a:close/>
              </a:path>
              <a:path w="21600" h="21600">
                <a:moveTo>
                  <a:pt x="19405" y="19131"/>
                </a:moveTo>
                <a:moveTo>
                  <a:pt x="20560" y="20520"/>
                </a:moveTo>
                <a:lnTo>
                  <a:pt x="19867" y="19749"/>
                </a:lnTo>
                <a:lnTo>
                  <a:pt x="3119" y="19749"/>
                </a:lnTo>
                <a:lnTo>
                  <a:pt x="2426" y="20520"/>
                </a:lnTo>
                <a:lnTo>
                  <a:pt x="20560" y="20520"/>
                </a:lnTo>
                <a:close/>
              </a:path>
              <a:path w="21600" h="21600">
                <a:moveTo>
                  <a:pt x="20560" y="20520"/>
                </a:moveTo>
                <a:moveTo>
                  <a:pt x="4620" y="16971"/>
                </a:moveTo>
                <a:lnTo>
                  <a:pt x="5313" y="16200"/>
                </a:lnTo>
                <a:lnTo>
                  <a:pt x="7624" y="16200"/>
                </a:lnTo>
                <a:lnTo>
                  <a:pt x="7624" y="14194"/>
                </a:lnTo>
                <a:lnTo>
                  <a:pt x="5891" y="14194"/>
                </a:lnTo>
                <a:lnTo>
                  <a:pt x="5891" y="0"/>
                </a:lnTo>
                <a:lnTo>
                  <a:pt x="12013" y="0"/>
                </a:lnTo>
                <a:lnTo>
                  <a:pt x="18135" y="0"/>
                </a:lnTo>
                <a:lnTo>
                  <a:pt x="18135" y="10800"/>
                </a:lnTo>
                <a:lnTo>
                  <a:pt x="18135" y="14194"/>
                </a:lnTo>
                <a:lnTo>
                  <a:pt x="16402" y="14194"/>
                </a:lnTo>
                <a:lnTo>
                  <a:pt x="16402" y="16200"/>
                </a:lnTo>
                <a:lnTo>
                  <a:pt x="17788" y="16200"/>
                </a:lnTo>
                <a:lnTo>
                  <a:pt x="19059" y="17743"/>
                </a:lnTo>
                <a:lnTo>
                  <a:pt x="21022" y="19903"/>
                </a:lnTo>
                <a:lnTo>
                  <a:pt x="21253" y="20057"/>
                </a:lnTo>
                <a:lnTo>
                  <a:pt x="21369" y="20366"/>
                </a:lnTo>
                <a:lnTo>
                  <a:pt x="21600" y="20674"/>
                </a:lnTo>
                <a:lnTo>
                  <a:pt x="21600" y="20829"/>
                </a:lnTo>
                <a:lnTo>
                  <a:pt x="21600" y="20983"/>
                </a:lnTo>
                <a:lnTo>
                  <a:pt x="21600" y="21137"/>
                </a:lnTo>
                <a:lnTo>
                  <a:pt x="21600" y="21291"/>
                </a:lnTo>
                <a:lnTo>
                  <a:pt x="21484" y="21446"/>
                </a:lnTo>
                <a:lnTo>
                  <a:pt x="21369" y="21446"/>
                </a:lnTo>
                <a:lnTo>
                  <a:pt x="21138" y="21600"/>
                </a:lnTo>
                <a:lnTo>
                  <a:pt x="21022" y="21600"/>
                </a:lnTo>
                <a:lnTo>
                  <a:pt x="10973" y="21600"/>
                </a:lnTo>
                <a:lnTo>
                  <a:pt x="2079" y="21600"/>
                </a:lnTo>
                <a:lnTo>
                  <a:pt x="1848" y="21600"/>
                </a:lnTo>
                <a:lnTo>
                  <a:pt x="1733" y="21446"/>
                </a:lnTo>
                <a:lnTo>
                  <a:pt x="1617" y="21446"/>
                </a:lnTo>
                <a:lnTo>
                  <a:pt x="1502" y="21291"/>
                </a:lnTo>
                <a:lnTo>
                  <a:pt x="1386" y="21291"/>
                </a:lnTo>
                <a:lnTo>
                  <a:pt x="1386" y="21137"/>
                </a:lnTo>
                <a:lnTo>
                  <a:pt x="1386" y="20983"/>
                </a:lnTo>
                <a:lnTo>
                  <a:pt x="1386" y="20829"/>
                </a:lnTo>
                <a:lnTo>
                  <a:pt x="1502" y="20674"/>
                </a:lnTo>
                <a:lnTo>
                  <a:pt x="1617" y="20366"/>
                </a:lnTo>
                <a:lnTo>
                  <a:pt x="1733" y="20057"/>
                </a:lnTo>
                <a:lnTo>
                  <a:pt x="1964" y="19903"/>
                </a:lnTo>
                <a:lnTo>
                  <a:pt x="0" y="19903"/>
                </a:lnTo>
                <a:lnTo>
                  <a:pt x="0" y="10800"/>
                </a:lnTo>
                <a:lnTo>
                  <a:pt x="0" y="2777"/>
                </a:lnTo>
                <a:lnTo>
                  <a:pt x="4620" y="2777"/>
                </a:lnTo>
                <a:lnTo>
                  <a:pt x="4620" y="16971"/>
                </a:lnTo>
                <a:moveTo>
                  <a:pt x="4620" y="16971"/>
                </a:moveTo>
                <a:moveTo>
                  <a:pt x="4620" y="16971"/>
                </a:moveTo>
                <a:lnTo>
                  <a:pt x="4158" y="17434"/>
                </a:lnTo>
                <a:lnTo>
                  <a:pt x="2541" y="19286"/>
                </a:lnTo>
                <a:lnTo>
                  <a:pt x="1964" y="19903"/>
                </a:lnTo>
                <a:lnTo>
                  <a:pt x="4620" y="16971"/>
                </a:lnTo>
                <a:close/>
              </a:path>
              <a:path w="21600" h="21600">
                <a:moveTo>
                  <a:pt x="7624" y="2314"/>
                </a:moveTo>
                <a:moveTo>
                  <a:pt x="16402" y="2314"/>
                </a:moveTo>
                <a:lnTo>
                  <a:pt x="16402" y="11880"/>
                </a:lnTo>
                <a:lnTo>
                  <a:pt x="7624" y="11880"/>
                </a:lnTo>
                <a:lnTo>
                  <a:pt x="7624" y="2314"/>
                </a:lnTo>
                <a:lnTo>
                  <a:pt x="16402" y="2314"/>
                </a:lnTo>
                <a:close/>
              </a:path>
              <a:path w="21600" h="21600">
                <a:moveTo>
                  <a:pt x="578" y="4011"/>
                </a:moveTo>
                <a:moveTo>
                  <a:pt x="4043" y="4011"/>
                </a:moveTo>
                <a:lnTo>
                  <a:pt x="4043" y="4320"/>
                </a:lnTo>
                <a:lnTo>
                  <a:pt x="578" y="4320"/>
                </a:lnTo>
                <a:lnTo>
                  <a:pt x="578" y="4011"/>
                </a:lnTo>
                <a:lnTo>
                  <a:pt x="4043" y="4011"/>
                </a:lnTo>
                <a:close/>
                <a:moveTo>
                  <a:pt x="7624" y="14194"/>
                </a:moveTo>
                <a:lnTo>
                  <a:pt x="16402" y="14194"/>
                </a:lnTo>
                <a:lnTo>
                  <a:pt x="16402" y="16200"/>
                </a:lnTo>
                <a:lnTo>
                  <a:pt x="7624" y="16200"/>
                </a:lnTo>
              </a:path>
            </a:pathLst>
          </a:custGeom>
          <a:solidFill>
            <a:srgbClr val="99FF33">
              <a:alpha val="100000"/>
            </a:srgbClr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50568" name="computr3"/>
          <p:cNvSpPr>
            <a:spLocks noEditPoints="1"/>
          </p:cNvSpPr>
          <p:nvPr/>
        </p:nvSpPr>
        <p:spPr>
          <a:xfrm>
            <a:off x="2351088" y="5013325"/>
            <a:ext cx="989012" cy="703263"/>
          </a:xfrm>
          <a:custGeom>
            <a:avLst/>
            <a:gdLst>
              <a:gd name="txL" fmla="*/ 7811 w 21600"/>
              <a:gd name="txT" fmla="*/ 2584 h 21600"/>
              <a:gd name="txR" fmla="*/ 16359 w 21600"/>
              <a:gd name="txB" fmla="*/ 11764 h 21600"/>
            </a:gdLst>
            <a:ahLst/>
            <a:cxnLst>
              <a:cxn ang="0">
                <a:pos x="0" y="11448601"/>
              </a:cxn>
              <a:cxn ang="0">
                <a:pos x="22642239" y="0"/>
              </a:cxn>
              <a:cxn ang="0">
                <a:pos x="22642239" y="22897169"/>
              </a:cxn>
              <a:cxn ang="0">
                <a:pos x="38020094" y="11448601"/>
              </a:cxn>
            </a:cxnLst>
            <a:rect l="txL" t="txT" r="txR" b="txB"/>
            <a:pathLst>
              <a:path w="21600" h="21600">
                <a:moveTo>
                  <a:pt x="18250" y="17743"/>
                </a:moveTo>
                <a:lnTo>
                  <a:pt x="17557" y="16971"/>
                </a:lnTo>
                <a:lnTo>
                  <a:pt x="5429" y="16971"/>
                </a:lnTo>
                <a:lnTo>
                  <a:pt x="4736" y="17743"/>
                </a:lnTo>
                <a:lnTo>
                  <a:pt x="18250" y="17743"/>
                </a:lnTo>
                <a:close/>
              </a:path>
              <a:path w="21600" h="21600">
                <a:moveTo>
                  <a:pt x="18250" y="17743"/>
                </a:moveTo>
                <a:moveTo>
                  <a:pt x="19405" y="19131"/>
                </a:moveTo>
                <a:lnTo>
                  <a:pt x="18712" y="18360"/>
                </a:lnTo>
                <a:lnTo>
                  <a:pt x="4274" y="18360"/>
                </a:lnTo>
                <a:lnTo>
                  <a:pt x="3581" y="19131"/>
                </a:lnTo>
                <a:lnTo>
                  <a:pt x="19405" y="19131"/>
                </a:lnTo>
                <a:close/>
              </a:path>
              <a:path w="21600" h="21600">
                <a:moveTo>
                  <a:pt x="19405" y="19131"/>
                </a:moveTo>
                <a:moveTo>
                  <a:pt x="20560" y="20520"/>
                </a:moveTo>
                <a:lnTo>
                  <a:pt x="19867" y="19749"/>
                </a:lnTo>
                <a:lnTo>
                  <a:pt x="3119" y="19749"/>
                </a:lnTo>
                <a:lnTo>
                  <a:pt x="2426" y="20520"/>
                </a:lnTo>
                <a:lnTo>
                  <a:pt x="20560" y="20520"/>
                </a:lnTo>
                <a:close/>
              </a:path>
              <a:path w="21600" h="21600">
                <a:moveTo>
                  <a:pt x="20560" y="20520"/>
                </a:moveTo>
                <a:moveTo>
                  <a:pt x="4620" y="16971"/>
                </a:moveTo>
                <a:lnTo>
                  <a:pt x="5313" y="16200"/>
                </a:lnTo>
                <a:lnTo>
                  <a:pt x="7624" y="16200"/>
                </a:lnTo>
                <a:lnTo>
                  <a:pt x="7624" y="14194"/>
                </a:lnTo>
                <a:lnTo>
                  <a:pt x="5891" y="14194"/>
                </a:lnTo>
                <a:lnTo>
                  <a:pt x="5891" y="0"/>
                </a:lnTo>
                <a:lnTo>
                  <a:pt x="12013" y="0"/>
                </a:lnTo>
                <a:lnTo>
                  <a:pt x="18135" y="0"/>
                </a:lnTo>
                <a:lnTo>
                  <a:pt x="18135" y="10800"/>
                </a:lnTo>
                <a:lnTo>
                  <a:pt x="18135" y="14194"/>
                </a:lnTo>
                <a:lnTo>
                  <a:pt x="16402" y="14194"/>
                </a:lnTo>
                <a:lnTo>
                  <a:pt x="16402" y="16200"/>
                </a:lnTo>
                <a:lnTo>
                  <a:pt x="17788" y="16200"/>
                </a:lnTo>
                <a:lnTo>
                  <a:pt x="19059" y="17743"/>
                </a:lnTo>
                <a:lnTo>
                  <a:pt x="21022" y="19903"/>
                </a:lnTo>
                <a:lnTo>
                  <a:pt x="21253" y="20057"/>
                </a:lnTo>
                <a:lnTo>
                  <a:pt x="21369" y="20366"/>
                </a:lnTo>
                <a:lnTo>
                  <a:pt x="21600" y="20674"/>
                </a:lnTo>
                <a:lnTo>
                  <a:pt x="21600" y="20829"/>
                </a:lnTo>
                <a:lnTo>
                  <a:pt x="21600" y="20983"/>
                </a:lnTo>
                <a:lnTo>
                  <a:pt x="21600" y="21137"/>
                </a:lnTo>
                <a:lnTo>
                  <a:pt x="21600" y="21291"/>
                </a:lnTo>
                <a:lnTo>
                  <a:pt x="21484" y="21446"/>
                </a:lnTo>
                <a:lnTo>
                  <a:pt x="21369" y="21446"/>
                </a:lnTo>
                <a:lnTo>
                  <a:pt x="21138" y="21600"/>
                </a:lnTo>
                <a:lnTo>
                  <a:pt x="21022" y="21600"/>
                </a:lnTo>
                <a:lnTo>
                  <a:pt x="10973" y="21600"/>
                </a:lnTo>
                <a:lnTo>
                  <a:pt x="2079" y="21600"/>
                </a:lnTo>
                <a:lnTo>
                  <a:pt x="1848" y="21600"/>
                </a:lnTo>
                <a:lnTo>
                  <a:pt x="1733" y="21446"/>
                </a:lnTo>
                <a:lnTo>
                  <a:pt x="1617" y="21446"/>
                </a:lnTo>
                <a:lnTo>
                  <a:pt x="1502" y="21291"/>
                </a:lnTo>
                <a:lnTo>
                  <a:pt x="1386" y="21291"/>
                </a:lnTo>
                <a:lnTo>
                  <a:pt x="1386" y="21137"/>
                </a:lnTo>
                <a:lnTo>
                  <a:pt x="1386" y="20983"/>
                </a:lnTo>
                <a:lnTo>
                  <a:pt x="1386" y="20829"/>
                </a:lnTo>
                <a:lnTo>
                  <a:pt x="1502" y="20674"/>
                </a:lnTo>
                <a:lnTo>
                  <a:pt x="1617" y="20366"/>
                </a:lnTo>
                <a:lnTo>
                  <a:pt x="1733" y="20057"/>
                </a:lnTo>
                <a:lnTo>
                  <a:pt x="1964" y="19903"/>
                </a:lnTo>
                <a:lnTo>
                  <a:pt x="0" y="19903"/>
                </a:lnTo>
                <a:lnTo>
                  <a:pt x="0" y="10800"/>
                </a:lnTo>
                <a:lnTo>
                  <a:pt x="0" y="2777"/>
                </a:lnTo>
                <a:lnTo>
                  <a:pt x="4620" y="2777"/>
                </a:lnTo>
                <a:lnTo>
                  <a:pt x="4620" y="16971"/>
                </a:lnTo>
                <a:moveTo>
                  <a:pt x="4620" y="16971"/>
                </a:moveTo>
                <a:moveTo>
                  <a:pt x="4620" y="16971"/>
                </a:moveTo>
                <a:lnTo>
                  <a:pt x="4158" y="17434"/>
                </a:lnTo>
                <a:lnTo>
                  <a:pt x="2541" y="19286"/>
                </a:lnTo>
                <a:lnTo>
                  <a:pt x="1964" y="19903"/>
                </a:lnTo>
                <a:lnTo>
                  <a:pt x="4620" y="16971"/>
                </a:lnTo>
                <a:close/>
              </a:path>
              <a:path w="21600" h="21600">
                <a:moveTo>
                  <a:pt x="7624" y="2314"/>
                </a:moveTo>
                <a:moveTo>
                  <a:pt x="16402" y="2314"/>
                </a:moveTo>
                <a:lnTo>
                  <a:pt x="16402" y="11880"/>
                </a:lnTo>
                <a:lnTo>
                  <a:pt x="7624" y="11880"/>
                </a:lnTo>
                <a:lnTo>
                  <a:pt x="7624" y="2314"/>
                </a:lnTo>
                <a:lnTo>
                  <a:pt x="16402" y="2314"/>
                </a:lnTo>
                <a:close/>
              </a:path>
              <a:path w="21600" h="21600">
                <a:moveTo>
                  <a:pt x="578" y="4011"/>
                </a:moveTo>
                <a:moveTo>
                  <a:pt x="4043" y="4011"/>
                </a:moveTo>
                <a:lnTo>
                  <a:pt x="4043" y="4320"/>
                </a:lnTo>
                <a:lnTo>
                  <a:pt x="578" y="4320"/>
                </a:lnTo>
                <a:lnTo>
                  <a:pt x="578" y="4011"/>
                </a:lnTo>
                <a:lnTo>
                  <a:pt x="4043" y="4011"/>
                </a:lnTo>
                <a:close/>
                <a:moveTo>
                  <a:pt x="7624" y="14194"/>
                </a:moveTo>
                <a:lnTo>
                  <a:pt x="16402" y="14194"/>
                </a:lnTo>
                <a:lnTo>
                  <a:pt x="16402" y="16200"/>
                </a:lnTo>
                <a:lnTo>
                  <a:pt x="7624" y="16200"/>
                </a:lnTo>
              </a:path>
            </a:pathLst>
          </a:custGeom>
          <a:solidFill>
            <a:srgbClr val="99FF33">
              <a:alpha val="100000"/>
            </a:srgbClr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50569" name="computr3"/>
          <p:cNvSpPr>
            <a:spLocks noEditPoints="1"/>
          </p:cNvSpPr>
          <p:nvPr/>
        </p:nvSpPr>
        <p:spPr>
          <a:xfrm>
            <a:off x="4367213" y="5516563"/>
            <a:ext cx="989012" cy="703262"/>
          </a:xfrm>
          <a:custGeom>
            <a:avLst/>
            <a:gdLst>
              <a:gd name="txL" fmla="*/ 7811 w 21600"/>
              <a:gd name="txT" fmla="*/ 2584 h 21600"/>
              <a:gd name="txR" fmla="*/ 16359 w 21600"/>
              <a:gd name="txB" fmla="*/ 11764 h 21600"/>
            </a:gdLst>
            <a:ahLst/>
            <a:cxnLst>
              <a:cxn ang="0">
                <a:pos x="0" y="11448552"/>
              </a:cxn>
              <a:cxn ang="0">
                <a:pos x="22642239" y="0"/>
              </a:cxn>
              <a:cxn ang="0">
                <a:pos x="22642239" y="22897104"/>
              </a:cxn>
              <a:cxn ang="0">
                <a:pos x="38020094" y="11448552"/>
              </a:cxn>
            </a:cxnLst>
            <a:rect l="txL" t="txT" r="txR" b="txB"/>
            <a:pathLst>
              <a:path w="21600" h="21600">
                <a:moveTo>
                  <a:pt x="18250" y="17743"/>
                </a:moveTo>
                <a:lnTo>
                  <a:pt x="17557" y="16971"/>
                </a:lnTo>
                <a:lnTo>
                  <a:pt x="5429" y="16971"/>
                </a:lnTo>
                <a:lnTo>
                  <a:pt x="4736" y="17743"/>
                </a:lnTo>
                <a:lnTo>
                  <a:pt x="18250" y="17743"/>
                </a:lnTo>
                <a:close/>
              </a:path>
              <a:path w="21600" h="21600">
                <a:moveTo>
                  <a:pt x="18250" y="17743"/>
                </a:moveTo>
                <a:moveTo>
                  <a:pt x="19405" y="19131"/>
                </a:moveTo>
                <a:lnTo>
                  <a:pt x="18712" y="18360"/>
                </a:lnTo>
                <a:lnTo>
                  <a:pt x="4274" y="18360"/>
                </a:lnTo>
                <a:lnTo>
                  <a:pt x="3581" y="19131"/>
                </a:lnTo>
                <a:lnTo>
                  <a:pt x="19405" y="19131"/>
                </a:lnTo>
                <a:close/>
              </a:path>
              <a:path w="21600" h="21600">
                <a:moveTo>
                  <a:pt x="19405" y="19131"/>
                </a:moveTo>
                <a:moveTo>
                  <a:pt x="20560" y="20520"/>
                </a:moveTo>
                <a:lnTo>
                  <a:pt x="19867" y="19749"/>
                </a:lnTo>
                <a:lnTo>
                  <a:pt x="3119" y="19749"/>
                </a:lnTo>
                <a:lnTo>
                  <a:pt x="2426" y="20520"/>
                </a:lnTo>
                <a:lnTo>
                  <a:pt x="20560" y="20520"/>
                </a:lnTo>
                <a:close/>
              </a:path>
              <a:path w="21600" h="21600">
                <a:moveTo>
                  <a:pt x="20560" y="20520"/>
                </a:moveTo>
                <a:moveTo>
                  <a:pt x="4620" y="16971"/>
                </a:moveTo>
                <a:lnTo>
                  <a:pt x="5313" y="16200"/>
                </a:lnTo>
                <a:lnTo>
                  <a:pt x="7624" y="16200"/>
                </a:lnTo>
                <a:lnTo>
                  <a:pt x="7624" y="14194"/>
                </a:lnTo>
                <a:lnTo>
                  <a:pt x="5891" y="14194"/>
                </a:lnTo>
                <a:lnTo>
                  <a:pt x="5891" y="0"/>
                </a:lnTo>
                <a:lnTo>
                  <a:pt x="12013" y="0"/>
                </a:lnTo>
                <a:lnTo>
                  <a:pt x="18135" y="0"/>
                </a:lnTo>
                <a:lnTo>
                  <a:pt x="18135" y="10800"/>
                </a:lnTo>
                <a:lnTo>
                  <a:pt x="18135" y="14194"/>
                </a:lnTo>
                <a:lnTo>
                  <a:pt x="16402" y="14194"/>
                </a:lnTo>
                <a:lnTo>
                  <a:pt x="16402" y="16200"/>
                </a:lnTo>
                <a:lnTo>
                  <a:pt x="17788" y="16200"/>
                </a:lnTo>
                <a:lnTo>
                  <a:pt x="19059" y="17743"/>
                </a:lnTo>
                <a:lnTo>
                  <a:pt x="21022" y="19903"/>
                </a:lnTo>
                <a:lnTo>
                  <a:pt x="21253" y="20057"/>
                </a:lnTo>
                <a:lnTo>
                  <a:pt x="21369" y="20366"/>
                </a:lnTo>
                <a:lnTo>
                  <a:pt x="21600" y="20674"/>
                </a:lnTo>
                <a:lnTo>
                  <a:pt x="21600" y="20829"/>
                </a:lnTo>
                <a:lnTo>
                  <a:pt x="21600" y="20983"/>
                </a:lnTo>
                <a:lnTo>
                  <a:pt x="21600" y="21137"/>
                </a:lnTo>
                <a:lnTo>
                  <a:pt x="21600" y="21291"/>
                </a:lnTo>
                <a:lnTo>
                  <a:pt x="21484" y="21446"/>
                </a:lnTo>
                <a:lnTo>
                  <a:pt x="21369" y="21446"/>
                </a:lnTo>
                <a:lnTo>
                  <a:pt x="21138" y="21600"/>
                </a:lnTo>
                <a:lnTo>
                  <a:pt x="21022" y="21600"/>
                </a:lnTo>
                <a:lnTo>
                  <a:pt x="10973" y="21600"/>
                </a:lnTo>
                <a:lnTo>
                  <a:pt x="2079" y="21600"/>
                </a:lnTo>
                <a:lnTo>
                  <a:pt x="1848" y="21600"/>
                </a:lnTo>
                <a:lnTo>
                  <a:pt x="1733" y="21446"/>
                </a:lnTo>
                <a:lnTo>
                  <a:pt x="1617" y="21446"/>
                </a:lnTo>
                <a:lnTo>
                  <a:pt x="1502" y="21291"/>
                </a:lnTo>
                <a:lnTo>
                  <a:pt x="1386" y="21291"/>
                </a:lnTo>
                <a:lnTo>
                  <a:pt x="1386" y="21137"/>
                </a:lnTo>
                <a:lnTo>
                  <a:pt x="1386" y="20983"/>
                </a:lnTo>
                <a:lnTo>
                  <a:pt x="1386" y="20829"/>
                </a:lnTo>
                <a:lnTo>
                  <a:pt x="1502" y="20674"/>
                </a:lnTo>
                <a:lnTo>
                  <a:pt x="1617" y="20366"/>
                </a:lnTo>
                <a:lnTo>
                  <a:pt x="1733" y="20057"/>
                </a:lnTo>
                <a:lnTo>
                  <a:pt x="1964" y="19903"/>
                </a:lnTo>
                <a:lnTo>
                  <a:pt x="0" y="19903"/>
                </a:lnTo>
                <a:lnTo>
                  <a:pt x="0" y="10800"/>
                </a:lnTo>
                <a:lnTo>
                  <a:pt x="0" y="2777"/>
                </a:lnTo>
                <a:lnTo>
                  <a:pt x="4620" y="2777"/>
                </a:lnTo>
                <a:lnTo>
                  <a:pt x="4620" y="16971"/>
                </a:lnTo>
                <a:moveTo>
                  <a:pt x="4620" y="16971"/>
                </a:moveTo>
                <a:moveTo>
                  <a:pt x="4620" y="16971"/>
                </a:moveTo>
                <a:lnTo>
                  <a:pt x="4158" y="17434"/>
                </a:lnTo>
                <a:lnTo>
                  <a:pt x="2541" y="19286"/>
                </a:lnTo>
                <a:lnTo>
                  <a:pt x="1964" y="19903"/>
                </a:lnTo>
                <a:lnTo>
                  <a:pt x="4620" y="16971"/>
                </a:lnTo>
                <a:close/>
              </a:path>
              <a:path w="21600" h="21600">
                <a:moveTo>
                  <a:pt x="7624" y="2314"/>
                </a:moveTo>
                <a:moveTo>
                  <a:pt x="16402" y="2314"/>
                </a:moveTo>
                <a:lnTo>
                  <a:pt x="16402" y="11880"/>
                </a:lnTo>
                <a:lnTo>
                  <a:pt x="7624" y="11880"/>
                </a:lnTo>
                <a:lnTo>
                  <a:pt x="7624" y="2314"/>
                </a:lnTo>
                <a:lnTo>
                  <a:pt x="16402" y="2314"/>
                </a:lnTo>
                <a:close/>
              </a:path>
              <a:path w="21600" h="21600">
                <a:moveTo>
                  <a:pt x="578" y="4011"/>
                </a:moveTo>
                <a:moveTo>
                  <a:pt x="4043" y="4011"/>
                </a:moveTo>
                <a:lnTo>
                  <a:pt x="4043" y="4320"/>
                </a:lnTo>
                <a:lnTo>
                  <a:pt x="578" y="4320"/>
                </a:lnTo>
                <a:lnTo>
                  <a:pt x="578" y="4011"/>
                </a:lnTo>
                <a:lnTo>
                  <a:pt x="4043" y="4011"/>
                </a:lnTo>
                <a:close/>
                <a:moveTo>
                  <a:pt x="7624" y="14194"/>
                </a:moveTo>
                <a:lnTo>
                  <a:pt x="16402" y="14194"/>
                </a:lnTo>
                <a:lnTo>
                  <a:pt x="16402" y="16200"/>
                </a:lnTo>
                <a:lnTo>
                  <a:pt x="7624" y="16200"/>
                </a:lnTo>
              </a:path>
            </a:pathLst>
          </a:custGeom>
          <a:solidFill>
            <a:srgbClr val="00FFCC">
              <a:alpha val="100000"/>
            </a:srgbClr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50570" name="computr3"/>
          <p:cNvSpPr>
            <a:spLocks noEditPoints="1"/>
          </p:cNvSpPr>
          <p:nvPr/>
        </p:nvSpPr>
        <p:spPr>
          <a:xfrm>
            <a:off x="6096000" y="5516563"/>
            <a:ext cx="989013" cy="703262"/>
          </a:xfrm>
          <a:custGeom>
            <a:avLst/>
            <a:gdLst>
              <a:gd name="txL" fmla="*/ 7811 w 21600"/>
              <a:gd name="txT" fmla="*/ 2584 h 21600"/>
              <a:gd name="txR" fmla="*/ 16359 w 21600"/>
              <a:gd name="txB" fmla="*/ 11764 h 21600"/>
            </a:gdLst>
            <a:ahLst/>
            <a:cxnLst>
              <a:cxn ang="0">
                <a:pos x="0" y="11448552"/>
              </a:cxn>
              <a:cxn ang="0">
                <a:pos x="22642262" y="0"/>
              </a:cxn>
              <a:cxn ang="0">
                <a:pos x="22642262" y="22897104"/>
              </a:cxn>
              <a:cxn ang="0">
                <a:pos x="38020178" y="11448552"/>
              </a:cxn>
            </a:cxnLst>
            <a:rect l="txL" t="txT" r="txR" b="txB"/>
            <a:pathLst>
              <a:path w="21600" h="21600">
                <a:moveTo>
                  <a:pt x="18250" y="17743"/>
                </a:moveTo>
                <a:lnTo>
                  <a:pt x="17557" y="16971"/>
                </a:lnTo>
                <a:lnTo>
                  <a:pt x="5429" y="16971"/>
                </a:lnTo>
                <a:lnTo>
                  <a:pt x="4736" y="17743"/>
                </a:lnTo>
                <a:lnTo>
                  <a:pt x="18250" y="17743"/>
                </a:lnTo>
                <a:close/>
              </a:path>
              <a:path w="21600" h="21600">
                <a:moveTo>
                  <a:pt x="18250" y="17743"/>
                </a:moveTo>
                <a:moveTo>
                  <a:pt x="19405" y="19131"/>
                </a:moveTo>
                <a:lnTo>
                  <a:pt x="18712" y="18360"/>
                </a:lnTo>
                <a:lnTo>
                  <a:pt x="4274" y="18360"/>
                </a:lnTo>
                <a:lnTo>
                  <a:pt x="3581" y="19131"/>
                </a:lnTo>
                <a:lnTo>
                  <a:pt x="19405" y="19131"/>
                </a:lnTo>
                <a:close/>
              </a:path>
              <a:path w="21600" h="21600">
                <a:moveTo>
                  <a:pt x="19405" y="19131"/>
                </a:moveTo>
                <a:moveTo>
                  <a:pt x="20560" y="20520"/>
                </a:moveTo>
                <a:lnTo>
                  <a:pt x="19867" y="19749"/>
                </a:lnTo>
                <a:lnTo>
                  <a:pt x="3119" y="19749"/>
                </a:lnTo>
                <a:lnTo>
                  <a:pt x="2426" y="20520"/>
                </a:lnTo>
                <a:lnTo>
                  <a:pt x="20560" y="20520"/>
                </a:lnTo>
                <a:close/>
              </a:path>
              <a:path w="21600" h="21600">
                <a:moveTo>
                  <a:pt x="20560" y="20520"/>
                </a:moveTo>
                <a:moveTo>
                  <a:pt x="4620" y="16971"/>
                </a:moveTo>
                <a:lnTo>
                  <a:pt x="5313" y="16200"/>
                </a:lnTo>
                <a:lnTo>
                  <a:pt x="7624" y="16200"/>
                </a:lnTo>
                <a:lnTo>
                  <a:pt x="7624" y="14194"/>
                </a:lnTo>
                <a:lnTo>
                  <a:pt x="5891" y="14194"/>
                </a:lnTo>
                <a:lnTo>
                  <a:pt x="5891" y="0"/>
                </a:lnTo>
                <a:lnTo>
                  <a:pt x="12013" y="0"/>
                </a:lnTo>
                <a:lnTo>
                  <a:pt x="18135" y="0"/>
                </a:lnTo>
                <a:lnTo>
                  <a:pt x="18135" y="10800"/>
                </a:lnTo>
                <a:lnTo>
                  <a:pt x="18135" y="14194"/>
                </a:lnTo>
                <a:lnTo>
                  <a:pt x="16402" y="14194"/>
                </a:lnTo>
                <a:lnTo>
                  <a:pt x="16402" y="16200"/>
                </a:lnTo>
                <a:lnTo>
                  <a:pt x="17788" y="16200"/>
                </a:lnTo>
                <a:lnTo>
                  <a:pt x="19059" y="17743"/>
                </a:lnTo>
                <a:lnTo>
                  <a:pt x="21022" y="19903"/>
                </a:lnTo>
                <a:lnTo>
                  <a:pt x="21253" y="20057"/>
                </a:lnTo>
                <a:lnTo>
                  <a:pt x="21369" y="20366"/>
                </a:lnTo>
                <a:lnTo>
                  <a:pt x="21600" y="20674"/>
                </a:lnTo>
                <a:lnTo>
                  <a:pt x="21600" y="20829"/>
                </a:lnTo>
                <a:lnTo>
                  <a:pt x="21600" y="20983"/>
                </a:lnTo>
                <a:lnTo>
                  <a:pt x="21600" y="21137"/>
                </a:lnTo>
                <a:lnTo>
                  <a:pt x="21600" y="21291"/>
                </a:lnTo>
                <a:lnTo>
                  <a:pt x="21484" y="21446"/>
                </a:lnTo>
                <a:lnTo>
                  <a:pt x="21369" y="21446"/>
                </a:lnTo>
                <a:lnTo>
                  <a:pt x="21138" y="21600"/>
                </a:lnTo>
                <a:lnTo>
                  <a:pt x="21022" y="21600"/>
                </a:lnTo>
                <a:lnTo>
                  <a:pt x="10973" y="21600"/>
                </a:lnTo>
                <a:lnTo>
                  <a:pt x="2079" y="21600"/>
                </a:lnTo>
                <a:lnTo>
                  <a:pt x="1848" y="21600"/>
                </a:lnTo>
                <a:lnTo>
                  <a:pt x="1733" y="21446"/>
                </a:lnTo>
                <a:lnTo>
                  <a:pt x="1617" y="21446"/>
                </a:lnTo>
                <a:lnTo>
                  <a:pt x="1502" y="21291"/>
                </a:lnTo>
                <a:lnTo>
                  <a:pt x="1386" y="21291"/>
                </a:lnTo>
                <a:lnTo>
                  <a:pt x="1386" y="21137"/>
                </a:lnTo>
                <a:lnTo>
                  <a:pt x="1386" y="20983"/>
                </a:lnTo>
                <a:lnTo>
                  <a:pt x="1386" y="20829"/>
                </a:lnTo>
                <a:lnTo>
                  <a:pt x="1502" y="20674"/>
                </a:lnTo>
                <a:lnTo>
                  <a:pt x="1617" y="20366"/>
                </a:lnTo>
                <a:lnTo>
                  <a:pt x="1733" y="20057"/>
                </a:lnTo>
                <a:lnTo>
                  <a:pt x="1964" y="19903"/>
                </a:lnTo>
                <a:lnTo>
                  <a:pt x="0" y="19903"/>
                </a:lnTo>
                <a:lnTo>
                  <a:pt x="0" y="10800"/>
                </a:lnTo>
                <a:lnTo>
                  <a:pt x="0" y="2777"/>
                </a:lnTo>
                <a:lnTo>
                  <a:pt x="4620" y="2777"/>
                </a:lnTo>
                <a:lnTo>
                  <a:pt x="4620" y="16971"/>
                </a:lnTo>
                <a:moveTo>
                  <a:pt x="4620" y="16971"/>
                </a:moveTo>
                <a:moveTo>
                  <a:pt x="4620" y="16971"/>
                </a:moveTo>
                <a:lnTo>
                  <a:pt x="4158" y="17434"/>
                </a:lnTo>
                <a:lnTo>
                  <a:pt x="2541" y="19286"/>
                </a:lnTo>
                <a:lnTo>
                  <a:pt x="1964" y="19903"/>
                </a:lnTo>
                <a:lnTo>
                  <a:pt x="4620" y="16971"/>
                </a:lnTo>
                <a:close/>
              </a:path>
              <a:path w="21600" h="21600">
                <a:moveTo>
                  <a:pt x="7624" y="2314"/>
                </a:moveTo>
                <a:moveTo>
                  <a:pt x="16402" y="2314"/>
                </a:moveTo>
                <a:lnTo>
                  <a:pt x="16402" y="11880"/>
                </a:lnTo>
                <a:lnTo>
                  <a:pt x="7624" y="11880"/>
                </a:lnTo>
                <a:lnTo>
                  <a:pt x="7624" y="2314"/>
                </a:lnTo>
                <a:lnTo>
                  <a:pt x="16402" y="2314"/>
                </a:lnTo>
                <a:close/>
              </a:path>
              <a:path w="21600" h="21600">
                <a:moveTo>
                  <a:pt x="578" y="4011"/>
                </a:moveTo>
                <a:moveTo>
                  <a:pt x="4043" y="4011"/>
                </a:moveTo>
                <a:lnTo>
                  <a:pt x="4043" y="4320"/>
                </a:lnTo>
                <a:lnTo>
                  <a:pt x="578" y="4320"/>
                </a:lnTo>
                <a:lnTo>
                  <a:pt x="578" y="4011"/>
                </a:lnTo>
                <a:lnTo>
                  <a:pt x="4043" y="4011"/>
                </a:lnTo>
                <a:close/>
                <a:moveTo>
                  <a:pt x="7624" y="14194"/>
                </a:moveTo>
                <a:lnTo>
                  <a:pt x="16402" y="14194"/>
                </a:lnTo>
                <a:lnTo>
                  <a:pt x="16402" y="16200"/>
                </a:lnTo>
                <a:lnTo>
                  <a:pt x="7624" y="16200"/>
                </a:lnTo>
              </a:path>
            </a:pathLst>
          </a:custGeom>
          <a:solidFill>
            <a:srgbClr val="00FFCC">
              <a:alpha val="100000"/>
            </a:srgbClr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50571" name="computr3"/>
          <p:cNvSpPr>
            <a:spLocks noEditPoints="1"/>
          </p:cNvSpPr>
          <p:nvPr/>
        </p:nvSpPr>
        <p:spPr>
          <a:xfrm>
            <a:off x="8472488" y="2636838"/>
            <a:ext cx="989012" cy="703262"/>
          </a:xfrm>
          <a:custGeom>
            <a:avLst/>
            <a:gdLst>
              <a:gd name="txL" fmla="*/ 7811 w 21600"/>
              <a:gd name="txT" fmla="*/ 2584 h 21600"/>
              <a:gd name="txR" fmla="*/ 16359 w 21600"/>
              <a:gd name="txB" fmla="*/ 11764 h 21600"/>
            </a:gdLst>
            <a:ahLst/>
            <a:cxnLst>
              <a:cxn ang="0">
                <a:pos x="0" y="11448552"/>
              </a:cxn>
              <a:cxn ang="0">
                <a:pos x="22642239" y="0"/>
              </a:cxn>
              <a:cxn ang="0">
                <a:pos x="22642239" y="22897104"/>
              </a:cxn>
              <a:cxn ang="0">
                <a:pos x="38020094" y="11448552"/>
              </a:cxn>
            </a:cxnLst>
            <a:rect l="txL" t="txT" r="txR" b="txB"/>
            <a:pathLst>
              <a:path w="21600" h="21600">
                <a:moveTo>
                  <a:pt x="18250" y="17743"/>
                </a:moveTo>
                <a:lnTo>
                  <a:pt x="17557" y="16971"/>
                </a:lnTo>
                <a:lnTo>
                  <a:pt x="5429" y="16971"/>
                </a:lnTo>
                <a:lnTo>
                  <a:pt x="4736" y="17743"/>
                </a:lnTo>
                <a:lnTo>
                  <a:pt x="18250" y="17743"/>
                </a:lnTo>
                <a:close/>
              </a:path>
              <a:path w="21600" h="21600">
                <a:moveTo>
                  <a:pt x="18250" y="17743"/>
                </a:moveTo>
                <a:moveTo>
                  <a:pt x="19405" y="19131"/>
                </a:moveTo>
                <a:lnTo>
                  <a:pt x="18712" y="18360"/>
                </a:lnTo>
                <a:lnTo>
                  <a:pt x="4274" y="18360"/>
                </a:lnTo>
                <a:lnTo>
                  <a:pt x="3581" y="19131"/>
                </a:lnTo>
                <a:lnTo>
                  <a:pt x="19405" y="19131"/>
                </a:lnTo>
                <a:close/>
              </a:path>
              <a:path w="21600" h="21600">
                <a:moveTo>
                  <a:pt x="19405" y="19131"/>
                </a:moveTo>
                <a:moveTo>
                  <a:pt x="20560" y="20520"/>
                </a:moveTo>
                <a:lnTo>
                  <a:pt x="19867" y="19749"/>
                </a:lnTo>
                <a:lnTo>
                  <a:pt x="3119" y="19749"/>
                </a:lnTo>
                <a:lnTo>
                  <a:pt x="2426" y="20520"/>
                </a:lnTo>
                <a:lnTo>
                  <a:pt x="20560" y="20520"/>
                </a:lnTo>
                <a:close/>
              </a:path>
              <a:path w="21600" h="21600">
                <a:moveTo>
                  <a:pt x="20560" y="20520"/>
                </a:moveTo>
                <a:moveTo>
                  <a:pt x="4620" y="16971"/>
                </a:moveTo>
                <a:lnTo>
                  <a:pt x="5313" y="16200"/>
                </a:lnTo>
                <a:lnTo>
                  <a:pt x="7624" y="16200"/>
                </a:lnTo>
                <a:lnTo>
                  <a:pt x="7624" y="14194"/>
                </a:lnTo>
                <a:lnTo>
                  <a:pt x="5891" y="14194"/>
                </a:lnTo>
                <a:lnTo>
                  <a:pt x="5891" y="0"/>
                </a:lnTo>
                <a:lnTo>
                  <a:pt x="12013" y="0"/>
                </a:lnTo>
                <a:lnTo>
                  <a:pt x="18135" y="0"/>
                </a:lnTo>
                <a:lnTo>
                  <a:pt x="18135" y="10800"/>
                </a:lnTo>
                <a:lnTo>
                  <a:pt x="18135" y="14194"/>
                </a:lnTo>
                <a:lnTo>
                  <a:pt x="16402" y="14194"/>
                </a:lnTo>
                <a:lnTo>
                  <a:pt x="16402" y="16200"/>
                </a:lnTo>
                <a:lnTo>
                  <a:pt x="17788" y="16200"/>
                </a:lnTo>
                <a:lnTo>
                  <a:pt x="19059" y="17743"/>
                </a:lnTo>
                <a:lnTo>
                  <a:pt x="21022" y="19903"/>
                </a:lnTo>
                <a:lnTo>
                  <a:pt x="21253" y="20057"/>
                </a:lnTo>
                <a:lnTo>
                  <a:pt x="21369" y="20366"/>
                </a:lnTo>
                <a:lnTo>
                  <a:pt x="21600" y="20674"/>
                </a:lnTo>
                <a:lnTo>
                  <a:pt x="21600" y="20829"/>
                </a:lnTo>
                <a:lnTo>
                  <a:pt x="21600" y="20983"/>
                </a:lnTo>
                <a:lnTo>
                  <a:pt x="21600" y="21137"/>
                </a:lnTo>
                <a:lnTo>
                  <a:pt x="21600" y="21291"/>
                </a:lnTo>
                <a:lnTo>
                  <a:pt x="21484" y="21446"/>
                </a:lnTo>
                <a:lnTo>
                  <a:pt x="21369" y="21446"/>
                </a:lnTo>
                <a:lnTo>
                  <a:pt x="21138" y="21600"/>
                </a:lnTo>
                <a:lnTo>
                  <a:pt x="21022" y="21600"/>
                </a:lnTo>
                <a:lnTo>
                  <a:pt x="10973" y="21600"/>
                </a:lnTo>
                <a:lnTo>
                  <a:pt x="2079" y="21600"/>
                </a:lnTo>
                <a:lnTo>
                  <a:pt x="1848" y="21600"/>
                </a:lnTo>
                <a:lnTo>
                  <a:pt x="1733" y="21446"/>
                </a:lnTo>
                <a:lnTo>
                  <a:pt x="1617" y="21446"/>
                </a:lnTo>
                <a:lnTo>
                  <a:pt x="1502" y="21291"/>
                </a:lnTo>
                <a:lnTo>
                  <a:pt x="1386" y="21291"/>
                </a:lnTo>
                <a:lnTo>
                  <a:pt x="1386" y="21137"/>
                </a:lnTo>
                <a:lnTo>
                  <a:pt x="1386" y="20983"/>
                </a:lnTo>
                <a:lnTo>
                  <a:pt x="1386" y="20829"/>
                </a:lnTo>
                <a:lnTo>
                  <a:pt x="1502" y="20674"/>
                </a:lnTo>
                <a:lnTo>
                  <a:pt x="1617" y="20366"/>
                </a:lnTo>
                <a:lnTo>
                  <a:pt x="1733" y="20057"/>
                </a:lnTo>
                <a:lnTo>
                  <a:pt x="1964" y="19903"/>
                </a:lnTo>
                <a:lnTo>
                  <a:pt x="0" y="19903"/>
                </a:lnTo>
                <a:lnTo>
                  <a:pt x="0" y="10800"/>
                </a:lnTo>
                <a:lnTo>
                  <a:pt x="0" y="2777"/>
                </a:lnTo>
                <a:lnTo>
                  <a:pt x="4620" y="2777"/>
                </a:lnTo>
                <a:lnTo>
                  <a:pt x="4620" y="16971"/>
                </a:lnTo>
                <a:moveTo>
                  <a:pt x="4620" y="16971"/>
                </a:moveTo>
                <a:moveTo>
                  <a:pt x="4620" y="16971"/>
                </a:moveTo>
                <a:lnTo>
                  <a:pt x="4158" y="17434"/>
                </a:lnTo>
                <a:lnTo>
                  <a:pt x="2541" y="19286"/>
                </a:lnTo>
                <a:lnTo>
                  <a:pt x="1964" y="19903"/>
                </a:lnTo>
                <a:lnTo>
                  <a:pt x="4620" y="16971"/>
                </a:lnTo>
                <a:close/>
              </a:path>
              <a:path w="21600" h="21600">
                <a:moveTo>
                  <a:pt x="7624" y="2314"/>
                </a:moveTo>
                <a:moveTo>
                  <a:pt x="16402" y="2314"/>
                </a:moveTo>
                <a:lnTo>
                  <a:pt x="16402" y="11880"/>
                </a:lnTo>
                <a:lnTo>
                  <a:pt x="7624" y="11880"/>
                </a:lnTo>
                <a:lnTo>
                  <a:pt x="7624" y="2314"/>
                </a:lnTo>
                <a:lnTo>
                  <a:pt x="16402" y="2314"/>
                </a:lnTo>
                <a:close/>
              </a:path>
              <a:path w="21600" h="21600">
                <a:moveTo>
                  <a:pt x="578" y="4011"/>
                </a:moveTo>
                <a:moveTo>
                  <a:pt x="4043" y="4011"/>
                </a:moveTo>
                <a:lnTo>
                  <a:pt x="4043" y="4320"/>
                </a:lnTo>
                <a:lnTo>
                  <a:pt x="578" y="4320"/>
                </a:lnTo>
                <a:lnTo>
                  <a:pt x="578" y="4011"/>
                </a:lnTo>
                <a:lnTo>
                  <a:pt x="4043" y="4011"/>
                </a:lnTo>
                <a:close/>
                <a:moveTo>
                  <a:pt x="7624" y="14194"/>
                </a:moveTo>
                <a:lnTo>
                  <a:pt x="16402" y="14194"/>
                </a:lnTo>
                <a:lnTo>
                  <a:pt x="16402" y="16200"/>
                </a:lnTo>
                <a:lnTo>
                  <a:pt x="7624" y="16200"/>
                </a:lnTo>
              </a:path>
            </a:pathLst>
          </a:custGeom>
          <a:solidFill>
            <a:srgbClr val="FFCCFF">
              <a:alpha val="100000"/>
            </a:srgbClr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50572" name="computr3"/>
          <p:cNvSpPr>
            <a:spLocks noEditPoints="1"/>
          </p:cNvSpPr>
          <p:nvPr/>
        </p:nvSpPr>
        <p:spPr>
          <a:xfrm>
            <a:off x="8472488" y="4437063"/>
            <a:ext cx="989012" cy="703262"/>
          </a:xfrm>
          <a:custGeom>
            <a:avLst/>
            <a:gdLst>
              <a:gd name="txL" fmla="*/ 7811 w 21600"/>
              <a:gd name="txT" fmla="*/ 2584 h 21600"/>
              <a:gd name="txR" fmla="*/ 16359 w 21600"/>
              <a:gd name="txB" fmla="*/ 11764 h 21600"/>
            </a:gdLst>
            <a:ahLst/>
            <a:cxnLst>
              <a:cxn ang="0">
                <a:pos x="0" y="11448552"/>
              </a:cxn>
              <a:cxn ang="0">
                <a:pos x="22642239" y="0"/>
              </a:cxn>
              <a:cxn ang="0">
                <a:pos x="22642239" y="22897104"/>
              </a:cxn>
              <a:cxn ang="0">
                <a:pos x="38020094" y="11448552"/>
              </a:cxn>
            </a:cxnLst>
            <a:rect l="txL" t="txT" r="txR" b="txB"/>
            <a:pathLst>
              <a:path w="21600" h="21600">
                <a:moveTo>
                  <a:pt x="18250" y="17743"/>
                </a:moveTo>
                <a:lnTo>
                  <a:pt x="17557" y="16971"/>
                </a:lnTo>
                <a:lnTo>
                  <a:pt x="5429" y="16971"/>
                </a:lnTo>
                <a:lnTo>
                  <a:pt x="4736" y="17743"/>
                </a:lnTo>
                <a:lnTo>
                  <a:pt x="18250" y="17743"/>
                </a:lnTo>
                <a:close/>
              </a:path>
              <a:path w="21600" h="21600">
                <a:moveTo>
                  <a:pt x="18250" y="17743"/>
                </a:moveTo>
                <a:moveTo>
                  <a:pt x="19405" y="19131"/>
                </a:moveTo>
                <a:lnTo>
                  <a:pt x="18712" y="18360"/>
                </a:lnTo>
                <a:lnTo>
                  <a:pt x="4274" y="18360"/>
                </a:lnTo>
                <a:lnTo>
                  <a:pt x="3581" y="19131"/>
                </a:lnTo>
                <a:lnTo>
                  <a:pt x="19405" y="19131"/>
                </a:lnTo>
                <a:close/>
              </a:path>
              <a:path w="21600" h="21600">
                <a:moveTo>
                  <a:pt x="19405" y="19131"/>
                </a:moveTo>
                <a:moveTo>
                  <a:pt x="20560" y="20520"/>
                </a:moveTo>
                <a:lnTo>
                  <a:pt x="19867" y="19749"/>
                </a:lnTo>
                <a:lnTo>
                  <a:pt x="3119" y="19749"/>
                </a:lnTo>
                <a:lnTo>
                  <a:pt x="2426" y="20520"/>
                </a:lnTo>
                <a:lnTo>
                  <a:pt x="20560" y="20520"/>
                </a:lnTo>
                <a:close/>
              </a:path>
              <a:path w="21600" h="21600">
                <a:moveTo>
                  <a:pt x="20560" y="20520"/>
                </a:moveTo>
                <a:moveTo>
                  <a:pt x="4620" y="16971"/>
                </a:moveTo>
                <a:lnTo>
                  <a:pt x="5313" y="16200"/>
                </a:lnTo>
                <a:lnTo>
                  <a:pt x="7624" y="16200"/>
                </a:lnTo>
                <a:lnTo>
                  <a:pt x="7624" y="14194"/>
                </a:lnTo>
                <a:lnTo>
                  <a:pt x="5891" y="14194"/>
                </a:lnTo>
                <a:lnTo>
                  <a:pt x="5891" y="0"/>
                </a:lnTo>
                <a:lnTo>
                  <a:pt x="12013" y="0"/>
                </a:lnTo>
                <a:lnTo>
                  <a:pt x="18135" y="0"/>
                </a:lnTo>
                <a:lnTo>
                  <a:pt x="18135" y="10800"/>
                </a:lnTo>
                <a:lnTo>
                  <a:pt x="18135" y="14194"/>
                </a:lnTo>
                <a:lnTo>
                  <a:pt x="16402" y="14194"/>
                </a:lnTo>
                <a:lnTo>
                  <a:pt x="16402" y="16200"/>
                </a:lnTo>
                <a:lnTo>
                  <a:pt x="17788" y="16200"/>
                </a:lnTo>
                <a:lnTo>
                  <a:pt x="19059" y="17743"/>
                </a:lnTo>
                <a:lnTo>
                  <a:pt x="21022" y="19903"/>
                </a:lnTo>
                <a:lnTo>
                  <a:pt x="21253" y="20057"/>
                </a:lnTo>
                <a:lnTo>
                  <a:pt x="21369" y="20366"/>
                </a:lnTo>
                <a:lnTo>
                  <a:pt x="21600" y="20674"/>
                </a:lnTo>
                <a:lnTo>
                  <a:pt x="21600" y="20829"/>
                </a:lnTo>
                <a:lnTo>
                  <a:pt x="21600" y="20983"/>
                </a:lnTo>
                <a:lnTo>
                  <a:pt x="21600" y="21137"/>
                </a:lnTo>
                <a:lnTo>
                  <a:pt x="21600" y="21291"/>
                </a:lnTo>
                <a:lnTo>
                  <a:pt x="21484" y="21446"/>
                </a:lnTo>
                <a:lnTo>
                  <a:pt x="21369" y="21446"/>
                </a:lnTo>
                <a:lnTo>
                  <a:pt x="21138" y="21600"/>
                </a:lnTo>
                <a:lnTo>
                  <a:pt x="21022" y="21600"/>
                </a:lnTo>
                <a:lnTo>
                  <a:pt x="10973" y="21600"/>
                </a:lnTo>
                <a:lnTo>
                  <a:pt x="2079" y="21600"/>
                </a:lnTo>
                <a:lnTo>
                  <a:pt x="1848" y="21600"/>
                </a:lnTo>
                <a:lnTo>
                  <a:pt x="1733" y="21446"/>
                </a:lnTo>
                <a:lnTo>
                  <a:pt x="1617" y="21446"/>
                </a:lnTo>
                <a:lnTo>
                  <a:pt x="1502" y="21291"/>
                </a:lnTo>
                <a:lnTo>
                  <a:pt x="1386" y="21291"/>
                </a:lnTo>
                <a:lnTo>
                  <a:pt x="1386" y="21137"/>
                </a:lnTo>
                <a:lnTo>
                  <a:pt x="1386" y="20983"/>
                </a:lnTo>
                <a:lnTo>
                  <a:pt x="1386" y="20829"/>
                </a:lnTo>
                <a:lnTo>
                  <a:pt x="1502" y="20674"/>
                </a:lnTo>
                <a:lnTo>
                  <a:pt x="1617" y="20366"/>
                </a:lnTo>
                <a:lnTo>
                  <a:pt x="1733" y="20057"/>
                </a:lnTo>
                <a:lnTo>
                  <a:pt x="1964" y="19903"/>
                </a:lnTo>
                <a:lnTo>
                  <a:pt x="0" y="19903"/>
                </a:lnTo>
                <a:lnTo>
                  <a:pt x="0" y="10800"/>
                </a:lnTo>
                <a:lnTo>
                  <a:pt x="0" y="2777"/>
                </a:lnTo>
                <a:lnTo>
                  <a:pt x="4620" y="2777"/>
                </a:lnTo>
                <a:lnTo>
                  <a:pt x="4620" y="16971"/>
                </a:lnTo>
                <a:moveTo>
                  <a:pt x="4620" y="16971"/>
                </a:moveTo>
                <a:moveTo>
                  <a:pt x="4620" y="16971"/>
                </a:moveTo>
                <a:lnTo>
                  <a:pt x="4158" y="17434"/>
                </a:lnTo>
                <a:lnTo>
                  <a:pt x="2541" y="19286"/>
                </a:lnTo>
                <a:lnTo>
                  <a:pt x="1964" y="19903"/>
                </a:lnTo>
                <a:lnTo>
                  <a:pt x="4620" y="16971"/>
                </a:lnTo>
                <a:close/>
              </a:path>
              <a:path w="21600" h="21600">
                <a:moveTo>
                  <a:pt x="7624" y="2314"/>
                </a:moveTo>
                <a:moveTo>
                  <a:pt x="16402" y="2314"/>
                </a:moveTo>
                <a:lnTo>
                  <a:pt x="16402" y="11880"/>
                </a:lnTo>
                <a:lnTo>
                  <a:pt x="7624" y="11880"/>
                </a:lnTo>
                <a:lnTo>
                  <a:pt x="7624" y="2314"/>
                </a:lnTo>
                <a:lnTo>
                  <a:pt x="16402" y="2314"/>
                </a:lnTo>
                <a:close/>
              </a:path>
              <a:path w="21600" h="21600">
                <a:moveTo>
                  <a:pt x="578" y="4011"/>
                </a:moveTo>
                <a:moveTo>
                  <a:pt x="4043" y="4011"/>
                </a:moveTo>
                <a:lnTo>
                  <a:pt x="4043" y="4320"/>
                </a:lnTo>
                <a:lnTo>
                  <a:pt x="578" y="4320"/>
                </a:lnTo>
                <a:lnTo>
                  <a:pt x="578" y="4011"/>
                </a:lnTo>
                <a:lnTo>
                  <a:pt x="4043" y="4011"/>
                </a:lnTo>
                <a:close/>
                <a:moveTo>
                  <a:pt x="7624" y="14194"/>
                </a:moveTo>
                <a:lnTo>
                  <a:pt x="16402" y="14194"/>
                </a:lnTo>
                <a:lnTo>
                  <a:pt x="16402" y="16200"/>
                </a:lnTo>
                <a:lnTo>
                  <a:pt x="7624" y="16200"/>
                </a:lnTo>
              </a:path>
            </a:pathLst>
          </a:custGeom>
          <a:solidFill>
            <a:srgbClr val="FFCCFF">
              <a:alpha val="100000"/>
            </a:srgbClr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 spd="med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500"/>
                                        <p:tgtEl>
                                          <p:spTgt spid="942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94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94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2000"/>
                                        <p:tgtEl>
                                          <p:spTgt spid="94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2" grpId="0" bldLvl="0" animBg="1"/>
      <p:bldP spid="94275" grpId="0" bldLvl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1554" name="页脚占位符 2"/>
          <p:cNvSpPr txBox="1">
            <a:spLocks noGrp="1"/>
          </p:cNvSpPr>
          <p:nvPr/>
        </p:nvSpPr>
        <p:spPr>
          <a:xfrm>
            <a:off x="6934200" y="64008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 Layer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1555" name="灯片编号占位符 3"/>
          <p:cNvSpPr txBox="1">
            <a:spLocks noGrp="1"/>
          </p:cNvSpPr>
          <p:nvPr/>
        </p:nvSpPr>
        <p:spPr>
          <a:xfrm>
            <a:off x="9686925" y="6400800"/>
            <a:ext cx="676275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</a:fld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5236" name="Rectangle 2"/>
          <p:cNvSpPr/>
          <p:nvPr/>
        </p:nvSpPr>
        <p:spPr>
          <a:xfrm>
            <a:off x="5664200" y="1989138"/>
            <a:ext cx="4679950" cy="503237"/>
          </a:xfrm>
          <a:prstGeom prst="rect">
            <a:avLst/>
          </a:prstGeom>
          <a:solidFill>
            <a:srgbClr val="0099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5237" name="Rectangle 3"/>
          <p:cNvSpPr/>
          <p:nvPr/>
        </p:nvSpPr>
        <p:spPr>
          <a:xfrm>
            <a:off x="1774825" y="1844675"/>
            <a:ext cx="3889375" cy="376238"/>
          </a:xfrm>
          <a:prstGeom prst="rect">
            <a:avLst/>
          </a:prstGeom>
          <a:solidFill>
            <a:srgbClr val="0099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1558" name="Text Box 4"/>
          <p:cNvSpPr txBox="1"/>
          <p:nvPr/>
        </p:nvSpPr>
        <p:spPr>
          <a:xfrm>
            <a:off x="2133600" y="3652838"/>
            <a:ext cx="19050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223.1.1.1</a:t>
            </a:r>
            <a:endParaRPr lang="en-US" altLang="zh-CN" sz="1800" dirty="0">
              <a:solidFill>
                <a:schemeClr val="tx2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1559" name="Text Box 5"/>
          <p:cNvSpPr txBox="1"/>
          <p:nvPr/>
        </p:nvSpPr>
        <p:spPr>
          <a:xfrm>
            <a:off x="2133600" y="4708525"/>
            <a:ext cx="19050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223.1.1.2</a:t>
            </a:r>
            <a:endParaRPr lang="en-US" altLang="zh-CN" sz="1800" dirty="0">
              <a:solidFill>
                <a:schemeClr val="tx2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1560" name="Text Box 6"/>
          <p:cNvSpPr txBox="1"/>
          <p:nvPr/>
        </p:nvSpPr>
        <p:spPr>
          <a:xfrm>
            <a:off x="2057400" y="5764213"/>
            <a:ext cx="19050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223.1.1.3</a:t>
            </a:r>
            <a:endParaRPr lang="en-US" altLang="zh-CN" sz="1800" dirty="0">
              <a:solidFill>
                <a:schemeClr val="tx2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1561" name="Text Box 7"/>
          <p:cNvSpPr txBox="1"/>
          <p:nvPr/>
        </p:nvSpPr>
        <p:spPr>
          <a:xfrm>
            <a:off x="4038600" y="6327775"/>
            <a:ext cx="19050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223.1.3.1</a:t>
            </a:r>
            <a:endParaRPr lang="en-US" altLang="zh-CN" sz="1800" dirty="0">
              <a:solidFill>
                <a:schemeClr val="tx2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1562" name="Text Box 8"/>
          <p:cNvSpPr txBox="1"/>
          <p:nvPr/>
        </p:nvSpPr>
        <p:spPr>
          <a:xfrm>
            <a:off x="5791200" y="6327775"/>
            <a:ext cx="19050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223.1.3.2</a:t>
            </a:r>
            <a:endParaRPr lang="en-US" altLang="zh-CN" sz="1800" dirty="0">
              <a:solidFill>
                <a:schemeClr val="tx2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1563" name="Text Box 9"/>
          <p:cNvSpPr txBox="1"/>
          <p:nvPr/>
        </p:nvSpPr>
        <p:spPr>
          <a:xfrm>
            <a:off x="8077200" y="3794125"/>
            <a:ext cx="19050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223.1.2.1</a:t>
            </a:r>
            <a:endParaRPr lang="en-US" altLang="zh-CN" sz="1800" dirty="0">
              <a:solidFill>
                <a:schemeClr val="tx2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1564" name="Text Box 10"/>
          <p:cNvSpPr txBox="1"/>
          <p:nvPr/>
        </p:nvSpPr>
        <p:spPr>
          <a:xfrm>
            <a:off x="8153400" y="5341938"/>
            <a:ext cx="19050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223.1.2.2</a:t>
            </a:r>
            <a:endParaRPr lang="en-US" altLang="zh-CN" sz="1800" dirty="0">
              <a:solidFill>
                <a:schemeClr val="tx2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1565" name="Line 11"/>
          <p:cNvSpPr/>
          <p:nvPr/>
        </p:nvSpPr>
        <p:spPr>
          <a:xfrm>
            <a:off x="3124200" y="3276600"/>
            <a:ext cx="838200" cy="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1566" name="Line 12"/>
          <p:cNvSpPr/>
          <p:nvPr/>
        </p:nvSpPr>
        <p:spPr>
          <a:xfrm>
            <a:off x="3124200" y="4379913"/>
            <a:ext cx="838200" cy="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1567" name="Line 13"/>
          <p:cNvSpPr/>
          <p:nvPr/>
        </p:nvSpPr>
        <p:spPr>
          <a:xfrm>
            <a:off x="3962400" y="3252788"/>
            <a:ext cx="0" cy="232410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1568" name="Line 14"/>
          <p:cNvSpPr/>
          <p:nvPr/>
        </p:nvSpPr>
        <p:spPr>
          <a:xfrm>
            <a:off x="3162300" y="5576888"/>
            <a:ext cx="838200" cy="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1569" name="Line 15"/>
          <p:cNvSpPr/>
          <p:nvPr/>
        </p:nvSpPr>
        <p:spPr>
          <a:xfrm>
            <a:off x="7620000" y="3324225"/>
            <a:ext cx="914400" cy="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1570" name="Line 16"/>
          <p:cNvSpPr/>
          <p:nvPr/>
        </p:nvSpPr>
        <p:spPr>
          <a:xfrm>
            <a:off x="7620000" y="3324225"/>
            <a:ext cx="0" cy="168910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1571" name="Line 17"/>
          <p:cNvSpPr/>
          <p:nvPr/>
        </p:nvSpPr>
        <p:spPr>
          <a:xfrm>
            <a:off x="7620000" y="5013325"/>
            <a:ext cx="1066800" cy="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1572" name="Line 18"/>
          <p:cNvSpPr/>
          <p:nvPr/>
        </p:nvSpPr>
        <p:spPr>
          <a:xfrm>
            <a:off x="4800600" y="5295900"/>
            <a:ext cx="0" cy="350838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1573" name="Line 19"/>
          <p:cNvSpPr/>
          <p:nvPr/>
        </p:nvSpPr>
        <p:spPr>
          <a:xfrm>
            <a:off x="4800600" y="5295900"/>
            <a:ext cx="1828800" cy="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1574" name="Line 20"/>
          <p:cNvSpPr/>
          <p:nvPr/>
        </p:nvSpPr>
        <p:spPr>
          <a:xfrm>
            <a:off x="6629400" y="5295900"/>
            <a:ext cx="0" cy="350838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1575" name="Line 21"/>
          <p:cNvSpPr/>
          <p:nvPr/>
        </p:nvSpPr>
        <p:spPr>
          <a:xfrm>
            <a:off x="3962400" y="4379913"/>
            <a:ext cx="1219200" cy="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1576" name="Line 22"/>
          <p:cNvSpPr/>
          <p:nvPr/>
        </p:nvSpPr>
        <p:spPr>
          <a:xfrm>
            <a:off x="6324600" y="4379913"/>
            <a:ext cx="1295400" cy="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1577" name="Line 23"/>
          <p:cNvSpPr/>
          <p:nvPr/>
        </p:nvSpPr>
        <p:spPr>
          <a:xfrm>
            <a:off x="5715000" y="4591050"/>
            <a:ext cx="0" cy="70485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1578" name="Text Box 24"/>
          <p:cNvSpPr txBox="1"/>
          <p:nvPr/>
        </p:nvSpPr>
        <p:spPr>
          <a:xfrm>
            <a:off x="1981200" y="3276600"/>
            <a:ext cx="6096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A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1579" name="Text Box 25"/>
          <p:cNvSpPr txBox="1"/>
          <p:nvPr/>
        </p:nvSpPr>
        <p:spPr>
          <a:xfrm>
            <a:off x="2654300" y="5154613"/>
            <a:ext cx="6096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rgbClr val="FF33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1580" name="Rectangle 26"/>
          <p:cNvSpPr/>
          <p:nvPr/>
        </p:nvSpPr>
        <p:spPr>
          <a:xfrm>
            <a:off x="3924300" y="4051300"/>
            <a:ext cx="1130300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223.1.1.4</a:t>
            </a:r>
            <a:endParaRPr lang="en-US" altLang="zh-CN" sz="1800" dirty="0">
              <a:solidFill>
                <a:schemeClr val="tx2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1581" name="Rectangle 27"/>
          <p:cNvSpPr/>
          <p:nvPr/>
        </p:nvSpPr>
        <p:spPr>
          <a:xfrm>
            <a:off x="5105400" y="4733925"/>
            <a:ext cx="1308100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223.1.3.27</a:t>
            </a:r>
            <a:endParaRPr lang="en-US" altLang="zh-CN" sz="1800" dirty="0">
              <a:solidFill>
                <a:schemeClr val="tx2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1582" name="Rectangle 28"/>
          <p:cNvSpPr/>
          <p:nvPr/>
        </p:nvSpPr>
        <p:spPr>
          <a:xfrm>
            <a:off x="6324600" y="4027488"/>
            <a:ext cx="1166813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223.1.2.9</a:t>
            </a:r>
            <a:endParaRPr lang="en-US" altLang="zh-CN" sz="1800" dirty="0">
              <a:solidFill>
                <a:schemeClr val="tx2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95263" name="组合 95262"/>
          <p:cNvGrpSpPr/>
          <p:nvPr/>
        </p:nvGrpSpPr>
        <p:grpSpPr>
          <a:xfrm>
            <a:off x="1774825" y="1125538"/>
            <a:ext cx="3859213" cy="1828800"/>
            <a:chOff x="0" y="0"/>
            <a:chExt cx="2352" cy="1152"/>
          </a:xfrm>
        </p:grpSpPr>
        <p:grpSp>
          <p:nvGrpSpPr>
            <p:cNvPr id="151645" name="组合 95263"/>
            <p:cNvGrpSpPr/>
            <p:nvPr/>
          </p:nvGrpSpPr>
          <p:grpSpPr>
            <a:xfrm>
              <a:off x="0" y="0"/>
              <a:ext cx="2352" cy="875"/>
              <a:chOff x="0" y="0"/>
              <a:chExt cx="1824" cy="923"/>
            </a:xfrm>
          </p:grpSpPr>
          <p:sp>
            <p:nvSpPr>
              <p:cNvPr id="151647" name="Rectangle 31"/>
              <p:cNvSpPr/>
              <p:nvPr/>
            </p:nvSpPr>
            <p:spPr>
              <a:xfrm>
                <a:off x="1392" y="711"/>
                <a:ext cx="432" cy="212"/>
              </a:xfrm>
              <a:prstGeom prst="rect">
                <a:avLst/>
              </a:prstGeom>
              <a:noFill/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5000"/>
                  <a:buFont typeface="ZapfDingbats"/>
                  <a:buNone/>
                </a:pPr>
                <a:r>
                  <a: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2</a:t>
                </a: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51648" name="Rectangle 32"/>
              <p:cNvSpPr/>
              <p:nvPr/>
            </p:nvSpPr>
            <p:spPr>
              <a:xfrm>
                <a:off x="768" y="711"/>
                <a:ext cx="624" cy="212"/>
              </a:xfrm>
              <a:prstGeom prst="rect">
                <a:avLst/>
              </a:prstGeom>
              <a:noFill/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5000"/>
                  <a:buFont typeface="ZapfDingbats"/>
                  <a:buNone/>
                </a:pPr>
                <a:r>
                  <a: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223.1.1.4</a:t>
                </a: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51649" name="Rectangle 33"/>
              <p:cNvSpPr/>
              <p:nvPr/>
            </p:nvSpPr>
            <p:spPr>
              <a:xfrm>
                <a:off x="0" y="711"/>
                <a:ext cx="768" cy="212"/>
              </a:xfrm>
              <a:prstGeom prst="rect">
                <a:avLst/>
              </a:prstGeom>
              <a:noFill/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5000"/>
                  <a:buFont typeface="ZapfDingbats"/>
                  <a:buNone/>
                </a:pPr>
                <a:r>
                  <a:rPr lang="en-US" altLang="zh-CN" sz="12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223.1.3.0/24</a:t>
                </a:r>
                <a:endParaRPr lang="en-US" altLang="zh-CN" sz="12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51650" name="Rectangle 34"/>
              <p:cNvSpPr/>
              <p:nvPr/>
            </p:nvSpPr>
            <p:spPr>
              <a:xfrm>
                <a:off x="1392" y="499"/>
                <a:ext cx="432" cy="212"/>
              </a:xfrm>
              <a:prstGeom prst="rect">
                <a:avLst/>
              </a:prstGeom>
              <a:noFill/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5000"/>
                  <a:buFont typeface="ZapfDingbats"/>
                  <a:buNone/>
                </a:pPr>
                <a:r>
                  <a: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2</a:t>
                </a: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51651" name="Rectangle 35"/>
              <p:cNvSpPr/>
              <p:nvPr/>
            </p:nvSpPr>
            <p:spPr>
              <a:xfrm>
                <a:off x="768" y="499"/>
                <a:ext cx="624" cy="212"/>
              </a:xfrm>
              <a:prstGeom prst="rect">
                <a:avLst/>
              </a:prstGeom>
              <a:noFill/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5000"/>
                  <a:buFont typeface="ZapfDingbats"/>
                  <a:buNone/>
                </a:pPr>
                <a:r>
                  <a: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223.1.1.4</a:t>
                </a: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51652" name="Rectangle 36"/>
              <p:cNvSpPr/>
              <p:nvPr/>
            </p:nvSpPr>
            <p:spPr>
              <a:xfrm>
                <a:off x="0" y="499"/>
                <a:ext cx="768" cy="212"/>
              </a:xfrm>
              <a:prstGeom prst="rect">
                <a:avLst/>
              </a:prstGeom>
              <a:noFill/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5000"/>
                  <a:buFont typeface="ZapfDingbats"/>
                  <a:buNone/>
                </a:pPr>
                <a:r>
                  <a:rPr lang="en-US" altLang="zh-CN" sz="12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223.1.2.0/24</a:t>
                </a:r>
                <a:endParaRPr lang="en-US" altLang="zh-CN" sz="12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51653" name="Rectangle 37"/>
              <p:cNvSpPr/>
              <p:nvPr/>
            </p:nvSpPr>
            <p:spPr>
              <a:xfrm>
                <a:off x="1392" y="287"/>
                <a:ext cx="432" cy="212"/>
              </a:xfrm>
              <a:prstGeom prst="rect">
                <a:avLst/>
              </a:prstGeom>
              <a:noFill/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5000"/>
                  <a:buFont typeface="ZapfDingbats"/>
                  <a:buNone/>
                </a:pPr>
                <a:r>
                  <a: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1</a:t>
                </a: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51654" name="Rectangle 38"/>
              <p:cNvSpPr/>
              <p:nvPr/>
            </p:nvSpPr>
            <p:spPr>
              <a:xfrm>
                <a:off x="768" y="287"/>
                <a:ext cx="624" cy="212"/>
              </a:xfrm>
              <a:prstGeom prst="rect">
                <a:avLst/>
              </a:prstGeom>
              <a:noFill/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5000"/>
                  <a:buFont typeface="ZapfDingbats"/>
                  <a:buNone/>
                </a:pPr>
                <a:endParaRPr lang="zh-CN" altLang="en-US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51655" name="Rectangle 39"/>
              <p:cNvSpPr/>
              <p:nvPr/>
            </p:nvSpPr>
            <p:spPr>
              <a:xfrm>
                <a:off x="0" y="287"/>
                <a:ext cx="768" cy="212"/>
              </a:xfrm>
              <a:prstGeom prst="rect">
                <a:avLst/>
              </a:prstGeom>
              <a:noFill/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5000"/>
                  <a:buFont typeface="ZapfDingbats"/>
                  <a:buNone/>
                </a:pPr>
                <a:r>
                  <a:rPr lang="en-US" altLang="zh-CN" sz="12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223.1.1.0/24</a:t>
                </a:r>
                <a:endParaRPr lang="en-US" altLang="zh-CN" sz="12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51656" name="Rectangle 40"/>
              <p:cNvSpPr/>
              <p:nvPr/>
            </p:nvSpPr>
            <p:spPr>
              <a:xfrm>
                <a:off x="1392" y="0"/>
                <a:ext cx="432" cy="287"/>
              </a:xfrm>
              <a:prstGeom prst="rect">
                <a:avLst/>
              </a:prstGeom>
              <a:noFill/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5000"/>
                  <a:buFont typeface="ZapfDingbats"/>
                  <a:buNone/>
                </a:pPr>
                <a:r>
                  <a: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Nhops</a:t>
                </a: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51657" name="Rectangle 41"/>
              <p:cNvSpPr/>
              <p:nvPr/>
            </p:nvSpPr>
            <p:spPr>
              <a:xfrm>
                <a:off x="768" y="0"/>
                <a:ext cx="624" cy="287"/>
              </a:xfrm>
              <a:prstGeom prst="rect">
                <a:avLst/>
              </a:prstGeom>
              <a:noFill/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5000"/>
                  <a:buFont typeface="ZapfDingbats"/>
                  <a:buNone/>
                </a:pPr>
                <a:r>
                  <a:rPr lang="en-US" altLang="zh-CN" sz="10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Next routers</a:t>
                </a:r>
                <a:endParaRPr lang="en-US" altLang="zh-CN" sz="10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51658" name="Rectangle 42"/>
              <p:cNvSpPr/>
              <p:nvPr/>
            </p:nvSpPr>
            <p:spPr>
              <a:xfrm>
                <a:off x="0" y="0"/>
                <a:ext cx="768" cy="287"/>
              </a:xfrm>
              <a:prstGeom prst="rect">
                <a:avLst/>
              </a:prstGeom>
              <a:noFill/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5000"/>
                  <a:buFont typeface="ZapfDingbats"/>
                  <a:buNone/>
                </a:pPr>
                <a:r>
                  <a: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destina</a:t>
                </a: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51659" name="Line 43"/>
              <p:cNvSpPr/>
              <p:nvPr/>
            </p:nvSpPr>
            <p:spPr>
              <a:xfrm>
                <a:off x="0" y="0"/>
                <a:ext cx="1824" cy="0"/>
              </a:xfrm>
              <a:prstGeom prst="line">
                <a:avLst/>
              </a:prstGeom>
              <a:ln w="28575" cap="sq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1660" name="Line 44"/>
              <p:cNvSpPr/>
              <p:nvPr/>
            </p:nvSpPr>
            <p:spPr>
              <a:xfrm>
                <a:off x="0" y="287"/>
                <a:ext cx="1824" cy="0"/>
              </a:xfrm>
              <a:prstGeom prst="line">
                <a:avLst/>
              </a:prstGeom>
              <a:ln w="127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1661" name="Line 45"/>
              <p:cNvSpPr/>
              <p:nvPr/>
            </p:nvSpPr>
            <p:spPr>
              <a:xfrm>
                <a:off x="0" y="499"/>
                <a:ext cx="1824" cy="0"/>
              </a:xfrm>
              <a:prstGeom prst="line">
                <a:avLst/>
              </a:prstGeom>
              <a:ln w="127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1662" name="Line 46"/>
              <p:cNvSpPr/>
              <p:nvPr/>
            </p:nvSpPr>
            <p:spPr>
              <a:xfrm>
                <a:off x="0" y="711"/>
                <a:ext cx="1824" cy="0"/>
              </a:xfrm>
              <a:prstGeom prst="line">
                <a:avLst/>
              </a:prstGeom>
              <a:ln w="127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1663" name="Line 47"/>
              <p:cNvSpPr/>
              <p:nvPr/>
            </p:nvSpPr>
            <p:spPr>
              <a:xfrm>
                <a:off x="0" y="923"/>
                <a:ext cx="1824" cy="0"/>
              </a:xfrm>
              <a:prstGeom prst="line">
                <a:avLst/>
              </a:prstGeom>
              <a:ln w="28575" cap="sq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1664" name="Line 48"/>
              <p:cNvSpPr/>
              <p:nvPr/>
            </p:nvSpPr>
            <p:spPr>
              <a:xfrm>
                <a:off x="0" y="0"/>
                <a:ext cx="0" cy="923"/>
              </a:xfrm>
              <a:prstGeom prst="line">
                <a:avLst/>
              </a:prstGeom>
              <a:ln w="28575" cap="sq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1665" name="Line 49"/>
              <p:cNvSpPr/>
              <p:nvPr/>
            </p:nvSpPr>
            <p:spPr>
              <a:xfrm>
                <a:off x="768" y="0"/>
                <a:ext cx="0" cy="923"/>
              </a:xfrm>
              <a:prstGeom prst="line">
                <a:avLst/>
              </a:prstGeom>
              <a:ln w="127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1666" name="Line 50"/>
              <p:cNvSpPr/>
              <p:nvPr/>
            </p:nvSpPr>
            <p:spPr>
              <a:xfrm>
                <a:off x="1392" y="0"/>
                <a:ext cx="0" cy="923"/>
              </a:xfrm>
              <a:prstGeom prst="line">
                <a:avLst/>
              </a:prstGeom>
              <a:ln w="127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1667" name="Line 51"/>
              <p:cNvSpPr/>
              <p:nvPr/>
            </p:nvSpPr>
            <p:spPr>
              <a:xfrm>
                <a:off x="1824" y="0"/>
                <a:ext cx="0" cy="923"/>
              </a:xfrm>
              <a:prstGeom prst="line">
                <a:avLst/>
              </a:prstGeom>
              <a:ln w="28575" cap="sq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51646" name="Line 52"/>
            <p:cNvSpPr/>
            <p:nvPr/>
          </p:nvSpPr>
          <p:spPr>
            <a:xfrm>
              <a:off x="0" y="864"/>
              <a:ext cx="528" cy="288"/>
            </a:xfrm>
            <a:prstGeom prst="line">
              <a:avLst/>
            </a:prstGeom>
            <a:ln w="57150" cap="flat" cmpd="sng">
              <a:solidFill>
                <a:schemeClr val="tx2"/>
              </a:solidFill>
              <a:prstDash val="solid"/>
              <a:headEnd type="triangle" w="med" len="med"/>
              <a:tailEnd type="none" w="med" len="med"/>
            </a:ln>
          </p:spPr>
        </p:sp>
      </p:grpSp>
      <p:grpSp>
        <p:nvGrpSpPr>
          <p:cNvPr id="95287" name="组合 95286"/>
          <p:cNvGrpSpPr/>
          <p:nvPr/>
        </p:nvGrpSpPr>
        <p:grpSpPr>
          <a:xfrm>
            <a:off x="5664200" y="981075"/>
            <a:ext cx="4683125" cy="3130550"/>
            <a:chOff x="0" y="0"/>
            <a:chExt cx="2784" cy="1776"/>
          </a:xfrm>
        </p:grpSpPr>
        <p:grpSp>
          <p:nvGrpSpPr>
            <p:cNvPr id="151617" name="组合 95287"/>
            <p:cNvGrpSpPr/>
            <p:nvPr/>
          </p:nvGrpSpPr>
          <p:grpSpPr>
            <a:xfrm>
              <a:off x="0" y="0"/>
              <a:ext cx="2784" cy="1136"/>
              <a:chOff x="0" y="0"/>
              <a:chExt cx="2592" cy="848"/>
            </a:xfrm>
          </p:grpSpPr>
          <p:sp>
            <p:nvSpPr>
              <p:cNvPr id="151619" name="Rectangle 55"/>
              <p:cNvSpPr/>
              <p:nvPr/>
            </p:nvSpPr>
            <p:spPr>
              <a:xfrm>
                <a:off x="768" y="636"/>
                <a:ext cx="624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5000"/>
                  <a:buFont typeface="ZapfDingbats"/>
                  <a:buNone/>
                </a:pPr>
                <a:r>
                  <a: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-</a:t>
                </a: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51620" name="Rectangle 56"/>
              <p:cNvSpPr/>
              <p:nvPr/>
            </p:nvSpPr>
            <p:spPr>
              <a:xfrm>
                <a:off x="768" y="424"/>
                <a:ext cx="624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5000"/>
                  <a:buFont typeface="ZapfDingbats"/>
                  <a:buNone/>
                </a:pPr>
                <a:r>
                  <a: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-</a:t>
                </a: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51621" name="Rectangle 57"/>
              <p:cNvSpPr/>
              <p:nvPr/>
            </p:nvSpPr>
            <p:spPr>
              <a:xfrm>
                <a:off x="768" y="212"/>
                <a:ext cx="624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5000"/>
                  <a:buFont typeface="ZapfDingbats"/>
                  <a:buNone/>
                </a:pPr>
                <a:r>
                  <a: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-</a:t>
                </a: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51622" name="Rectangle 58"/>
              <p:cNvSpPr/>
              <p:nvPr/>
            </p:nvSpPr>
            <p:spPr>
              <a:xfrm>
                <a:off x="768" y="0"/>
                <a:ext cx="624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5000"/>
                  <a:buFont typeface="ZapfDingbats"/>
                  <a:buNone/>
                </a:pPr>
                <a:r>
                  <a: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Next router</a:t>
                </a: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51623" name="Rectangle 59"/>
              <p:cNvSpPr/>
              <p:nvPr/>
            </p:nvSpPr>
            <p:spPr>
              <a:xfrm>
                <a:off x="1824" y="636"/>
                <a:ext cx="768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5000"/>
                  <a:buFont typeface="ZapfDingbats"/>
                  <a:buNone/>
                </a:pPr>
                <a:r>
                  <a: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223.1.3.27</a:t>
                </a: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51624" name="Rectangle 60"/>
              <p:cNvSpPr/>
              <p:nvPr/>
            </p:nvSpPr>
            <p:spPr>
              <a:xfrm>
                <a:off x="1392" y="636"/>
                <a:ext cx="432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5000"/>
                  <a:buFont typeface="ZapfDingbats"/>
                  <a:buNone/>
                </a:pPr>
                <a:r>
                  <a: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1</a:t>
                </a: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51625" name="Rectangle 61"/>
              <p:cNvSpPr/>
              <p:nvPr/>
            </p:nvSpPr>
            <p:spPr>
              <a:xfrm>
                <a:off x="0" y="636"/>
                <a:ext cx="768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5000"/>
                  <a:buFont typeface="ZapfDingbats"/>
                  <a:buNone/>
                </a:pPr>
                <a:r>
                  <a: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223.1.3.0/24</a:t>
                </a: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51626" name="Rectangle 62"/>
              <p:cNvSpPr/>
              <p:nvPr/>
            </p:nvSpPr>
            <p:spPr>
              <a:xfrm>
                <a:off x="1824" y="424"/>
                <a:ext cx="768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5000"/>
                  <a:buFont typeface="ZapfDingbats"/>
                  <a:buNone/>
                </a:pPr>
                <a:r>
                  <a: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223.1.2.9</a:t>
                </a: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51627" name="Rectangle 63"/>
              <p:cNvSpPr/>
              <p:nvPr/>
            </p:nvSpPr>
            <p:spPr>
              <a:xfrm>
                <a:off x="1392" y="424"/>
                <a:ext cx="432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5000"/>
                  <a:buFont typeface="ZapfDingbats"/>
                  <a:buNone/>
                </a:pPr>
                <a:r>
                  <a: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1</a:t>
                </a: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51628" name="Rectangle 64"/>
              <p:cNvSpPr/>
              <p:nvPr/>
            </p:nvSpPr>
            <p:spPr>
              <a:xfrm>
                <a:off x="0" y="424"/>
                <a:ext cx="768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5000"/>
                  <a:buFont typeface="ZapfDingbats"/>
                  <a:buNone/>
                </a:pPr>
                <a:r>
                  <a: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223.1.2.0/24</a:t>
                </a: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51629" name="Rectangle 65"/>
              <p:cNvSpPr/>
              <p:nvPr/>
            </p:nvSpPr>
            <p:spPr>
              <a:xfrm>
                <a:off x="1824" y="212"/>
                <a:ext cx="768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5000"/>
                  <a:buFont typeface="ZapfDingbats"/>
                  <a:buNone/>
                </a:pPr>
                <a:r>
                  <a: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223.1.1.4</a:t>
                </a: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51630" name="Rectangle 66"/>
              <p:cNvSpPr/>
              <p:nvPr/>
            </p:nvSpPr>
            <p:spPr>
              <a:xfrm>
                <a:off x="1392" y="212"/>
                <a:ext cx="432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5000"/>
                  <a:buFont typeface="ZapfDingbats"/>
                  <a:buNone/>
                </a:pPr>
                <a:r>
                  <a: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1</a:t>
                </a: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51631" name="Rectangle 67"/>
              <p:cNvSpPr/>
              <p:nvPr/>
            </p:nvSpPr>
            <p:spPr>
              <a:xfrm>
                <a:off x="0" y="212"/>
                <a:ext cx="768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5000"/>
                  <a:buFont typeface="ZapfDingbats"/>
                  <a:buNone/>
                </a:pPr>
                <a:r>
                  <a: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223.1.1.0/24</a:t>
                </a: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51632" name="Rectangle 68"/>
              <p:cNvSpPr/>
              <p:nvPr/>
            </p:nvSpPr>
            <p:spPr>
              <a:xfrm>
                <a:off x="1824" y="0"/>
                <a:ext cx="768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5000"/>
                  <a:buFont typeface="ZapfDingbats"/>
                  <a:buNone/>
                </a:pPr>
                <a:r>
                  <a: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interface</a:t>
                </a: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51633" name="Rectangle 69"/>
              <p:cNvSpPr/>
              <p:nvPr/>
            </p:nvSpPr>
            <p:spPr>
              <a:xfrm>
                <a:off x="1392" y="0"/>
                <a:ext cx="432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5000"/>
                  <a:buFont typeface="ZapfDingbats"/>
                  <a:buNone/>
                </a:pPr>
                <a:r>
                  <a: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Nhops</a:t>
                </a: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51634" name="Rectangle 70"/>
              <p:cNvSpPr/>
              <p:nvPr/>
            </p:nvSpPr>
            <p:spPr>
              <a:xfrm>
                <a:off x="0" y="0"/>
                <a:ext cx="768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5000"/>
                  <a:buFont typeface="ZapfDingbats"/>
                  <a:buNone/>
                </a:pPr>
                <a:r>
                  <a: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Destination</a:t>
                </a: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51635" name="Line 71"/>
              <p:cNvSpPr/>
              <p:nvPr/>
            </p:nvSpPr>
            <p:spPr>
              <a:xfrm>
                <a:off x="0" y="0"/>
                <a:ext cx="2592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1636" name="Line 72"/>
              <p:cNvSpPr/>
              <p:nvPr/>
            </p:nvSpPr>
            <p:spPr>
              <a:xfrm>
                <a:off x="0" y="212"/>
                <a:ext cx="2592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1637" name="Line 73"/>
              <p:cNvSpPr/>
              <p:nvPr/>
            </p:nvSpPr>
            <p:spPr>
              <a:xfrm>
                <a:off x="0" y="424"/>
                <a:ext cx="2592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1638" name="Line 74"/>
              <p:cNvSpPr/>
              <p:nvPr/>
            </p:nvSpPr>
            <p:spPr>
              <a:xfrm>
                <a:off x="0" y="636"/>
                <a:ext cx="2592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1639" name="Line 75"/>
              <p:cNvSpPr/>
              <p:nvPr/>
            </p:nvSpPr>
            <p:spPr>
              <a:xfrm>
                <a:off x="0" y="848"/>
                <a:ext cx="2592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1640" name="Line 76"/>
              <p:cNvSpPr/>
              <p:nvPr/>
            </p:nvSpPr>
            <p:spPr>
              <a:xfrm>
                <a:off x="0" y="0"/>
                <a:ext cx="0" cy="848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1641" name="Line 77"/>
              <p:cNvSpPr/>
              <p:nvPr/>
            </p:nvSpPr>
            <p:spPr>
              <a:xfrm>
                <a:off x="768" y="0"/>
                <a:ext cx="0" cy="84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1642" name="Line 78"/>
              <p:cNvSpPr/>
              <p:nvPr/>
            </p:nvSpPr>
            <p:spPr>
              <a:xfrm>
                <a:off x="1824" y="0"/>
                <a:ext cx="0" cy="84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1643" name="Line 79"/>
              <p:cNvSpPr/>
              <p:nvPr/>
            </p:nvSpPr>
            <p:spPr>
              <a:xfrm>
                <a:off x="2592" y="0"/>
                <a:ext cx="0" cy="848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1644" name="Line 80"/>
              <p:cNvSpPr/>
              <p:nvPr/>
            </p:nvSpPr>
            <p:spPr>
              <a:xfrm>
                <a:off x="1392" y="0"/>
                <a:ext cx="0" cy="84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51618" name="Line 81"/>
            <p:cNvSpPr/>
            <p:nvPr/>
          </p:nvSpPr>
          <p:spPr>
            <a:xfrm flipV="1">
              <a:off x="0" y="1104"/>
              <a:ext cx="384" cy="672"/>
            </a:xfrm>
            <a:prstGeom prst="line">
              <a:avLst/>
            </a:prstGeom>
            <a:ln w="57150" cap="flat" cmpd="sng">
              <a:solidFill>
                <a:srgbClr val="CC33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95316" name="Line 82"/>
          <p:cNvSpPr/>
          <p:nvPr/>
        </p:nvSpPr>
        <p:spPr>
          <a:xfrm>
            <a:off x="3124200" y="3352800"/>
            <a:ext cx="762000" cy="0"/>
          </a:xfrm>
          <a:prstGeom prst="line">
            <a:avLst/>
          </a:prstGeom>
          <a:ln w="5715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317" name="Line 83"/>
          <p:cNvSpPr/>
          <p:nvPr/>
        </p:nvSpPr>
        <p:spPr>
          <a:xfrm>
            <a:off x="3862388" y="3352800"/>
            <a:ext cx="0" cy="1219200"/>
          </a:xfrm>
          <a:prstGeom prst="line">
            <a:avLst/>
          </a:prstGeom>
          <a:ln w="5715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318" name="Line 84"/>
          <p:cNvSpPr/>
          <p:nvPr/>
        </p:nvSpPr>
        <p:spPr>
          <a:xfrm>
            <a:off x="3848100" y="4572000"/>
            <a:ext cx="1371600" cy="0"/>
          </a:xfrm>
          <a:prstGeom prst="line">
            <a:avLst/>
          </a:prstGeom>
          <a:ln w="57150" cap="flat" cmpd="sng">
            <a:solidFill>
              <a:srgbClr val="FF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319" name="Line 85"/>
          <p:cNvSpPr/>
          <p:nvPr/>
        </p:nvSpPr>
        <p:spPr>
          <a:xfrm>
            <a:off x="6324600" y="4495800"/>
            <a:ext cx="1295400" cy="0"/>
          </a:xfrm>
          <a:prstGeom prst="line">
            <a:avLst/>
          </a:prstGeom>
          <a:ln w="5715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320" name="Line 86"/>
          <p:cNvSpPr/>
          <p:nvPr/>
        </p:nvSpPr>
        <p:spPr>
          <a:xfrm>
            <a:off x="7600950" y="4495800"/>
            <a:ext cx="0" cy="609600"/>
          </a:xfrm>
          <a:prstGeom prst="line">
            <a:avLst/>
          </a:prstGeom>
          <a:ln w="5715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321" name="Line 87"/>
          <p:cNvSpPr/>
          <p:nvPr/>
        </p:nvSpPr>
        <p:spPr>
          <a:xfrm>
            <a:off x="7572375" y="5105400"/>
            <a:ext cx="1066800" cy="0"/>
          </a:xfrm>
          <a:prstGeom prst="line">
            <a:avLst/>
          </a:prstGeom>
          <a:ln w="57150" cap="flat" cmpd="sng">
            <a:solidFill>
              <a:srgbClr val="FF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1591" name="Text Box 88"/>
          <p:cNvSpPr txBox="1"/>
          <p:nvPr/>
        </p:nvSpPr>
        <p:spPr>
          <a:xfrm>
            <a:off x="2495550" y="333375"/>
            <a:ext cx="64770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A                     E(</a:t>
            </a:r>
            <a:r>
              <a:rPr lang="zh-CN" altLang="en-US" sz="2000" b="1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不在同一网络中传输</a:t>
            </a:r>
            <a:r>
              <a:rPr lang="en-US" altLang="zh-CN" sz="2000" b="1" dirty="0">
                <a:solidFill>
                  <a:schemeClr val="tx2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)</a:t>
            </a:r>
            <a:endParaRPr lang="en-US" altLang="zh-CN" sz="2000" b="1" dirty="0">
              <a:solidFill>
                <a:schemeClr val="tx2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1592" name="Line 89"/>
          <p:cNvSpPr/>
          <p:nvPr/>
        </p:nvSpPr>
        <p:spPr>
          <a:xfrm>
            <a:off x="2819400" y="685800"/>
            <a:ext cx="1752600" cy="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1593" name="Rectangle 90"/>
          <p:cNvSpPr/>
          <p:nvPr/>
        </p:nvSpPr>
        <p:spPr>
          <a:xfrm>
            <a:off x="9753600" y="4800600"/>
            <a:ext cx="328613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FF33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E</a:t>
            </a:r>
            <a:endParaRPr lang="en-US" altLang="zh-CN" sz="1800" dirty="0">
              <a:solidFill>
                <a:srgbClr val="FF33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95325" name="AutoShape 91"/>
          <p:cNvSpPr/>
          <p:nvPr/>
        </p:nvSpPr>
        <p:spPr>
          <a:xfrm>
            <a:off x="4224338" y="2997200"/>
            <a:ext cx="1371600" cy="762000"/>
          </a:xfrm>
          <a:prstGeom prst="cloudCallout">
            <a:avLst>
              <a:gd name="adj1" fmla="val 4977"/>
              <a:gd name="adj2" fmla="val -139375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chemeClr val="bg1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A</a:t>
            </a:r>
            <a:r>
              <a:rPr lang="zh-CN" altLang="en-US" sz="1600" b="1" dirty="0">
                <a:solidFill>
                  <a:schemeClr val="bg1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、</a:t>
            </a:r>
            <a:r>
              <a:rPr lang="en-US" altLang="zh-CN" sz="1600" b="1" dirty="0">
                <a:solidFill>
                  <a:schemeClr val="bg1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E</a:t>
            </a:r>
            <a:r>
              <a:rPr lang="zh-CN" altLang="en-US" sz="1600" b="1" dirty="0">
                <a:solidFill>
                  <a:schemeClr val="bg1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不</a:t>
            </a:r>
            <a:endParaRPr lang="zh-CN" altLang="en-US" sz="1600" b="1" dirty="0">
              <a:solidFill>
                <a:schemeClr val="bg1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bg1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在同一网络</a:t>
            </a:r>
            <a:endParaRPr lang="zh-CN" altLang="en-US" sz="1600" b="1" dirty="0">
              <a:solidFill>
                <a:schemeClr val="bg1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51595" name="组合 95325"/>
          <p:cNvGrpSpPr/>
          <p:nvPr/>
        </p:nvGrpSpPr>
        <p:grpSpPr>
          <a:xfrm>
            <a:off x="5181600" y="4038600"/>
            <a:ext cx="1219200" cy="609600"/>
            <a:chOff x="0" y="0"/>
            <a:chExt cx="360" cy="175"/>
          </a:xfrm>
        </p:grpSpPr>
        <p:sp>
          <p:nvSpPr>
            <p:cNvPr id="151604" name="Oval 93"/>
            <p:cNvSpPr/>
            <p:nvPr/>
          </p:nvSpPr>
          <p:spPr>
            <a:xfrm>
              <a:off x="3" y="78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51605" name="Line 94"/>
            <p:cNvSpPr/>
            <p:nvPr/>
          </p:nvSpPr>
          <p:spPr>
            <a:xfrm>
              <a:off x="3" y="70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1606" name="Line 95"/>
            <p:cNvSpPr/>
            <p:nvPr/>
          </p:nvSpPr>
          <p:spPr>
            <a:xfrm>
              <a:off x="360" y="70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1607" name="Rectangle 96"/>
            <p:cNvSpPr/>
            <p:nvPr/>
          </p:nvSpPr>
          <p:spPr>
            <a:xfrm>
              <a:off x="3" y="70"/>
              <a:ext cx="354" cy="59"/>
            </a:xfrm>
            <a:prstGeom prst="rect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200" dirty="0">
                <a:solidFill>
                  <a:srgbClr val="0033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51608" name="Oval 97"/>
            <p:cNvSpPr/>
            <p:nvPr/>
          </p:nvSpPr>
          <p:spPr>
            <a:xfrm>
              <a:off x="0" y="0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51609" name="组合 95331"/>
            <p:cNvGrpSpPr/>
            <p:nvPr/>
          </p:nvGrpSpPr>
          <p:grpSpPr>
            <a:xfrm>
              <a:off x="86" y="25"/>
              <a:ext cx="177" cy="66"/>
              <a:chOff x="0" y="0"/>
              <a:chExt cx="140" cy="98"/>
            </a:xfrm>
          </p:grpSpPr>
          <p:sp>
            <p:nvSpPr>
              <p:cNvPr id="151614" name="Line 99"/>
              <p:cNvSpPr/>
              <p:nvPr/>
            </p:nvSpPr>
            <p:spPr>
              <a:xfrm flipV="1">
                <a:off x="0" y="0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1615" name="Line 100"/>
              <p:cNvSpPr/>
              <p:nvPr/>
            </p:nvSpPr>
            <p:spPr>
              <a:xfrm>
                <a:off x="96" y="98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1616" name="Line 101"/>
              <p:cNvSpPr/>
              <p:nvPr/>
            </p:nvSpPr>
            <p:spPr>
              <a:xfrm>
                <a:off x="46" y="2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51610" name="组合 95335"/>
            <p:cNvGrpSpPr/>
            <p:nvPr/>
          </p:nvGrpSpPr>
          <p:grpSpPr>
            <a:xfrm flipV="1">
              <a:off x="86" y="24"/>
              <a:ext cx="177" cy="66"/>
              <a:chOff x="0" y="0"/>
              <a:chExt cx="140" cy="98"/>
            </a:xfrm>
          </p:grpSpPr>
          <p:sp>
            <p:nvSpPr>
              <p:cNvPr id="151611" name="Line 103"/>
              <p:cNvSpPr/>
              <p:nvPr/>
            </p:nvSpPr>
            <p:spPr>
              <a:xfrm flipV="1">
                <a:off x="0" y="0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1612" name="Line 104"/>
              <p:cNvSpPr/>
              <p:nvPr/>
            </p:nvSpPr>
            <p:spPr>
              <a:xfrm>
                <a:off x="96" y="98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1613" name="Line 105"/>
              <p:cNvSpPr/>
              <p:nvPr/>
            </p:nvSpPr>
            <p:spPr>
              <a:xfrm>
                <a:off x="46" y="2"/>
                <a:ext cx="52" cy="9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151596" name="computr3"/>
          <p:cNvSpPr>
            <a:spLocks noEditPoints="1"/>
          </p:cNvSpPr>
          <p:nvPr/>
        </p:nvSpPr>
        <p:spPr>
          <a:xfrm>
            <a:off x="2566988" y="2708275"/>
            <a:ext cx="989012" cy="703263"/>
          </a:xfrm>
          <a:custGeom>
            <a:avLst/>
            <a:gdLst>
              <a:gd name="txL" fmla="*/ 7811 w 21600"/>
              <a:gd name="txT" fmla="*/ 2584 h 21600"/>
              <a:gd name="txR" fmla="*/ 16359 w 21600"/>
              <a:gd name="txB" fmla="*/ 11764 h 21600"/>
            </a:gdLst>
            <a:ahLst/>
            <a:cxnLst>
              <a:cxn ang="0">
                <a:pos x="0" y="11448601"/>
              </a:cxn>
              <a:cxn ang="0">
                <a:pos x="22642239" y="0"/>
              </a:cxn>
              <a:cxn ang="0">
                <a:pos x="22642239" y="22897169"/>
              </a:cxn>
              <a:cxn ang="0">
                <a:pos x="38020094" y="11448601"/>
              </a:cxn>
            </a:cxnLst>
            <a:rect l="txL" t="txT" r="txR" b="txB"/>
            <a:pathLst>
              <a:path w="21600" h="21600">
                <a:moveTo>
                  <a:pt x="18250" y="17743"/>
                </a:moveTo>
                <a:lnTo>
                  <a:pt x="17557" y="16971"/>
                </a:lnTo>
                <a:lnTo>
                  <a:pt x="5429" y="16971"/>
                </a:lnTo>
                <a:lnTo>
                  <a:pt x="4736" y="17743"/>
                </a:lnTo>
                <a:lnTo>
                  <a:pt x="18250" y="17743"/>
                </a:lnTo>
                <a:close/>
              </a:path>
              <a:path w="21600" h="21600">
                <a:moveTo>
                  <a:pt x="18250" y="17743"/>
                </a:moveTo>
                <a:moveTo>
                  <a:pt x="19405" y="19131"/>
                </a:moveTo>
                <a:lnTo>
                  <a:pt x="18712" y="18360"/>
                </a:lnTo>
                <a:lnTo>
                  <a:pt x="4274" y="18360"/>
                </a:lnTo>
                <a:lnTo>
                  <a:pt x="3581" y="19131"/>
                </a:lnTo>
                <a:lnTo>
                  <a:pt x="19405" y="19131"/>
                </a:lnTo>
                <a:close/>
              </a:path>
              <a:path w="21600" h="21600">
                <a:moveTo>
                  <a:pt x="19405" y="19131"/>
                </a:moveTo>
                <a:moveTo>
                  <a:pt x="20560" y="20520"/>
                </a:moveTo>
                <a:lnTo>
                  <a:pt x="19867" y="19749"/>
                </a:lnTo>
                <a:lnTo>
                  <a:pt x="3119" y="19749"/>
                </a:lnTo>
                <a:lnTo>
                  <a:pt x="2426" y="20520"/>
                </a:lnTo>
                <a:lnTo>
                  <a:pt x="20560" y="20520"/>
                </a:lnTo>
                <a:close/>
              </a:path>
              <a:path w="21600" h="21600">
                <a:moveTo>
                  <a:pt x="20560" y="20520"/>
                </a:moveTo>
                <a:moveTo>
                  <a:pt x="4620" y="16971"/>
                </a:moveTo>
                <a:lnTo>
                  <a:pt x="5313" y="16200"/>
                </a:lnTo>
                <a:lnTo>
                  <a:pt x="7624" y="16200"/>
                </a:lnTo>
                <a:lnTo>
                  <a:pt x="7624" y="14194"/>
                </a:lnTo>
                <a:lnTo>
                  <a:pt x="5891" y="14194"/>
                </a:lnTo>
                <a:lnTo>
                  <a:pt x="5891" y="0"/>
                </a:lnTo>
                <a:lnTo>
                  <a:pt x="12013" y="0"/>
                </a:lnTo>
                <a:lnTo>
                  <a:pt x="18135" y="0"/>
                </a:lnTo>
                <a:lnTo>
                  <a:pt x="18135" y="10800"/>
                </a:lnTo>
                <a:lnTo>
                  <a:pt x="18135" y="14194"/>
                </a:lnTo>
                <a:lnTo>
                  <a:pt x="16402" y="14194"/>
                </a:lnTo>
                <a:lnTo>
                  <a:pt x="16402" y="16200"/>
                </a:lnTo>
                <a:lnTo>
                  <a:pt x="17788" y="16200"/>
                </a:lnTo>
                <a:lnTo>
                  <a:pt x="19059" y="17743"/>
                </a:lnTo>
                <a:lnTo>
                  <a:pt x="21022" y="19903"/>
                </a:lnTo>
                <a:lnTo>
                  <a:pt x="21253" y="20057"/>
                </a:lnTo>
                <a:lnTo>
                  <a:pt x="21369" y="20366"/>
                </a:lnTo>
                <a:lnTo>
                  <a:pt x="21600" y="20674"/>
                </a:lnTo>
                <a:lnTo>
                  <a:pt x="21600" y="20829"/>
                </a:lnTo>
                <a:lnTo>
                  <a:pt x="21600" y="20983"/>
                </a:lnTo>
                <a:lnTo>
                  <a:pt x="21600" y="21137"/>
                </a:lnTo>
                <a:lnTo>
                  <a:pt x="21600" y="21291"/>
                </a:lnTo>
                <a:lnTo>
                  <a:pt x="21484" y="21446"/>
                </a:lnTo>
                <a:lnTo>
                  <a:pt x="21369" y="21446"/>
                </a:lnTo>
                <a:lnTo>
                  <a:pt x="21138" y="21600"/>
                </a:lnTo>
                <a:lnTo>
                  <a:pt x="21022" y="21600"/>
                </a:lnTo>
                <a:lnTo>
                  <a:pt x="10973" y="21600"/>
                </a:lnTo>
                <a:lnTo>
                  <a:pt x="2079" y="21600"/>
                </a:lnTo>
                <a:lnTo>
                  <a:pt x="1848" y="21600"/>
                </a:lnTo>
                <a:lnTo>
                  <a:pt x="1733" y="21446"/>
                </a:lnTo>
                <a:lnTo>
                  <a:pt x="1617" y="21446"/>
                </a:lnTo>
                <a:lnTo>
                  <a:pt x="1502" y="21291"/>
                </a:lnTo>
                <a:lnTo>
                  <a:pt x="1386" y="21291"/>
                </a:lnTo>
                <a:lnTo>
                  <a:pt x="1386" y="21137"/>
                </a:lnTo>
                <a:lnTo>
                  <a:pt x="1386" y="20983"/>
                </a:lnTo>
                <a:lnTo>
                  <a:pt x="1386" y="20829"/>
                </a:lnTo>
                <a:lnTo>
                  <a:pt x="1502" y="20674"/>
                </a:lnTo>
                <a:lnTo>
                  <a:pt x="1617" y="20366"/>
                </a:lnTo>
                <a:lnTo>
                  <a:pt x="1733" y="20057"/>
                </a:lnTo>
                <a:lnTo>
                  <a:pt x="1964" y="19903"/>
                </a:lnTo>
                <a:lnTo>
                  <a:pt x="0" y="19903"/>
                </a:lnTo>
                <a:lnTo>
                  <a:pt x="0" y="10800"/>
                </a:lnTo>
                <a:lnTo>
                  <a:pt x="0" y="2777"/>
                </a:lnTo>
                <a:lnTo>
                  <a:pt x="4620" y="2777"/>
                </a:lnTo>
                <a:lnTo>
                  <a:pt x="4620" y="16971"/>
                </a:lnTo>
                <a:moveTo>
                  <a:pt x="4620" y="16971"/>
                </a:moveTo>
                <a:moveTo>
                  <a:pt x="4620" y="16971"/>
                </a:moveTo>
                <a:lnTo>
                  <a:pt x="4158" y="17434"/>
                </a:lnTo>
                <a:lnTo>
                  <a:pt x="2541" y="19286"/>
                </a:lnTo>
                <a:lnTo>
                  <a:pt x="1964" y="19903"/>
                </a:lnTo>
                <a:lnTo>
                  <a:pt x="4620" y="16971"/>
                </a:lnTo>
                <a:close/>
              </a:path>
              <a:path w="21600" h="21600">
                <a:moveTo>
                  <a:pt x="7624" y="2314"/>
                </a:moveTo>
                <a:moveTo>
                  <a:pt x="16402" y="2314"/>
                </a:moveTo>
                <a:lnTo>
                  <a:pt x="16402" y="11880"/>
                </a:lnTo>
                <a:lnTo>
                  <a:pt x="7624" y="11880"/>
                </a:lnTo>
                <a:lnTo>
                  <a:pt x="7624" y="2314"/>
                </a:lnTo>
                <a:lnTo>
                  <a:pt x="16402" y="2314"/>
                </a:lnTo>
                <a:close/>
              </a:path>
              <a:path w="21600" h="21600">
                <a:moveTo>
                  <a:pt x="578" y="4011"/>
                </a:moveTo>
                <a:moveTo>
                  <a:pt x="4043" y="4011"/>
                </a:moveTo>
                <a:lnTo>
                  <a:pt x="4043" y="4320"/>
                </a:lnTo>
                <a:lnTo>
                  <a:pt x="578" y="4320"/>
                </a:lnTo>
                <a:lnTo>
                  <a:pt x="578" y="4011"/>
                </a:lnTo>
                <a:lnTo>
                  <a:pt x="4043" y="4011"/>
                </a:lnTo>
                <a:close/>
                <a:moveTo>
                  <a:pt x="7624" y="14194"/>
                </a:moveTo>
                <a:lnTo>
                  <a:pt x="16402" y="14194"/>
                </a:lnTo>
                <a:lnTo>
                  <a:pt x="16402" y="16200"/>
                </a:lnTo>
                <a:lnTo>
                  <a:pt x="7624" y="16200"/>
                </a:lnTo>
              </a:path>
            </a:pathLst>
          </a:custGeom>
          <a:solidFill>
            <a:srgbClr val="99FF33">
              <a:alpha val="100000"/>
            </a:srgbClr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51597" name="computr3"/>
          <p:cNvSpPr>
            <a:spLocks noEditPoints="1"/>
          </p:cNvSpPr>
          <p:nvPr/>
        </p:nvSpPr>
        <p:spPr>
          <a:xfrm>
            <a:off x="2351088" y="4076700"/>
            <a:ext cx="989012" cy="703263"/>
          </a:xfrm>
          <a:custGeom>
            <a:avLst/>
            <a:gdLst>
              <a:gd name="txL" fmla="*/ 7811 w 21600"/>
              <a:gd name="txT" fmla="*/ 2584 h 21600"/>
              <a:gd name="txR" fmla="*/ 16359 w 21600"/>
              <a:gd name="txB" fmla="*/ 11764 h 21600"/>
            </a:gdLst>
            <a:ahLst/>
            <a:cxnLst>
              <a:cxn ang="0">
                <a:pos x="0" y="11448601"/>
              </a:cxn>
              <a:cxn ang="0">
                <a:pos x="22642239" y="0"/>
              </a:cxn>
              <a:cxn ang="0">
                <a:pos x="22642239" y="22897169"/>
              </a:cxn>
              <a:cxn ang="0">
                <a:pos x="38020094" y="11448601"/>
              </a:cxn>
            </a:cxnLst>
            <a:rect l="txL" t="txT" r="txR" b="txB"/>
            <a:pathLst>
              <a:path w="21600" h="21600">
                <a:moveTo>
                  <a:pt x="18250" y="17743"/>
                </a:moveTo>
                <a:lnTo>
                  <a:pt x="17557" y="16971"/>
                </a:lnTo>
                <a:lnTo>
                  <a:pt x="5429" y="16971"/>
                </a:lnTo>
                <a:lnTo>
                  <a:pt x="4736" y="17743"/>
                </a:lnTo>
                <a:lnTo>
                  <a:pt x="18250" y="17743"/>
                </a:lnTo>
                <a:close/>
              </a:path>
              <a:path w="21600" h="21600">
                <a:moveTo>
                  <a:pt x="18250" y="17743"/>
                </a:moveTo>
                <a:moveTo>
                  <a:pt x="19405" y="19131"/>
                </a:moveTo>
                <a:lnTo>
                  <a:pt x="18712" y="18360"/>
                </a:lnTo>
                <a:lnTo>
                  <a:pt x="4274" y="18360"/>
                </a:lnTo>
                <a:lnTo>
                  <a:pt x="3581" y="19131"/>
                </a:lnTo>
                <a:lnTo>
                  <a:pt x="19405" y="19131"/>
                </a:lnTo>
                <a:close/>
              </a:path>
              <a:path w="21600" h="21600">
                <a:moveTo>
                  <a:pt x="19405" y="19131"/>
                </a:moveTo>
                <a:moveTo>
                  <a:pt x="20560" y="20520"/>
                </a:moveTo>
                <a:lnTo>
                  <a:pt x="19867" y="19749"/>
                </a:lnTo>
                <a:lnTo>
                  <a:pt x="3119" y="19749"/>
                </a:lnTo>
                <a:lnTo>
                  <a:pt x="2426" y="20520"/>
                </a:lnTo>
                <a:lnTo>
                  <a:pt x="20560" y="20520"/>
                </a:lnTo>
                <a:close/>
              </a:path>
              <a:path w="21600" h="21600">
                <a:moveTo>
                  <a:pt x="20560" y="20520"/>
                </a:moveTo>
                <a:moveTo>
                  <a:pt x="4620" y="16971"/>
                </a:moveTo>
                <a:lnTo>
                  <a:pt x="5313" y="16200"/>
                </a:lnTo>
                <a:lnTo>
                  <a:pt x="7624" y="16200"/>
                </a:lnTo>
                <a:lnTo>
                  <a:pt x="7624" y="14194"/>
                </a:lnTo>
                <a:lnTo>
                  <a:pt x="5891" y="14194"/>
                </a:lnTo>
                <a:lnTo>
                  <a:pt x="5891" y="0"/>
                </a:lnTo>
                <a:lnTo>
                  <a:pt x="12013" y="0"/>
                </a:lnTo>
                <a:lnTo>
                  <a:pt x="18135" y="0"/>
                </a:lnTo>
                <a:lnTo>
                  <a:pt x="18135" y="10800"/>
                </a:lnTo>
                <a:lnTo>
                  <a:pt x="18135" y="14194"/>
                </a:lnTo>
                <a:lnTo>
                  <a:pt x="16402" y="14194"/>
                </a:lnTo>
                <a:lnTo>
                  <a:pt x="16402" y="16200"/>
                </a:lnTo>
                <a:lnTo>
                  <a:pt x="17788" y="16200"/>
                </a:lnTo>
                <a:lnTo>
                  <a:pt x="19059" y="17743"/>
                </a:lnTo>
                <a:lnTo>
                  <a:pt x="21022" y="19903"/>
                </a:lnTo>
                <a:lnTo>
                  <a:pt x="21253" y="20057"/>
                </a:lnTo>
                <a:lnTo>
                  <a:pt x="21369" y="20366"/>
                </a:lnTo>
                <a:lnTo>
                  <a:pt x="21600" y="20674"/>
                </a:lnTo>
                <a:lnTo>
                  <a:pt x="21600" y="20829"/>
                </a:lnTo>
                <a:lnTo>
                  <a:pt x="21600" y="20983"/>
                </a:lnTo>
                <a:lnTo>
                  <a:pt x="21600" y="21137"/>
                </a:lnTo>
                <a:lnTo>
                  <a:pt x="21600" y="21291"/>
                </a:lnTo>
                <a:lnTo>
                  <a:pt x="21484" y="21446"/>
                </a:lnTo>
                <a:lnTo>
                  <a:pt x="21369" y="21446"/>
                </a:lnTo>
                <a:lnTo>
                  <a:pt x="21138" y="21600"/>
                </a:lnTo>
                <a:lnTo>
                  <a:pt x="21022" y="21600"/>
                </a:lnTo>
                <a:lnTo>
                  <a:pt x="10973" y="21600"/>
                </a:lnTo>
                <a:lnTo>
                  <a:pt x="2079" y="21600"/>
                </a:lnTo>
                <a:lnTo>
                  <a:pt x="1848" y="21600"/>
                </a:lnTo>
                <a:lnTo>
                  <a:pt x="1733" y="21446"/>
                </a:lnTo>
                <a:lnTo>
                  <a:pt x="1617" y="21446"/>
                </a:lnTo>
                <a:lnTo>
                  <a:pt x="1502" y="21291"/>
                </a:lnTo>
                <a:lnTo>
                  <a:pt x="1386" y="21291"/>
                </a:lnTo>
                <a:lnTo>
                  <a:pt x="1386" y="21137"/>
                </a:lnTo>
                <a:lnTo>
                  <a:pt x="1386" y="20983"/>
                </a:lnTo>
                <a:lnTo>
                  <a:pt x="1386" y="20829"/>
                </a:lnTo>
                <a:lnTo>
                  <a:pt x="1502" y="20674"/>
                </a:lnTo>
                <a:lnTo>
                  <a:pt x="1617" y="20366"/>
                </a:lnTo>
                <a:lnTo>
                  <a:pt x="1733" y="20057"/>
                </a:lnTo>
                <a:lnTo>
                  <a:pt x="1964" y="19903"/>
                </a:lnTo>
                <a:lnTo>
                  <a:pt x="0" y="19903"/>
                </a:lnTo>
                <a:lnTo>
                  <a:pt x="0" y="10800"/>
                </a:lnTo>
                <a:lnTo>
                  <a:pt x="0" y="2777"/>
                </a:lnTo>
                <a:lnTo>
                  <a:pt x="4620" y="2777"/>
                </a:lnTo>
                <a:lnTo>
                  <a:pt x="4620" y="16971"/>
                </a:lnTo>
                <a:moveTo>
                  <a:pt x="4620" y="16971"/>
                </a:moveTo>
                <a:moveTo>
                  <a:pt x="4620" y="16971"/>
                </a:moveTo>
                <a:lnTo>
                  <a:pt x="4158" y="17434"/>
                </a:lnTo>
                <a:lnTo>
                  <a:pt x="2541" y="19286"/>
                </a:lnTo>
                <a:lnTo>
                  <a:pt x="1964" y="19903"/>
                </a:lnTo>
                <a:lnTo>
                  <a:pt x="4620" y="16971"/>
                </a:lnTo>
                <a:close/>
              </a:path>
              <a:path w="21600" h="21600">
                <a:moveTo>
                  <a:pt x="7624" y="2314"/>
                </a:moveTo>
                <a:moveTo>
                  <a:pt x="16402" y="2314"/>
                </a:moveTo>
                <a:lnTo>
                  <a:pt x="16402" y="11880"/>
                </a:lnTo>
                <a:lnTo>
                  <a:pt x="7624" y="11880"/>
                </a:lnTo>
                <a:lnTo>
                  <a:pt x="7624" y="2314"/>
                </a:lnTo>
                <a:lnTo>
                  <a:pt x="16402" y="2314"/>
                </a:lnTo>
                <a:close/>
              </a:path>
              <a:path w="21600" h="21600">
                <a:moveTo>
                  <a:pt x="578" y="4011"/>
                </a:moveTo>
                <a:moveTo>
                  <a:pt x="4043" y="4011"/>
                </a:moveTo>
                <a:lnTo>
                  <a:pt x="4043" y="4320"/>
                </a:lnTo>
                <a:lnTo>
                  <a:pt x="578" y="4320"/>
                </a:lnTo>
                <a:lnTo>
                  <a:pt x="578" y="4011"/>
                </a:lnTo>
                <a:lnTo>
                  <a:pt x="4043" y="4011"/>
                </a:lnTo>
                <a:close/>
                <a:moveTo>
                  <a:pt x="7624" y="14194"/>
                </a:moveTo>
                <a:lnTo>
                  <a:pt x="16402" y="14194"/>
                </a:lnTo>
                <a:lnTo>
                  <a:pt x="16402" y="16200"/>
                </a:lnTo>
                <a:lnTo>
                  <a:pt x="7624" y="16200"/>
                </a:lnTo>
              </a:path>
            </a:pathLst>
          </a:custGeom>
          <a:solidFill>
            <a:srgbClr val="99FF33">
              <a:alpha val="100000"/>
            </a:srgbClr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51598" name="computr3"/>
          <p:cNvSpPr>
            <a:spLocks noEditPoints="1"/>
          </p:cNvSpPr>
          <p:nvPr/>
        </p:nvSpPr>
        <p:spPr>
          <a:xfrm>
            <a:off x="2424113" y="5157788"/>
            <a:ext cx="989012" cy="703262"/>
          </a:xfrm>
          <a:custGeom>
            <a:avLst/>
            <a:gdLst>
              <a:gd name="txL" fmla="*/ 7811 w 21600"/>
              <a:gd name="txT" fmla="*/ 2584 h 21600"/>
              <a:gd name="txR" fmla="*/ 16359 w 21600"/>
              <a:gd name="txB" fmla="*/ 11764 h 21600"/>
            </a:gdLst>
            <a:ahLst/>
            <a:cxnLst>
              <a:cxn ang="0">
                <a:pos x="0" y="11448552"/>
              </a:cxn>
              <a:cxn ang="0">
                <a:pos x="22642239" y="0"/>
              </a:cxn>
              <a:cxn ang="0">
                <a:pos x="22642239" y="22897104"/>
              </a:cxn>
              <a:cxn ang="0">
                <a:pos x="38020094" y="11448552"/>
              </a:cxn>
            </a:cxnLst>
            <a:rect l="txL" t="txT" r="txR" b="txB"/>
            <a:pathLst>
              <a:path w="21600" h="21600">
                <a:moveTo>
                  <a:pt x="18250" y="17743"/>
                </a:moveTo>
                <a:lnTo>
                  <a:pt x="17557" y="16971"/>
                </a:lnTo>
                <a:lnTo>
                  <a:pt x="5429" y="16971"/>
                </a:lnTo>
                <a:lnTo>
                  <a:pt x="4736" y="17743"/>
                </a:lnTo>
                <a:lnTo>
                  <a:pt x="18250" y="17743"/>
                </a:lnTo>
                <a:close/>
              </a:path>
              <a:path w="21600" h="21600">
                <a:moveTo>
                  <a:pt x="18250" y="17743"/>
                </a:moveTo>
                <a:moveTo>
                  <a:pt x="19405" y="19131"/>
                </a:moveTo>
                <a:lnTo>
                  <a:pt x="18712" y="18360"/>
                </a:lnTo>
                <a:lnTo>
                  <a:pt x="4274" y="18360"/>
                </a:lnTo>
                <a:lnTo>
                  <a:pt x="3581" y="19131"/>
                </a:lnTo>
                <a:lnTo>
                  <a:pt x="19405" y="19131"/>
                </a:lnTo>
                <a:close/>
              </a:path>
              <a:path w="21600" h="21600">
                <a:moveTo>
                  <a:pt x="19405" y="19131"/>
                </a:moveTo>
                <a:moveTo>
                  <a:pt x="20560" y="20520"/>
                </a:moveTo>
                <a:lnTo>
                  <a:pt x="19867" y="19749"/>
                </a:lnTo>
                <a:lnTo>
                  <a:pt x="3119" y="19749"/>
                </a:lnTo>
                <a:lnTo>
                  <a:pt x="2426" y="20520"/>
                </a:lnTo>
                <a:lnTo>
                  <a:pt x="20560" y="20520"/>
                </a:lnTo>
                <a:close/>
              </a:path>
              <a:path w="21600" h="21600">
                <a:moveTo>
                  <a:pt x="20560" y="20520"/>
                </a:moveTo>
                <a:moveTo>
                  <a:pt x="4620" y="16971"/>
                </a:moveTo>
                <a:lnTo>
                  <a:pt x="5313" y="16200"/>
                </a:lnTo>
                <a:lnTo>
                  <a:pt x="7624" y="16200"/>
                </a:lnTo>
                <a:lnTo>
                  <a:pt x="7624" y="14194"/>
                </a:lnTo>
                <a:lnTo>
                  <a:pt x="5891" y="14194"/>
                </a:lnTo>
                <a:lnTo>
                  <a:pt x="5891" y="0"/>
                </a:lnTo>
                <a:lnTo>
                  <a:pt x="12013" y="0"/>
                </a:lnTo>
                <a:lnTo>
                  <a:pt x="18135" y="0"/>
                </a:lnTo>
                <a:lnTo>
                  <a:pt x="18135" y="10800"/>
                </a:lnTo>
                <a:lnTo>
                  <a:pt x="18135" y="14194"/>
                </a:lnTo>
                <a:lnTo>
                  <a:pt x="16402" y="14194"/>
                </a:lnTo>
                <a:lnTo>
                  <a:pt x="16402" y="16200"/>
                </a:lnTo>
                <a:lnTo>
                  <a:pt x="17788" y="16200"/>
                </a:lnTo>
                <a:lnTo>
                  <a:pt x="19059" y="17743"/>
                </a:lnTo>
                <a:lnTo>
                  <a:pt x="21022" y="19903"/>
                </a:lnTo>
                <a:lnTo>
                  <a:pt x="21253" y="20057"/>
                </a:lnTo>
                <a:lnTo>
                  <a:pt x="21369" y="20366"/>
                </a:lnTo>
                <a:lnTo>
                  <a:pt x="21600" y="20674"/>
                </a:lnTo>
                <a:lnTo>
                  <a:pt x="21600" y="20829"/>
                </a:lnTo>
                <a:lnTo>
                  <a:pt x="21600" y="20983"/>
                </a:lnTo>
                <a:lnTo>
                  <a:pt x="21600" y="21137"/>
                </a:lnTo>
                <a:lnTo>
                  <a:pt x="21600" y="21291"/>
                </a:lnTo>
                <a:lnTo>
                  <a:pt x="21484" y="21446"/>
                </a:lnTo>
                <a:lnTo>
                  <a:pt x="21369" y="21446"/>
                </a:lnTo>
                <a:lnTo>
                  <a:pt x="21138" y="21600"/>
                </a:lnTo>
                <a:lnTo>
                  <a:pt x="21022" y="21600"/>
                </a:lnTo>
                <a:lnTo>
                  <a:pt x="10973" y="21600"/>
                </a:lnTo>
                <a:lnTo>
                  <a:pt x="2079" y="21600"/>
                </a:lnTo>
                <a:lnTo>
                  <a:pt x="1848" y="21600"/>
                </a:lnTo>
                <a:lnTo>
                  <a:pt x="1733" y="21446"/>
                </a:lnTo>
                <a:lnTo>
                  <a:pt x="1617" y="21446"/>
                </a:lnTo>
                <a:lnTo>
                  <a:pt x="1502" y="21291"/>
                </a:lnTo>
                <a:lnTo>
                  <a:pt x="1386" y="21291"/>
                </a:lnTo>
                <a:lnTo>
                  <a:pt x="1386" y="21137"/>
                </a:lnTo>
                <a:lnTo>
                  <a:pt x="1386" y="20983"/>
                </a:lnTo>
                <a:lnTo>
                  <a:pt x="1386" y="20829"/>
                </a:lnTo>
                <a:lnTo>
                  <a:pt x="1502" y="20674"/>
                </a:lnTo>
                <a:lnTo>
                  <a:pt x="1617" y="20366"/>
                </a:lnTo>
                <a:lnTo>
                  <a:pt x="1733" y="20057"/>
                </a:lnTo>
                <a:lnTo>
                  <a:pt x="1964" y="19903"/>
                </a:lnTo>
                <a:lnTo>
                  <a:pt x="0" y="19903"/>
                </a:lnTo>
                <a:lnTo>
                  <a:pt x="0" y="10800"/>
                </a:lnTo>
                <a:lnTo>
                  <a:pt x="0" y="2777"/>
                </a:lnTo>
                <a:lnTo>
                  <a:pt x="4620" y="2777"/>
                </a:lnTo>
                <a:lnTo>
                  <a:pt x="4620" y="16971"/>
                </a:lnTo>
                <a:moveTo>
                  <a:pt x="4620" y="16971"/>
                </a:moveTo>
                <a:moveTo>
                  <a:pt x="4620" y="16971"/>
                </a:moveTo>
                <a:lnTo>
                  <a:pt x="4158" y="17434"/>
                </a:lnTo>
                <a:lnTo>
                  <a:pt x="2541" y="19286"/>
                </a:lnTo>
                <a:lnTo>
                  <a:pt x="1964" y="19903"/>
                </a:lnTo>
                <a:lnTo>
                  <a:pt x="4620" y="16971"/>
                </a:lnTo>
                <a:close/>
              </a:path>
              <a:path w="21600" h="21600">
                <a:moveTo>
                  <a:pt x="7624" y="2314"/>
                </a:moveTo>
                <a:moveTo>
                  <a:pt x="16402" y="2314"/>
                </a:moveTo>
                <a:lnTo>
                  <a:pt x="16402" y="11880"/>
                </a:lnTo>
                <a:lnTo>
                  <a:pt x="7624" y="11880"/>
                </a:lnTo>
                <a:lnTo>
                  <a:pt x="7624" y="2314"/>
                </a:lnTo>
                <a:lnTo>
                  <a:pt x="16402" y="2314"/>
                </a:lnTo>
                <a:close/>
              </a:path>
              <a:path w="21600" h="21600">
                <a:moveTo>
                  <a:pt x="578" y="4011"/>
                </a:moveTo>
                <a:moveTo>
                  <a:pt x="4043" y="4011"/>
                </a:moveTo>
                <a:lnTo>
                  <a:pt x="4043" y="4320"/>
                </a:lnTo>
                <a:lnTo>
                  <a:pt x="578" y="4320"/>
                </a:lnTo>
                <a:lnTo>
                  <a:pt x="578" y="4011"/>
                </a:lnTo>
                <a:lnTo>
                  <a:pt x="4043" y="4011"/>
                </a:lnTo>
                <a:close/>
                <a:moveTo>
                  <a:pt x="7624" y="14194"/>
                </a:moveTo>
                <a:lnTo>
                  <a:pt x="16402" y="14194"/>
                </a:lnTo>
                <a:lnTo>
                  <a:pt x="16402" y="16200"/>
                </a:lnTo>
                <a:lnTo>
                  <a:pt x="7624" y="16200"/>
                </a:lnTo>
              </a:path>
            </a:pathLst>
          </a:custGeom>
          <a:solidFill>
            <a:srgbClr val="99FF33">
              <a:alpha val="100000"/>
            </a:srgbClr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51599" name="Text Box 109"/>
          <p:cNvSpPr txBox="1"/>
          <p:nvPr/>
        </p:nvSpPr>
        <p:spPr>
          <a:xfrm>
            <a:off x="8975725" y="5734050"/>
            <a:ext cx="6096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E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1600" name="computr3"/>
          <p:cNvSpPr>
            <a:spLocks noEditPoints="1"/>
          </p:cNvSpPr>
          <p:nvPr/>
        </p:nvSpPr>
        <p:spPr>
          <a:xfrm>
            <a:off x="4367213" y="5516563"/>
            <a:ext cx="989012" cy="703262"/>
          </a:xfrm>
          <a:custGeom>
            <a:avLst/>
            <a:gdLst>
              <a:gd name="txL" fmla="*/ 7811 w 21600"/>
              <a:gd name="txT" fmla="*/ 2584 h 21600"/>
              <a:gd name="txR" fmla="*/ 16359 w 21600"/>
              <a:gd name="txB" fmla="*/ 11764 h 21600"/>
            </a:gdLst>
            <a:ahLst/>
            <a:cxnLst>
              <a:cxn ang="0">
                <a:pos x="0" y="11448552"/>
              </a:cxn>
              <a:cxn ang="0">
                <a:pos x="22642239" y="0"/>
              </a:cxn>
              <a:cxn ang="0">
                <a:pos x="22642239" y="22897104"/>
              </a:cxn>
              <a:cxn ang="0">
                <a:pos x="38020094" y="11448552"/>
              </a:cxn>
            </a:cxnLst>
            <a:rect l="txL" t="txT" r="txR" b="txB"/>
            <a:pathLst>
              <a:path w="21600" h="21600">
                <a:moveTo>
                  <a:pt x="18250" y="17743"/>
                </a:moveTo>
                <a:lnTo>
                  <a:pt x="17557" y="16971"/>
                </a:lnTo>
                <a:lnTo>
                  <a:pt x="5429" y="16971"/>
                </a:lnTo>
                <a:lnTo>
                  <a:pt x="4736" y="17743"/>
                </a:lnTo>
                <a:lnTo>
                  <a:pt x="18250" y="17743"/>
                </a:lnTo>
                <a:close/>
              </a:path>
              <a:path w="21600" h="21600">
                <a:moveTo>
                  <a:pt x="18250" y="17743"/>
                </a:moveTo>
                <a:moveTo>
                  <a:pt x="19405" y="19131"/>
                </a:moveTo>
                <a:lnTo>
                  <a:pt x="18712" y="18360"/>
                </a:lnTo>
                <a:lnTo>
                  <a:pt x="4274" y="18360"/>
                </a:lnTo>
                <a:lnTo>
                  <a:pt x="3581" y="19131"/>
                </a:lnTo>
                <a:lnTo>
                  <a:pt x="19405" y="19131"/>
                </a:lnTo>
                <a:close/>
              </a:path>
              <a:path w="21600" h="21600">
                <a:moveTo>
                  <a:pt x="19405" y="19131"/>
                </a:moveTo>
                <a:moveTo>
                  <a:pt x="20560" y="20520"/>
                </a:moveTo>
                <a:lnTo>
                  <a:pt x="19867" y="19749"/>
                </a:lnTo>
                <a:lnTo>
                  <a:pt x="3119" y="19749"/>
                </a:lnTo>
                <a:lnTo>
                  <a:pt x="2426" y="20520"/>
                </a:lnTo>
                <a:lnTo>
                  <a:pt x="20560" y="20520"/>
                </a:lnTo>
                <a:close/>
              </a:path>
              <a:path w="21600" h="21600">
                <a:moveTo>
                  <a:pt x="20560" y="20520"/>
                </a:moveTo>
                <a:moveTo>
                  <a:pt x="4620" y="16971"/>
                </a:moveTo>
                <a:lnTo>
                  <a:pt x="5313" y="16200"/>
                </a:lnTo>
                <a:lnTo>
                  <a:pt x="7624" y="16200"/>
                </a:lnTo>
                <a:lnTo>
                  <a:pt x="7624" y="14194"/>
                </a:lnTo>
                <a:lnTo>
                  <a:pt x="5891" y="14194"/>
                </a:lnTo>
                <a:lnTo>
                  <a:pt x="5891" y="0"/>
                </a:lnTo>
                <a:lnTo>
                  <a:pt x="12013" y="0"/>
                </a:lnTo>
                <a:lnTo>
                  <a:pt x="18135" y="0"/>
                </a:lnTo>
                <a:lnTo>
                  <a:pt x="18135" y="10800"/>
                </a:lnTo>
                <a:lnTo>
                  <a:pt x="18135" y="14194"/>
                </a:lnTo>
                <a:lnTo>
                  <a:pt x="16402" y="14194"/>
                </a:lnTo>
                <a:lnTo>
                  <a:pt x="16402" y="16200"/>
                </a:lnTo>
                <a:lnTo>
                  <a:pt x="17788" y="16200"/>
                </a:lnTo>
                <a:lnTo>
                  <a:pt x="19059" y="17743"/>
                </a:lnTo>
                <a:lnTo>
                  <a:pt x="21022" y="19903"/>
                </a:lnTo>
                <a:lnTo>
                  <a:pt x="21253" y="20057"/>
                </a:lnTo>
                <a:lnTo>
                  <a:pt x="21369" y="20366"/>
                </a:lnTo>
                <a:lnTo>
                  <a:pt x="21600" y="20674"/>
                </a:lnTo>
                <a:lnTo>
                  <a:pt x="21600" y="20829"/>
                </a:lnTo>
                <a:lnTo>
                  <a:pt x="21600" y="20983"/>
                </a:lnTo>
                <a:lnTo>
                  <a:pt x="21600" y="21137"/>
                </a:lnTo>
                <a:lnTo>
                  <a:pt x="21600" y="21291"/>
                </a:lnTo>
                <a:lnTo>
                  <a:pt x="21484" y="21446"/>
                </a:lnTo>
                <a:lnTo>
                  <a:pt x="21369" y="21446"/>
                </a:lnTo>
                <a:lnTo>
                  <a:pt x="21138" y="21600"/>
                </a:lnTo>
                <a:lnTo>
                  <a:pt x="21022" y="21600"/>
                </a:lnTo>
                <a:lnTo>
                  <a:pt x="10973" y="21600"/>
                </a:lnTo>
                <a:lnTo>
                  <a:pt x="2079" y="21600"/>
                </a:lnTo>
                <a:lnTo>
                  <a:pt x="1848" y="21600"/>
                </a:lnTo>
                <a:lnTo>
                  <a:pt x="1733" y="21446"/>
                </a:lnTo>
                <a:lnTo>
                  <a:pt x="1617" y="21446"/>
                </a:lnTo>
                <a:lnTo>
                  <a:pt x="1502" y="21291"/>
                </a:lnTo>
                <a:lnTo>
                  <a:pt x="1386" y="21291"/>
                </a:lnTo>
                <a:lnTo>
                  <a:pt x="1386" y="21137"/>
                </a:lnTo>
                <a:lnTo>
                  <a:pt x="1386" y="20983"/>
                </a:lnTo>
                <a:lnTo>
                  <a:pt x="1386" y="20829"/>
                </a:lnTo>
                <a:lnTo>
                  <a:pt x="1502" y="20674"/>
                </a:lnTo>
                <a:lnTo>
                  <a:pt x="1617" y="20366"/>
                </a:lnTo>
                <a:lnTo>
                  <a:pt x="1733" y="20057"/>
                </a:lnTo>
                <a:lnTo>
                  <a:pt x="1964" y="19903"/>
                </a:lnTo>
                <a:lnTo>
                  <a:pt x="0" y="19903"/>
                </a:lnTo>
                <a:lnTo>
                  <a:pt x="0" y="10800"/>
                </a:lnTo>
                <a:lnTo>
                  <a:pt x="0" y="2777"/>
                </a:lnTo>
                <a:lnTo>
                  <a:pt x="4620" y="2777"/>
                </a:lnTo>
                <a:lnTo>
                  <a:pt x="4620" y="16971"/>
                </a:lnTo>
                <a:moveTo>
                  <a:pt x="4620" y="16971"/>
                </a:moveTo>
                <a:moveTo>
                  <a:pt x="4620" y="16971"/>
                </a:moveTo>
                <a:lnTo>
                  <a:pt x="4158" y="17434"/>
                </a:lnTo>
                <a:lnTo>
                  <a:pt x="2541" y="19286"/>
                </a:lnTo>
                <a:lnTo>
                  <a:pt x="1964" y="19903"/>
                </a:lnTo>
                <a:lnTo>
                  <a:pt x="4620" y="16971"/>
                </a:lnTo>
                <a:close/>
              </a:path>
              <a:path w="21600" h="21600">
                <a:moveTo>
                  <a:pt x="7624" y="2314"/>
                </a:moveTo>
                <a:moveTo>
                  <a:pt x="16402" y="2314"/>
                </a:moveTo>
                <a:lnTo>
                  <a:pt x="16402" y="11880"/>
                </a:lnTo>
                <a:lnTo>
                  <a:pt x="7624" y="11880"/>
                </a:lnTo>
                <a:lnTo>
                  <a:pt x="7624" y="2314"/>
                </a:lnTo>
                <a:lnTo>
                  <a:pt x="16402" y="2314"/>
                </a:lnTo>
                <a:close/>
              </a:path>
              <a:path w="21600" h="21600">
                <a:moveTo>
                  <a:pt x="578" y="4011"/>
                </a:moveTo>
                <a:moveTo>
                  <a:pt x="4043" y="4011"/>
                </a:moveTo>
                <a:lnTo>
                  <a:pt x="4043" y="4320"/>
                </a:lnTo>
                <a:lnTo>
                  <a:pt x="578" y="4320"/>
                </a:lnTo>
                <a:lnTo>
                  <a:pt x="578" y="4011"/>
                </a:lnTo>
                <a:lnTo>
                  <a:pt x="4043" y="4011"/>
                </a:lnTo>
                <a:close/>
                <a:moveTo>
                  <a:pt x="7624" y="14194"/>
                </a:moveTo>
                <a:lnTo>
                  <a:pt x="16402" y="14194"/>
                </a:lnTo>
                <a:lnTo>
                  <a:pt x="16402" y="16200"/>
                </a:lnTo>
                <a:lnTo>
                  <a:pt x="7624" y="16200"/>
                </a:lnTo>
              </a:path>
            </a:pathLst>
          </a:custGeom>
          <a:solidFill>
            <a:srgbClr val="00FFCC">
              <a:alpha val="100000"/>
            </a:srgbClr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51601" name="computr3"/>
          <p:cNvSpPr>
            <a:spLocks noEditPoints="1"/>
          </p:cNvSpPr>
          <p:nvPr/>
        </p:nvSpPr>
        <p:spPr>
          <a:xfrm>
            <a:off x="6096000" y="5516563"/>
            <a:ext cx="989013" cy="703262"/>
          </a:xfrm>
          <a:custGeom>
            <a:avLst/>
            <a:gdLst>
              <a:gd name="txL" fmla="*/ 7811 w 21600"/>
              <a:gd name="txT" fmla="*/ 2584 h 21600"/>
              <a:gd name="txR" fmla="*/ 16359 w 21600"/>
              <a:gd name="txB" fmla="*/ 11764 h 21600"/>
            </a:gdLst>
            <a:ahLst/>
            <a:cxnLst>
              <a:cxn ang="0">
                <a:pos x="0" y="11448552"/>
              </a:cxn>
              <a:cxn ang="0">
                <a:pos x="22642262" y="0"/>
              </a:cxn>
              <a:cxn ang="0">
                <a:pos x="22642262" y="22897104"/>
              </a:cxn>
              <a:cxn ang="0">
                <a:pos x="38020178" y="11448552"/>
              </a:cxn>
            </a:cxnLst>
            <a:rect l="txL" t="txT" r="txR" b="txB"/>
            <a:pathLst>
              <a:path w="21600" h="21600">
                <a:moveTo>
                  <a:pt x="18250" y="17743"/>
                </a:moveTo>
                <a:lnTo>
                  <a:pt x="17557" y="16971"/>
                </a:lnTo>
                <a:lnTo>
                  <a:pt x="5429" y="16971"/>
                </a:lnTo>
                <a:lnTo>
                  <a:pt x="4736" y="17743"/>
                </a:lnTo>
                <a:lnTo>
                  <a:pt x="18250" y="17743"/>
                </a:lnTo>
                <a:close/>
              </a:path>
              <a:path w="21600" h="21600">
                <a:moveTo>
                  <a:pt x="18250" y="17743"/>
                </a:moveTo>
                <a:moveTo>
                  <a:pt x="19405" y="19131"/>
                </a:moveTo>
                <a:lnTo>
                  <a:pt x="18712" y="18360"/>
                </a:lnTo>
                <a:lnTo>
                  <a:pt x="4274" y="18360"/>
                </a:lnTo>
                <a:lnTo>
                  <a:pt x="3581" y="19131"/>
                </a:lnTo>
                <a:lnTo>
                  <a:pt x="19405" y="19131"/>
                </a:lnTo>
                <a:close/>
              </a:path>
              <a:path w="21600" h="21600">
                <a:moveTo>
                  <a:pt x="19405" y="19131"/>
                </a:moveTo>
                <a:moveTo>
                  <a:pt x="20560" y="20520"/>
                </a:moveTo>
                <a:lnTo>
                  <a:pt x="19867" y="19749"/>
                </a:lnTo>
                <a:lnTo>
                  <a:pt x="3119" y="19749"/>
                </a:lnTo>
                <a:lnTo>
                  <a:pt x="2426" y="20520"/>
                </a:lnTo>
                <a:lnTo>
                  <a:pt x="20560" y="20520"/>
                </a:lnTo>
                <a:close/>
              </a:path>
              <a:path w="21600" h="21600">
                <a:moveTo>
                  <a:pt x="20560" y="20520"/>
                </a:moveTo>
                <a:moveTo>
                  <a:pt x="4620" y="16971"/>
                </a:moveTo>
                <a:lnTo>
                  <a:pt x="5313" y="16200"/>
                </a:lnTo>
                <a:lnTo>
                  <a:pt x="7624" y="16200"/>
                </a:lnTo>
                <a:lnTo>
                  <a:pt x="7624" y="14194"/>
                </a:lnTo>
                <a:lnTo>
                  <a:pt x="5891" y="14194"/>
                </a:lnTo>
                <a:lnTo>
                  <a:pt x="5891" y="0"/>
                </a:lnTo>
                <a:lnTo>
                  <a:pt x="12013" y="0"/>
                </a:lnTo>
                <a:lnTo>
                  <a:pt x="18135" y="0"/>
                </a:lnTo>
                <a:lnTo>
                  <a:pt x="18135" y="10800"/>
                </a:lnTo>
                <a:lnTo>
                  <a:pt x="18135" y="14194"/>
                </a:lnTo>
                <a:lnTo>
                  <a:pt x="16402" y="14194"/>
                </a:lnTo>
                <a:lnTo>
                  <a:pt x="16402" y="16200"/>
                </a:lnTo>
                <a:lnTo>
                  <a:pt x="17788" y="16200"/>
                </a:lnTo>
                <a:lnTo>
                  <a:pt x="19059" y="17743"/>
                </a:lnTo>
                <a:lnTo>
                  <a:pt x="21022" y="19903"/>
                </a:lnTo>
                <a:lnTo>
                  <a:pt x="21253" y="20057"/>
                </a:lnTo>
                <a:lnTo>
                  <a:pt x="21369" y="20366"/>
                </a:lnTo>
                <a:lnTo>
                  <a:pt x="21600" y="20674"/>
                </a:lnTo>
                <a:lnTo>
                  <a:pt x="21600" y="20829"/>
                </a:lnTo>
                <a:lnTo>
                  <a:pt x="21600" y="20983"/>
                </a:lnTo>
                <a:lnTo>
                  <a:pt x="21600" y="21137"/>
                </a:lnTo>
                <a:lnTo>
                  <a:pt x="21600" y="21291"/>
                </a:lnTo>
                <a:lnTo>
                  <a:pt x="21484" y="21446"/>
                </a:lnTo>
                <a:lnTo>
                  <a:pt x="21369" y="21446"/>
                </a:lnTo>
                <a:lnTo>
                  <a:pt x="21138" y="21600"/>
                </a:lnTo>
                <a:lnTo>
                  <a:pt x="21022" y="21600"/>
                </a:lnTo>
                <a:lnTo>
                  <a:pt x="10973" y="21600"/>
                </a:lnTo>
                <a:lnTo>
                  <a:pt x="2079" y="21600"/>
                </a:lnTo>
                <a:lnTo>
                  <a:pt x="1848" y="21600"/>
                </a:lnTo>
                <a:lnTo>
                  <a:pt x="1733" y="21446"/>
                </a:lnTo>
                <a:lnTo>
                  <a:pt x="1617" y="21446"/>
                </a:lnTo>
                <a:lnTo>
                  <a:pt x="1502" y="21291"/>
                </a:lnTo>
                <a:lnTo>
                  <a:pt x="1386" y="21291"/>
                </a:lnTo>
                <a:lnTo>
                  <a:pt x="1386" y="21137"/>
                </a:lnTo>
                <a:lnTo>
                  <a:pt x="1386" y="20983"/>
                </a:lnTo>
                <a:lnTo>
                  <a:pt x="1386" y="20829"/>
                </a:lnTo>
                <a:lnTo>
                  <a:pt x="1502" y="20674"/>
                </a:lnTo>
                <a:lnTo>
                  <a:pt x="1617" y="20366"/>
                </a:lnTo>
                <a:lnTo>
                  <a:pt x="1733" y="20057"/>
                </a:lnTo>
                <a:lnTo>
                  <a:pt x="1964" y="19903"/>
                </a:lnTo>
                <a:lnTo>
                  <a:pt x="0" y="19903"/>
                </a:lnTo>
                <a:lnTo>
                  <a:pt x="0" y="10800"/>
                </a:lnTo>
                <a:lnTo>
                  <a:pt x="0" y="2777"/>
                </a:lnTo>
                <a:lnTo>
                  <a:pt x="4620" y="2777"/>
                </a:lnTo>
                <a:lnTo>
                  <a:pt x="4620" y="16971"/>
                </a:lnTo>
                <a:moveTo>
                  <a:pt x="4620" y="16971"/>
                </a:moveTo>
                <a:moveTo>
                  <a:pt x="4620" y="16971"/>
                </a:moveTo>
                <a:lnTo>
                  <a:pt x="4158" y="17434"/>
                </a:lnTo>
                <a:lnTo>
                  <a:pt x="2541" y="19286"/>
                </a:lnTo>
                <a:lnTo>
                  <a:pt x="1964" y="19903"/>
                </a:lnTo>
                <a:lnTo>
                  <a:pt x="4620" y="16971"/>
                </a:lnTo>
                <a:close/>
              </a:path>
              <a:path w="21600" h="21600">
                <a:moveTo>
                  <a:pt x="7624" y="2314"/>
                </a:moveTo>
                <a:moveTo>
                  <a:pt x="16402" y="2314"/>
                </a:moveTo>
                <a:lnTo>
                  <a:pt x="16402" y="11880"/>
                </a:lnTo>
                <a:lnTo>
                  <a:pt x="7624" y="11880"/>
                </a:lnTo>
                <a:lnTo>
                  <a:pt x="7624" y="2314"/>
                </a:lnTo>
                <a:lnTo>
                  <a:pt x="16402" y="2314"/>
                </a:lnTo>
                <a:close/>
              </a:path>
              <a:path w="21600" h="21600">
                <a:moveTo>
                  <a:pt x="578" y="4011"/>
                </a:moveTo>
                <a:moveTo>
                  <a:pt x="4043" y="4011"/>
                </a:moveTo>
                <a:lnTo>
                  <a:pt x="4043" y="4320"/>
                </a:lnTo>
                <a:lnTo>
                  <a:pt x="578" y="4320"/>
                </a:lnTo>
                <a:lnTo>
                  <a:pt x="578" y="4011"/>
                </a:lnTo>
                <a:lnTo>
                  <a:pt x="4043" y="4011"/>
                </a:lnTo>
                <a:close/>
                <a:moveTo>
                  <a:pt x="7624" y="14194"/>
                </a:moveTo>
                <a:lnTo>
                  <a:pt x="16402" y="14194"/>
                </a:lnTo>
                <a:lnTo>
                  <a:pt x="16402" y="16200"/>
                </a:lnTo>
                <a:lnTo>
                  <a:pt x="7624" y="16200"/>
                </a:lnTo>
              </a:path>
            </a:pathLst>
          </a:custGeom>
          <a:solidFill>
            <a:srgbClr val="00FFCC">
              <a:alpha val="100000"/>
            </a:srgbClr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51602" name="computr3"/>
          <p:cNvSpPr>
            <a:spLocks noEditPoints="1"/>
          </p:cNvSpPr>
          <p:nvPr/>
        </p:nvSpPr>
        <p:spPr>
          <a:xfrm>
            <a:off x="8472488" y="2636838"/>
            <a:ext cx="989012" cy="703262"/>
          </a:xfrm>
          <a:custGeom>
            <a:avLst/>
            <a:gdLst>
              <a:gd name="txL" fmla="*/ 7811 w 21600"/>
              <a:gd name="txT" fmla="*/ 2584 h 21600"/>
              <a:gd name="txR" fmla="*/ 16359 w 21600"/>
              <a:gd name="txB" fmla="*/ 11764 h 21600"/>
            </a:gdLst>
            <a:ahLst/>
            <a:cxnLst>
              <a:cxn ang="0">
                <a:pos x="0" y="11448552"/>
              </a:cxn>
              <a:cxn ang="0">
                <a:pos x="22642239" y="0"/>
              </a:cxn>
              <a:cxn ang="0">
                <a:pos x="22642239" y="22897104"/>
              </a:cxn>
              <a:cxn ang="0">
                <a:pos x="38020094" y="11448552"/>
              </a:cxn>
            </a:cxnLst>
            <a:rect l="txL" t="txT" r="txR" b="txB"/>
            <a:pathLst>
              <a:path w="21600" h="21600">
                <a:moveTo>
                  <a:pt x="18250" y="17743"/>
                </a:moveTo>
                <a:lnTo>
                  <a:pt x="17557" y="16971"/>
                </a:lnTo>
                <a:lnTo>
                  <a:pt x="5429" y="16971"/>
                </a:lnTo>
                <a:lnTo>
                  <a:pt x="4736" y="17743"/>
                </a:lnTo>
                <a:lnTo>
                  <a:pt x="18250" y="17743"/>
                </a:lnTo>
                <a:close/>
              </a:path>
              <a:path w="21600" h="21600">
                <a:moveTo>
                  <a:pt x="18250" y="17743"/>
                </a:moveTo>
                <a:moveTo>
                  <a:pt x="19405" y="19131"/>
                </a:moveTo>
                <a:lnTo>
                  <a:pt x="18712" y="18360"/>
                </a:lnTo>
                <a:lnTo>
                  <a:pt x="4274" y="18360"/>
                </a:lnTo>
                <a:lnTo>
                  <a:pt x="3581" y="19131"/>
                </a:lnTo>
                <a:lnTo>
                  <a:pt x="19405" y="19131"/>
                </a:lnTo>
                <a:close/>
              </a:path>
              <a:path w="21600" h="21600">
                <a:moveTo>
                  <a:pt x="19405" y="19131"/>
                </a:moveTo>
                <a:moveTo>
                  <a:pt x="20560" y="20520"/>
                </a:moveTo>
                <a:lnTo>
                  <a:pt x="19867" y="19749"/>
                </a:lnTo>
                <a:lnTo>
                  <a:pt x="3119" y="19749"/>
                </a:lnTo>
                <a:lnTo>
                  <a:pt x="2426" y="20520"/>
                </a:lnTo>
                <a:lnTo>
                  <a:pt x="20560" y="20520"/>
                </a:lnTo>
                <a:close/>
              </a:path>
              <a:path w="21600" h="21600">
                <a:moveTo>
                  <a:pt x="20560" y="20520"/>
                </a:moveTo>
                <a:moveTo>
                  <a:pt x="4620" y="16971"/>
                </a:moveTo>
                <a:lnTo>
                  <a:pt x="5313" y="16200"/>
                </a:lnTo>
                <a:lnTo>
                  <a:pt x="7624" y="16200"/>
                </a:lnTo>
                <a:lnTo>
                  <a:pt x="7624" y="14194"/>
                </a:lnTo>
                <a:lnTo>
                  <a:pt x="5891" y="14194"/>
                </a:lnTo>
                <a:lnTo>
                  <a:pt x="5891" y="0"/>
                </a:lnTo>
                <a:lnTo>
                  <a:pt x="12013" y="0"/>
                </a:lnTo>
                <a:lnTo>
                  <a:pt x="18135" y="0"/>
                </a:lnTo>
                <a:lnTo>
                  <a:pt x="18135" y="10800"/>
                </a:lnTo>
                <a:lnTo>
                  <a:pt x="18135" y="14194"/>
                </a:lnTo>
                <a:lnTo>
                  <a:pt x="16402" y="14194"/>
                </a:lnTo>
                <a:lnTo>
                  <a:pt x="16402" y="16200"/>
                </a:lnTo>
                <a:lnTo>
                  <a:pt x="17788" y="16200"/>
                </a:lnTo>
                <a:lnTo>
                  <a:pt x="19059" y="17743"/>
                </a:lnTo>
                <a:lnTo>
                  <a:pt x="21022" y="19903"/>
                </a:lnTo>
                <a:lnTo>
                  <a:pt x="21253" y="20057"/>
                </a:lnTo>
                <a:lnTo>
                  <a:pt x="21369" y="20366"/>
                </a:lnTo>
                <a:lnTo>
                  <a:pt x="21600" y="20674"/>
                </a:lnTo>
                <a:lnTo>
                  <a:pt x="21600" y="20829"/>
                </a:lnTo>
                <a:lnTo>
                  <a:pt x="21600" y="20983"/>
                </a:lnTo>
                <a:lnTo>
                  <a:pt x="21600" y="21137"/>
                </a:lnTo>
                <a:lnTo>
                  <a:pt x="21600" y="21291"/>
                </a:lnTo>
                <a:lnTo>
                  <a:pt x="21484" y="21446"/>
                </a:lnTo>
                <a:lnTo>
                  <a:pt x="21369" y="21446"/>
                </a:lnTo>
                <a:lnTo>
                  <a:pt x="21138" y="21600"/>
                </a:lnTo>
                <a:lnTo>
                  <a:pt x="21022" y="21600"/>
                </a:lnTo>
                <a:lnTo>
                  <a:pt x="10973" y="21600"/>
                </a:lnTo>
                <a:lnTo>
                  <a:pt x="2079" y="21600"/>
                </a:lnTo>
                <a:lnTo>
                  <a:pt x="1848" y="21600"/>
                </a:lnTo>
                <a:lnTo>
                  <a:pt x="1733" y="21446"/>
                </a:lnTo>
                <a:lnTo>
                  <a:pt x="1617" y="21446"/>
                </a:lnTo>
                <a:lnTo>
                  <a:pt x="1502" y="21291"/>
                </a:lnTo>
                <a:lnTo>
                  <a:pt x="1386" y="21291"/>
                </a:lnTo>
                <a:lnTo>
                  <a:pt x="1386" y="21137"/>
                </a:lnTo>
                <a:lnTo>
                  <a:pt x="1386" y="20983"/>
                </a:lnTo>
                <a:lnTo>
                  <a:pt x="1386" y="20829"/>
                </a:lnTo>
                <a:lnTo>
                  <a:pt x="1502" y="20674"/>
                </a:lnTo>
                <a:lnTo>
                  <a:pt x="1617" y="20366"/>
                </a:lnTo>
                <a:lnTo>
                  <a:pt x="1733" y="20057"/>
                </a:lnTo>
                <a:lnTo>
                  <a:pt x="1964" y="19903"/>
                </a:lnTo>
                <a:lnTo>
                  <a:pt x="0" y="19903"/>
                </a:lnTo>
                <a:lnTo>
                  <a:pt x="0" y="10800"/>
                </a:lnTo>
                <a:lnTo>
                  <a:pt x="0" y="2777"/>
                </a:lnTo>
                <a:lnTo>
                  <a:pt x="4620" y="2777"/>
                </a:lnTo>
                <a:lnTo>
                  <a:pt x="4620" y="16971"/>
                </a:lnTo>
                <a:moveTo>
                  <a:pt x="4620" y="16971"/>
                </a:moveTo>
                <a:moveTo>
                  <a:pt x="4620" y="16971"/>
                </a:moveTo>
                <a:lnTo>
                  <a:pt x="4158" y="17434"/>
                </a:lnTo>
                <a:lnTo>
                  <a:pt x="2541" y="19286"/>
                </a:lnTo>
                <a:lnTo>
                  <a:pt x="1964" y="19903"/>
                </a:lnTo>
                <a:lnTo>
                  <a:pt x="4620" y="16971"/>
                </a:lnTo>
                <a:close/>
              </a:path>
              <a:path w="21600" h="21600">
                <a:moveTo>
                  <a:pt x="7624" y="2314"/>
                </a:moveTo>
                <a:moveTo>
                  <a:pt x="16402" y="2314"/>
                </a:moveTo>
                <a:lnTo>
                  <a:pt x="16402" y="11880"/>
                </a:lnTo>
                <a:lnTo>
                  <a:pt x="7624" y="11880"/>
                </a:lnTo>
                <a:lnTo>
                  <a:pt x="7624" y="2314"/>
                </a:lnTo>
                <a:lnTo>
                  <a:pt x="16402" y="2314"/>
                </a:lnTo>
                <a:close/>
              </a:path>
              <a:path w="21600" h="21600">
                <a:moveTo>
                  <a:pt x="578" y="4011"/>
                </a:moveTo>
                <a:moveTo>
                  <a:pt x="4043" y="4011"/>
                </a:moveTo>
                <a:lnTo>
                  <a:pt x="4043" y="4320"/>
                </a:lnTo>
                <a:lnTo>
                  <a:pt x="578" y="4320"/>
                </a:lnTo>
                <a:lnTo>
                  <a:pt x="578" y="4011"/>
                </a:lnTo>
                <a:lnTo>
                  <a:pt x="4043" y="4011"/>
                </a:lnTo>
                <a:close/>
                <a:moveTo>
                  <a:pt x="7624" y="14194"/>
                </a:moveTo>
                <a:lnTo>
                  <a:pt x="16402" y="14194"/>
                </a:lnTo>
                <a:lnTo>
                  <a:pt x="16402" y="16200"/>
                </a:lnTo>
                <a:lnTo>
                  <a:pt x="7624" y="16200"/>
                </a:lnTo>
              </a:path>
            </a:pathLst>
          </a:custGeom>
          <a:solidFill>
            <a:srgbClr val="FFCCFF">
              <a:alpha val="100000"/>
            </a:srgbClr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51603" name="computr3"/>
          <p:cNvSpPr>
            <a:spLocks noEditPoints="1"/>
          </p:cNvSpPr>
          <p:nvPr/>
        </p:nvSpPr>
        <p:spPr>
          <a:xfrm>
            <a:off x="8472488" y="4437063"/>
            <a:ext cx="989012" cy="703262"/>
          </a:xfrm>
          <a:custGeom>
            <a:avLst/>
            <a:gdLst>
              <a:gd name="txL" fmla="*/ 7811 w 21600"/>
              <a:gd name="txT" fmla="*/ 2584 h 21600"/>
              <a:gd name="txR" fmla="*/ 16359 w 21600"/>
              <a:gd name="txB" fmla="*/ 11764 h 21600"/>
            </a:gdLst>
            <a:ahLst/>
            <a:cxnLst>
              <a:cxn ang="0">
                <a:pos x="0" y="11448552"/>
              </a:cxn>
              <a:cxn ang="0">
                <a:pos x="22642239" y="0"/>
              </a:cxn>
              <a:cxn ang="0">
                <a:pos x="22642239" y="22897104"/>
              </a:cxn>
              <a:cxn ang="0">
                <a:pos x="38020094" y="11448552"/>
              </a:cxn>
            </a:cxnLst>
            <a:rect l="txL" t="txT" r="txR" b="txB"/>
            <a:pathLst>
              <a:path w="21600" h="21600">
                <a:moveTo>
                  <a:pt x="18250" y="17743"/>
                </a:moveTo>
                <a:lnTo>
                  <a:pt x="17557" y="16971"/>
                </a:lnTo>
                <a:lnTo>
                  <a:pt x="5429" y="16971"/>
                </a:lnTo>
                <a:lnTo>
                  <a:pt x="4736" y="17743"/>
                </a:lnTo>
                <a:lnTo>
                  <a:pt x="18250" y="17743"/>
                </a:lnTo>
                <a:close/>
              </a:path>
              <a:path w="21600" h="21600">
                <a:moveTo>
                  <a:pt x="18250" y="17743"/>
                </a:moveTo>
                <a:moveTo>
                  <a:pt x="19405" y="19131"/>
                </a:moveTo>
                <a:lnTo>
                  <a:pt x="18712" y="18360"/>
                </a:lnTo>
                <a:lnTo>
                  <a:pt x="4274" y="18360"/>
                </a:lnTo>
                <a:lnTo>
                  <a:pt x="3581" y="19131"/>
                </a:lnTo>
                <a:lnTo>
                  <a:pt x="19405" y="19131"/>
                </a:lnTo>
                <a:close/>
              </a:path>
              <a:path w="21600" h="21600">
                <a:moveTo>
                  <a:pt x="19405" y="19131"/>
                </a:moveTo>
                <a:moveTo>
                  <a:pt x="20560" y="20520"/>
                </a:moveTo>
                <a:lnTo>
                  <a:pt x="19867" y="19749"/>
                </a:lnTo>
                <a:lnTo>
                  <a:pt x="3119" y="19749"/>
                </a:lnTo>
                <a:lnTo>
                  <a:pt x="2426" y="20520"/>
                </a:lnTo>
                <a:lnTo>
                  <a:pt x="20560" y="20520"/>
                </a:lnTo>
                <a:close/>
              </a:path>
              <a:path w="21600" h="21600">
                <a:moveTo>
                  <a:pt x="20560" y="20520"/>
                </a:moveTo>
                <a:moveTo>
                  <a:pt x="4620" y="16971"/>
                </a:moveTo>
                <a:lnTo>
                  <a:pt x="5313" y="16200"/>
                </a:lnTo>
                <a:lnTo>
                  <a:pt x="7624" y="16200"/>
                </a:lnTo>
                <a:lnTo>
                  <a:pt x="7624" y="14194"/>
                </a:lnTo>
                <a:lnTo>
                  <a:pt x="5891" y="14194"/>
                </a:lnTo>
                <a:lnTo>
                  <a:pt x="5891" y="0"/>
                </a:lnTo>
                <a:lnTo>
                  <a:pt x="12013" y="0"/>
                </a:lnTo>
                <a:lnTo>
                  <a:pt x="18135" y="0"/>
                </a:lnTo>
                <a:lnTo>
                  <a:pt x="18135" y="10800"/>
                </a:lnTo>
                <a:lnTo>
                  <a:pt x="18135" y="14194"/>
                </a:lnTo>
                <a:lnTo>
                  <a:pt x="16402" y="14194"/>
                </a:lnTo>
                <a:lnTo>
                  <a:pt x="16402" y="16200"/>
                </a:lnTo>
                <a:lnTo>
                  <a:pt x="17788" y="16200"/>
                </a:lnTo>
                <a:lnTo>
                  <a:pt x="19059" y="17743"/>
                </a:lnTo>
                <a:lnTo>
                  <a:pt x="21022" y="19903"/>
                </a:lnTo>
                <a:lnTo>
                  <a:pt x="21253" y="20057"/>
                </a:lnTo>
                <a:lnTo>
                  <a:pt x="21369" y="20366"/>
                </a:lnTo>
                <a:lnTo>
                  <a:pt x="21600" y="20674"/>
                </a:lnTo>
                <a:lnTo>
                  <a:pt x="21600" y="20829"/>
                </a:lnTo>
                <a:lnTo>
                  <a:pt x="21600" y="20983"/>
                </a:lnTo>
                <a:lnTo>
                  <a:pt x="21600" y="21137"/>
                </a:lnTo>
                <a:lnTo>
                  <a:pt x="21600" y="21291"/>
                </a:lnTo>
                <a:lnTo>
                  <a:pt x="21484" y="21446"/>
                </a:lnTo>
                <a:lnTo>
                  <a:pt x="21369" y="21446"/>
                </a:lnTo>
                <a:lnTo>
                  <a:pt x="21138" y="21600"/>
                </a:lnTo>
                <a:lnTo>
                  <a:pt x="21022" y="21600"/>
                </a:lnTo>
                <a:lnTo>
                  <a:pt x="10973" y="21600"/>
                </a:lnTo>
                <a:lnTo>
                  <a:pt x="2079" y="21600"/>
                </a:lnTo>
                <a:lnTo>
                  <a:pt x="1848" y="21600"/>
                </a:lnTo>
                <a:lnTo>
                  <a:pt x="1733" y="21446"/>
                </a:lnTo>
                <a:lnTo>
                  <a:pt x="1617" y="21446"/>
                </a:lnTo>
                <a:lnTo>
                  <a:pt x="1502" y="21291"/>
                </a:lnTo>
                <a:lnTo>
                  <a:pt x="1386" y="21291"/>
                </a:lnTo>
                <a:lnTo>
                  <a:pt x="1386" y="21137"/>
                </a:lnTo>
                <a:lnTo>
                  <a:pt x="1386" y="20983"/>
                </a:lnTo>
                <a:lnTo>
                  <a:pt x="1386" y="20829"/>
                </a:lnTo>
                <a:lnTo>
                  <a:pt x="1502" y="20674"/>
                </a:lnTo>
                <a:lnTo>
                  <a:pt x="1617" y="20366"/>
                </a:lnTo>
                <a:lnTo>
                  <a:pt x="1733" y="20057"/>
                </a:lnTo>
                <a:lnTo>
                  <a:pt x="1964" y="19903"/>
                </a:lnTo>
                <a:lnTo>
                  <a:pt x="0" y="19903"/>
                </a:lnTo>
                <a:lnTo>
                  <a:pt x="0" y="10800"/>
                </a:lnTo>
                <a:lnTo>
                  <a:pt x="0" y="2777"/>
                </a:lnTo>
                <a:lnTo>
                  <a:pt x="4620" y="2777"/>
                </a:lnTo>
                <a:lnTo>
                  <a:pt x="4620" y="16971"/>
                </a:lnTo>
                <a:moveTo>
                  <a:pt x="4620" y="16971"/>
                </a:moveTo>
                <a:moveTo>
                  <a:pt x="4620" y="16971"/>
                </a:moveTo>
                <a:lnTo>
                  <a:pt x="4158" y="17434"/>
                </a:lnTo>
                <a:lnTo>
                  <a:pt x="2541" y="19286"/>
                </a:lnTo>
                <a:lnTo>
                  <a:pt x="1964" y="19903"/>
                </a:lnTo>
                <a:lnTo>
                  <a:pt x="4620" y="16971"/>
                </a:lnTo>
                <a:close/>
              </a:path>
              <a:path w="21600" h="21600">
                <a:moveTo>
                  <a:pt x="7624" y="2314"/>
                </a:moveTo>
                <a:moveTo>
                  <a:pt x="16402" y="2314"/>
                </a:moveTo>
                <a:lnTo>
                  <a:pt x="16402" y="11880"/>
                </a:lnTo>
                <a:lnTo>
                  <a:pt x="7624" y="11880"/>
                </a:lnTo>
                <a:lnTo>
                  <a:pt x="7624" y="2314"/>
                </a:lnTo>
                <a:lnTo>
                  <a:pt x="16402" y="2314"/>
                </a:lnTo>
                <a:close/>
              </a:path>
              <a:path w="21600" h="21600">
                <a:moveTo>
                  <a:pt x="578" y="4011"/>
                </a:moveTo>
                <a:moveTo>
                  <a:pt x="4043" y="4011"/>
                </a:moveTo>
                <a:lnTo>
                  <a:pt x="4043" y="4320"/>
                </a:lnTo>
                <a:lnTo>
                  <a:pt x="578" y="4320"/>
                </a:lnTo>
                <a:lnTo>
                  <a:pt x="578" y="4011"/>
                </a:lnTo>
                <a:lnTo>
                  <a:pt x="4043" y="4011"/>
                </a:lnTo>
                <a:close/>
                <a:moveTo>
                  <a:pt x="7624" y="14194"/>
                </a:moveTo>
                <a:lnTo>
                  <a:pt x="16402" y="14194"/>
                </a:lnTo>
                <a:lnTo>
                  <a:pt x="16402" y="16200"/>
                </a:lnTo>
                <a:lnTo>
                  <a:pt x="7624" y="16200"/>
                </a:lnTo>
              </a:path>
            </a:pathLst>
          </a:custGeom>
          <a:solidFill>
            <a:srgbClr val="FFCCFF">
              <a:alpha val="100000"/>
            </a:srgbClr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 spd="med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5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5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95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95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95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000"/>
                                        <p:tgtEl>
                                          <p:spTgt spid="95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95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6" grpId="0" bldLvl="0" animBg="1"/>
      <p:bldP spid="95237" grpId="0" bldLvl="0" animBg="1"/>
      <p:bldP spid="95325" grpId="0" bldLvl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2578" name="Picture 2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25663" y="1025525"/>
            <a:ext cx="4113212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2579" name="Rectangle 3"/>
          <p:cNvSpPr>
            <a:spLocks noGrp="1"/>
          </p:cNvSpPr>
          <p:nvPr>
            <p:ph sz="half" idx="1"/>
          </p:nvPr>
        </p:nvSpPr>
        <p:spPr>
          <a:xfrm>
            <a:off x="660400" y="1112838"/>
            <a:ext cx="5435600" cy="5135562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4.1 Overview of Network layer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data plane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control plane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4.2 What</a:t>
            </a:r>
            <a:r>
              <a:rPr lang="ja-JP" altLang="en-US" sz="24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’</a:t>
            </a:r>
            <a:r>
              <a:rPr lang="en-US" altLang="ja-JP" sz="24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s inside a router</a:t>
            </a:r>
            <a:endParaRPr lang="en-US" altLang="ja-JP" sz="24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4.3 IP: Internet Protocol</a:t>
            </a:r>
            <a:endParaRPr lang="en-US" altLang="zh-CN" sz="2400" b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datagram format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fragmentation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IPv4 addressing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network address translation</a:t>
            </a:r>
            <a:endParaRPr lang="en-US" altLang="zh-CN" b="1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IPv6</a:t>
            </a:r>
            <a:endParaRPr lang="en-US" altLang="zh-CN" b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</p:txBody>
      </p:sp>
      <p:sp>
        <p:nvSpPr>
          <p:cNvPr id="152580" name="Rectangle 4"/>
          <p:cNvSpPr>
            <a:spLocks noGrp="1"/>
          </p:cNvSpPr>
          <p:nvPr>
            <p:ph sz="half" idx="2"/>
          </p:nvPr>
        </p:nvSpPr>
        <p:spPr>
          <a:xfrm>
            <a:off x="6096000" y="1198563"/>
            <a:ext cx="5435600" cy="464820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4.4 Generalized Forward and SDN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match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action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OpenFlow  examples of match-plus-action in action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</a:pP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52581" name="Rectangle 2"/>
          <p:cNvSpPr/>
          <p:nvPr/>
        </p:nvSpPr>
        <p:spPr>
          <a:xfrm>
            <a:off x="2057400" y="228600"/>
            <a:ext cx="7772400" cy="8842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Chapter 4: outline</a:t>
            </a:r>
            <a:endParaRPr lang="en-US" altLang="zh-CN" sz="3600" b="1" dirty="0">
              <a:solidFill>
                <a:srgbClr val="000099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2582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52583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422275"/>
            <a:ext cx="7772400" cy="6064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IPv6: motivation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sp>
        <p:nvSpPr>
          <p:cNvPr id="154627" name="Rectangle 3"/>
          <p:cNvSpPr>
            <a:spLocks noGrp="1"/>
          </p:cNvSpPr>
          <p:nvPr>
            <p:ph idx="1"/>
          </p:nvPr>
        </p:nvSpPr>
        <p:spPr>
          <a:xfrm>
            <a:off x="660400" y="1401763"/>
            <a:ext cx="10836275" cy="4027487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4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initial motivation:</a:t>
            </a:r>
            <a:r>
              <a:rPr lang="en-US" altLang="zh-CN" sz="24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</a:t>
            </a: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32-bit address space soon to be completely allocated.  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additional motivation: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header format helps speed processing/forwarding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header changes to facilitate QoS 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IPv6 datagram format: </a:t>
            </a:r>
            <a:endParaRPr lang="en-US" altLang="zh-CN" sz="2400" b="1" i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fixed-length 40 byte header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no fragmentation allowed</a:t>
            </a:r>
            <a:endParaRPr lang="en-US" altLang="zh-CN" sz="2000" b="1" i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pic>
        <p:nvPicPr>
          <p:cNvPr id="154628" name="Picture 4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335213" y="1055688"/>
            <a:ext cx="3656012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4629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54630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6674" name="Picture 82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32013" y="871538"/>
            <a:ext cx="5027612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6675" name="Rectangle 80"/>
          <p:cNvSpPr/>
          <p:nvPr/>
        </p:nvSpPr>
        <p:spPr>
          <a:xfrm>
            <a:off x="3740150" y="3263900"/>
            <a:ext cx="4748213" cy="2817813"/>
          </a:xfrm>
          <a:prstGeom prst="rect">
            <a:avLst/>
          </a:prstGeom>
          <a:solidFill>
            <a:srgbClr val="000099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68614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185738"/>
            <a:ext cx="7772400" cy="5064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IPv6 datagram format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sp>
        <p:nvSpPr>
          <p:cNvPr id="156677" name="Rectangle 4"/>
          <p:cNvSpPr/>
          <p:nvPr/>
        </p:nvSpPr>
        <p:spPr>
          <a:xfrm>
            <a:off x="660400" y="1306513"/>
            <a:ext cx="10901363" cy="18875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priority:</a:t>
            </a: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 identify priority among datagrams in flow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flow Label:</a:t>
            </a: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identify datagrams in same </a:t>
            </a:r>
            <a:r>
              <a:rPr lang="ja-JP" altLang="en-US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“</a:t>
            </a:r>
            <a:r>
              <a:rPr lang="en-US" altLang="ja-JP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flow.</a:t>
            </a:r>
            <a:r>
              <a:rPr lang="ja-JP" altLang="en-US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”</a:t>
            </a:r>
            <a:r>
              <a:rPr lang="en-US" altLang="ja-JP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</a:t>
            </a:r>
            <a:endParaRPr lang="en-US" altLang="ja-JP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                   (concept of</a:t>
            </a:r>
            <a:r>
              <a:rPr lang="ja-JP" altLang="en-US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“</a:t>
            </a:r>
            <a:r>
              <a:rPr lang="en-US" altLang="ja-JP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flow</a:t>
            </a:r>
            <a:r>
              <a:rPr lang="ja-JP" altLang="en-US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”</a:t>
            </a:r>
            <a:r>
              <a:rPr lang="en-US" altLang="ja-JP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not well defined).</a:t>
            </a:r>
            <a:endParaRPr lang="en-US" altLang="ja-JP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next header:</a:t>
            </a: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identify upper layer protocol for data</a:t>
            </a: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6678" name="Rectangle 56"/>
          <p:cNvSpPr/>
          <p:nvPr/>
        </p:nvSpPr>
        <p:spPr>
          <a:xfrm>
            <a:off x="3665538" y="3344863"/>
            <a:ext cx="4748212" cy="2817812"/>
          </a:xfrm>
          <a:prstGeom prst="rect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6679" name="Line 60"/>
          <p:cNvSpPr/>
          <p:nvPr/>
        </p:nvSpPr>
        <p:spPr>
          <a:xfrm>
            <a:off x="3667125" y="3654425"/>
            <a:ext cx="47275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6680" name="Line 61"/>
          <p:cNvSpPr/>
          <p:nvPr/>
        </p:nvSpPr>
        <p:spPr>
          <a:xfrm>
            <a:off x="4318000" y="3354388"/>
            <a:ext cx="0" cy="29368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6681" name="Line 63"/>
          <p:cNvSpPr/>
          <p:nvPr/>
        </p:nvSpPr>
        <p:spPr>
          <a:xfrm>
            <a:off x="5006975" y="3351213"/>
            <a:ext cx="0" cy="29368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6682" name="Line 64"/>
          <p:cNvSpPr/>
          <p:nvPr/>
        </p:nvSpPr>
        <p:spPr>
          <a:xfrm>
            <a:off x="5934075" y="3649663"/>
            <a:ext cx="0" cy="29368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6683" name="Line 65"/>
          <p:cNvSpPr/>
          <p:nvPr/>
        </p:nvSpPr>
        <p:spPr>
          <a:xfrm>
            <a:off x="7080250" y="3652838"/>
            <a:ext cx="0" cy="29368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6684" name="Line 66"/>
          <p:cNvSpPr/>
          <p:nvPr/>
        </p:nvSpPr>
        <p:spPr>
          <a:xfrm>
            <a:off x="3654425" y="5175250"/>
            <a:ext cx="4760913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6685" name="Line 67"/>
          <p:cNvSpPr/>
          <p:nvPr/>
        </p:nvSpPr>
        <p:spPr>
          <a:xfrm>
            <a:off x="3671888" y="4535488"/>
            <a:ext cx="4760912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6686" name="Line 68"/>
          <p:cNvSpPr/>
          <p:nvPr/>
        </p:nvSpPr>
        <p:spPr>
          <a:xfrm>
            <a:off x="3657600" y="3952875"/>
            <a:ext cx="4760913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6687" name="Text Box 69"/>
          <p:cNvSpPr txBox="1"/>
          <p:nvPr/>
        </p:nvSpPr>
        <p:spPr>
          <a:xfrm>
            <a:off x="5570538" y="5440363"/>
            <a:ext cx="666750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data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6688" name="Text Box 70"/>
          <p:cNvSpPr txBox="1"/>
          <p:nvPr/>
        </p:nvSpPr>
        <p:spPr>
          <a:xfrm>
            <a:off x="4830763" y="4578350"/>
            <a:ext cx="2308225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destination address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(128 bits)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6689" name="Text Box 71"/>
          <p:cNvSpPr txBox="1"/>
          <p:nvPr/>
        </p:nvSpPr>
        <p:spPr>
          <a:xfrm>
            <a:off x="5032375" y="3971925"/>
            <a:ext cx="1816100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source address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(128 bits)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6690" name="Text Box 72"/>
          <p:cNvSpPr txBox="1"/>
          <p:nvPr/>
        </p:nvSpPr>
        <p:spPr>
          <a:xfrm>
            <a:off x="4151313" y="3619500"/>
            <a:ext cx="1365250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payload len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6691" name="Text Box 73"/>
          <p:cNvSpPr txBox="1"/>
          <p:nvPr/>
        </p:nvSpPr>
        <p:spPr>
          <a:xfrm>
            <a:off x="5932488" y="3627438"/>
            <a:ext cx="1125537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next hdr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6692" name="Text Box 74"/>
          <p:cNvSpPr txBox="1"/>
          <p:nvPr/>
        </p:nvSpPr>
        <p:spPr>
          <a:xfrm>
            <a:off x="7188200" y="3613150"/>
            <a:ext cx="1111250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hop limit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6693" name="Text Box 75"/>
          <p:cNvSpPr txBox="1"/>
          <p:nvPr/>
        </p:nvSpPr>
        <p:spPr>
          <a:xfrm>
            <a:off x="6057900" y="3319463"/>
            <a:ext cx="1220788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flow label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6694" name="Text Box 76"/>
          <p:cNvSpPr txBox="1"/>
          <p:nvPr/>
        </p:nvSpPr>
        <p:spPr>
          <a:xfrm>
            <a:off x="4437063" y="3305175"/>
            <a:ext cx="482600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pri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6695" name="Text Box 77"/>
          <p:cNvSpPr txBox="1"/>
          <p:nvPr/>
        </p:nvSpPr>
        <p:spPr>
          <a:xfrm>
            <a:off x="3730625" y="3313113"/>
            <a:ext cx="533400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ver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6696" name="Line 79"/>
          <p:cNvSpPr/>
          <p:nvPr/>
        </p:nvSpPr>
        <p:spPr>
          <a:xfrm>
            <a:off x="3643313" y="6400800"/>
            <a:ext cx="48164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56697" name="Text Box 78"/>
          <p:cNvSpPr txBox="1"/>
          <p:nvPr/>
        </p:nvSpPr>
        <p:spPr>
          <a:xfrm>
            <a:off x="5502275" y="6210300"/>
            <a:ext cx="957263" cy="4619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32 bits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6698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56699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8722" name="Picture 4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60588" y="1042988"/>
            <a:ext cx="6399212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9637" name="Rectangle 2"/>
          <p:cNvSpPr>
            <a:spLocks noGrp="1" noChangeArrowheads="1"/>
          </p:cNvSpPr>
          <p:nvPr>
            <p:ph type="title"/>
          </p:nvPr>
        </p:nvSpPr>
        <p:spPr>
          <a:xfrm>
            <a:off x="1316038" y="228600"/>
            <a:ext cx="9758363" cy="8620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Other changes from IPv4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sp>
        <p:nvSpPr>
          <p:cNvPr id="158724" name="Rectangle 3"/>
          <p:cNvSpPr>
            <a:spLocks noGrp="1"/>
          </p:cNvSpPr>
          <p:nvPr>
            <p:ph idx="1"/>
          </p:nvPr>
        </p:nvSpPr>
        <p:spPr>
          <a:xfrm>
            <a:off x="700088" y="1427163"/>
            <a:ext cx="10796587" cy="4821237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checksum</a:t>
            </a:r>
            <a:r>
              <a:rPr lang="en-US" altLang="zh-CN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:</a:t>
            </a:r>
            <a:r>
              <a:rPr lang="en-US" altLang="zh-CN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</a:t>
            </a: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removed entirely to reduce processing time at each hop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options:</a:t>
            </a: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allowed, but outside of header, indicated by </a:t>
            </a:r>
            <a:r>
              <a:rPr lang="ja-JP" altLang="en-US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“</a:t>
            </a:r>
            <a:r>
              <a:rPr lang="en-US" altLang="ja-JP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Next Header</a:t>
            </a:r>
            <a:r>
              <a:rPr lang="ja-JP" altLang="en-US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”</a:t>
            </a:r>
            <a:r>
              <a:rPr lang="en-US" altLang="ja-JP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field</a:t>
            </a:r>
            <a:endParaRPr lang="en-US" altLang="ja-JP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ICMPv6:</a:t>
            </a: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new version of ICMP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additional message types, e.g. </a:t>
            </a:r>
            <a:r>
              <a:rPr lang="ja-JP" altLang="en-US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“</a:t>
            </a:r>
            <a:r>
              <a:rPr lang="en-US" altLang="ja-JP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Packet Too Big</a:t>
            </a:r>
            <a:r>
              <a:rPr lang="ja-JP" altLang="en-US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”</a:t>
            </a:r>
            <a:endParaRPr lang="en-US" altLang="ja-JP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multicast group management functions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58725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58726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60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228600"/>
            <a:ext cx="10363200" cy="7429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Transition from IPv4 to IPv6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sp>
        <p:nvSpPr>
          <p:cNvPr id="160771" name="Rectangle 3"/>
          <p:cNvSpPr>
            <a:spLocks noGrp="1"/>
          </p:cNvSpPr>
          <p:nvPr>
            <p:ph idx="1"/>
          </p:nvPr>
        </p:nvSpPr>
        <p:spPr>
          <a:xfrm>
            <a:off x="660400" y="1160463"/>
            <a:ext cx="10858500" cy="2827337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not all routers can be upgraded simultaneously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no </a:t>
            </a:r>
            <a:r>
              <a:rPr lang="ja-JP" altLang="en-US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“</a:t>
            </a:r>
            <a:r>
              <a:rPr lang="en-US" altLang="ja-JP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flag days</a:t>
            </a:r>
            <a:r>
              <a:rPr lang="ja-JP" altLang="en-US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”</a:t>
            </a:r>
            <a:endParaRPr lang="en-US" altLang="ja-JP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how will network operate with mixed IPv4 and IPv6 routers? 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4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tunneling:</a:t>
            </a: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IPv6 datagram carried as </a:t>
            </a:r>
            <a:r>
              <a:rPr lang="en-US" altLang="zh-CN" sz="24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payload</a:t>
            </a: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 in IPv4 datagram among IPv4 routers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pic>
        <p:nvPicPr>
          <p:cNvPr id="160772" name="Picture 4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71700" y="1025525"/>
            <a:ext cx="6856413" cy="173038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60773" name="Group 47"/>
          <p:cNvGrpSpPr/>
          <p:nvPr/>
        </p:nvGrpSpPr>
        <p:grpSpPr>
          <a:xfrm>
            <a:off x="3625850" y="5176838"/>
            <a:ext cx="4854575" cy="473075"/>
            <a:chOff x="1163" y="3504"/>
            <a:chExt cx="3058" cy="298"/>
          </a:xfrm>
        </p:grpSpPr>
        <p:sp>
          <p:nvSpPr>
            <p:cNvPr id="160808" name="Rectangle 26"/>
            <p:cNvSpPr/>
            <p:nvPr/>
          </p:nvSpPr>
          <p:spPr>
            <a:xfrm>
              <a:off x="1163" y="3505"/>
              <a:ext cx="3058" cy="295"/>
            </a:xfrm>
            <a:prstGeom prst="rect">
              <a:avLst/>
            </a:prstGeom>
            <a:gradFill rotWithShape="1">
              <a:gsLst>
                <a:gs pos="0">
                  <a:srgbClr val="CC0000">
                    <a:alpha val="40999"/>
                  </a:srgbClr>
                </a:gs>
                <a:gs pos="100000">
                  <a:srgbClr val="CC0000">
                    <a:alpha val="37999"/>
                  </a:srgbClr>
                </a:gs>
              </a:gsLst>
              <a:lin ang="5400000" scaled="1"/>
              <a:tileRect/>
            </a:gradFill>
            <a:ln w="952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60809" name="Line 27"/>
            <p:cNvSpPr/>
            <p:nvPr/>
          </p:nvSpPr>
          <p:spPr>
            <a:xfrm>
              <a:off x="2022" y="3504"/>
              <a:ext cx="0" cy="295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0810" name="Line 28"/>
            <p:cNvSpPr/>
            <p:nvPr/>
          </p:nvSpPr>
          <p:spPr>
            <a:xfrm>
              <a:off x="1781" y="3507"/>
              <a:ext cx="0" cy="295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0811" name="Line 29"/>
            <p:cNvSpPr/>
            <p:nvPr/>
          </p:nvSpPr>
          <p:spPr>
            <a:xfrm>
              <a:off x="1532" y="3504"/>
              <a:ext cx="0" cy="295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0812" name="Line 31"/>
            <p:cNvSpPr/>
            <p:nvPr/>
          </p:nvSpPr>
          <p:spPr>
            <a:xfrm>
              <a:off x="1187" y="3504"/>
              <a:ext cx="0" cy="56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0813" name="Line 32"/>
            <p:cNvSpPr/>
            <p:nvPr/>
          </p:nvSpPr>
          <p:spPr>
            <a:xfrm>
              <a:off x="1187" y="3742"/>
              <a:ext cx="0" cy="56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0814" name="Line 33"/>
            <p:cNvSpPr/>
            <p:nvPr/>
          </p:nvSpPr>
          <p:spPr>
            <a:xfrm>
              <a:off x="1283" y="3504"/>
              <a:ext cx="0" cy="56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0815" name="Line 34"/>
            <p:cNvSpPr/>
            <p:nvPr/>
          </p:nvSpPr>
          <p:spPr>
            <a:xfrm>
              <a:off x="1283" y="3742"/>
              <a:ext cx="0" cy="56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0816" name="Line 35"/>
            <p:cNvSpPr/>
            <p:nvPr/>
          </p:nvSpPr>
          <p:spPr>
            <a:xfrm>
              <a:off x="1379" y="3504"/>
              <a:ext cx="0" cy="56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0817" name="Line 36"/>
            <p:cNvSpPr/>
            <p:nvPr/>
          </p:nvSpPr>
          <p:spPr>
            <a:xfrm>
              <a:off x="1379" y="3742"/>
              <a:ext cx="0" cy="56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0818" name="Line 37"/>
            <p:cNvSpPr/>
            <p:nvPr/>
          </p:nvSpPr>
          <p:spPr>
            <a:xfrm>
              <a:off x="1475" y="3504"/>
              <a:ext cx="0" cy="56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0819" name="Line 38"/>
            <p:cNvSpPr/>
            <p:nvPr/>
          </p:nvSpPr>
          <p:spPr>
            <a:xfrm>
              <a:off x="1475" y="3742"/>
              <a:ext cx="0" cy="56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0820" name="Line 39"/>
            <p:cNvSpPr/>
            <p:nvPr/>
          </p:nvSpPr>
          <p:spPr>
            <a:xfrm>
              <a:off x="1327" y="3506"/>
              <a:ext cx="0" cy="56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0821" name="Line 40"/>
            <p:cNvSpPr/>
            <p:nvPr/>
          </p:nvSpPr>
          <p:spPr>
            <a:xfrm>
              <a:off x="1327" y="3744"/>
              <a:ext cx="0" cy="56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0822" name="Line 41"/>
            <p:cNvSpPr/>
            <p:nvPr/>
          </p:nvSpPr>
          <p:spPr>
            <a:xfrm>
              <a:off x="1213" y="3508"/>
              <a:ext cx="0" cy="56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0823" name="Line 42"/>
            <p:cNvSpPr/>
            <p:nvPr/>
          </p:nvSpPr>
          <p:spPr>
            <a:xfrm>
              <a:off x="1213" y="3746"/>
              <a:ext cx="0" cy="56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60774" name="Text Box 48"/>
          <p:cNvSpPr txBox="1"/>
          <p:nvPr/>
        </p:nvSpPr>
        <p:spPr>
          <a:xfrm>
            <a:off x="3121025" y="4375150"/>
            <a:ext cx="2300288" cy="3794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IPv4 source, dest addr </a:t>
            </a:r>
            <a:endParaRPr lang="en-US" altLang="zh-CN" sz="1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60775" name="Text Box 50"/>
          <p:cNvSpPr txBox="1"/>
          <p:nvPr/>
        </p:nvSpPr>
        <p:spPr>
          <a:xfrm>
            <a:off x="2827338" y="4143375"/>
            <a:ext cx="1893887" cy="3794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IPv4 header fields </a:t>
            </a:r>
            <a:endParaRPr lang="en-US" altLang="zh-CN" sz="1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60776" name="Line 55"/>
          <p:cNvSpPr/>
          <p:nvPr/>
        </p:nvSpPr>
        <p:spPr>
          <a:xfrm>
            <a:off x="4379913" y="4633913"/>
            <a:ext cx="0" cy="738187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0777" name="Line 56"/>
          <p:cNvSpPr/>
          <p:nvPr/>
        </p:nvSpPr>
        <p:spPr>
          <a:xfrm>
            <a:off x="4384675" y="4629150"/>
            <a:ext cx="381000" cy="738188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0778" name="Line 57"/>
          <p:cNvSpPr/>
          <p:nvPr/>
        </p:nvSpPr>
        <p:spPr>
          <a:xfrm>
            <a:off x="3784600" y="4386263"/>
            <a:ext cx="0" cy="976312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0779" name="Text Box 23"/>
          <p:cNvSpPr txBox="1"/>
          <p:nvPr/>
        </p:nvSpPr>
        <p:spPr>
          <a:xfrm>
            <a:off x="5187950" y="6003925"/>
            <a:ext cx="1766888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IPv4 datagram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60780" name="Line 24"/>
          <p:cNvSpPr/>
          <p:nvPr/>
        </p:nvSpPr>
        <p:spPr>
          <a:xfrm>
            <a:off x="6808788" y="6192838"/>
            <a:ext cx="169545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0781" name="Line 25"/>
          <p:cNvSpPr/>
          <p:nvPr/>
        </p:nvSpPr>
        <p:spPr>
          <a:xfrm flipH="1">
            <a:off x="3619500" y="6192838"/>
            <a:ext cx="160655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18880" name="Text Box 64"/>
          <p:cNvSpPr txBox="1"/>
          <p:nvPr/>
        </p:nvSpPr>
        <p:spPr>
          <a:xfrm>
            <a:off x="5908675" y="5654675"/>
            <a:ext cx="182880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IPv6 datagram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418881" name="Line 65"/>
          <p:cNvSpPr/>
          <p:nvPr/>
        </p:nvSpPr>
        <p:spPr>
          <a:xfrm>
            <a:off x="7545388" y="5824538"/>
            <a:ext cx="85725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18882" name="Line 66"/>
          <p:cNvSpPr/>
          <p:nvPr/>
        </p:nvSpPr>
        <p:spPr>
          <a:xfrm flipH="1">
            <a:off x="5046663" y="5824538"/>
            <a:ext cx="92551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0785" name="Rectangle 69"/>
          <p:cNvSpPr/>
          <p:nvPr/>
        </p:nvSpPr>
        <p:spPr>
          <a:xfrm>
            <a:off x="5014913" y="5211763"/>
            <a:ext cx="3422650" cy="401637"/>
          </a:xfrm>
          <a:prstGeom prst="rect">
            <a:avLst/>
          </a:prstGeom>
          <a:solidFill>
            <a:srgbClr val="66CC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3" name="Group 70"/>
          <p:cNvGrpSpPr/>
          <p:nvPr/>
        </p:nvGrpSpPr>
        <p:grpSpPr>
          <a:xfrm>
            <a:off x="6076950" y="4241800"/>
            <a:ext cx="3497263" cy="1109663"/>
            <a:chOff x="2868" y="2782"/>
            <a:chExt cx="2203" cy="699"/>
          </a:xfrm>
        </p:grpSpPr>
        <p:sp>
          <p:nvSpPr>
            <p:cNvPr id="160806" name="Text Box 51"/>
            <p:cNvSpPr txBox="1"/>
            <p:nvPr/>
          </p:nvSpPr>
          <p:spPr>
            <a:xfrm>
              <a:off x="4204" y="2782"/>
              <a:ext cx="867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IPv4 payload </a:t>
              </a:r>
              <a:endParaRPr lang="en-US" altLang="zh-CN" sz="1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60807" name="Line 54"/>
            <p:cNvSpPr/>
            <p:nvPr/>
          </p:nvSpPr>
          <p:spPr>
            <a:xfrm flipH="1">
              <a:off x="2868" y="2979"/>
              <a:ext cx="1532" cy="502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71"/>
          <p:cNvGrpSpPr/>
          <p:nvPr/>
        </p:nvGrpSpPr>
        <p:grpSpPr>
          <a:xfrm>
            <a:off x="4978400" y="4146550"/>
            <a:ext cx="3454400" cy="1476375"/>
            <a:chOff x="2247" y="1247"/>
            <a:chExt cx="2176" cy="930"/>
          </a:xfrm>
        </p:grpSpPr>
        <p:sp>
          <p:nvSpPr>
            <p:cNvPr id="160790" name="Rectangle 5"/>
            <p:cNvSpPr/>
            <p:nvPr/>
          </p:nvSpPr>
          <p:spPr>
            <a:xfrm>
              <a:off x="2280" y="1918"/>
              <a:ext cx="2143" cy="253"/>
            </a:xfrm>
            <a:prstGeom prst="rect">
              <a:avLst/>
            </a:prstGeom>
            <a:solidFill>
              <a:srgbClr val="66CCFF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60791" name="Line 8"/>
            <p:cNvSpPr/>
            <p:nvPr/>
          </p:nvSpPr>
          <p:spPr>
            <a:xfrm>
              <a:off x="2333" y="1918"/>
              <a:ext cx="0" cy="25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0792" name="Line 9"/>
            <p:cNvSpPr/>
            <p:nvPr/>
          </p:nvSpPr>
          <p:spPr>
            <a:xfrm>
              <a:off x="2307" y="1917"/>
              <a:ext cx="0" cy="25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0793" name="Line 10"/>
            <p:cNvSpPr/>
            <p:nvPr/>
          </p:nvSpPr>
          <p:spPr>
            <a:xfrm>
              <a:off x="2381" y="1918"/>
              <a:ext cx="0" cy="25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0794" name="Line 11"/>
            <p:cNvSpPr/>
            <p:nvPr/>
          </p:nvSpPr>
          <p:spPr>
            <a:xfrm>
              <a:off x="2407" y="1916"/>
              <a:ext cx="0" cy="25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0795" name="Line 12"/>
            <p:cNvSpPr/>
            <p:nvPr/>
          </p:nvSpPr>
          <p:spPr>
            <a:xfrm>
              <a:off x="2441" y="1916"/>
              <a:ext cx="0" cy="25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0796" name="Line 13"/>
            <p:cNvSpPr/>
            <p:nvPr/>
          </p:nvSpPr>
          <p:spPr>
            <a:xfrm>
              <a:off x="2483" y="1916"/>
              <a:ext cx="0" cy="25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0797" name="Line 14"/>
            <p:cNvSpPr/>
            <p:nvPr/>
          </p:nvSpPr>
          <p:spPr>
            <a:xfrm>
              <a:off x="2679" y="1923"/>
              <a:ext cx="0" cy="25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0798" name="Line 15"/>
            <p:cNvSpPr/>
            <p:nvPr/>
          </p:nvSpPr>
          <p:spPr>
            <a:xfrm>
              <a:off x="2915" y="1923"/>
              <a:ext cx="0" cy="25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0799" name="Text Box 16"/>
            <p:cNvSpPr txBox="1"/>
            <p:nvPr/>
          </p:nvSpPr>
          <p:spPr>
            <a:xfrm>
              <a:off x="2672" y="1557"/>
              <a:ext cx="1064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UDP/TCP payload</a:t>
              </a:r>
              <a:endParaRPr lang="en-US" altLang="zh-CN" sz="1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60800" name="Text Box 17"/>
            <p:cNvSpPr txBox="1"/>
            <p:nvPr/>
          </p:nvSpPr>
          <p:spPr>
            <a:xfrm>
              <a:off x="2426" y="1396"/>
              <a:ext cx="1350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IPv6 source dest addr</a:t>
              </a:r>
              <a:endParaRPr lang="en-US" altLang="zh-CN" sz="1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60801" name="Text Box 18"/>
            <p:cNvSpPr txBox="1"/>
            <p:nvPr/>
          </p:nvSpPr>
          <p:spPr>
            <a:xfrm>
              <a:off x="2247" y="1247"/>
              <a:ext cx="1143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IPv6 header fields</a:t>
              </a:r>
              <a:endParaRPr lang="en-US" altLang="zh-CN" sz="1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60802" name="Line 19"/>
            <p:cNvSpPr/>
            <p:nvPr/>
          </p:nvSpPr>
          <p:spPr>
            <a:xfrm>
              <a:off x="2602" y="1543"/>
              <a:ext cx="3" cy="442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0803" name="Line 20"/>
            <p:cNvSpPr/>
            <p:nvPr/>
          </p:nvSpPr>
          <p:spPr>
            <a:xfrm>
              <a:off x="2594" y="1546"/>
              <a:ext cx="174" cy="44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0804" name="Line 58"/>
            <p:cNvSpPr/>
            <p:nvPr/>
          </p:nvSpPr>
          <p:spPr>
            <a:xfrm>
              <a:off x="2386" y="1399"/>
              <a:ext cx="0" cy="549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0805" name="Line 59"/>
            <p:cNvSpPr/>
            <p:nvPr/>
          </p:nvSpPr>
          <p:spPr>
            <a:xfrm>
              <a:off x="3334" y="1720"/>
              <a:ext cx="0" cy="252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60788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60789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18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18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18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880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2818" name="Picture 353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1935163" y="966788"/>
            <a:ext cx="2741612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685" name="Rectangle 2"/>
          <p:cNvSpPr>
            <a:spLocks noGrp="1" noChangeArrowheads="1"/>
          </p:cNvSpPr>
          <p:nvPr>
            <p:ph type="title"/>
          </p:nvPr>
        </p:nvSpPr>
        <p:spPr>
          <a:xfrm>
            <a:off x="1865313" y="50800"/>
            <a:ext cx="7772400" cy="9906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Tunneling</a:t>
            </a: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sp>
        <p:nvSpPr>
          <p:cNvPr id="162820" name="Text Box 76"/>
          <p:cNvSpPr txBox="1"/>
          <p:nvPr/>
        </p:nvSpPr>
        <p:spPr>
          <a:xfrm>
            <a:off x="1833563" y="2597150"/>
            <a:ext cx="1719262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physical view: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62821" name="Line 147"/>
          <p:cNvSpPr/>
          <p:nvPr/>
        </p:nvSpPr>
        <p:spPr>
          <a:xfrm flipV="1">
            <a:off x="5419725" y="2868613"/>
            <a:ext cx="2325688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2822" name="Text Box 180"/>
          <p:cNvSpPr txBox="1"/>
          <p:nvPr/>
        </p:nvSpPr>
        <p:spPr>
          <a:xfrm>
            <a:off x="5751513" y="2992438"/>
            <a:ext cx="628650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IPv4</a:t>
            </a:r>
            <a:endParaRPr lang="en-US" altLang="zh-CN" sz="1600" b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62823" name="Text Box 181"/>
          <p:cNvSpPr txBox="1"/>
          <p:nvPr/>
        </p:nvSpPr>
        <p:spPr>
          <a:xfrm>
            <a:off x="6745288" y="2994025"/>
            <a:ext cx="628650" cy="4206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IPv4</a:t>
            </a:r>
            <a:endParaRPr lang="en-US" altLang="zh-CN" sz="1600" b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62824" name="Group 254"/>
          <p:cNvGrpSpPr/>
          <p:nvPr/>
        </p:nvGrpSpPr>
        <p:grpSpPr>
          <a:xfrm>
            <a:off x="5754688" y="2703513"/>
            <a:ext cx="693737" cy="338137"/>
            <a:chOff x="4396" y="1245"/>
            <a:chExt cx="672" cy="248"/>
          </a:xfrm>
        </p:grpSpPr>
        <p:sp>
          <p:nvSpPr>
            <p:cNvPr id="162938" name="Oval 407"/>
            <p:cNvSpPr/>
            <p:nvPr/>
          </p:nvSpPr>
          <p:spPr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  <a:tileRect/>
            </a:gradFill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62939" name="Rectangle 410"/>
            <p:cNvSpPr/>
            <p:nvPr/>
          </p:nvSpPr>
          <p:spPr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62940" name="Oval 411"/>
            <p:cNvSpPr/>
            <p:nvPr/>
          </p:nvSpPr>
          <p:spPr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  <a:tileRect/>
            </a:gradFill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62941" name="Group 258"/>
            <p:cNvGrpSpPr/>
            <p:nvPr/>
          </p:nvGrpSpPr>
          <p:grpSpPr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62944" name="Freeform 259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rgbClr val="CC0000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0" scaled="1"/>
                <a:tileRect/>
              </a:gradFill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62945" name="Freeform 260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rgbClr val="CC0000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0" scaled="1"/>
                <a:tileRect/>
              </a:gradFill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62942" name="Line 261"/>
            <p:cNvSpPr/>
            <p:nvPr/>
          </p:nvSpPr>
          <p:spPr>
            <a:xfrm>
              <a:off x="4399" y="1321"/>
              <a:ext cx="0" cy="109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2943" name="Line 262"/>
            <p:cNvSpPr/>
            <p:nvPr/>
          </p:nvSpPr>
          <p:spPr>
            <a:xfrm>
              <a:off x="5063" y="1327"/>
              <a:ext cx="0" cy="106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62825" name="Group 328"/>
          <p:cNvGrpSpPr/>
          <p:nvPr/>
        </p:nvGrpSpPr>
        <p:grpSpPr>
          <a:xfrm>
            <a:off x="3687763" y="2360613"/>
            <a:ext cx="1728787" cy="1049337"/>
            <a:chOff x="1363" y="1403"/>
            <a:chExt cx="1089" cy="661"/>
          </a:xfrm>
        </p:grpSpPr>
        <p:sp>
          <p:nvSpPr>
            <p:cNvPr id="162915" name="Text Box 92"/>
            <p:cNvSpPr txBox="1"/>
            <p:nvPr/>
          </p:nvSpPr>
          <p:spPr>
            <a:xfrm>
              <a:off x="1462" y="1403"/>
              <a:ext cx="222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A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62916" name="Text Box 108"/>
            <p:cNvSpPr txBox="1"/>
            <p:nvPr/>
          </p:nvSpPr>
          <p:spPr>
            <a:xfrm>
              <a:off x="2121" y="1406"/>
              <a:ext cx="208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B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62917" name="Line 141"/>
            <p:cNvSpPr/>
            <p:nvPr/>
          </p:nvSpPr>
          <p:spPr>
            <a:xfrm flipV="1">
              <a:off x="1803" y="1729"/>
              <a:ext cx="20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2918" name="Text Box 143"/>
            <p:cNvSpPr txBox="1"/>
            <p:nvPr/>
          </p:nvSpPr>
          <p:spPr>
            <a:xfrm>
              <a:off x="1386" y="1798"/>
              <a:ext cx="396" cy="2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IPv6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62919" name="Text Box 144"/>
            <p:cNvSpPr txBox="1"/>
            <p:nvPr/>
          </p:nvSpPr>
          <p:spPr>
            <a:xfrm>
              <a:off x="2045" y="1799"/>
              <a:ext cx="396" cy="2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IPv6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62920" name="Group 245"/>
            <p:cNvGrpSpPr/>
            <p:nvPr/>
          </p:nvGrpSpPr>
          <p:grpSpPr>
            <a:xfrm>
              <a:off x="1363" y="1621"/>
              <a:ext cx="437" cy="213"/>
              <a:chOff x="4396" y="1245"/>
              <a:chExt cx="672" cy="248"/>
            </a:xfrm>
          </p:grpSpPr>
          <p:sp>
            <p:nvSpPr>
              <p:cNvPr id="162930" name="Oval 407"/>
              <p:cNvSpPr/>
              <p:nvPr/>
            </p:nvSpPr>
            <p:spPr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  <a:tileRect/>
              </a:gradFill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62931" name="Rectangle 410"/>
              <p:cNvSpPr/>
              <p:nvPr/>
            </p:nvSpPr>
            <p:spPr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62932" name="Oval 411"/>
              <p:cNvSpPr/>
              <p:nvPr/>
            </p:nvSpPr>
            <p:spPr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  <a:tileRect/>
              </a:gradFill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62933" name="Group 249"/>
              <p:cNvGrpSpPr/>
              <p:nvPr/>
            </p:nvGrpSpPr>
            <p:grpSpPr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62936" name="Freeform 250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avLst/>
                  <a:gdLst>
                    <a:gd name="txL" fmla="*/ 0 w 310"/>
                    <a:gd name="txT" fmla="*/ 0 h 60"/>
                    <a:gd name="txR" fmla="*/ 310 w 310"/>
                    <a:gd name="txB" fmla="*/ 60 h 60"/>
                  </a:gdLst>
                  <a:ahLst/>
                  <a:cxnLst>
                    <a:cxn ang="0">
                      <a:pos x="0" y="60"/>
                    </a:cxn>
                    <a:cxn ang="0">
                      <a:pos x="96" y="60"/>
                    </a:cxn>
                    <a:cxn ang="0">
                      <a:pos x="192" y="0"/>
                    </a:cxn>
                    <a:cxn ang="0">
                      <a:pos x="310" y="0"/>
                    </a:cxn>
                  </a:cxnLst>
                  <a:rect l="txL" t="txT" r="txR" b="tx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62937" name="Freeform 251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avLst/>
                  <a:gdLst>
                    <a:gd name="txL" fmla="*/ 0 w 282"/>
                    <a:gd name="txT" fmla="*/ 0 h 60"/>
                    <a:gd name="txR" fmla="*/ 282 w 282"/>
                    <a:gd name="txB" fmla="*/ 60 h 60"/>
                  </a:gdLst>
                  <a:ahLst/>
                  <a:cxnLst>
                    <a:cxn ang="0">
                      <a:pos x="0" y="0"/>
                    </a:cxn>
                    <a:cxn ang="0">
                      <a:pos x="96" y="0"/>
                    </a:cxn>
                    <a:cxn ang="0">
                      <a:pos x="192" y="60"/>
                    </a:cxn>
                    <a:cxn ang="0">
                      <a:pos x="282" y="60"/>
                    </a:cxn>
                  </a:cxnLst>
                  <a:rect l="txL" t="txT" r="txR" b="tx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162934" name="Line 252"/>
              <p:cNvSpPr/>
              <p:nvPr/>
            </p:nvSpPr>
            <p:spPr>
              <a:xfrm>
                <a:off x="4399" y="1321"/>
                <a:ext cx="0" cy="109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2935" name="Line 253"/>
              <p:cNvSpPr/>
              <p:nvPr/>
            </p:nvSpPr>
            <p:spPr>
              <a:xfrm>
                <a:off x="5063" y="1327"/>
                <a:ext cx="0" cy="106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62921" name="Group 263"/>
            <p:cNvGrpSpPr/>
            <p:nvPr/>
          </p:nvGrpSpPr>
          <p:grpSpPr>
            <a:xfrm>
              <a:off x="2015" y="1617"/>
              <a:ext cx="437" cy="213"/>
              <a:chOff x="4396" y="1245"/>
              <a:chExt cx="672" cy="248"/>
            </a:xfrm>
          </p:grpSpPr>
          <p:sp>
            <p:nvSpPr>
              <p:cNvPr id="162922" name="Oval 407"/>
              <p:cNvSpPr/>
              <p:nvPr/>
            </p:nvSpPr>
            <p:spPr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  <a:tileRect/>
              </a:gradFill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62923" name="Rectangle 410"/>
              <p:cNvSpPr/>
              <p:nvPr/>
            </p:nvSpPr>
            <p:spPr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62924" name="Oval 411"/>
              <p:cNvSpPr/>
              <p:nvPr/>
            </p:nvSpPr>
            <p:spPr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  <a:tileRect/>
              </a:gradFill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62925" name="Group 267"/>
              <p:cNvGrpSpPr/>
              <p:nvPr/>
            </p:nvGrpSpPr>
            <p:grpSpPr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62928" name="Freeform 268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avLst/>
                  <a:gdLst>
                    <a:gd name="txL" fmla="*/ 0 w 310"/>
                    <a:gd name="txT" fmla="*/ 0 h 60"/>
                    <a:gd name="txR" fmla="*/ 310 w 310"/>
                    <a:gd name="txB" fmla="*/ 60 h 60"/>
                  </a:gdLst>
                  <a:ahLst/>
                  <a:cxnLst>
                    <a:cxn ang="0">
                      <a:pos x="0" y="60"/>
                    </a:cxn>
                    <a:cxn ang="0">
                      <a:pos x="96" y="60"/>
                    </a:cxn>
                    <a:cxn ang="0">
                      <a:pos x="192" y="0"/>
                    </a:cxn>
                    <a:cxn ang="0">
                      <a:pos x="310" y="0"/>
                    </a:cxn>
                  </a:cxnLst>
                  <a:rect l="txL" t="txT" r="txR" b="tx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62929" name="Freeform 269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avLst/>
                  <a:gdLst>
                    <a:gd name="txL" fmla="*/ 0 w 282"/>
                    <a:gd name="txT" fmla="*/ 0 h 60"/>
                    <a:gd name="txR" fmla="*/ 282 w 282"/>
                    <a:gd name="txB" fmla="*/ 60 h 60"/>
                  </a:gdLst>
                  <a:ahLst/>
                  <a:cxnLst>
                    <a:cxn ang="0">
                      <a:pos x="0" y="0"/>
                    </a:cxn>
                    <a:cxn ang="0">
                      <a:pos x="96" y="0"/>
                    </a:cxn>
                    <a:cxn ang="0">
                      <a:pos x="192" y="60"/>
                    </a:cxn>
                    <a:cxn ang="0">
                      <a:pos x="282" y="60"/>
                    </a:cxn>
                  </a:cxnLst>
                  <a:rect l="txL" t="txT" r="txR" b="tx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162926" name="Line 270"/>
              <p:cNvSpPr/>
              <p:nvPr/>
            </p:nvSpPr>
            <p:spPr>
              <a:xfrm>
                <a:off x="4399" y="1321"/>
                <a:ext cx="0" cy="109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2927" name="Line 271"/>
              <p:cNvSpPr/>
              <p:nvPr/>
            </p:nvSpPr>
            <p:spPr>
              <a:xfrm>
                <a:off x="5063" y="1327"/>
                <a:ext cx="0" cy="106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62826" name="Group 272"/>
          <p:cNvGrpSpPr/>
          <p:nvPr/>
        </p:nvGrpSpPr>
        <p:grpSpPr>
          <a:xfrm>
            <a:off x="6719888" y="2706688"/>
            <a:ext cx="693737" cy="338137"/>
            <a:chOff x="4396" y="1245"/>
            <a:chExt cx="672" cy="248"/>
          </a:xfrm>
        </p:grpSpPr>
        <p:sp>
          <p:nvSpPr>
            <p:cNvPr id="162907" name="Oval 407"/>
            <p:cNvSpPr/>
            <p:nvPr/>
          </p:nvSpPr>
          <p:spPr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  <a:tileRect/>
            </a:gradFill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62908" name="Rectangle 410"/>
            <p:cNvSpPr/>
            <p:nvPr/>
          </p:nvSpPr>
          <p:spPr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62909" name="Oval 411"/>
            <p:cNvSpPr/>
            <p:nvPr/>
          </p:nvSpPr>
          <p:spPr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  <a:tileRect/>
            </a:gradFill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62910" name="Group 276"/>
            <p:cNvGrpSpPr/>
            <p:nvPr/>
          </p:nvGrpSpPr>
          <p:grpSpPr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62913" name="Freeform 277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rgbClr val="CC0000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0" scaled="1"/>
                <a:tileRect/>
              </a:gradFill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62914" name="Freeform 278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rgbClr val="CC0000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0" scaled="1"/>
                <a:tileRect/>
              </a:gradFill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62911" name="Line 279"/>
            <p:cNvSpPr/>
            <p:nvPr/>
          </p:nvSpPr>
          <p:spPr>
            <a:xfrm>
              <a:off x="4399" y="1321"/>
              <a:ext cx="0" cy="109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2912" name="Line 280"/>
            <p:cNvSpPr/>
            <p:nvPr/>
          </p:nvSpPr>
          <p:spPr>
            <a:xfrm>
              <a:off x="5063" y="1327"/>
              <a:ext cx="0" cy="106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62827" name="Group 303"/>
          <p:cNvGrpSpPr/>
          <p:nvPr/>
        </p:nvGrpSpPr>
        <p:grpSpPr>
          <a:xfrm>
            <a:off x="7726363" y="2362200"/>
            <a:ext cx="1679575" cy="1042988"/>
            <a:chOff x="3907" y="1404"/>
            <a:chExt cx="1058" cy="657"/>
          </a:xfrm>
        </p:grpSpPr>
        <p:sp>
          <p:nvSpPr>
            <p:cNvPr id="162884" name="Text Box 50"/>
            <p:cNvSpPr txBox="1"/>
            <p:nvPr/>
          </p:nvSpPr>
          <p:spPr>
            <a:xfrm>
              <a:off x="4012" y="1404"/>
              <a:ext cx="207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E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62885" name="Line 142"/>
            <p:cNvSpPr/>
            <p:nvPr/>
          </p:nvSpPr>
          <p:spPr>
            <a:xfrm flipV="1">
              <a:off x="4352" y="1717"/>
              <a:ext cx="20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2886" name="Text Box 145"/>
            <p:cNvSpPr txBox="1"/>
            <p:nvPr/>
          </p:nvSpPr>
          <p:spPr>
            <a:xfrm>
              <a:off x="3951" y="1794"/>
              <a:ext cx="396" cy="2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IPv6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62887" name="Text Box 146"/>
            <p:cNvSpPr txBox="1"/>
            <p:nvPr/>
          </p:nvSpPr>
          <p:spPr>
            <a:xfrm>
              <a:off x="4569" y="1796"/>
              <a:ext cx="396" cy="2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IPv6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62888" name="Group 281"/>
            <p:cNvGrpSpPr/>
            <p:nvPr/>
          </p:nvGrpSpPr>
          <p:grpSpPr>
            <a:xfrm>
              <a:off x="3907" y="1621"/>
              <a:ext cx="437" cy="213"/>
              <a:chOff x="4396" y="1245"/>
              <a:chExt cx="672" cy="248"/>
            </a:xfrm>
          </p:grpSpPr>
          <p:sp>
            <p:nvSpPr>
              <p:cNvPr id="162899" name="Oval 407"/>
              <p:cNvSpPr/>
              <p:nvPr/>
            </p:nvSpPr>
            <p:spPr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  <a:tileRect/>
              </a:gradFill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62900" name="Rectangle 410"/>
              <p:cNvSpPr/>
              <p:nvPr/>
            </p:nvSpPr>
            <p:spPr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62901" name="Oval 411"/>
              <p:cNvSpPr/>
              <p:nvPr/>
            </p:nvSpPr>
            <p:spPr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  <a:tileRect/>
              </a:gradFill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62902" name="Group 285"/>
              <p:cNvGrpSpPr/>
              <p:nvPr/>
            </p:nvGrpSpPr>
            <p:grpSpPr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62905" name="Freeform 286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avLst/>
                  <a:gdLst>
                    <a:gd name="txL" fmla="*/ 0 w 310"/>
                    <a:gd name="txT" fmla="*/ 0 h 60"/>
                    <a:gd name="txR" fmla="*/ 310 w 310"/>
                    <a:gd name="txB" fmla="*/ 60 h 60"/>
                  </a:gdLst>
                  <a:ahLst/>
                  <a:cxnLst>
                    <a:cxn ang="0">
                      <a:pos x="0" y="60"/>
                    </a:cxn>
                    <a:cxn ang="0">
                      <a:pos x="96" y="60"/>
                    </a:cxn>
                    <a:cxn ang="0">
                      <a:pos x="192" y="0"/>
                    </a:cxn>
                    <a:cxn ang="0">
                      <a:pos x="310" y="0"/>
                    </a:cxn>
                  </a:cxnLst>
                  <a:rect l="txL" t="txT" r="txR" b="tx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62906" name="Freeform 287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avLst/>
                  <a:gdLst>
                    <a:gd name="txL" fmla="*/ 0 w 282"/>
                    <a:gd name="txT" fmla="*/ 0 h 60"/>
                    <a:gd name="txR" fmla="*/ 282 w 282"/>
                    <a:gd name="txB" fmla="*/ 60 h 60"/>
                  </a:gdLst>
                  <a:ahLst/>
                  <a:cxnLst>
                    <a:cxn ang="0">
                      <a:pos x="0" y="0"/>
                    </a:cxn>
                    <a:cxn ang="0">
                      <a:pos x="96" y="0"/>
                    </a:cxn>
                    <a:cxn ang="0">
                      <a:pos x="192" y="60"/>
                    </a:cxn>
                    <a:cxn ang="0">
                      <a:pos x="282" y="60"/>
                    </a:cxn>
                  </a:cxnLst>
                  <a:rect l="txL" t="txT" r="txR" b="tx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162903" name="Line 288"/>
              <p:cNvSpPr/>
              <p:nvPr/>
            </p:nvSpPr>
            <p:spPr>
              <a:xfrm>
                <a:off x="4399" y="1321"/>
                <a:ext cx="0" cy="109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2904" name="Line 289"/>
              <p:cNvSpPr/>
              <p:nvPr/>
            </p:nvSpPr>
            <p:spPr>
              <a:xfrm>
                <a:off x="5063" y="1327"/>
                <a:ext cx="0" cy="106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62889" name="Group 290"/>
            <p:cNvGrpSpPr/>
            <p:nvPr/>
          </p:nvGrpSpPr>
          <p:grpSpPr>
            <a:xfrm>
              <a:off x="4521" y="1619"/>
              <a:ext cx="437" cy="213"/>
              <a:chOff x="4396" y="1245"/>
              <a:chExt cx="672" cy="248"/>
            </a:xfrm>
          </p:grpSpPr>
          <p:sp>
            <p:nvSpPr>
              <p:cNvPr id="162891" name="Oval 407"/>
              <p:cNvSpPr/>
              <p:nvPr/>
            </p:nvSpPr>
            <p:spPr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  <a:tileRect/>
              </a:gradFill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62892" name="Rectangle 410"/>
              <p:cNvSpPr/>
              <p:nvPr/>
            </p:nvSpPr>
            <p:spPr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62893" name="Oval 411"/>
              <p:cNvSpPr/>
              <p:nvPr/>
            </p:nvSpPr>
            <p:spPr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  <a:tileRect/>
              </a:gradFill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62894" name="Group 294"/>
              <p:cNvGrpSpPr/>
              <p:nvPr/>
            </p:nvGrpSpPr>
            <p:grpSpPr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62897" name="Freeform 295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avLst/>
                  <a:gdLst>
                    <a:gd name="txL" fmla="*/ 0 w 310"/>
                    <a:gd name="txT" fmla="*/ 0 h 60"/>
                    <a:gd name="txR" fmla="*/ 310 w 310"/>
                    <a:gd name="txB" fmla="*/ 60 h 60"/>
                  </a:gdLst>
                  <a:ahLst/>
                  <a:cxnLst>
                    <a:cxn ang="0">
                      <a:pos x="0" y="60"/>
                    </a:cxn>
                    <a:cxn ang="0">
                      <a:pos x="96" y="60"/>
                    </a:cxn>
                    <a:cxn ang="0">
                      <a:pos x="192" y="0"/>
                    </a:cxn>
                    <a:cxn ang="0">
                      <a:pos x="310" y="0"/>
                    </a:cxn>
                  </a:cxnLst>
                  <a:rect l="txL" t="txT" r="txR" b="tx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62898" name="Freeform 296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avLst/>
                  <a:gdLst>
                    <a:gd name="txL" fmla="*/ 0 w 282"/>
                    <a:gd name="txT" fmla="*/ 0 h 60"/>
                    <a:gd name="txR" fmla="*/ 282 w 282"/>
                    <a:gd name="txB" fmla="*/ 60 h 60"/>
                  </a:gdLst>
                  <a:ahLst/>
                  <a:cxnLst>
                    <a:cxn ang="0">
                      <a:pos x="0" y="0"/>
                    </a:cxn>
                    <a:cxn ang="0">
                      <a:pos x="96" y="0"/>
                    </a:cxn>
                    <a:cxn ang="0">
                      <a:pos x="192" y="60"/>
                    </a:cxn>
                    <a:cxn ang="0">
                      <a:pos x="282" y="60"/>
                    </a:cxn>
                  </a:cxnLst>
                  <a:rect l="txL" t="txT" r="txR" b="tx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162895" name="Line 297"/>
              <p:cNvSpPr/>
              <p:nvPr/>
            </p:nvSpPr>
            <p:spPr>
              <a:xfrm>
                <a:off x="4399" y="1321"/>
                <a:ext cx="0" cy="109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2896" name="Line 298"/>
              <p:cNvSpPr/>
              <p:nvPr/>
            </p:nvSpPr>
            <p:spPr>
              <a:xfrm>
                <a:off x="5063" y="1327"/>
                <a:ext cx="0" cy="106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62890" name="Text Box 299"/>
            <p:cNvSpPr txBox="1"/>
            <p:nvPr/>
          </p:nvSpPr>
          <p:spPr>
            <a:xfrm>
              <a:off x="4635" y="1408"/>
              <a:ext cx="204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F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162828" name="Text Box 300"/>
          <p:cNvSpPr txBox="1"/>
          <p:nvPr/>
        </p:nvSpPr>
        <p:spPr>
          <a:xfrm>
            <a:off x="5910263" y="2355850"/>
            <a:ext cx="32702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62829" name="Text Box 301"/>
          <p:cNvSpPr txBox="1"/>
          <p:nvPr/>
        </p:nvSpPr>
        <p:spPr>
          <a:xfrm>
            <a:off x="6886575" y="2359025"/>
            <a:ext cx="350838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6" name="Group 354"/>
          <p:cNvGrpSpPr/>
          <p:nvPr/>
        </p:nvGrpSpPr>
        <p:grpSpPr>
          <a:xfrm>
            <a:off x="1982788" y="1216025"/>
            <a:ext cx="7429500" cy="1063625"/>
            <a:chOff x="289" y="766"/>
            <a:chExt cx="4680" cy="670"/>
          </a:xfrm>
        </p:grpSpPr>
        <p:sp>
          <p:nvSpPr>
            <p:cNvPr id="162833" name="Rectangle 67"/>
            <p:cNvSpPr/>
            <p:nvPr/>
          </p:nvSpPr>
          <p:spPr>
            <a:xfrm>
              <a:off x="2424" y="1085"/>
              <a:ext cx="1515" cy="42"/>
            </a:xfrm>
            <a:prstGeom prst="rect">
              <a:avLst/>
            </a:prstGeom>
            <a:solidFill>
              <a:srgbClr val="CC0000"/>
            </a:solidFill>
            <a:ln w="952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62834" name="Text Box 75"/>
            <p:cNvSpPr txBox="1"/>
            <p:nvPr/>
          </p:nvSpPr>
          <p:spPr>
            <a:xfrm>
              <a:off x="289" y="979"/>
              <a:ext cx="963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logical view: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62835" name="Text Box 244"/>
            <p:cNvSpPr txBox="1"/>
            <p:nvPr/>
          </p:nvSpPr>
          <p:spPr>
            <a:xfrm>
              <a:off x="2420" y="766"/>
              <a:ext cx="1609" cy="4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i="1" dirty="0">
                  <a:solidFill>
                    <a:srgbClr val="CC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IPv4 tunnel </a:t>
              </a:r>
              <a:endParaRPr lang="en-US" altLang="zh-CN" sz="16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i="1" dirty="0">
                  <a:solidFill>
                    <a:srgbClr val="CC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connecting IPv6 routers</a:t>
              </a:r>
              <a:endParaRPr lang="en-US" altLang="zh-CN" sz="16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62836" name="Group 304"/>
            <p:cNvGrpSpPr/>
            <p:nvPr/>
          </p:nvGrpSpPr>
          <p:grpSpPr>
            <a:xfrm>
              <a:off x="3911" y="779"/>
              <a:ext cx="1058" cy="657"/>
              <a:chOff x="3907" y="1404"/>
              <a:chExt cx="1058" cy="657"/>
            </a:xfrm>
          </p:grpSpPr>
          <p:sp>
            <p:nvSpPr>
              <p:cNvPr id="162861" name="Text Box 305"/>
              <p:cNvSpPr txBox="1"/>
              <p:nvPr/>
            </p:nvSpPr>
            <p:spPr>
              <a:xfrm>
                <a:off x="4012" y="1404"/>
                <a:ext cx="207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E</a:t>
                </a:r>
                <a:endPara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62862" name="Line 306"/>
              <p:cNvSpPr/>
              <p:nvPr/>
            </p:nvSpPr>
            <p:spPr>
              <a:xfrm flipV="1">
                <a:off x="4352" y="1717"/>
                <a:ext cx="20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2863" name="Text Box 307"/>
              <p:cNvSpPr txBox="1"/>
              <p:nvPr/>
            </p:nvSpPr>
            <p:spPr>
              <a:xfrm>
                <a:off x="3951" y="1794"/>
                <a:ext cx="396" cy="2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IPv6</a:t>
                </a:r>
                <a:endPara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62864" name="Text Box 308"/>
              <p:cNvSpPr txBox="1"/>
              <p:nvPr/>
            </p:nvSpPr>
            <p:spPr>
              <a:xfrm>
                <a:off x="4569" y="1796"/>
                <a:ext cx="396" cy="2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IPv6</a:t>
                </a:r>
                <a:endPara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62865" name="Group 309"/>
              <p:cNvGrpSpPr/>
              <p:nvPr/>
            </p:nvGrpSpPr>
            <p:grpSpPr>
              <a:xfrm>
                <a:off x="3907" y="1621"/>
                <a:ext cx="437" cy="213"/>
                <a:chOff x="4396" y="1245"/>
                <a:chExt cx="672" cy="248"/>
              </a:xfrm>
            </p:grpSpPr>
            <p:sp>
              <p:nvSpPr>
                <p:cNvPr id="162876" name="Oval 407"/>
                <p:cNvSpPr/>
                <p:nvPr/>
              </p:nvSpPr>
              <p:spPr>
                <a:xfrm>
                  <a:off x="4399" y="1355"/>
                  <a:ext cx="666" cy="13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  <a:tileRect/>
                </a:gradFill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62877" name="Rectangle 410"/>
                <p:cNvSpPr/>
                <p:nvPr/>
              </p:nvSpPr>
              <p:spPr>
                <a:xfrm>
                  <a:off x="4399" y="1339"/>
                  <a:ext cx="669" cy="86"/>
                </a:xfrm>
                <a:prstGeom prst="rect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  <a:tileRect/>
                </a:gradFill>
                <a:ln w="12700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 algn="ctr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62878" name="Oval 411"/>
                <p:cNvSpPr/>
                <p:nvPr/>
              </p:nvSpPr>
              <p:spPr>
                <a:xfrm>
                  <a:off x="4396" y="1245"/>
                  <a:ext cx="667" cy="16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  <a:tileRect/>
                </a:gradFill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grpSp>
              <p:nvGrpSpPr>
                <p:cNvPr id="162879" name="Group 313"/>
                <p:cNvGrpSpPr/>
                <p:nvPr/>
              </p:nvGrpSpPr>
              <p:grpSpPr>
                <a:xfrm>
                  <a:off x="4530" y="1287"/>
                  <a:ext cx="377" cy="75"/>
                  <a:chOff x="2468" y="1332"/>
                  <a:chExt cx="310" cy="60"/>
                </a:xfrm>
              </p:grpSpPr>
              <p:sp>
                <p:nvSpPr>
                  <p:cNvPr id="162882" name="Freeform 314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avLst/>
                    <a:gdLst>
                      <a:gd name="txL" fmla="*/ 0 w 310"/>
                      <a:gd name="txT" fmla="*/ 0 h 60"/>
                      <a:gd name="txR" fmla="*/ 310 w 310"/>
                      <a:gd name="txB" fmla="*/ 60 h 60"/>
                    </a:gdLst>
                    <a:ahLst/>
                    <a:cxnLst>
                      <a:cxn ang="0">
                        <a:pos x="0" y="60"/>
                      </a:cxn>
                      <a:cxn ang="0">
                        <a:pos x="96" y="60"/>
                      </a:cxn>
                      <a:cxn ang="0">
                        <a:pos x="192" y="0"/>
                      </a:cxn>
                      <a:cxn ang="0">
                        <a:pos x="310" y="0"/>
                      </a:cxn>
                    </a:cxnLst>
                    <a:rect l="txL" t="txT" r="txR" b="tx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162883" name="Freeform 315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avLst/>
                    <a:gdLst>
                      <a:gd name="txL" fmla="*/ 0 w 282"/>
                      <a:gd name="txT" fmla="*/ 0 h 60"/>
                      <a:gd name="txR" fmla="*/ 282 w 282"/>
                      <a:gd name="txB" fmla="*/ 60 h 60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96" y="0"/>
                      </a:cxn>
                      <a:cxn ang="0">
                        <a:pos x="192" y="60"/>
                      </a:cxn>
                      <a:cxn ang="0">
                        <a:pos x="282" y="60"/>
                      </a:cxn>
                    </a:cxnLst>
                    <a:rect l="txL" t="txT" r="txR" b="tx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sp>
              <p:nvSpPr>
                <p:cNvPr id="162880" name="Line 316"/>
                <p:cNvSpPr/>
                <p:nvPr/>
              </p:nvSpPr>
              <p:spPr>
                <a:xfrm>
                  <a:off x="4399" y="1321"/>
                  <a:ext cx="0" cy="109"/>
                </a:xfrm>
                <a:prstGeom prst="line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62881" name="Line 317"/>
                <p:cNvSpPr/>
                <p:nvPr/>
              </p:nvSpPr>
              <p:spPr>
                <a:xfrm>
                  <a:off x="5063" y="1327"/>
                  <a:ext cx="0" cy="106"/>
                </a:xfrm>
                <a:prstGeom prst="line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62866" name="Group 318"/>
              <p:cNvGrpSpPr/>
              <p:nvPr/>
            </p:nvGrpSpPr>
            <p:grpSpPr>
              <a:xfrm>
                <a:off x="4521" y="1619"/>
                <a:ext cx="437" cy="213"/>
                <a:chOff x="4396" y="1245"/>
                <a:chExt cx="672" cy="248"/>
              </a:xfrm>
            </p:grpSpPr>
            <p:sp>
              <p:nvSpPr>
                <p:cNvPr id="162868" name="Oval 407"/>
                <p:cNvSpPr/>
                <p:nvPr/>
              </p:nvSpPr>
              <p:spPr>
                <a:xfrm>
                  <a:off x="4399" y="1355"/>
                  <a:ext cx="666" cy="13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  <a:tileRect/>
                </a:gradFill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62869" name="Rectangle 410"/>
                <p:cNvSpPr/>
                <p:nvPr/>
              </p:nvSpPr>
              <p:spPr>
                <a:xfrm>
                  <a:off x="4399" y="1339"/>
                  <a:ext cx="669" cy="86"/>
                </a:xfrm>
                <a:prstGeom prst="rect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  <a:tileRect/>
                </a:gradFill>
                <a:ln w="12700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 algn="ctr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62870" name="Oval 411"/>
                <p:cNvSpPr/>
                <p:nvPr/>
              </p:nvSpPr>
              <p:spPr>
                <a:xfrm>
                  <a:off x="4396" y="1245"/>
                  <a:ext cx="667" cy="16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  <a:tileRect/>
                </a:gradFill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grpSp>
              <p:nvGrpSpPr>
                <p:cNvPr id="162871" name="Group 322"/>
                <p:cNvGrpSpPr/>
                <p:nvPr/>
              </p:nvGrpSpPr>
              <p:grpSpPr>
                <a:xfrm>
                  <a:off x="4530" y="1287"/>
                  <a:ext cx="377" cy="75"/>
                  <a:chOff x="2468" y="1332"/>
                  <a:chExt cx="310" cy="60"/>
                </a:xfrm>
              </p:grpSpPr>
              <p:sp>
                <p:nvSpPr>
                  <p:cNvPr id="162874" name="Freeform 323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avLst/>
                    <a:gdLst>
                      <a:gd name="txL" fmla="*/ 0 w 310"/>
                      <a:gd name="txT" fmla="*/ 0 h 60"/>
                      <a:gd name="txR" fmla="*/ 310 w 310"/>
                      <a:gd name="txB" fmla="*/ 60 h 60"/>
                    </a:gdLst>
                    <a:ahLst/>
                    <a:cxnLst>
                      <a:cxn ang="0">
                        <a:pos x="0" y="60"/>
                      </a:cxn>
                      <a:cxn ang="0">
                        <a:pos x="96" y="60"/>
                      </a:cxn>
                      <a:cxn ang="0">
                        <a:pos x="192" y="0"/>
                      </a:cxn>
                      <a:cxn ang="0">
                        <a:pos x="310" y="0"/>
                      </a:cxn>
                    </a:cxnLst>
                    <a:rect l="txL" t="txT" r="txR" b="tx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162875" name="Freeform 324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avLst/>
                    <a:gdLst>
                      <a:gd name="txL" fmla="*/ 0 w 282"/>
                      <a:gd name="txT" fmla="*/ 0 h 60"/>
                      <a:gd name="txR" fmla="*/ 282 w 282"/>
                      <a:gd name="txB" fmla="*/ 60 h 60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96" y="0"/>
                      </a:cxn>
                      <a:cxn ang="0">
                        <a:pos x="192" y="60"/>
                      </a:cxn>
                      <a:cxn ang="0">
                        <a:pos x="282" y="60"/>
                      </a:cxn>
                    </a:cxnLst>
                    <a:rect l="txL" t="txT" r="txR" b="tx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sp>
              <p:nvSpPr>
                <p:cNvPr id="162872" name="Line 325"/>
                <p:cNvSpPr/>
                <p:nvPr/>
              </p:nvSpPr>
              <p:spPr>
                <a:xfrm>
                  <a:off x="4399" y="1321"/>
                  <a:ext cx="0" cy="109"/>
                </a:xfrm>
                <a:prstGeom prst="line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62873" name="Line 326"/>
                <p:cNvSpPr/>
                <p:nvPr/>
              </p:nvSpPr>
              <p:spPr>
                <a:xfrm>
                  <a:off x="5063" y="1327"/>
                  <a:ext cx="0" cy="106"/>
                </a:xfrm>
                <a:prstGeom prst="line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62867" name="Text Box 327"/>
              <p:cNvSpPr txBox="1"/>
              <p:nvPr/>
            </p:nvSpPr>
            <p:spPr>
              <a:xfrm>
                <a:off x="4635" y="1408"/>
                <a:ext cx="204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F</a:t>
                </a:r>
                <a:endPara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162837" name="Group 329"/>
            <p:cNvGrpSpPr/>
            <p:nvPr/>
          </p:nvGrpSpPr>
          <p:grpSpPr>
            <a:xfrm>
              <a:off x="1361" y="771"/>
              <a:ext cx="1089" cy="661"/>
              <a:chOff x="1363" y="1403"/>
              <a:chExt cx="1089" cy="661"/>
            </a:xfrm>
          </p:grpSpPr>
          <p:sp>
            <p:nvSpPr>
              <p:cNvPr id="162838" name="Text Box 330"/>
              <p:cNvSpPr txBox="1"/>
              <p:nvPr/>
            </p:nvSpPr>
            <p:spPr>
              <a:xfrm>
                <a:off x="1462" y="1403"/>
                <a:ext cx="222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A</a:t>
                </a:r>
                <a:endPara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62839" name="Text Box 331"/>
              <p:cNvSpPr txBox="1"/>
              <p:nvPr/>
            </p:nvSpPr>
            <p:spPr>
              <a:xfrm>
                <a:off x="2121" y="1406"/>
                <a:ext cx="208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B</a:t>
                </a:r>
                <a:endPara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62840" name="Line 332"/>
              <p:cNvSpPr/>
              <p:nvPr/>
            </p:nvSpPr>
            <p:spPr>
              <a:xfrm flipV="1">
                <a:off x="1803" y="1729"/>
                <a:ext cx="20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2841" name="Text Box 333"/>
              <p:cNvSpPr txBox="1"/>
              <p:nvPr/>
            </p:nvSpPr>
            <p:spPr>
              <a:xfrm>
                <a:off x="1386" y="1798"/>
                <a:ext cx="396" cy="2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IPv6</a:t>
                </a:r>
                <a:endPara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62842" name="Text Box 334"/>
              <p:cNvSpPr txBox="1"/>
              <p:nvPr/>
            </p:nvSpPr>
            <p:spPr>
              <a:xfrm>
                <a:off x="2045" y="1799"/>
                <a:ext cx="396" cy="2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IPv6</a:t>
                </a:r>
                <a:endPara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62843" name="Group 335"/>
              <p:cNvGrpSpPr/>
              <p:nvPr/>
            </p:nvGrpSpPr>
            <p:grpSpPr>
              <a:xfrm>
                <a:off x="1363" y="1621"/>
                <a:ext cx="437" cy="213"/>
                <a:chOff x="4396" y="1245"/>
                <a:chExt cx="672" cy="248"/>
              </a:xfrm>
            </p:grpSpPr>
            <p:sp>
              <p:nvSpPr>
                <p:cNvPr id="162853" name="Oval 407"/>
                <p:cNvSpPr/>
                <p:nvPr/>
              </p:nvSpPr>
              <p:spPr>
                <a:xfrm>
                  <a:off x="4399" y="1355"/>
                  <a:ext cx="666" cy="13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  <a:tileRect/>
                </a:gradFill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62854" name="Rectangle 410"/>
                <p:cNvSpPr/>
                <p:nvPr/>
              </p:nvSpPr>
              <p:spPr>
                <a:xfrm>
                  <a:off x="4399" y="1339"/>
                  <a:ext cx="669" cy="86"/>
                </a:xfrm>
                <a:prstGeom prst="rect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  <a:tileRect/>
                </a:gradFill>
                <a:ln w="12700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 algn="ctr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62855" name="Oval 411"/>
                <p:cNvSpPr/>
                <p:nvPr/>
              </p:nvSpPr>
              <p:spPr>
                <a:xfrm>
                  <a:off x="4396" y="1245"/>
                  <a:ext cx="667" cy="16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  <a:tileRect/>
                </a:gradFill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grpSp>
              <p:nvGrpSpPr>
                <p:cNvPr id="162856" name="Group 339"/>
                <p:cNvGrpSpPr/>
                <p:nvPr/>
              </p:nvGrpSpPr>
              <p:grpSpPr>
                <a:xfrm>
                  <a:off x="4530" y="1287"/>
                  <a:ext cx="377" cy="75"/>
                  <a:chOff x="2468" y="1332"/>
                  <a:chExt cx="310" cy="60"/>
                </a:xfrm>
              </p:grpSpPr>
              <p:sp>
                <p:nvSpPr>
                  <p:cNvPr id="162859" name="Freeform 34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avLst/>
                    <a:gdLst>
                      <a:gd name="txL" fmla="*/ 0 w 310"/>
                      <a:gd name="txT" fmla="*/ 0 h 60"/>
                      <a:gd name="txR" fmla="*/ 310 w 310"/>
                      <a:gd name="txB" fmla="*/ 60 h 60"/>
                    </a:gdLst>
                    <a:ahLst/>
                    <a:cxnLst>
                      <a:cxn ang="0">
                        <a:pos x="0" y="60"/>
                      </a:cxn>
                      <a:cxn ang="0">
                        <a:pos x="96" y="60"/>
                      </a:cxn>
                      <a:cxn ang="0">
                        <a:pos x="192" y="0"/>
                      </a:cxn>
                      <a:cxn ang="0">
                        <a:pos x="310" y="0"/>
                      </a:cxn>
                    </a:cxnLst>
                    <a:rect l="txL" t="txT" r="txR" b="tx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162860" name="Freeform 34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avLst/>
                    <a:gdLst>
                      <a:gd name="txL" fmla="*/ 0 w 282"/>
                      <a:gd name="txT" fmla="*/ 0 h 60"/>
                      <a:gd name="txR" fmla="*/ 282 w 282"/>
                      <a:gd name="txB" fmla="*/ 60 h 60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96" y="0"/>
                      </a:cxn>
                      <a:cxn ang="0">
                        <a:pos x="192" y="60"/>
                      </a:cxn>
                      <a:cxn ang="0">
                        <a:pos x="282" y="60"/>
                      </a:cxn>
                    </a:cxnLst>
                    <a:rect l="txL" t="txT" r="txR" b="tx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sp>
              <p:nvSpPr>
                <p:cNvPr id="162857" name="Line 342"/>
                <p:cNvSpPr/>
                <p:nvPr/>
              </p:nvSpPr>
              <p:spPr>
                <a:xfrm>
                  <a:off x="4399" y="1321"/>
                  <a:ext cx="0" cy="109"/>
                </a:xfrm>
                <a:prstGeom prst="line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62858" name="Line 343"/>
                <p:cNvSpPr/>
                <p:nvPr/>
              </p:nvSpPr>
              <p:spPr>
                <a:xfrm>
                  <a:off x="5063" y="1327"/>
                  <a:ext cx="0" cy="106"/>
                </a:xfrm>
                <a:prstGeom prst="line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62844" name="Group 344"/>
              <p:cNvGrpSpPr/>
              <p:nvPr/>
            </p:nvGrpSpPr>
            <p:grpSpPr>
              <a:xfrm>
                <a:off x="2015" y="1617"/>
                <a:ext cx="437" cy="213"/>
                <a:chOff x="4396" y="1245"/>
                <a:chExt cx="672" cy="248"/>
              </a:xfrm>
            </p:grpSpPr>
            <p:sp>
              <p:nvSpPr>
                <p:cNvPr id="162845" name="Oval 407"/>
                <p:cNvSpPr/>
                <p:nvPr/>
              </p:nvSpPr>
              <p:spPr>
                <a:xfrm>
                  <a:off x="4399" y="1355"/>
                  <a:ext cx="666" cy="13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  <a:tileRect/>
                </a:gradFill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62846" name="Rectangle 410"/>
                <p:cNvSpPr/>
                <p:nvPr/>
              </p:nvSpPr>
              <p:spPr>
                <a:xfrm>
                  <a:off x="4399" y="1339"/>
                  <a:ext cx="669" cy="86"/>
                </a:xfrm>
                <a:prstGeom prst="rect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  <a:tileRect/>
                </a:gradFill>
                <a:ln w="12700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 algn="ctr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62847" name="Oval 411"/>
                <p:cNvSpPr/>
                <p:nvPr/>
              </p:nvSpPr>
              <p:spPr>
                <a:xfrm>
                  <a:off x="4396" y="1245"/>
                  <a:ext cx="667" cy="16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  <a:tileRect/>
                </a:gradFill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grpSp>
              <p:nvGrpSpPr>
                <p:cNvPr id="162848" name="Group 348"/>
                <p:cNvGrpSpPr/>
                <p:nvPr/>
              </p:nvGrpSpPr>
              <p:grpSpPr>
                <a:xfrm>
                  <a:off x="4530" y="1287"/>
                  <a:ext cx="377" cy="75"/>
                  <a:chOff x="2468" y="1332"/>
                  <a:chExt cx="310" cy="60"/>
                </a:xfrm>
              </p:grpSpPr>
              <p:sp>
                <p:nvSpPr>
                  <p:cNvPr id="162851" name="Freeform 349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avLst/>
                    <a:gdLst>
                      <a:gd name="txL" fmla="*/ 0 w 310"/>
                      <a:gd name="txT" fmla="*/ 0 h 60"/>
                      <a:gd name="txR" fmla="*/ 310 w 310"/>
                      <a:gd name="txB" fmla="*/ 60 h 60"/>
                    </a:gdLst>
                    <a:ahLst/>
                    <a:cxnLst>
                      <a:cxn ang="0">
                        <a:pos x="0" y="60"/>
                      </a:cxn>
                      <a:cxn ang="0">
                        <a:pos x="96" y="60"/>
                      </a:cxn>
                      <a:cxn ang="0">
                        <a:pos x="192" y="0"/>
                      </a:cxn>
                      <a:cxn ang="0">
                        <a:pos x="310" y="0"/>
                      </a:cxn>
                    </a:cxnLst>
                    <a:rect l="txL" t="txT" r="txR" b="tx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162852" name="Freeform 35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avLst/>
                    <a:gdLst>
                      <a:gd name="txL" fmla="*/ 0 w 282"/>
                      <a:gd name="txT" fmla="*/ 0 h 60"/>
                      <a:gd name="txR" fmla="*/ 282 w 282"/>
                      <a:gd name="txB" fmla="*/ 60 h 60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96" y="0"/>
                      </a:cxn>
                      <a:cxn ang="0">
                        <a:pos x="192" y="60"/>
                      </a:cxn>
                      <a:cxn ang="0">
                        <a:pos x="282" y="60"/>
                      </a:cxn>
                    </a:cxnLst>
                    <a:rect l="txL" t="txT" r="txR" b="tx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sp>
              <p:nvSpPr>
                <p:cNvPr id="162849" name="Line 351"/>
                <p:cNvSpPr/>
                <p:nvPr/>
              </p:nvSpPr>
              <p:spPr>
                <a:xfrm>
                  <a:off x="4399" y="1321"/>
                  <a:ext cx="0" cy="109"/>
                </a:xfrm>
                <a:prstGeom prst="line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62850" name="Line 352"/>
                <p:cNvSpPr/>
                <p:nvPr/>
              </p:nvSpPr>
              <p:spPr>
                <a:xfrm>
                  <a:off x="5063" y="1327"/>
                  <a:ext cx="0" cy="106"/>
                </a:xfrm>
                <a:prstGeom prst="line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</p:grpSp>
      <p:sp>
        <p:nvSpPr>
          <p:cNvPr id="162831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62832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352"/>
          <p:cNvGrpSpPr/>
          <p:nvPr/>
        </p:nvGrpSpPr>
        <p:grpSpPr>
          <a:xfrm>
            <a:off x="3986213" y="3384550"/>
            <a:ext cx="1008062" cy="3057525"/>
            <a:chOff x="1551" y="2132"/>
            <a:chExt cx="635" cy="1926"/>
          </a:xfrm>
        </p:grpSpPr>
        <p:grpSp>
          <p:nvGrpSpPr>
            <p:cNvPr id="165022" name="Group 212"/>
            <p:cNvGrpSpPr/>
            <p:nvPr/>
          </p:nvGrpSpPr>
          <p:grpSpPr>
            <a:xfrm>
              <a:off x="1625" y="2200"/>
              <a:ext cx="523" cy="908"/>
              <a:chOff x="643" y="2144"/>
              <a:chExt cx="523" cy="908"/>
            </a:xfrm>
          </p:grpSpPr>
          <p:sp>
            <p:nvSpPr>
              <p:cNvPr id="165026" name="Rectangle 183"/>
              <p:cNvSpPr/>
              <p:nvPr/>
            </p:nvSpPr>
            <p:spPr>
              <a:xfrm>
                <a:off x="652" y="2144"/>
                <a:ext cx="462" cy="908"/>
              </a:xfrm>
              <a:prstGeom prst="rect">
                <a:avLst/>
              </a:prstGeom>
              <a:solidFill>
                <a:srgbClr val="66CC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65027" name="Text Box 184"/>
              <p:cNvSpPr txBox="1"/>
              <p:nvPr/>
            </p:nvSpPr>
            <p:spPr>
              <a:xfrm>
                <a:off x="643" y="2169"/>
                <a:ext cx="523" cy="8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flow: X</a:t>
                </a: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src: A</a:t>
                </a: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dest: F</a:t>
                </a: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data</a:t>
                </a: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165023" name="Line 194"/>
            <p:cNvSpPr/>
            <p:nvPr/>
          </p:nvSpPr>
          <p:spPr>
            <a:xfrm>
              <a:off x="1661" y="2132"/>
              <a:ext cx="43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65024" name="Text Box 204"/>
            <p:cNvSpPr txBox="1"/>
            <p:nvPr/>
          </p:nvSpPr>
          <p:spPr>
            <a:xfrm>
              <a:off x="1551" y="3690"/>
              <a:ext cx="635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A-to-B: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IPv6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65025" name="Line 205"/>
            <p:cNvSpPr/>
            <p:nvPr/>
          </p:nvSpPr>
          <p:spPr>
            <a:xfrm>
              <a:off x="1856" y="3230"/>
              <a:ext cx="0" cy="49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</p:grpSp>
      <p:grpSp>
        <p:nvGrpSpPr>
          <p:cNvPr id="4" name="Group 353"/>
          <p:cNvGrpSpPr/>
          <p:nvPr/>
        </p:nvGrpSpPr>
        <p:grpSpPr>
          <a:xfrm>
            <a:off x="5016500" y="3376613"/>
            <a:ext cx="1277938" cy="3433762"/>
            <a:chOff x="2200" y="2127"/>
            <a:chExt cx="805" cy="2163"/>
          </a:xfrm>
        </p:grpSpPr>
        <p:grpSp>
          <p:nvGrpSpPr>
            <p:cNvPr id="165013" name="Group 216"/>
            <p:cNvGrpSpPr/>
            <p:nvPr/>
          </p:nvGrpSpPr>
          <p:grpSpPr>
            <a:xfrm>
              <a:off x="2225" y="2194"/>
              <a:ext cx="639" cy="1388"/>
              <a:chOff x="441" y="2082"/>
              <a:chExt cx="639" cy="1388"/>
            </a:xfrm>
          </p:grpSpPr>
          <p:sp>
            <p:nvSpPr>
              <p:cNvPr id="165017" name="Rectangle 189"/>
              <p:cNvSpPr/>
              <p:nvPr/>
            </p:nvSpPr>
            <p:spPr>
              <a:xfrm>
                <a:off x="478" y="2088"/>
                <a:ext cx="583" cy="1382"/>
              </a:xfrm>
              <a:prstGeom prst="rect">
                <a:avLst/>
              </a:prstGeom>
              <a:solidFill>
                <a:srgbClr val="CC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65018" name="Group 190"/>
              <p:cNvGrpSpPr/>
              <p:nvPr/>
            </p:nvGrpSpPr>
            <p:grpSpPr>
              <a:xfrm>
                <a:off x="499" y="2471"/>
                <a:ext cx="538" cy="908"/>
                <a:chOff x="4869" y="143"/>
                <a:chExt cx="538" cy="908"/>
              </a:xfrm>
            </p:grpSpPr>
            <p:sp>
              <p:nvSpPr>
                <p:cNvPr id="165020" name="Rectangle 191"/>
                <p:cNvSpPr/>
                <p:nvPr/>
              </p:nvSpPr>
              <p:spPr>
                <a:xfrm>
                  <a:off x="4893" y="143"/>
                  <a:ext cx="462" cy="908"/>
                </a:xfrm>
                <a:prstGeom prst="rect">
                  <a:avLst/>
                </a:prstGeom>
                <a:solidFill>
                  <a:srgbClr val="66CCFF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65021" name="Text Box 192"/>
                <p:cNvSpPr txBox="1"/>
                <p:nvPr/>
              </p:nvSpPr>
              <p:spPr>
                <a:xfrm>
                  <a:off x="4869" y="161"/>
                  <a:ext cx="538" cy="87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4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rPr>
                    <a:t>Flow: X</a:t>
                  </a:r>
                  <a:endPara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4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rPr>
                    <a:t>Src: A</a:t>
                  </a:r>
                  <a:endPara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4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rPr>
                    <a:t>Dest: F</a:t>
                  </a:r>
                  <a:endPara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4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rPr>
                    <a:t>data</a:t>
                  </a:r>
                  <a:endPara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  <p:sp>
            <p:nvSpPr>
              <p:cNvPr id="165019" name="Text Box 193"/>
              <p:cNvSpPr txBox="1"/>
              <p:nvPr/>
            </p:nvSpPr>
            <p:spPr>
              <a:xfrm>
                <a:off x="441" y="2082"/>
                <a:ext cx="639" cy="4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src:B</a:t>
                </a:r>
                <a:endParaRPr lang="en-US" altLang="zh-CN" sz="1800" b="1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dest: E</a:t>
                </a:r>
                <a:endParaRPr lang="en-US" altLang="zh-CN" sz="1800" b="1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165014" name="Line 195"/>
            <p:cNvSpPr/>
            <p:nvPr/>
          </p:nvSpPr>
          <p:spPr>
            <a:xfrm>
              <a:off x="2345" y="2127"/>
              <a:ext cx="43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65015" name="Text Box 208"/>
            <p:cNvSpPr txBox="1"/>
            <p:nvPr/>
          </p:nvSpPr>
          <p:spPr>
            <a:xfrm>
              <a:off x="2200" y="3767"/>
              <a:ext cx="805" cy="5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B-to-C: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IPv6 inside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IPv4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65016" name="Line 209"/>
            <p:cNvSpPr/>
            <p:nvPr/>
          </p:nvSpPr>
          <p:spPr>
            <a:xfrm>
              <a:off x="2588" y="3604"/>
              <a:ext cx="0" cy="1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</p:grpSp>
      <p:grpSp>
        <p:nvGrpSpPr>
          <p:cNvPr id="7" name="Group 355"/>
          <p:cNvGrpSpPr/>
          <p:nvPr/>
        </p:nvGrpSpPr>
        <p:grpSpPr>
          <a:xfrm>
            <a:off x="8259763" y="3379788"/>
            <a:ext cx="981075" cy="3074987"/>
            <a:chOff x="4243" y="2129"/>
            <a:chExt cx="618" cy="1937"/>
          </a:xfrm>
        </p:grpSpPr>
        <p:sp>
          <p:nvSpPr>
            <p:cNvPr id="165007" name="Line 197"/>
            <p:cNvSpPr/>
            <p:nvPr/>
          </p:nvSpPr>
          <p:spPr>
            <a:xfrm>
              <a:off x="4292" y="2129"/>
              <a:ext cx="43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65008" name="Text Box 206"/>
            <p:cNvSpPr txBox="1"/>
            <p:nvPr/>
          </p:nvSpPr>
          <p:spPr>
            <a:xfrm>
              <a:off x="4243" y="3698"/>
              <a:ext cx="618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E-to-F: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IPv6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65009" name="Line 207"/>
            <p:cNvSpPr/>
            <p:nvPr/>
          </p:nvSpPr>
          <p:spPr>
            <a:xfrm>
              <a:off x="4540" y="3238"/>
              <a:ext cx="0" cy="49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grpSp>
          <p:nvGrpSpPr>
            <p:cNvPr id="165010" name="Group 213"/>
            <p:cNvGrpSpPr/>
            <p:nvPr/>
          </p:nvGrpSpPr>
          <p:grpSpPr>
            <a:xfrm>
              <a:off x="4251" y="2205"/>
              <a:ext cx="523" cy="908"/>
              <a:chOff x="643" y="2144"/>
              <a:chExt cx="523" cy="908"/>
            </a:xfrm>
          </p:grpSpPr>
          <p:sp>
            <p:nvSpPr>
              <p:cNvPr id="165011" name="Rectangle 214"/>
              <p:cNvSpPr/>
              <p:nvPr/>
            </p:nvSpPr>
            <p:spPr>
              <a:xfrm>
                <a:off x="652" y="2144"/>
                <a:ext cx="462" cy="908"/>
              </a:xfrm>
              <a:prstGeom prst="rect">
                <a:avLst/>
              </a:prstGeom>
              <a:solidFill>
                <a:srgbClr val="66CC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65012" name="Text Box 215"/>
              <p:cNvSpPr txBox="1"/>
              <p:nvPr/>
            </p:nvSpPr>
            <p:spPr>
              <a:xfrm>
                <a:off x="643" y="2169"/>
                <a:ext cx="523" cy="8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flow: X</a:t>
                </a: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src: A</a:t>
                </a: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dest: F</a:t>
                </a: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data</a:t>
                </a:r>
                <a:endParaRPr lang="en-US" altLang="zh-CN" sz="1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</p:grpSp>
      <p:grpSp>
        <p:nvGrpSpPr>
          <p:cNvPr id="9" name="Group 354"/>
          <p:cNvGrpSpPr/>
          <p:nvPr/>
        </p:nvGrpSpPr>
        <p:grpSpPr>
          <a:xfrm>
            <a:off x="7042150" y="3378200"/>
            <a:ext cx="1277938" cy="3444875"/>
            <a:chOff x="3476" y="2128"/>
            <a:chExt cx="805" cy="2170"/>
          </a:xfrm>
        </p:grpSpPr>
        <p:sp>
          <p:nvSpPr>
            <p:cNvPr id="164998" name="Line 196"/>
            <p:cNvSpPr/>
            <p:nvPr/>
          </p:nvSpPr>
          <p:spPr>
            <a:xfrm>
              <a:off x="3627" y="2128"/>
              <a:ext cx="43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64999" name="Text Box 210"/>
            <p:cNvSpPr txBox="1"/>
            <p:nvPr/>
          </p:nvSpPr>
          <p:spPr>
            <a:xfrm>
              <a:off x="3476" y="3775"/>
              <a:ext cx="805" cy="5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B-to-C: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IPv6 inside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IPv4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65000" name="Line 211"/>
            <p:cNvSpPr/>
            <p:nvPr/>
          </p:nvSpPr>
          <p:spPr>
            <a:xfrm>
              <a:off x="3883" y="3640"/>
              <a:ext cx="0" cy="1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grpSp>
          <p:nvGrpSpPr>
            <p:cNvPr id="165001" name="Group 217"/>
            <p:cNvGrpSpPr/>
            <p:nvPr/>
          </p:nvGrpSpPr>
          <p:grpSpPr>
            <a:xfrm>
              <a:off x="3521" y="2220"/>
              <a:ext cx="639" cy="1388"/>
              <a:chOff x="441" y="2082"/>
              <a:chExt cx="639" cy="1388"/>
            </a:xfrm>
          </p:grpSpPr>
          <p:sp>
            <p:nvSpPr>
              <p:cNvPr id="165002" name="Rectangle 218"/>
              <p:cNvSpPr/>
              <p:nvPr/>
            </p:nvSpPr>
            <p:spPr>
              <a:xfrm>
                <a:off x="478" y="2088"/>
                <a:ext cx="583" cy="1382"/>
              </a:xfrm>
              <a:prstGeom prst="rect">
                <a:avLst/>
              </a:prstGeom>
              <a:solidFill>
                <a:srgbClr val="CC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65003" name="Group 219"/>
              <p:cNvGrpSpPr/>
              <p:nvPr/>
            </p:nvGrpSpPr>
            <p:grpSpPr>
              <a:xfrm>
                <a:off x="499" y="2471"/>
                <a:ext cx="538" cy="908"/>
                <a:chOff x="4869" y="143"/>
                <a:chExt cx="538" cy="908"/>
              </a:xfrm>
            </p:grpSpPr>
            <p:sp>
              <p:nvSpPr>
                <p:cNvPr id="165005" name="Rectangle 220"/>
                <p:cNvSpPr/>
                <p:nvPr/>
              </p:nvSpPr>
              <p:spPr>
                <a:xfrm>
                  <a:off x="4893" y="143"/>
                  <a:ext cx="462" cy="908"/>
                </a:xfrm>
                <a:prstGeom prst="rect">
                  <a:avLst/>
                </a:prstGeom>
                <a:solidFill>
                  <a:srgbClr val="66CCFF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65006" name="Text Box 221"/>
                <p:cNvSpPr txBox="1"/>
                <p:nvPr/>
              </p:nvSpPr>
              <p:spPr>
                <a:xfrm>
                  <a:off x="4869" y="161"/>
                  <a:ext cx="538" cy="87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4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rPr>
                    <a:t>Flow: X</a:t>
                  </a:r>
                  <a:endPara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4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rPr>
                    <a:t>Src: A</a:t>
                  </a:r>
                  <a:endPara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4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rPr>
                    <a:t>Dest: F</a:t>
                  </a:r>
                  <a:endPara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400" b="1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rPr>
                    <a:t>data</a:t>
                  </a:r>
                  <a:endParaRPr lang="en-US" altLang="zh-CN" sz="1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  <p:sp>
            <p:nvSpPr>
              <p:cNvPr id="165004" name="Text Box 222"/>
              <p:cNvSpPr txBox="1"/>
              <p:nvPr/>
            </p:nvSpPr>
            <p:spPr>
              <a:xfrm>
                <a:off x="441" y="2082"/>
                <a:ext cx="639" cy="4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src:B</a:t>
                </a:r>
                <a:endParaRPr lang="en-US" altLang="zh-CN" sz="1800" b="1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 dirty="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dest: E</a:t>
                </a:r>
                <a:endParaRPr lang="en-US" altLang="zh-CN" sz="1800" b="1" dirty="0">
                  <a:solidFill>
                    <a:schemeClr val="bg1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</p:grpSp>
      <p:sp>
        <p:nvSpPr>
          <p:cNvPr id="164870" name="Text Box 224"/>
          <p:cNvSpPr txBox="1"/>
          <p:nvPr/>
        </p:nvSpPr>
        <p:spPr>
          <a:xfrm>
            <a:off x="1833563" y="2597150"/>
            <a:ext cx="1719262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physical view: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64871" name="Line 225"/>
          <p:cNvSpPr/>
          <p:nvPr/>
        </p:nvSpPr>
        <p:spPr>
          <a:xfrm flipV="1">
            <a:off x="5419725" y="2868613"/>
            <a:ext cx="2325688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64872" name="Group 228"/>
          <p:cNvGrpSpPr/>
          <p:nvPr/>
        </p:nvGrpSpPr>
        <p:grpSpPr>
          <a:xfrm>
            <a:off x="5754688" y="2703513"/>
            <a:ext cx="693737" cy="338137"/>
            <a:chOff x="4396" y="1245"/>
            <a:chExt cx="672" cy="248"/>
          </a:xfrm>
        </p:grpSpPr>
        <p:sp>
          <p:nvSpPr>
            <p:cNvPr id="164990" name="Oval 407"/>
            <p:cNvSpPr/>
            <p:nvPr/>
          </p:nvSpPr>
          <p:spPr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  <a:tileRect/>
            </a:gradFill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64991" name="Rectangle 410"/>
            <p:cNvSpPr/>
            <p:nvPr/>
          </p:nvSpPr>
          <p:spPr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64992" name="Oval 411"/>
            <p:cNvSpPr/>
            <p:nvPr/>
          </p:nvSpPr>
          <p:spPr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  <a:tileRect/>
            </a:gradFill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64993" name="Group 232"/>
            <p:cNvGrpSpPr/>
            <p:nvPr/>
          </p:nvGrpSpPr>
          <p:grpSpPr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64996" name="Freeform 233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rgbClr val="CC0000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0" scaled="1"/>
                <a:tileRect/>
              </a:gradFill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64997" name="Freeform 234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rgbClr val="CC0000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0" scaled="1"/>
                <a:tileRect/>
              </a:gradFill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64994" name="Line 235"/>
            <p:cNvSpPr/>
            <p:nvPr/>
          </p:nvSpPr>
          <p:spPr>
            <a:xfrm>
              <a:off x="4399" y="1321"/>
              <a:ext cx="0" cy="109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995" name="Line 236"/>
            <p:cNvSpPr/>
            <p:nvPr/>
          </p:nvSpPr>
          <p:spPr>
            <a:xfrm>
              <a:off x="5063" y="1327"/>
              <a:ext cx="0" cy="106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64873" name="Group 237"/>
          <p:cNvGrpSpPr/>
          <p:nvPr/>
        </p:nvGrpSpPr>
        <p:grpSpPr>
          <a:xfrm>
            <a:off x="3687763" y="2360613"/>
            <a:ext cx="1728787" cy="966787"/>
            <a:chOff x="1363" y="1403"/>
            <a:chExt cx="1089" cy="609"/>
          </a:xfrm>
        </p:grpSpPr>
        <p:sp>
          <p:nvSpPr>
            <p:cNvPr id="164967" name="Text Box 238"/>
            <p:cNvSpPr txBox="1"/>
            <p:nvPr/>
          </p:nvSpPr>
          <p:spPr>
            <a:xfrm>
              <a:off x="1462" y="1403"/>
              <a:ext cx="222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A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64968" name="Text Box 239"/>
            <p:cNvSpPr txBox="1"/>
            <p:nvPr/>
          </p:nvSpPr>
          <p:spPr>
            <a:xfrm>
              <a:off x="2121" y="1406"/>
              <a:ext cx="208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B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64969" name="Line 240"/>
            <p:cNvSpPr/>
            <p:nvPr/>
          </p:nvSpPr>
          <p:spPr>
            <a:xfrm flipV="1">
              <a:off x="1803" y="1729"/>
              <a:ext cx="20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970" name="Text Box 241"/>
            <p:cNvSpPr txBox="1"/>
            <p:nvPr/>
          </p:nvSpPr>
          <p:spPr>
            <a:xfrm>
              <a:off x="1386" y="1798"/>
              <a:ext cx="396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IPv6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64971" name="Text Box 242"/>
            <p:cNvSpPr txBox="1"/>
            <p:nvPr/>
          </p:nvSpPr>
          <p:spPr>
            <a:xfrm>
              <a:off x="2045" y="1799"/>
              <a:ext cx="396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IPv6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64972" name="Group 243"/>
            <p:cNvGrpSpPr/>
            <p:nvPr/>
          </p:nvGrpSpPr>
          <p:grpSpPr>
            <a:xfrm>
              <a:off x="1363" y="1621"/>
              <a:ext cx="437" cy="213"/>
              <a:chOff x="4396" y="1245"/>
              <a:chExt cx="672" cy="248"/>
            </a:xfrm>
          </p:grpSpPr>
          <p:sp>
            <p:nvSpPr>
              <p:cNvPr id="164982" name="Oval 407"/>
              <p:cNvSpPr/>
              <p:nvPr/>
            </p:nvSpPr>
            <p:spPr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  <a:tileRect/>
              </a:gradFill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64983" name="Rectangle 410"/>
              <p:cNvSpPr/>
              <p:nvPr/>
            </p:nvSpPr>
            <p:spPr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64984" name="Oval 411"/>
              <p:cNvSpPr/>
              <p:nvPr/>
            </p:nvSpPr>
            <p:spPr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  <a:tileRect/>
              </a:gradFill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64985" name="Group 247"/>
              <p:cNvGrpSpPr/>
              <p:nvPr/>
            </p:nvGrpSpPr>
            <p:grpSpPr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64988" name="Freeform 248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avLst/>
                  <a:gdLst>
                    <a:gd name="txL" fmla="*/ 0 w 310"/>
                    <a:gd name="txT" fmla="*/ 0 h 60"/>
                    <a:gd name="txR" fmla="*/ 310 w 310"/>
                    <a:gd name="txB" fmla="*/ 60 h 60"/>
                  </a:gdLst>
                  <a:ahLst/>
                  <a:cxnLst>
                    <a:cxn ang="0">
                      <a:pos x="0" y="60"/>
                    </a:cxn>
                    <a:cxn ang="0">
                      <a:pos x="96" y="60"/>
                    </a:cxn>
                    <a:cxn ang="0">
                      <a:pos x="192" y="0"/>
                    </a:cxn>
                    <a:cxn ang="0">
                      <a:pos x="310" y="0"/>
                    </a:cxn>
                  </a:cxnLst>
                  <a:rect l="txL" t="txT" r="txR" b="tx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64989" name="Freeform 249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avLst/>
                  <a:gdLst>
                    <a:gd name="txL" fmla="*/ 0 w 282"/>
                    <a:gd name="txT" fmla="*/ 0 h 60"/>
                    <a:gd name="txR" fmla="*/ 282 w 282"/>
                    <a:gd name="txB" fmla="*/ 60 h 60"/>
                  </a:gdLst>
                  <a:ahLst/>
                  <a:cxnLst>
                    <a:cxn ang="0">
                      <a:pos x="0" y="0"/>
                    </a:cxn>
                    <a:cxn ang="0">
                      <a:pos x="96" y="0"/>
                    </a:cxn>
                    <a:cxn ang="0">
                      <a:pos x="192" y="60"/>
                    </a:cxn>
                    <a:cxn ang="0">
                      <a:pos x="282" y="60"/>
                    </a:cxn>
                  </a:cxnLst>
                  <a:rect l="txL" t="txT" r="txR" b="tx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164986" name="Line 250"/>
              <p:cNvSpPr/>
              <p:nvPr/>
            </p:nvSpPr>
            <p:spPr>
              <a:xfrm>
                <a:off x="4399" y="1321"/>
                <a:ext cx="0" cy="109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987" name="Line 251"/>
              <p:cNvSpPr/>
              <p:nvPr/>
            </p:nvSpPr>
            <p:spPr>
              <a:xfrm>
                <a:off x="5063" y="1327"/>
                <a:ext cx="0" cy="106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64973" name="Group 252"/>
            <p:cNvGrpSpPr/>
            <p:nvPr/>
          </p:nvGrpSpPr>
          <p:grpSpPr>
            <a:xfrm>
              <a:off x="2015" y="1617"/>
              <a:ext cx="437" cy="213"/>
              <a:chOff x="4396" y="1245"/>
              <a:chExt cx="672" cy="248"/>
            </a:xfrm>
          </p:grpSpPr>
          <p:sp>
            <p:nvSpPr>
              <p:cNvPr id="164974" name="Oval 407"/>
              <p:cNvSpPr/>
              <p:nvPr/>
            </p:nvSpPr>
            <p:spPr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  <a:tileRect/>
              </a:gradFill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64975" name="Rectangle 410"/>
              <p:cNvSpPr/>
              <p:nvPr/>
            </p:nvSpPr>
            <p:spPr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64976" name="Oval 411"/>
              <p:cNvSpPr/>
              <p:nvPr/>
            </p:nvSpPr>
            <p:spPr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  <a:tileRect/>
              </a:gradFill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64977" name="Group 256"/>
              <p:cNvGrpSpPr/>
              <p:nvPr/>
            </p:nvGrpSpPr>
            <p:grpSpPr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64980" name="Freeform 257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avLst/>
                  <a:gdLst>
                    <a:gd name="txL" fmla="*/ 0 w 310"/>
                    <a:gd name="txT" fmla="*/ 0 h 60"/>
                    <a:gd name="txR" fmla="*/ 310 w 310"/>
                    <a:gd name="txB" fmla="*/ 60 h 60"/>
                  </a:gdLst>
                  <a:ahLst/>
                  <a:cxnLst>
                    <a:cxn ang="0">
                      <a:pos x="0" y="60"/>
                    </a:cxn>
                    <a:cxn ang="0">
                      <a:pos x="96" y="60"/>
                    </a:cxn>
                    <a:cxn ang="0">
                      <a:pos x="192" y="0"/>
                    </a:cxn>
                    <a:cxn ang="0">
                      <a:pos x="310" y="0"/>
                    </a:cxn>
                  </a:cxnLst>
                  <a:rect l="txL" t="txT" r="txR" b="tx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64981" name="Freeform 258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avLst/>
                  <a:gdLst>
                    <a:gd name="txL" fmla="*/ 0 w 282"/>
                    <a:gd name="txT" fmla="*/ 0 h 60"/>
                    <a:gd name="txR" fmla="*/ 282 w 282"/>
                    <a:gd name="txB" fmla="*/ 60 h 60"/>
                  </a:gdLst>
                  <a:ahLst/>
                  <a:cxnLst>
                    <a:cxn ang="0">
                      <a:pos x="0" y="0"/>
                    </a:cxn>
                    <a:cxn ang="0">
                      <a:pos x="96" y="0"/>
                    </a:cxn>
                    <a:cxn ang="0">
                      <a:pos x="192" y="60"/>
                    </a:cxn>
                    <a:cxn ang="0">
                      <a:pos x="282" y="60"/>
                    </a:cxn>
                  </a:cxnLst>
                  <a:rect l="txL" t="txT" r="txR" b="tx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164978" name="Line 259"/>
              <p:cNvSpPr/>
              <p:nvPr/>
            </p:nvSpPr>
            <p:spPr>
              <a:xfrm>
                <a:off x="4399" y="1321"/>
                <a:ext cx="0" cy="109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979" name="Line 260"/>
              <p:cNvSpPr/>
              <p:nvPr/>
            </p:nvSpPr>
            <p:spPr>
              <a:xfrm>
                <a:off x="5063" y="1327"/>
                <a:ext cx="0" cy="106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64874" name="Group 261"/>
          <p:cNvGrpSpPr/>
          <p:nvPr/>
        </p:nvGrpSpPr>
        <p:grpSpPr>
          <a:xfrm>
            <a:off x="6719888" y="2706688"/>
            <a:ext cx="693737" cy="338137"/>
            <a:chOff x="4396" y="1245"/>
            <a:chExt cx="672" cy="248"/>
          </a:xfrm>
        </p:grpSpPr>
        <p:sp>
          <p:nvSpPr>
            <p:cNvPr id="164959" name="Oval 407"/>
            <p:cNvSpPr/>
            <p:nvPr/>
          </p:nvSpPr>
          <p:spPr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  <a:tileRect/>
            </a:gradFill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64960" name="Rectangle 410"/>
            <p:cNvSpPr/>
            <p:nvPr/>
          </p:nvSpPr>
          <p:spPr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64961" name="Oval 411"/>
            <p:cNvSpPr/>
            <p:nvPr/>
          </p:nvSpPr>
          <p:spPr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  <a:tileRect/>
            </a:gradFill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64962" name="Group 265"/>
            <p:cNvGrpSpPr/>
            <p:nvPr/>
          </p:nvGrpSpPr>
          <p:grpSpPr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64965" name="Freeform 266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rgbClr val="CC0000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0" scaled="1"/>
                <a:tileRect/>
              </a:gradFill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64966" name="Freeform 267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rgbClr val="CC0000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0" scaled="1"/>
                <a:tileRect/>
              </a:gradFill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64963" name="Line 268"/>
            <p:cNvSpPr/>
            <p:nvPr/>
          </p:nvSpPr>
          <p:spPr>
            <a:xfrm>
              <a:off x="4399" y="1321"/>
              <a:ext cx="0" cy="109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964" name="Line 269"/>
            <p:cNvSpPr/>
            <p:nvPr/>
          </p:nvSpPr>
          <p:spPr>
            <a:xfrm>
              <a:off x="5063" y="1327"/>
              <a:ext cx="0" cy="106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64875" name="Group 270"/>
          <p:cNvGrpSpPr/>
          <p:nvPr/>
        </p:nvGrpSpPr>
        <p:grpSpPr>
          <a:xfrm>
            <a:off x="7726363" y="2362200"/>
            <a:ext cx="1679575" cy="960438"/>
            <a:chOff x="3907" y="1404"/>
            <a:chExt cx="1058" cy="605"/>
          </a:xfrm>
        </p:grpSpPr>
        <p:sp>
          <p:nvSpPr>
            <p:cNvPr id="164936" name="Text Box 271"/>
            <p:cNvSpPr txBox="1"/>
            <p:nvPr/>
          </p:nvSpPr>
          <p:spPr>
            <a:xfrm>
              <a:off x="4012" y="1404"/>
              <a:ext cx="207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E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64937" name="Line 272"/>
            <p:cNvSpPr/>
            <p:nvPr/>
          </p:nvSpPr>
          <p:spPr>
            <a:xfrm flipV="1">
              <a:off x="4352" y="1717"/>
              <a:ext cx="20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938" name="Text Box 273"/>
            <p:cNvSpPr txBox="1"/>
            <p:nvPr/>
          </p:nvSpPr>
          <p:spPr>
            <a:xfrm>
              <a:off x="3951" y="1794"/>
              <a:ext cx="396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IPv6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64939" name="Text Box 274"/>
            <p:cNvSpPr txBox="1"/>
            <p:nvPr/>
          </p:nvSpPr>
          <p:spPr>
            <a:xfrm>
              <a:off x="4569" y="1796"/>
              <a:ext cx="396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IPv6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64940" name="Group 275"/>
            <p:cNvGrpSpPr/>
            <p:nvPr/>
          </p:nvGrpSpPr>
          <p:grpSpPr>
            <a:xfrm>
              <a:off x="3907" y="1621"/>
              <a:ext cx="437" cy="213"/>
              <a:chOff x="4396" y="1245"/>
              <a:chExt cx="672" cy="248"/>
            </a:xfrm>
          </p:grpSpPr>
          <p:sp>
            <p:nvSpPr>
              <p:cNvPr id="164951" name="Oval 407"/>
              <p:cNvSpPr/>
              <p:nvPr/>
            </p:nvSpPr>
            <p:spPr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  <a:tileRect/>
              </a:gradFill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64952" name="Rectangle 410"/>
              <p:cNvSpPr/>
              <p:nvPr/>
            </p:nvSpPr>
            <p:spPr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64953" name="Oval 411"/>
              <p:cNvSpPr/>
              <p:nvPr/>
            </p:nvSpPr>
            <p:spPr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  <a:tileRect/>
              </a:gradFill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64954" name="Group 279"/>
              <p:cNvGrpSpPr/>
              <p:nvPr/>
            </p:nvGrpSpPr>
            <p:grpSpPr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64957" name="Freeform 280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avLst/>
                  <a:gdLst>
                    <a:gd name="txL" fmla="*/ 0 w 310"/>
                    <a:gd name="txT" fmla="*/ 0 h 60"/>
                    <a:gd name="txR" fmla="*/ 310 w 310"/>
                    <a:gd name="txB" fmla="*/ 60 h 60"/>
                  </a:gdLst>
                  <a:ahLst/>
                  <a:cxnLst>
                    <a:cxn ang="0">
                      <a:pos x="0" y="60"/>
                    </a:cxn>
                    <a:cxn ang="0">
                      <a:pos x="96" y="60"/>
                    </a:cxn>
                    <a:cxn ang="0">
                      <a:pos x="192" y="0"/>
                    </a:cxn>
                    <a:cxn ang="0">
                      <a:pos x="310" y="0"/>
                    </a:cxn>
                  </a:cxnLst>
                  <a:rect l="txL" t="txT" r="txR" b="tx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64958" name="Freeform 281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avLst/>
                  <a:gdLst>
                    <a:gd name="txL" fmla="*/ 0 w 282"/>
                    <a:gd name="txT" fmla="*/ 0 h 60"/>
                    <a:gd name="txR" fmla="*/ 282 w 282"/>
                    <a:gd name="txB" fmla="*/ 60 h 60"/>
                  </a:gdLst>
                  <a:ahLst/>
                  <a:cxnLst>
                    <a:cxn ang="0">
                      <a:pos x="0" y="0"/>
                    </a:cxn>
                    <a:cxn ang="0">
                      <a:pos x="96" y="0"/>
                    </a:cxn>
                    <a:cxn ang="0">
                      <a:pos x="192" y="60"/>
                    </a:cxn>
                    <a:cxn ang="0">
                      <a:pos x="282" y="60"/>
                    </a:cxn>
                  </a:cxnLst>
                  <a:rect l="txL" t="txT" r="txR" b="tx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164955" name="Line 282"/>
              <p:cNvSpPr/>
              <p:nvPr/>
            </p:nvSpPr>
            <p:spPr>
              <a:xfrm>
                <a:off x="4399" y="1321"/>
                <a:ext cx="0" cy="109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956" name="Line 283"/>
              <p:cNvSpPr/>
              <p:nvPr/>
            </p:nvSpPr>
            <p:spPr>
              <a:xfrm>
                <a:off x="5063" y="1327"/>
                <a:ext cx="0" cy="106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64941" name="Group 284"/>
            <p:cNvGrpSpPr/>
            <p:nvPr/>
          </p:nvGrpSpPr>
          <p:grpSpPr>
            <a:xfrm>
              <a:off x="4521" y="1619"/>
              <a:ext cx="437" cy="213"/>
              <a:chOff x="4396" y="1245"/>
              <a:chExt cx="672" cy="248"/>
            </a:xfrm>
          </p:grpSpPr>
          <p:sp>
            <p:nvSpPr>
              <p:cNvPr id="164943" name="Oval 407"/>
              <p:cNvSpPr/>
              <p:nvPr/>
            </p:nvSpPr>
            <p:spPr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  <a:tileRect/>
              </a:gradFill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64944" name="Rectangle 410"/>
              <p:cNvSpPr/>
              <p:nvPr/>
            </p:nvSpPr>
            <p:spPr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64945" name="Oval 411"/>
              <p:cNvSpPr/>
              <p:nvPr/>
            </p:nvSpPr>
            <p:spPr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  <a:tileRect/>
              </a:gradFill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64946" name="Group 288"/>
              <p:cNvGrpSpPr/>
              <p:nvPr/>
            </p:nvGrpSpPr>
            <p:grpSpPr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64949" name="Freeform 289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avLst/>
                  <a:gdLst>
                    <a:gd name="txL" fmla="*/ 0 w 310"/>
                    <a:gd name="txT" fmla="*/ 0 h 60"/>
                    <a:gd name="txR" fmla="*/ 310 w 310"/>
                    <a:gd name="txB" fmla="*/ 60 h 60"/>
                  </a:gdLst>
                  <a:ahLst/>
                  <a:cxnLst>
                    <a:cxn ang="0">
                      <a:pos x="0" y="60"/>
                    </a:cxn>
                    <a:cxn ang="0">
                      <a:pos x="96" y="60"/>
                    </a:cxn>
                    <a:cxn ang="0">
                      <a:pos x="192" y="0"/>
                    </a:cxn>
                    <a:cxn ang="0">
                      <a:pos x="310" y="0"/>
                    </a:cxn>
                  </a:cxnLst>
                  <a:rect l="txL" t="txT" r="txR" b="tx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64950" name="Freeform 290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avLst/>
                  <a:gdLst>
                    <a:gd name="txL" fmla="*/ 0 w 282"/>
                    <a:gd name="txT" fmla="*/ 0 h 60"/>
                    <a:gd name="txR" fmla="*/ 282 w 282"/>
                    <a:gd name="txB" fmla="*/ 60 h 60"/>
                  </a:gdLst>
                  <a:ahLst/>
                  <a:cxnLst>
                    <a:cxn ang="0">
                      <a:pos x="0" y="0"/>
                    </a:cxn>
                    <a:cxn ang="0">
                      <a:pos x="96" y="0"/>
                    </a:cxn>
                    <a:cxn ang="0">
                      <a:pos x="192" y="60"/>
                    </a:cxn>
                    <a:cxn ang="0">
                      <a:pos x="282" y="60"/>
                    </a:cxn>
                  </a:cxnLst>
                  <a:rect l="txL" t="txT" r="txR" b="tx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164947" name="Line 291"/>
              <p:cNvSpPr/>
              <p:nvPr/>
            </p:nvSpPr>
            <p:spPr>
              <a:xfrm>
                <a:off x="4399" y="1321"/>
                <a:ext cx="0" cy="109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948" name="Line 292"/>
              <p:cNvSpPr/>
              <p:nvPr/>
            </p:nvSpPr>
            <p:spPr>
              <a:xfrm>
                <a:off x="5063" y="1327"/>
                <a:ext cx="0" cy="106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64942" name="Text Box 293"/>
            <p:cNvSpPr txBox="1"/>
            <p:nvPr/>
          </p:nvSpPr>
          <p:spPr>
            <a:xfrm>
              <a:off x="4635" y="1408"/>
              <a:ext cx="204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F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164876" name="Text Box 294"/>
          <p:cNvSpPr txBox="1"/>
          <p:nvPr/>
        </p:nvSpPr>
        <p:spPr>
          <a:xfrm>
            <a:off x="5910263" y="2355850"/>
            <a:ext cx="32702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64877" name="Text Box 295"/>
          <p:cNvSpPr txBox="1"/>
          <p:nvPr/>
        </p:nvSpPr>
        <p:spPr>
          <a:xfrm>
            <a:off x="6886575" y="2359025"/>
            <a:ext cx="350838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64878" name="Group 296"/>
          <p:cNvGrpSpPr/>
          <p:nvPr/>
        </p:nvGrpSpPr>
        <p:grpSpPr>
          <a:xfrm>
            <a:off x="1982788" y="1216025"/>
            <a:ext cx="7429500" cy="981075"/>
            <a:chOff x="289" y="766"/>
            <a:chExt cx="4680" cy="618"/>
          </a:xfrm>
        </p:grpSpPr>
        <p:sp>
          <p:nvSpPr>
            <p:cNvPr id="164885" name="Rectangle 297"/>
            <p:cNvSpPr/>
            <p:nvPr/>
          </p:nvSpPr>
          <p:spPr>
            <a:xfrm>
              <a:off x="2424" y="1085"/>
              <a:ext cx="1515" cy="42"/>
            </a:xfrm>
            <a:prstGeom prst="rect">
              <a:avLst/>
            </a:prstGeom>
            <a:solidFill>
              <a:srgbClr val="CC0000"/>
            </a:solidFill>
            <a:ln w="952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64886" name="Text Box 298"/>
            <p:cNvSpPr txBox="1"/>
            <p:nvPr/>
          </p:nvSpPr>
          <p:spPr>
            <a:xfrm>
              <a:off x="289" y="979"/>
              <a:ext cx="963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logical view:</a:t>
              </a:r>
              <a:endPara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64887" name="Text Box 299"/>
            <p:cNvSpPr txBox="1"/>
            <p:nvPr/>
          </p:nvSpPr>
          <p:spPr>
            <a:xfrm>
              <a:off x="2420" y="766"/>
              <a:ext cx="1609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i="1" dirty="0">
                  <a:solidFill>
                    <a:srgbClr val="CC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IPv4 tunnel </a:t>
              </a:r>
              <a:endParaRPr lang="en-US" altLang="zh-CN" sz="16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i="1" dirty="0">
                  <a:solidFill>
                    <a:srgbClr val="CC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connecting IPv6 routers</a:t>
              </a:r>
              <a:endParaRPr lang="en-US" altLang="zh-CN" sz="16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64888" name="Group 300"/>
            <p:cNvGrpSpPr/>
            <p:nvPr/>
          </p:nvGrpSpPr>
          <p:grpSpPr>
            <a:xfrm>
              <a:off x="3911" y="779"/>
              <a:ext cx="1058" cy="605"/>
              <a:chOff x="3907" y="1404"/>
              <a:chExt cx="1058" cy="605"/>
            </a:xfrm>
          </p:grpSpPr>
          <p:sp>
            <p:nvSpPr>
              <p:cNvPr id="164913" name="Text Box 301"/>
              <p:cNvSpPr txBox="1"/>
              <p:nvPr/>
            </p:nvSpPr>
            <p:spPr>
              <a:xfrm>
                <a:off x="4012" y="1404"/>
                <a:ext cx="207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E</a:t>
                </a:r>
                <a:endPara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64914" name="Line 302"/>
              <p:cNvSpPr/>
              <p:nvPr/>
            </p:nvSpPr>
            <p:spPr>
              <a:xfrm flipV="1">
                <a:off x="4352" y="1717"/>
                <a:ext cx="20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915" name="Text Box 303"/>
              <p:cNvSpPr txBox="1"/>
              <p:nvPr/>
            </p:nvSpPr>
            <p:spPr>
              <a:xfrm>
                <a:off x="3951" y="1794"/>
                <a:ext cx="396" cy="2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IPv6</a:t>
                </a:r>
                <a:endPara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64916" name="Text Box 304"/>
              <p:cNvSpPr txBox="1"/>
              <p:nvPr/>
            </p:nvSpPr>
            <p:spPr>
              <a:xfrm>
                <a:off x="4569" y="1796"/>
                <a:ext cx="396" cy="2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IPv6</a:t>
                </a:r>
                <a:endPara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64917" name="Group 305"/>
              <p:cNvGrpSpPr/>
              <p:nvPr/>
            </p:nvGrpSpPr>
            <p:grpSpPr>
              <a:xfrm>
                <a:off x="3907" y="1621"/>
                <a:ext cx="437" cy="213"/>
                <a:chOff x="4396" y="1245"/>
                <a:chExt cx="672" cy="248"/>
              </a:xfrm>
            </p:grpSpPr>
            <p:sp>
              <p:nvSpPr>
                <p:cNvPr id="164928" name="Oval 407"/>
                <p:cNvSpPr/>
                <p:nvPr/>
              </p:nvSpPr>
              <p:spPr>
                <a:xfrm>
                  <a:off x="4399" y="1355"/>
                  <a:ext cx="666" cy="13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  <a:tileRect/>
                </a:gradFill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64929" name="Rectangle 410"/>
                <p:cNvSpPr/>
                <p:nvPr/>
              </p:nvSpPr>
              <p:spPr>
                <a:xfrm>
                  <a:off x="4399" y="1339"/>
                  <a:ext cx="669" cy="86"/>
                </a:xfrm>
                <a:prstGeom prst="rect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  <a:tileRect/>
                </a:gradFill>
                <a:ln w="12700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64930" name="Oval 411"/>
                <p:cNvSpPr/>
                <p:nvPr/>
              </p:nvSpPr>
              <p:spPr>
                <a:xfrm>
                  <a:off x="4396" y="1245"/>
                  <a:ext cx="667" cy="16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  <a:tileRect/>
                </a:gradFill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grpSp>
              <p:nvGrpSpPr>
                <p:cNvPr id="164931" name="Group 309"/>
                <p:cNvGrpSpPr/>
                <p:nvPr/>
              </p:nvGrpSpPr>
              <p:grpSpPr>
                <a:xfrm>
                  <a:off x="4530" y="1287"/>
                  <a:ext cx="377" cy="75"/>
                  <a:chOff x="2468" y="1332"/>
                  <a:chExt cx="310" cy="60"/>
                </a:xfrm>
              </p:grpSpPr>
              <p:sp>
                <p:nvSpPr>
                  <p:cNvPr id="164934" name="Freeform 3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avLst/>
                    <a:gdLst>
                      <a:gd name="txL" fmla="*/ 0 w 310"/>
                      <a:gd name="txT" fmla="*/ 0 h 60"/>
                      <a:gd name="txR" fmla="*/ 310 w 310"/>
                      <a:gd name="txB" fmla="*/ 60 h 60"/>
                    </a:gdLst>
                    <a:ahLst/>
                    <a:cxnLst>
                      <a:cxn ang="0">
                        <a:pos x="0" y="60"/>
                      </a:cxn>
                      <a:cxn ang="0">
                        <a:pos x="96" y="60"/>
                      </a:cxn>
                      <a:cxn ang="0">
                        <a:pos x="192" y="0"/>
                      </a:cxn>
                      <a:cxn ang="0">
                        <a:pos x="310" y="0"/>
                      </a:cxn>
                    </a:cxnLst>
                    <a:rect l="txL" t="txT" r="txR" b="tx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164935" name="Freeform 3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avLst/>
                    <a:gdLst>
                      <a:gd name="txL" fmla="*/ 0 w 282"/>
                      <a:gd name="txT" fmla="*/ 0 h 60"/>
                      <a:gd name="txR" fmla="*/ 282 w 282"/>
                      <a:gd name="txB" fmla="*/ 60 h 60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96" y="0"/>
                      </a:cxn>
                      <a:cxn ang="0">
                        <a:pos x="192" y="60"/>
                      </a:cxn>
                      <a:cxn ang="0">
                        <a:pos x="282" y="60"/>
                      </a:cxn>
                    </a:cxnLst>
                    <a:rect l="txL" t="txT" r="txR" b="tx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sp>
              <p:nvSpPr>
                <p:cNvPr id="164932" name="Line 312"/>
                <p:cNvSpPr/>
                <p:nvPr/>
              </p:nvSpPr>
              <p:spPr>
                <a:xfrm>
                  <a:off x="4399" y="1321"/>
                  <a:ext cx="0" cy="109"/>
                </a:xfrm>
                <a:prstGeom prst="line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64933" name="Line 313"/>
                <p:cNvSpPr/>
                <p:nvPr/>
              </p:nvSpPr>
              <p:spPr>
                <a:xfrm>
                  <a:off x="5063" y="1327"/>
                  <a:ext cx="0" cy="106"/>
                </a:xfrm>
                <a:prstGeom prst="line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64918" name="Group 314"/>
              <p:cNvGrpSpPr/>
              <p:nvPr/>
            </p:nvGrpSpPr>
            <p:grpSpPr>
              <a:xfrm>
                <a:off x="4521" y="1619"/>
                <a:ext cx="437" cy="213"/>
                <a:chOff x="4396" y="1245"/>
                <a:chExt cx="672" cy="248"/>
              </a:xfrm>
            </p:grpSpPr>
            <p:sp>
              <p:nvSpPr>
                <p:cNvPr id="164920" name="Oval 407"/>
                <p:cNvSpPr/>
                <p:nvPr/>
              </p:nvSpPr>
              <p:spPr>
                <a:xfrm>
                  <a:off x="4399" y="1355"/>
                  <a:ext cx="666" cy="13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  <a:tileRect/>
                </a:gradFill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64921" name="Rectangle 410"/>
                <p:cNvSpPr/>
                <p:nvPr/>
              </p:nvSpPr>
              <p:spPr>
                <a:xfrm>
                  <a:off x="4399" y="1339"/>
                  <a:ext cx="669" cy="86"/>
                </a:xfrm>
                <a:prstGeom prst="rect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  <a:tileRect/>
                </a:gradFill>
                <a:ln w="12700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64922" name="Oval 411"/>
                <p:cNvSpPr/>
                <p:nvPr/>
              </p:nvSpPr>
              <p:spPr>
                <a:xfrm>
                  <a:off x="4396" y="1245"/>
                  <a:ext cx="667" cy="16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  <a:tileRect/>
                </a:gradFill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grpSp>
              <p:nvGrpSpPr>
                <p:cNvPr id="164923" name="Group 318"/>
                <p:cNvGrpSpPr/>
                <p:nvPr/>
              </p:nvGrpSpPr>
              <p:grpSpPr>
                <a:xfrm>
                  <a:off x="4530" y="1287"/>
                  <a:ext cx="377" cy="75"/>
                  <a:chOff x="2468" y="1332"/>
                  <a:chExt cx="310" cy="60"/>
                </a:xfrm>
              </p:grpSpPr>
              <p:sp>
                <p:nvSpPr>
                  <p:cNvPr id="164926" name="Freeform 319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avLst/>
                    <a:gdLst>
                      <a:gd name="txL" fmla="*/ 0 w 310"/>
                      <a:gd name="txT" fmla="*/ 0 h 60"/>
                      <a:gd name="txR" fmla="*/ 310 w 310"/>
                      <a:gd name="txB" fmla="*/ 60 h 60"/>
                    </a:gdLst>
                    <a:ahLst/>
                    <a:cxnLst>
                      <a:cxn ang="0">
                        <a:pos x="0" y="60"/>
                      </a:cxn>
                      <a:cxn ang="0">
                        <a:pos x="96" y="60"/>
                      </a:cxn>
                      <a:cxn ang="0">
                        <a:pos x="192" y="0"/>
                      </a:cxn>
                      <a:cxn ang="0">
                        <a:pos x="310" y="0"/>
                      </a:cxn>
                    </a:cxnLst>
                    <a:rect l="txL" t="txT" r="txR" b="tx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164927" name="Freeform 32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avLst/>
                    <a:gdLst>
                      <a:gd name="txL" fmla="*/ 0 w 282"/>
                      <a:gd name="txT" fmla="*/ 0 h 60"/>
                      <a:gd name="txR" fmla="*/ 282 w 282"/>
                      <a:gd name="txB" fmla="*/ 60 h 60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96" y="0"/>
                      </a:cxn>
                      <a:cxn ang="0">
                        <a:pos x="192" y="60"/>
                      </a:cxn>
                      <a:cxn ang="0">
                        <a:pos x="282" y="60"/>
                      </a:cxn>
                    </a:cxnLst>
                    <a:rect l="txL" t="txT" r="txR" b="tx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sp>
              <p:nvSpPr>
                <p:cNvPr id="164924" name="Line 321"/>
                <p:cNvSpPr/>
                <p:nvPr/>
              </p:nvSpPr>
              <p:spPr>
                <a:xfrm>
                  <a:off x="4399" y="1321"/>
                  <a:ext cx="0" cy="109"/>
                </a:xfrm>
                <a:prstGeom prst="line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64925" name="Line 322"/>
                <p:cNvSpPr/>
                <p:nvPr/>
              </p:nvSpPr>
              <p:spPr>
                <a:xfrm>
                  <a:off x="5063" y="1327"/>
                  <a:ext cx="0" cy="106"/>
                </a:xfrm>
                <a:prstGeom prst="line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64919" name="Text Box 323"/>
              <p:cNvSpPr txBox="1"/>
              <p:nvPr/>
            </p:nvSpPr>
            <p:spPr>
              <a:xfrm>
                <a:off x="4635" y="1408"/>
                <a:ext cx="204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F</a:t>
                </a:r>
                <a:endPara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grpSp>
          <p:nvGrpSpPr>
            <p:cNvPr id="164889" name="Group 324"/>
            <p:cNvGrpSpPr/>
            <p:nvPr/>
          </p:nvGrpSpPr>
          <p:grpSpPr>
            <a:xfrm>
              <a:off x="1361" y="771"/>
              <a:ext cx="1089" cy="609"/>
              <a:chOff x="1363" y="1403"/>
              <a:chExt cx="1089" cy="609"/>
            </a:xfrm>
          </p:grpSpPr>
          <p:sp>
            <p:nvSpPr>
              <p:cNvPr id="164890" name="Text Box 325"/>
              <p:cNvSpPr txBox="1"/>
              <p:nvPr/>
            </p:nvSpPr>
            <p:spPr>
              <a:xfrm>
                <a:off x="1462" y="1403"/>
                <a:ext cx="222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A</a:t>
                </a:r>
                <a:endPara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64891" name="Text Box 326"/>
              <p:cNvSpPr txBox="1"/>
              <p:nvPr/>
            </p:nvSpPr>
            <p:spPr>
              <a:xfrm>
                <a:off x="2121" y="1406"/>
                <a:ext cx="208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B</a:t>
                </a:r>
                <a:endParaRPr lang="en-US" altLang="zh-CN" sz="18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64892" name="Line 327"/>
              <p:cNvSpPr/>
              <p:nvPr/>
            </p:nvSpPr>
            <p:spPr>
              <a:xfrm flipV="1">
                <a:off x="1803" y="1729"/>
                <a:ext cx="20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893" name="Text Box 328"/>
              <p:cNvSpPr txBox="1"/>
              <p:nvPr/>
            </p:nvSpPr>
            <p:spPr>
              <a:xfrm>
                <a:off x="1386" y="1798"/>
                <a:ext cx="396" cy="2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IPv6</a:t>
                </a:r>
                <a:endPara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64894" name="Text Box 329"/>
              <p:cNvSpPr txBox="1"/>
              <p:nvPr/>
            </p:nvSpPr>
            <p:spPr>
              <a:xfrm>
                <a:off x="2045" y="1799"/>
                <a:ext cx="396" cy="2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IPv6</a:t>
                </a:r>
                <a:endPara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grpSp>
            <p:nvGrpSpPr>
              <p:cNvPr id="164895" name="Group 330"/>
              <p:cNvGrpSpPr/>
              <p:nvPr/>
            </p:nvGrpSpPr>
            <p:grpSpPr>
              <a:xfrm>
                <a:off x="1363" y="1621"/>
                <a:ext cx="437" cy="213"/>
                <a:chOff x="4396" y="1245"/>
                <a:chExt cx="672" cy="248"/>
              </a:xfrm>
            </p:grpSpPr>
            <p:sp>
              <p:nvSpPr>
                <p:cNvPr id="164905" name="Oval 407"/>
                <p:cNvSpPr/>
                <p:nvPr/>
              </p:nvSpPr>
              <p:spPr>
                <a:xfrm>
                  <a:off x="4399" y="1355"/>
                  <a:ext cx="666" cy="13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  <a:tileRect/>
                </a:gradFill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64906" name="Rectangle 410"/>
                <p:cNvSpPr/>
                <p:nvPr/>
              </p:nvSpPr>
              <p:spPr>
                <a:xfrm>
                  <a:off x="4399" y="1339"/>
                  <a:ext cx="669" cy="86"/>
                </a:xfrm>
                <a:prstGeom prst="rect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  <a:tileRect/>
                </a:gradFill>
                <a:ln w="12700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64907" name="Oval 411"/>
                <p:cNvSpPr/>
                <p:nvPr/>
              </p:nvSpPr>
              <p:spPr>
                <a:xfrm>
                  <a:off x="4396" y="1245"/>
                  <a:ext cx="667" cy="16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  <a:tileRect/>
                </a:gradFill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grpSp>
              <p:nvGrpSpPr>
                <p:cNvPr id="164908" name="Group 334"/>
                <p:cNvGrpSpPr/>
                <p:nvPr/>
              </p:nvGrpSpPr>
              <p:grpSpPr>
                <a:xfrm>
                  <a:off x="4530" y="1287"/>
                  <a:ext cx="377" cy="75"/>
                  <a:chOff x="2468" y="1332"/>
                  <a:chExt cx="310" cy="60"/>
                </a:xfrm>
              </p:grpSpPr>
              <p:sp>
                <p:nvSpPr>
                  <p:cNvPr id="164911" name="Freeform 335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avLst/>
                    <a:gdLst>
                      <a:gd name="txL" fmla="*/ 0 w 310"/>
                      <a:gd name="txT" fmla="*/ 0 h 60"/>
                      <a:gd name="txR" fmla="*/ 310 w 310"/>
                      <a:gd name="txB" fmla="*/ 60 h 60"/>
                    </a:gdLst>
                    <a:ahLst/>
                    <a:cxnLst>
                      <a:cxn ang="0">
                        <a:pos x="0" y="60"/>
                      </a:cxn>
                      <a:cxn ang="0">
                        <a:pos x="96" y="60"/>
                      </a:cxn>
                      <a:cxn ang="0">
                        <a:pos x="192" y="0"/>
                      </a:cxn>
                      <a:cxn ang="0">
                        <a:pos x="310" y="0"/>
                      </a:cxn>
                    </a:cxnLst>
                    <a:rect l="txL" t="txT" r="txR" b="tx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164912" name="Freeform 336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avLst/>
                    <a:gdLst>
                      <a:gd name="txL" fmla="*/ 0 w 282"/>
                      <a:gd name="txT" fmla="*/ 0 h 60"/>
                      <a:gd name="txR" fmla="*/ 282 w 282"/>
                      <a:gd name="txB" fmla="*/ 60 h 60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96" y="0"/>
                      </a:cxn>
                      <a:cxn ang="0">
                        <a:pos x="192" y="60"/>
                      </a:cxn>
                      <a:cxn ang="0">
                        <a:pos x="282" y="60"/>
                      </a:cxn>
                    </a:cxnLst>
                    <a:rect l="txL" t="txT" r="txR" b="tx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sp>
              <p:nvSpPr>
                <p:cNvPr id="164909" name="Line 337"/>
                <p:cNvSpPr/>
                <p:nvPr/>
              </p:nvSpPr>
              <p:spPr>
                <a:xfrm>
                  <a:off x="4399" y="1321"/>
                  <a:ext cx="0" cy="109"/>
                </a:xfrm>
                <a:prstGeom prst="line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64910" name="Line 338"/>
                <p:cNvSpPr/>
                <p:nvPr/>
              </p:nvSpPr>
              <p:spPr>
                <a:xfrm>
                  <a:off x="5063" y="1327"/>
                  <a:ext cx="0" cy="106"/>
                </a:xfrm>
                <a:prstGeom prst="line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64896" name="Group 339"/>
              <p:cNvGrpSpPr/>
              <p:nvPr/>
            </p:nvGrpSpPr>
            <p:grpSpPr>
              <a:xfrm>
                <a:off x="2015" y="1617"/>
                <a:ext cx="437" cy="213"/>
                <a:chOff x="4396" y="1245"/>
                <a:chExt cx="672" cy="248"/>
              </a:xfrm>
            </p:grpSpPr>
            <p:sp>
              <p:nvSpPr>
                <p:cNvPr id="164897" name="Oval 407"/>
                <p:cNvSpPr/>
                <p:nvPr/>
              </p:nvSpPr>
              <p:spPr>
                <a:xfrm>
                  <a:off x="4399" y="1355"/>
                  <a:ext cx="666" cy="13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  <a:tileRect/>
                </a:gradFill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64898" name="Rectangle 410"/>
                <p:cNvSpPr/>
                <p:nvPr/>
              </p:nvSpPr>
              <p:spPr>
                <a:xfrm>
                  <a:off x="4399" y="1339"/>
                  <a:ext cx="669" cy="86"/>
                </a:xfrm>
                <a:prstGeom prst="rect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  <a:tileRect/>
                </a:gradFill>
                <a:ln w="12700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64899" name="Oval 411"/>
                <p:cNvSpPr/>
                <p:nvPr/>
              </p:nvSpPr>
              <p:spPr>
                <a:xfrm>
                  <a:off x="4396" y="1245"/>
                  <a:ext cx="667" cy="16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  <a:tileRect/>
                </a:gradFill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4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grpSp>
              <p:nvGrpSpPr>
                <p:cNvPr id="164900" name="Group 343"/>
                <p:cNvGrpSpPr/>
                <p:nvPr/>
              </p:nvGrpSpPr>
              <p:grpSpPr>
                <a:xfrm>
                  <a:off x="4530" y="1287"/>
                  <a:ext cx="377" cy="75"/>
                  <a:chOff x="2468" y="1332"/>
                  <a:chExt cx="310" cy="60"/>
                </a:xfrm>
              </p:grpSpPr>
              <p:sp>
                <p:nvSpPr>
                  <p:cNvPr id="164903" name="Freeform 344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avLst/>
                    <a:gdLst>
                      <a:gd name="txL" fmla="*/ 0 w 310"/>
                      <a:gd name="txT" fmla="*/ 0 h 60"/>
                      <a:gd name="txR" fmla="*/ 310 w 310"/>
                      <a:gd name="txB" fmla="*/ 60 h 60"/>
                    </a:gdLst>
                    <a:ahLst/>
                    <a:cxnLst>
                      <a:cxn ang="0">
                        <a:pos x="0" y="60"/>
                      </a:cxn>
                      <a:cxn ang="0">
                        <a:pos x="96" y="60"/>
                      </a:cxn>
                      <a:cxn ang="0">
                        <a:pos x="192" y="0"/>
                      </a:cxn>
                      <a:cxn ang="0">
                        <a:pos x="310" y="0"/>
                      </a:cxn>
                    </a:cxnLst>
                    <a:rect l="txL" t="txT" r="txR" b="tx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164904" name="Freeform 345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avLst/>
                    <a:gdLst>
                      <a:gd name="txL" fmla="*/ 0 w 282"/>
                      <a:gd name="txT" fmla="*/ 0 h 60"/>
                      <a:gd name="txR" fmla="*/ 282 w 282"/>
                      <a:gd name="txB" fmla="*/ 60 h 60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96" y="0"/>
                      </a:cxn>
                      <a:cxn ang="0">
                        <a:pos x="192" y="60"/>
                      </a:cxn>
                      <a:cxn ang="0">
                        <a:pos x="282" y="60"/>
                      </a:cxn>
                    </a:cxnLst>
                    <a:rect l="txL" t="txT" r="txR" b="tx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sp>
              <p:nvSpPr>
                <p:cNvPr id="164901" name="Line 346"/>
                <p:cNvSpPr/>
                <p:nvPr/>
              </p:nvSpPr>
              <p:spPr>
                <a:xfrm>
                  <a:off x="4399" y="1321"/>
                  <a:ext cx="0" cy="109"/>
                </a:xfrm>
                <a:prstGeom prst="line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64902" name="Line 347"/>
                <p:cNvSpPr/>
                <p:nvPr/>
              </p:nvSpPr>
              <p:spPr>
                <a:xfrm>
                  <a:off x="5063" y="1327"/>
                  <a:ext cx="0" cy="106"/>
                </a:xfrm>
                <a:prstGeom prst="line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</p:grpSp>
      <p:pic>
        <p:nvPicPr>
          <p:cNvPr id="164879" name="Picture 348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1935163" y="966788"/>
            <a:ext cx="2741612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2722" name="Rectangle 349"/>
          <p:cNvSpPr>
            <a:spLocks noGrp="1" noChangeArrowheads="1"/>
          </p:cNvSpPr>
          <p:nvPr>
            <p:ph type="title"/>
          </p:nvPr>
        </p:nvSpPr>
        <p:spPr>
          <a:xfrm>
            <a:off x="1831975" y="214313"/>
            <a:ext cx="7772400" cy="9906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Tunneling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sp>
        <p:nvSpPr>
          <p:cNvPr id="164881" name="Text Box 350"/>
          <p:cNvSpPr txBox="1"/>
          <p:nvPr/>
        </p:nvSpPr>
        <p:spPr>
          <a:xfrm>
            <a:off x="5751513" y="2992438"/>
            <a:ext cx="628650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IPv4</a:t>
            </a:r>
            <a:endParaRPr lang="en-US" altLang="zh-CN" sz="1600" b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64882" name="Text Box 351"/>
          <p:cNvSpPr txBox="1"/>
          <p:nvPr/>
        </p:nvSpPr>
        <p:spPr>
          <a:xfrm>
            <a:off x="6745288" y="2994025"/>
            <a:ext cx="628650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IPv4</a:t>
            </a:r>
            <a:endParaRPr lang="en-US" altLang="zh-CN" sz="1600" b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64883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64884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b="1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422275"/>
            <a:ext cx="6324600" cy="6016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j-cs"/>
                <a:sym typeface="Comic Sans MS" panose="030F0702030302020204" pitchFamily="66" charset="0"/>
              </a:rPr>
              <a:t>IPv6: adoption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j-cs"/>
              <a:sym typeface="Comic Sans MS" panose="030F0702030302020204" pitchFamily="66" charset="0"/>
            </a:endParaRPr>
          </a:p>
        </p:txBody>
      </p:sp>
      <p:sp>
        <p:nvSpPr>
          <p:cNvPr id="166915" name="Rectangle 3"/>
          <p:cNvSpPr>
            <a:spLocks noGrp="1"/>
          </p:cNvSpPr>
          <p:nvPr>
            <p:ph idx="1"/>
          </p:nvPr>
        </p:nvSpPr>
        <p:spPr>
          <a:xfrm>
            <a:off x="598488" y="1193800"/>
            <a:ext cx="10920412" cy="5313363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Google: 8% of clients access services via IPv6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NIST: 1/3 of all US government domains are IPv6 capable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457200" lvl="1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Long (long!) time for deployment, use</a:t>
            </a:r>
            <a:endParaRPr lang="en-US" altLang="zh-CN" b="1" i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457200" lvl="1" indent="0"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20 years and counting!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457200" lvl="1" indent="0"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think of application-level changes in last 20 years: WWW, Facebook, streaming media, Skype, …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457200" lvl="1" indent="0">
              <a:lnSpc>
                <a:spcPct val="150000"/>
              </a:lnSpc>
              <a:spcBef>
                <a:spcPct val="0"/>
              </a:spcBef>
            </a:pPr>
            <a:r>
              <a:rPr lang="en-US" altLang="zh-CN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Why?</a:t>
            </a:r>
            <a:endParaRPr lang="en-US" altLang="zh-CN" b="1" i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pic>
        <p:nvPicPr>
          <p:cNvPr id="166916" name="Picture 4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335213" y="1055688"/>
            <a:ext cx="3267075" cy="196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6917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66918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8962" name="Picture 2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25663" y="1025525"/>
            <a:ext cx="4113212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8963" name="Rectangle 3"/>
          <p:cNvSpPr>
            <a:spLocks noGrp="1"/>
          </p:cNvSpPr>
          <p:nvPr>
            <p:ph sz="half" idx="1"/>
          </p:nvPr>
        </p:nvSpPr>
        <p:spPr>
          <a:xfrm>
            <a:off x="660400" y="1198563"/>
            <a:ext cx="5435600" cy="5049837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4.1 Overview of Network layer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data plane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control plane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4.2 What</a:t>
            </a:r>
            <a:r>
              <a:rPr lang="ja-JP" altLang="en-US" sz="24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’</a:t>
            </a:r>
            <a:r>
              <a:rPr lang="en-US" altLang="ja-JP" sz="24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s inside a router</a:t>
            </a:r>
            <a:endParaRPr lang="en-US" altLang="ja-JP" sz="24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4.3 IP: Internet Protocol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datagram format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fragmentation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IPv4 addressing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network address translation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IPv6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</p:txBody>
      </p:sp>
      <p:sp>
        <p:nvSpPr>
          <p:cNvPr id="168964" name="Rectangle 4"/>
          <p:cNvSpPr>
            <a:spLocks noGrp="1"/>
          </p:cNvSpPr>
          <p:nvPr>
            <p:ph sz="half" idx="2"/>
          </p:nvPr>
        </p:nvSpPr>
        <p:spPr>
          <a:xfrm>
            <a:off x="6096000" y="1198563"/>
            <a:ext cx="5400675" cy="5049837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4.4 Generalized Forward and SDN</a:t>
            </a:r>
            <a:endParaRPr lang="en-US" altLang="zh-CN" sz="2400" b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match</a:t>
            </a:r>
            <a:endParaRPr lang="en-US" altLang="zh-CN" b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action</a:t>
            </a:r>
            <a:endParaRPr lang="en-US" altLang="zh-CN" b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Tx/>
            </a:pPr>
            <a:r>
              <a:rPr lang="en-US" altLang="zh-CN" b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OpenFlow  examples of match-plus-action in action</a:t>
            </a:r>
            <a:endParaRPr lang="en-US" altLang="zh-CN" b="1" dirty="0">
              <a:solidFill>
                <a:srgbClr val="CC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</a:pP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68965" name="Rectangle 2"/>
          <p:cNvSpPr/>
          <p:nvPr/>
        </p:nvSpPr>
        <p:spPr>
          <a:xfrm>
            <a:off x="2057400" y="228600"/>
            <a:ext cx="77724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Chapter 4: outline</a:t>
            </a:r>
            <a:endParaRPr lang="en-US" altLang="zh-CN" sz="3600" b="1" dirty="0">
              <a:solidFill>
                <a:srgbClr val="000099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6896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68967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1010" name="Picture 12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1951038" y="779463"/>
            <a:ext cx="7721600" cy="2365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1011" name="Title 1"/>
          <p:cNvSpPr txBox="1"/>
          <p:nvPr/>
        </p:nvSpPr>
        <p:spPr>
          <a:xfrm>
            <a:off x="876300" y="14288"/>
            <a:ext cx="9296400" cy="8350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Generalized Forwarding and SDN</a:t>
            </a:r>
            <a:endParaRPr lang="en-US" altLang="zh-CN" sz="3600" b="1" dirty="0">
              <a:solidFill>
                <a:srgbClr val="000099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1012" name="Rectangle 4"/>
          <p:cNvSpPr/>
          <p:nvPr/>
        </p:nvSpPr>
        <p:spPr>
          <a:xfrm flipV="1">
            <a:off x="4581525" y="2017713"/>
            <a:ext cx="4065588" cy="982662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1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1013" name="Freeform 2"/>
          <p:cNvSpPr/>
          <p:nvPr/>
        </p:nvSpPr>
        <p:spPr>
          <a:xfrm>
            <a:off x="5027613" y="5022850"/>
            <a:ext cx="2847975" cy="1579563"/>
          </a:xfrm>
          <a:custGeom>
            <a:avLst/>
            <a:gdLst>
              <a:gd name="txL" fmla="*/ 0 w 1794"/>
              <a:gd name="txT" fmla="*/ 0 h 933"/>
              <a:gd name="txR" fmla="*/ 1794 w 1794"/>
              <a:gd name="txB" fmla="*/ 933 h 933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71014" name="Freeform 6"/>
          <p:cNvSpPr/>
          <p:nvPr/>
        </p:nvSpPr>
        <p:spPr>
          <a:xfrm>
            <a:off x="5665788" y="5326063"/>
            <a:ext cx="542925" cy="295275"/>
          </a:xfrm>
          <a:custGeom>
            <a:avLst/>
            <a:gdLst>
              <a:gd name="txL" fmla="*/ 0 w 342"/>
              <a:gd name="txT" fmla="*/ 0 h 186"/>
              <a:gd name="txR" fmla="*/ 342 w 342"/>
              <a:gd name="txB" fmla="*/ 186 h 186"/>
            </a:gdLst>
            <a:ahLst/>
            <a:cxnLst>
              <a:cxn ang="0">
                <a:pos x="0" y="2147483646"/>
              </a:cxn>
              <a:cxn ang="0">
                <a:pos x="2147483646" y="0"/>
              </a:cxn>
            </a:cxnLst>
            <a:rect l="txL" t="txT" r="txR" b="txB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71015" name="Freeform 91"/>
          <p:cNvSpPr/>
          <p:nvPr/>
        </p:nvSpPr>
        <p:spPr>
          <a:xfrm>
            <a:off x="6707188" y="5319713"/>
            <a:ext cx="504825" cy="307975"/>
          </a:xfrm>
          <a:custGeom>
            <a:avLst/>
            <a:gdLst>
              <a:gd name="txL" fmla="*/ 0 w 318"/>
              <a:gd name="txT" fmla="*/ 0 h 194"/>
              <a:gd name="txR" fmla="*/ 318 w 318"/>
              <a:gd name="txB" fmla="*/ 194 h 194"/>
            </a:gdLst>
            <a:ahLst/>
            <a:cxnLst>
              <a:cxn ang="0">
                <a:pos x="0" y="0"/>
              </a:cxn>
              <a:cxn ang="0">
                <a:pos x="2147483646" y="2147483646"/>
              </a:cxn>
            </a:cxnLst>
            <a:rect l="txL" t="txT" r="txR" b="txB"/>
            <a:pathLst>
              <a:path w="318" h="194">
                <a:moveTo>
                  <a:pt x="0" y="0"/>
                </a:moveTo>
                <a:lnTo>
                  <a:pt x="318" y="194"/>
                </a:lnTo>
              </a:path>
            </a:pathLst>
          </a:cu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71016" name="Freeform 92"/>
          <p:cNvSpPr/>
          <p:nvPr/>
        </p:nvSpPr>
        <p:spPr>
          <a:xfrm>
            <a:off x="5641975" y="5711825"/>
            <a:ext cx="1227138" cy="344488"/>
          </a:xfrm>
          <a:custGeom>
            <a:avLst/>
            <a:gdLst>
              <a:gd name="txL" fmla="*/ 0 w 294"/>
              <a:gd name="txT" fmla="*/ 0 h 174"/>
              <a:gd name="txR" fmla="*/ 294 w 294"/>
              <a:gd name="txB" fmla="*/ 174 h 174"/>
            </a:gdLst>
            <a:ahLst/>
            <a:cxnLst>
              <a:cxn ang="0">
                <a:pos x="0" y="0"/>
              </a:cxn>
              <a:cxn ang="0">
                <a:pos x="2147483646" y="2147483646"/>
              </a:cxn>
            </a:cxnLst>
            <a:rect l="txL" t="txT" r="txR" b="txB"/>
            <a:pathLst>
              <a:path w="294" h="174">
                <a:moveTo>
                  <a:pt x="0" y="0"/>
                </a:moveTo>
                <a:lnTo>
                  <a:pt x="294" y="174"/>
                </a:lnTo>
              </a:path>
            </a:pathLst>
          </a:cu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71017" name="Freeform 93"/>
          <p:cNvSpPr/>
          <p:nvPr/>
        </p:nvSpPr>
        <p:spPr>
          <a:xfrm>
            <a:off x="5988050" y="5635625"/>
            <a:ext cx="992188" cy="641350"/>
          </a:xfrm>
          <a:custGeom>
            <a:avLst/>
            <a:gdLst>
              <a:gd name="txL" fmla="*/ 0 w 378"/>
              <a:gd name="txT" fmla="*/ 0 h 174"/>
              <a:gd name="txR" fmla="*/ 378 w 378"/>
              <a:gd name="txB" fmla="*/ 174 h 174"/>
            </a:gdLst>
            <a:ahLst/>
            <a:cxnLst>
              <a:cxn ang="0">
                <a:pos x="0" y="2147483646"/>
              </a:cxn>
              <a:cxn ang="0">
                <a:pos x="2147483646" y="0"/>
              </a:cxn>
            </a:cxnLst>
            <a:rect l="txL" t="txT" r="txR" b="txB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71018" name="Freeform 94"/>
          <p:cNvSpPr/>
          <p:nvPr/>
        </p:nvSpPr>
        <p:spPr>
          <a:xfrm>
            <a:off x="7081838" y="5699125"/>
            <a:ext cx="80962" cy="414338"/>
          </a:xfrm>
          <a:custGeom>
            <a:avLst/>
            <a:gdLst>
              <a:gd name="txL" fmla="*/ 0 w 118"/>
              <a:gd name="txT" fmla="*/ 0 h 500"/>
              <a:gd name="txR" fmla="*/ 118 w 118"/>
              <a:gd name="txB" fmla="*/ 500 h 500"/>
            </a:gdLst>
            <a:ahLst/>
            <a:cxnLst>
              <a:cxn ang="0">
                <a:pos x="0" y="2147483646"/>
              </a:cxn>
              <a:cxn ang="0">
                <a:pos x="2147483646" y="0"/>
              </a:cxn>
            </a:cxnLst>
            <a:rect l="txL" t="txT" r="txR" b="txB"/>
            <a:pathLst>
              <a:path w="118" h="500">
                <a:moveTo>
                  <a:pt x="0" y="500"/>
                </a:moveTo>
                <a:lnTo>
                  <a:pt x="118" y="0"/>
                </a:lnTo>
              </a:path>
            </a:pathLst>
          </a:cu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71019" name="Freeform 95"/>
          <p:cNvSpPr/>
          <p:nvPr/>
        </p:nvSpPr>
        <p:spPr>
          <a:xfrm flipV="1">
            <a:off x="6021388" y="6132513"/>
            <a:ext cx="796925" cy="203200"/>
          </a:xfrm>
          <a:custGeom>
            <a:avLst/>
            <a:gdLst>
              <a:gd name="txL" fmla="*/ 0 w 370"/>
              <a:gd name="txT" fmla="*/ 0 h 32"/>
              <a:gd name="txR" fmla="*/ 370 w 370"/>
              <a:gd name="txB" fmla="*/ 32 h 32"/>
            </a:gdLst>
            <a:ahLst/>
            <a:cxnLst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370" h="32">
                <a:moveTo>
                  <a:pt x="370" y="32"/>
                </a:move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71020" name="Freeform 96"/>
          <p:cNvSpPr/>
          <p:nvPr/>
        </p:nvSpPr>
        <p:spPr>
          <a:xfrm>
            <a:off x="5484813" y="5735638"/>
            <a:ext cx="222250" cy="506412"/>
          </a:xfrm>
          <a:custGeom>
            <a:avLst/>
            <a:gdLst>
              <a:gd name="txL" fmla="*/ 0 w 176"/>
              <a:gd name="txT" fmla="*/ 0 h 412"/>
              <a:gd name="txR" fmla="*/ 176 w 176"/>
              <a:gd name="txB" fmla="*/ 412 h 412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176" h="412">
                <a:moveTo>
                  <a:pt x="162" y="408"/>
                </a:moveTo>
                <a:lnTo>
                  <a:pt x="176" y="412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71021" name="Rectangle 97"/>
          <p:cNvSpPr/>
          <p:nvPr/>
        </p:nvSpPr>
        <p:spPr>
          <a:xfrm>
            <a:off x="3440113" y="5449888"/>
            <a:ext cx="1206500" cy="23812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1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1022" name="Rectangle 98"/>
          <p:cNvSpPr/>
          <p:nvPr/>
        </p:nvSpPr>
        <p:spPr>
          <a:xfrm>
            <a:off x="3406775" y="5473700"/>
            <a:ext cx="1208088" cy="23812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1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1023" name="Line 99"/>
          <p:cNvSpPr/>
          <p:nvPr/>
        </p:nvSpPr>
        <p:spPr>
          <a:xfrm>
            <a:off x="4678363" y="5624513"/>
            <a:ext cx="422275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1024" name="Text Box 101"/>
          <p:cNvSpPr txBox="1"/>
          <p:nvPr/>
        </p:nvSpPr>
        <p:spPr>
          <a:xfrm>
            <a:off x="5511800" y="5659438"/>
            <a:ext cx="309563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</a:t>
            </a:r>
            <a:endParaRPr lang="en-US" altLang="zh-CN" sz="1600" b="1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1025" name="Text Box 102"/>
          <p:cNvSpPr txBox="1"/>
          <p:nvPr/>
        </p:nvSpPr>
        <p:spPr>
          <a:xfrm>
            <a:off x="5260975" y="5732463"/>
            <a:ext cx="309563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3</a:t>
            </a:r>
            <a:endParaRPr lang="en-US" altLang="zh-CN" sz="1600" b="1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1026" name="Rectangle 104"/>
          <p:cNvSpPr/>
          <p:nvPr/>
        </p:nvSpPr>
        <p:spPr>
          <a:xfrm>
            <a:off x="3876675" y="5476875"/>
            <a:ext cx="738188" cy="23971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1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1027" name="Text Box 105"/>
          <p:cNvSpPr txBox="1"/>
          <p:nvPr/>
        </p:nvSpPr>
        <p:spPr>
          <a:xfrm>
            <a:off x="3803650" y="5467350"/>
            <a:ext cx="944563" cy="615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0100 1101</a:t>
            </a:r>
            <a:endParaRPr lang="en-US" altLang="zh-CN" sz="1200" b="1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1028" name="Text Box 106"/>
          <p:cNvSpPr txBox="1"/>
          <p:nvPr/>
        </p:nvSpPr>
        <p:spPr>
          <a:xfrm>
            <a:off x="3455988" y="6105525"/>
            <a:ext cx="1700212" cy="7016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values in arriving</a:t>
            </a:r>
            <a:endParaRPr lang="en-US" altLang="zh-CN" sz="1400" b="1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packet</a:t>
            </a:r>
            <a:r>
              <a:rPr lang="ja-JP" altLang="en-US" sz="14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’</a:t>
            </a:r>
            <a:r>
              <a:rPr lang="en-US" altLang="ja-JP" sz="14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 header</a:t>
            </a:r>
            <a:endParaRPr lang="en-US" altLang="zh-CN" sz="1400" b="1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71029" name="Group 25"/>
          <p:cNvGrpSpPr/>
          <p:nvPr/>
        </p:nvGrpSpPr>
        <p:grpSpPr>
          <a:xfrm>
            <a:off x="4403725" y="2162175"/>
            <a:ext cx="4376738" cy="407988"/>
            <a:chOff x="2876479" y="1379891"/>
            <a:chExt cx="4376824" cy="408919"/>
          </a:xfrm>
        </p:grpSpPr>
        <p:sp>
          <p:nvSpPr>
            <p:cNvPr id="171250" name="Oval 5"/>
            <p:cNvSpPr/>
            <p:nvPr/>
          </p:nvSpPr>
          <p:spPr>
            <a:xfrm>
              <a:off x="3143886" y="1379891"/>
              <a:ext cx="3785019" cy="393056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1251" name="Text Box 108"/>
            <p:cNvSpPr txBox="1"/>
            <p:nvPr/>
          </p:nvSpPr>
          <p:spPr>
            <a:xfrm>
              <a:off x="2876479" y="1408113"/>
              <a:ext cx="4376824" cy="3806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logically-centralized routing controller</a:t>
              </a:r>
              <a:endParaRPr lang="en-US" altLang="zh-CN" sz="14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171030" name="Line 119"/>
          <p:cNvSpPr/>
          <p:nvPr/>
        </p:nvSpPr>
        <p:spPr>
          <a:xfrm flipH="1" flipV="1">
            <a:off x="4268788" y="5772150"/>
            <a:ext cx="0" cy="4032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" name="Freeform 122"/>
          <p:cNvSpPr/>
          <p:nvPr/>
        </p:nvSpPr>
        <p:spPr bwMode="auto">
          <a:xfrm flipH="1">
            <a:off x="6376988" y="4848225"/>
            <a:ext cx="407988" cy="371475"/>
          </a:xfrm>
          <a:custGeom>
            <a:avLst/>
            <a:gdLst>
              <a:gd name="T0" fmla="*/ 0 w 1443"/>
              <a:gd name="T1" fmla="*/ 0 h 816"/>
              <a:gd name="T2" fmla="*/ 0 w 1443"/>
              <a:gd name="T3" fmla="*/ 0 h 816"/>
              <a:gd name="T4" fmla="*/ 0 w 1443"/>
              <a:gd name="T5" fmla="*/ 0 h 816"/>
              <a:gd name="T6" fmla="*/ 0 w 1443"/>
              <a:gd name="T7" fmla="*/ 0 h 816"/>
              <a:gd name="T8" fmla="*/ 0 w 1443"/>
              <a:gd name="T9" fmla="*/ 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3"/>
              <a:gd name="T16" fmla="*/ 0 h 816"/>
              <a:gd name="T17" fmla="*/ 1443 w 1443"/>
              <a:gd name="T18" fmla="*/ 816 h 8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3" h="816">
                <a:moveTo>
                  <a:pt x="0" y="0"/>
                </a:moveTo>
                <a:cubicBezTo>
                  <a:pt x="571" y="285"/>
                  <a:pt x="856" y="408"/>
                  <a:pt x="1076" y="782"/>
                </a:cubicBezTo>
                <a:cubicBezTo>
                  <a:pt x="1185" y="775"/>
                  <a:pt x="1220" y="816"/>
                  <a:pt x="1320" y="788"/>
                </a:cubicBezTo>
                <a:cubicBezTo>
                  <a:pt x="1264" y="347"/>
                  <a:pt x="1276" y="352"/>
                  <a:pt x="1443" y="5"/>
                </a:cubicBezTo>
                <a:cubicBezTo>
                  <a:pt x="867" y="5"/>
                  <a:pt x="233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accent2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16200000" scaled="0"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31" name="Freeform 122"/>
          <p:cNvSpPr/>
          <p:nvPr/>
        </p:nvSpPr>
        <p:spPr bwMode="auto">
          <a:xfrm flipH="1">
            <a:off x="6942138" y="5053013"/>
            <a:ext cx="396875" cy="471488"/>
          </a:xfrm>
          <a:custGeom>
            <a:avLst/>
            <a:gdLst>
              <a:gd name="T0" fmla="*/ 0 w 1443"/>
              <a:gd name="T1" fmla="*/ 0 h 816"/>
              <a:gd name="T2" fmla="*/ 0 w 1443"/>
              <a:gd name="T3" fmla="*/ 0 h 816"/>
              <a:gd name="T4" fmla="*/ 0 w 1443"/>
              <a:gd name="T5" fmla="*/ 0 h 816"/>
              <a:gd name="T6" fmla="*/ 0 w 1443"/>
              <a:gd name="T7" fmla="*/ 0 h 816"/>
              <a:gd name="T8" fmla="*/ 0 w 1443"/>
              <a:gd name="T9" fmla="*/ 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3"/>
              <a:gd name="T16" fmla="*/ 0 h 816"/>
              <a:gd name="T17" fmla="*/ 1443 w 1443"/>
              <a:gd name="T18" fmla="*/ 816 h 816"/>
              <a:gd name="connsiteX0" fmla="*/ 0 w 12434"/>
              <a:gd name="connsiteY0" fmla="*/ 2860 h 12638"/>
              <a:gd name="connsiteX1" fmla="*/ 7457 w 12434"/>
              <a:gd name="connsiteY1" fmla="*/ 12443 h 12638"/>
              <a:gd name="connsiteX2" fmla="*/ 9148 w 12434"/>
              <a:gd name="connsiteY2" fmla="*/ 12517 h 12638"/>
              <a:gd name="connsiteX3" fmla="*/ 12434 w 12434"/>
              <a:gd name="connsiteY3" fmla="*/ 0 h 12638"/>
              <a:gd name="connsiteX4" fmla="*/ 0 w 12434"/>
              <a:gd name="connsiteY4" fmla="*/ 2860 h 12638"/>
              <a:gd name="connsiteX0-1" fmla="*/ 0 w 6870"/>
              <a:gd name="connsiteY0-2" fmla="*/ 0 h 12699"/>
              <a:gd name="connsiteX1-3" fmla="*/ 1893 w 6870"/>
              <a:gd name="connsiteY1-4" fmla="*/ 12504 h 12699"/>
              <a:gd name="connsiteX2-5" fmla="*/ 3584 w 6870"/>
              <a:gd name="connsiteY2-6" fmla="*/ 12578 h 12699"/>
              <a:gd name="connsiteX3-7" fmla="*/ 6870 w 6870"/>
              <a:gd name="connsiteY3-8" fmla="*/ 61 h 12699"/>
              <a:gd name="connsiteX4-9" fmla="*/ 0 w 6870"/>
              <a:gd name="connsiteY4-10" fmla="*/ 0 h 12699"/>
              <a:gd name="connsiteX0-11" fmla="*/ 0 w 10000"/>
              <a:gd name="connsiteY0-12" fmla="*/ 0 h 10000"/>
              <a:gd name="connsiteX1-13" fmla="*/ 2755 w 10000"/>
              <a:gd name="connsiteY1-14" fmla="*/ 9846 h 10000"/>
              <a:gd name="connsiteX2-15" fmla="*/ 5217 w 10000"/>
              <a:gd name="connsiteY2-16" fmla="*/ 9905 h 10000"/>
              <a:gd name="connsiteX3-17" fmla="*/ 10000 w 10000"/>
              <a:gd name="connsiteY3-18" fmla="*/ 48 h 10000"/>
              <a:gd name="connsiteX4-19" fmla="*/ 0 w 10000"/>
              <a:gd name="connsiteY4-20" fmla="*/ 0 h 10000"/>
              <a:gd name="connsiteX0-21" fmla="*/ 0 w 10000"/>
              <a:gd name="connsiteY0-22" fmla="*/ 0 h 10000"/>
              <a:gd name="connsiteX1-23" fmla="*/ 2755 w 10000"/>
              <a:gd name="connsiteY1-24" fmla="*/ 9846 h 10000"/>
              <a:gd name="connsiteX2-25" fmla="*/ 5217 w 10000"/>
              <a:gd name="connsiteY2-26" fmla="*/ 9905 h 10000"/>
              <a:gd name="connsiteX3-27" fmla="*/ 10000 w 10000"/>
              <a:gd name="connsiteY3-28" fmla="*/ 48 h 10000"/>
              <a:gd name="connsiteX4-29" fmla="*/ 0 w 10000"/>
              <a:gd name="connsiteY4-30" fmla="*/ 0 h 10000"/>
              <a:gd name="connsiteX0-31" fmla="*/ 0 w 10000"/>
              <a:gd name="connsiteY0-32" fmla="*/ 0 h 10000"/>
              <a:gd name="connsiteX1-33" fmla="*/ 2755 w 10000"/>
              <a:gd name="connsiteY1-34" fmla="*/ 9846 h 10000"/>
              <a:gd name="connsiteX2-35" fmla="*/ 5217 w 10000"/>
              <a:gd name="connsiteY2-36" fmla="*/ 9905 h 10000"/>
              <a:gd name="connsiteX3-37" fmla="*/ 10000 w 10000"/>
              <a:gd name="connsiteY3-38" fmla="*/ 48 h 10000"/>
              <a:gd name="connsiteX4-39" fmla="*/ 0 w 10000"/>
              <a:gd name="connsiteY4-40" fmla="*/ 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0" h="10000">
                <a:moveTo>
                  <a:pt x="0" y="0"/>
                </a:moveTo>
                <a:cubicBezTo>
                  <a:pt x="3229" y="5733"/>
                  <a:pt x="2358" y="5470"/>
                  <a:pt x="2755" y="9846"/>
                </a:cubicBezTo>
                <a:cubicBezTo>
                  <a:pt x="3854" y="9780"/>
                  <a:pt x="4208" y="10175"/>
                  <a:pt x="5217" y="9905"/>
                </a:cubicBezTo>
                <a:cubicBezTo>
                  <a:pt x="5361" y="4711"/>
                  <a:pt x="8316" y="3397"/>
                  <a:pt x="10000" y="48"/>
                </a:cubicBez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chemeClr val="accent2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16200000" scaled="0"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grpSp>
        <p:nvGrpSpPr>
          <p:cNvPr id="171033" name="Group 77"/>
          <p:cNvGrpSpPr/>
          <p:nvPr/>
        </p:nvGrpSpPr>
        <p:grpSpPr>
          <a:xfrm>
            <a:off x="6869113" y="5478463"/>
            <a:ext cx="501650" cy="233362"/>
            <a:chOff x="3600" y="219"/>
            <a:chExt cx="360" cy="175"/>
          </a:xfrm>
        </p:grpSpPr>
        <p:sp>
          <p:nvSpPr>
            <p:cNvPr id="171237" name="Oval 78"/>
            <p:cNvSpPr/>
            <p:nvPr/>
          </p:nvSpPr>
          <p:spPr>
            <a:xfrm>
              <a:off x="3603" y="298"/>
              <a:ext cx="357" cy="96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1238" name="Line 79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239" name="Line 80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240" name="Rectangle 81"/>
            <p:cNvSpPr/>
            <p:nvPr/>
          </p:nvSpPr>
          <p:spPr>
            <a:xfrm>
              <a:off x="3603" y="289"/>
              <a:ext cx="352" cy="58"/>
            </a:xfrm>
            <a:prstGeom prst="rect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1241" name="Oval 82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71242" name="Group 83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71247" name="Line 84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1248" name="Line 85"/>
              <p:cNvSpPr/>
              <p:nvPr/>
            </p:nvSpPr>
            <p:spPr>
              <a:xfrm>
                <a:off x="2944" y="943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1249" name="Line 86"/>
              <p:cNvSpPr/>
              <p:nvPr/>
            </p:nvSpPr>
            <p:spPr>
              <a:xfrm>
                <a:off x="2894" y="850"/>
                <a:ext cx="52" cy="9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71243" name="Group 87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71244" name="Line 88"/>
              <p:cNvSpPr/>
              <p:nvPr/>
            </p:nvSpPr>
            <p:spPr>
              <a:xfrm flipV="1">
                <a:off x="2848" y="846"/>
                <a:ext cx="50" cy="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1245" name="Line 89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1246" name="Line 90"/>
              <p:cNvSpPr/>
              <p:nvPr/>
            </p:nvSpPr>
            <p:spPr>
              <a:xfrm>
                <a:off x="2894" y="849"/>
                <a:ext cx="52" cy="9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48" name="Freeform 122"/>
          <p:cNvSpPr/>
          <p:nvPr/>
        </p:nvSpPr>
        <p:spPr bwMode="auto">
          <a:xfrm flipH="1">
            <a:off x="7232650" y="5572125"/>
            <a:ext cx="347663" cy="560388"/>
          </a:xfrm>
          <a:custGeom>
            <a:avLst/>
            <a:gdLst>
              <a:gd name="T0" fmla="*/ 0 w 1443"/>
              <a:gd name="T1" fmla="*/ 0 h 816"/>
              <a:gd name="T2" fmla="*/ 0 w 1443"/>
              <a:gd name="T3" fmla="*/ 0 h 816"/>
              <a:gd name="T4" fmla="*/ 0 w 1443"/>
              <a:gd name="T5" fmla="*/ 0 h 816"/>
              <a:gd name="T6" fmla="*/ 0 w 1443"/>
              <a:gd name="T7" fmla="*/ 0 h 816"/>
              <a:gd name="T8" fmla="*/ 0 w 1443"/>
              <a:gd name="T9" fmla="*/ 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3"/>
              <a:gd name="T16" fmla="*/ 0 h 816"/>
              <a:gd name="T17" fmla="*/ 1443 w 1443"/>
              <a:gd name="T18" fmla="*/ 816 h 816"/>
              <a:gd name="connsiteX0" fmla="*/ 0 w 12434"/>
              <a:gd name="connsiteY0" fmla="*/ 5781 h 9717"/>
              <a:gd name="connsiteX1" fmla="*/ 9891 w 12434"/>
              <a:gd name="connsiteY1" fmla="*/ 9522 h 9717"/>
              <a:gd name="connsiteX2" fmla="*/ 11582 w 12434"/>
              <a:gd name="connsiteY2" fmla="*/ 9596 h 9717"/>
              <a:gd name="connsiteX3" fmla="*/ 12434 w 12434"/>
              <a:gd name="connsiteY3" fmla="*/ 0 h 9717"/>
              <a:gd name="connsiteX4" fmla="*/ 0 w 12434"/>
              <a:gd name="connsiteY4" fmla="*/ 5781 h 9717"/>
              <a:gd name="connsiteX0-1" fmla="*/ 918 w 10233"/>
              <a:gd name="connsiteY0-2" fmla="*/ 8176 h 12226"/>
              <a:gd name="connsiteX1-3" fmla="*/ 8873 w 10233"/>
              <a:gd name="connsiteY1-4" fmla="*/ 12026 h 12226"/>
              <a:gd name="connsiteX2-5" fmla="*/ 10233 w 10233"/>
              <a:gd name="connsiteY2-6" fmla="*/ 12102 h 12226"/>
              <a:gd name="connsiteX3-7" fmla="*/ 1241 w 10233"/>
              <a:gd name="connsiteY3-8" fmla="*/ 0 h 12226"/>
              <a:gd name="connsiteX4-9" fmla="*/ 918 w 10233"/>
              <a:gd name="connsiteY4-10" fmla="*/ 8176 h 12226"/>
              <a:gd name="connsiteX0-11" fmla="*/ 918 w 10233"/>
              <a:gd name="connsiteY0-12" fmla="*/ 8176 h 12226"/>
              <a:gd name="connsiteX1-13" fmla="*/ 8873 w 10233"/>
              <a:gd name="connsiteY1-14" fmla="*/ 12026 h 12226"/>
              <a:gd name="connsiteX2-15" fmla="*/ 10233 w 10233"/>
              <a:gd name="connsiteY2-16" fmla="*/ 12102 h 12226"/>
              <a:gd name="connsiteX3-17" fmla="*/ 1241 w 10233"/>
              <a:gd name="connsiteY3-18" fmla="*/ 0 h 12226"/>
              <a:gd name="connsiteX4-19" fmla="*/ 918 w 10233"/>
              <a:gd name="connsiteY4-20" fmla="*/ 8176 h 12226"/>
              <a:gd name="connsiteX0-21" fmla="*/ 918 w 10233"/>
              <a:gd name="connsiteY0-22" fmla="*/ 8176 h 12226"/>
              <a:gd name="connsiteX1-23" fmla="*/ 8873 w 10233"/>
              <a:gd name="connsiteY1-24" fmla="*/ 12026 h 12226"/>
              <a:gd name="connsiteX2-25" fmla="*/ 10233 w 10233"/>
              <a:gd name="connsiteY2-26" fmla="*/ 12102 h 12226"/>
              <a:gd name="connsiteX3-27" fmla="*/ 1241 w 10233"/>
              <a:gd name="connsiteY3-28" fmla="*/ 0 h 12226"/>
              <a:gd name="connsiteX4-29" fmla="*/ 918 w 10233"/>
              <a:gd name="connsiteY4-30" fmla="*/ 8176 h 12226"/>
              <a:gd name="connsiteX0-31" fmla="*/ 0 w 9315"/>
              <a:gd name="connsiteY0-32" fmla="*/ 8176 h 12226"/>
              <a:gd name="connsiteX1-33" fmla="*/ 7955 w 9315"/>
              <a:gd name="connsiteY1-34" fmla="*/ 12026 h 12226"/>
              <a:gd name="connsiteX2-35" fmla="*/ 9315 w 9315"/>
              <a:gd name="connsiteY2-36" fmla="*/ 12102 h 12226"/>
              <a:gd name="connsiteX3-37" fmla="*/ 323 w 9315"/>
              <a:gd name="connsiteY3-38" fmla="*/ 0 h 12226"/>
              <a:gd name="connsiteX4-39" fmla="*/ 0 w 9315"/>
              <a:gd name="connsiteY4-40" fmla="*/ 8176 h 12226"/>
              <a:gd name="connsiteX0-41" fmla="*/ 0 w 10000"/>
              <a:gd name="connsiteY0-42" fmla="*/ 6778 h 10091"/>
              <a:gd name="connsiteX1-43" fmla="*/ 8540 w 10000"/>
              <a:gd name="connsiteY1-44" fmla="*/ 9927 h 10091"/>
              <a:gd name="connsiteX2-45" fmla="*/ 10000 w 10000"/>
              <a:gd name="connsiteY2-46" fmla="*/ 9990 h 10091"/>
              <a:gd name="connsiteX3-47" fmla="*/ 107 w 10000"/>
              <a:gd name="connsiteY3-48" fmla="*/ 0 h 10091"/>
              <a:gd name="connsiteX4-49" fmla="*/ 0 w 10000"/>
              <a:gd name="connsiteY4-50" fmla="*/ 6778 h 10091"/>
              <a:gd name="connsiteX0-51" fmla="*/ 0 w 10000"/>
              <a:gd name="connsiteY0-52" fmla="*/ 6778 h 10091"/>
              <a:gd name="connsiteX1-53" fmla="*/ 8540 w 10000"/>
              <a:gd name="connsiteY1-54" fmla="*/ 9927 h 10091"/>
              <a:gd name="connsiteX2-55" fmla="*/ 10000 w 10000"/>
              <a:gd name="connsiteY2-56" fmla="*/ 9990 h 10091"/>
              <a:gd name="connsiteX3-57" fmla="*/ 107 w 10000"/>
              <a:gd name="connsiteY3-58" fmla="*/ 0 h 10091"/>
              <a:gd name="connsiteX4-59" fmla="*/ 0 w 10000"/>
              <a:gd name="connsiteY4-60" fmla="*/ 6778 h 10091"/>
              <a:gd name="connsiteX0-61" fmla="*/ 0 w 10000"/>
              <a:gd name="connsiteY0-62" fmla="*/ 6778 h 10838"/>
              <a:gd name="connsiteX1-63" fmla="*/ 8900 w 10000"/>
              <a:gd name="connsiteY1-64" fmla="*/ 10838 h 10838"/>
              <a:gd name="connsiteX2-65" fmla="*/ 10000 w 10000"/>
              <a:gd name="connsiteY2-66" fmla="*/ 9990 h 10838"/>
              <a:gd name="connsiteX3-67" fmla="*/ 107 w 10000"/>
              <a:gd name="connsiteY3-68" fmla="*/ 0 h 10838"/>
              <a:gd name="connsiteX4-69" fmla="*/ 0 w 10000"/>
              <a:gd name="connsiteY4-70" fmla="*/ 6778 h 10838"/>
              <a:gd name="connsiteX0-71" fmla="*/ 0 w 9339"/>
              <a:gd name="connsiteY0-72" fmla="*/ 6778 h 10838"/>
              <a:gd name="connsiteX1-73" fmla="*/ 8900 w 9339"/>
              <a:gd name="connsiteY1-74" fmla="*/ 10838 h 10838"/>
              <a:gd name="connsiteX2-75" fmla="*/ 9339 w 9339"/>
              <a:gd name="connsiteY2-76" fmla="*/ 8351 h 10838"/>
              <a:gd name="connsiteX3-77" fmla="*/ 107 w 9339"/>
              <a:gd name="connsiteY3-78" fmla="*/ 0 h 10838"/>
              <a:gd name="connsiteX4-79" fmla="*/ 0 w 9339"/>
              <a:gd name="connsiteY4-80" fmla="*/ 6778 h 10838"/>
              <a:gd name="connsiteX0-81" fmla="*/ 0 w 10000"/>
              <a:gd name="connsiteY0-82" fmla="*/ 6254 h 10000"/>
              <a:gd name="connsiteX1-83" fmla="*/ 9530 w 10000"/>
              <a:gd name="connsiteY1-84" fmla="*/ 10000 h 10000"/>
              <a:gd name="connsiteX2-85" fmla="*/ 10000 w 10000"/>
              <a:gd name="connsiteY2-86" fmla="*/ 7705 h 10000"/>
              <a:gd name="connsiteX3-87" fmla="*/ 115 w 10000"/>
              <a:gd name="connsiteY3-88" fmla="*/ 0 h 10000"/>
              <a:gd name="connsiteX4-89" fmla="*/ 0 w 10000"/>
              <a:gd name="connsiteY4-90" fmla="*/ 6254 h 10000"/>
              <a:gd name="connsiteX0-91" fmla="*/ 0 w 10000"/>
              <a:gd name="connsiteY0-92" fmla="*/ 6254 h 10000"/>
              <a:gd name="connsiteX1-93" fmla="*/ 9530 w 10000"/>
              <a:gd name="connsiteY1-94" fmla="*/ 10000 h 10000"/>
              <a:gd name="connsiteX2-95" fmla="*/ 10000 w 10000"/>
              <a:gd name="connsiteY2-96" fmla="*/ 7705 h 10000"/>
              <a:gd name="connsiteX3-97" fmla="*/ 115 w 10000"/>
              <a:gd name="connsiteY3-98" fmla="*/ 0 h 10000"/>
              <a:gd name="connsiteX4-99" fmla="*/ 0 w 10000"/>
              <a:gd name="connsiteY4-100" fmla="*/ 6254 h 10000"/>
              <a:gd name="connsiteX0-101" fmla="*/ 0 w 10000"/>
              <a:gd name="connsiteY0-102" fmla="*/ 6254 h 10000"/>
              <a:gd name="connsiteX1-103" fmla="*/ 9530 w 10000"/>
              <a:gd name="connsiteY1-104" fmla="*/ 10000 h 10000"/>
              <a:gd name="connsiteX2-105" fmla="*/ 10000 w 10000"/>
              <a:gd name="connsiteY2-106" fmla="*/ 7705 h 10000"/>
              <a:gd name="connsiteX3-107" fmla="*/ 115 w 10000"/>
              <a:gd name="connsiteY3-108" fmla="*/ 0 h 10000"/>
              <a:gd name="connsiteX4-109" fmla="*/ 0 w 10000"/>
              <a:gd name="connsiteY4-110" fmla="*/ 6254 h 10000"/>
              <a:gd name="connsiteX0-111" fmla="*/ 20 w 10020"/>
              <a:gd name="connsiteY0-112" fmla="*/ 7598 h 11344"/>
              <a:gd name="connsiteX1-113" fmla="*/ 9550 w 10020"/>
              <a:gd name="connsiteY1-114" fmla="*/ 11344 h 11344"/>
              <a:gd name="connsiteX2-115" fmla="*/ 10020 w 10020"/>
              <a:gd name="connsiteY2-116" fmla="*/ 9049 h 11344"/>
              <a:gd name="connsiteX3-117" fmla="*/ 71 w 10020"/>
              <a:gd name="connsiteY3-118" fmla="*/ 0 h 11344"/>
              <a:gd name="connsiteX4-119" fmla="*/ 20 w 10020"/>
              <a:gd name="connsiteY4-120" fmla="*/ 7598 h 11344"/>
              <a:gd name="connsiteX0-121" fmla="*/ 20 w 10020"/>
              <a:gd name="connsiteY0-122" fmla="*/ 7598 h 11344"/>
              <a:gd name="connsiteX1-123" fmla="*/ 9550 w 10020"/>
              <a:gd name="connsiteY1-124" fmla="*/ 11344 h 11344"/>
              <a:gd name="connsiteX2-125" fmla="*/ 10020 w 10020"/>
              <a:gd name="connsiteY2-126" fmla="*/ 9049 h 11344"/>
              <a:gd name="connsiteX3-127" fmla="*/ 71 w 10020"/>
              <a:gd name="connsiteY3-128" fmla="*/ 0 h 11344"/>
              <a:gd name="connsiteX4-129" fmla="*/ 20 w 10020"/>
              <a:gd name="connsiteY4-130" fmla="*/ 7598 h 11344"/>
              <a:gd name="connsiteX0-131" fmla="*/ 20 w 10020"/>
              <a:gd name="connsiteY0-132" fmla="*/ 7598 h 11260"/>
              <a:gd name="connsiteX1-133" fmla="*/ 9743 w 10020"/>
              <a:gd name="connsiteY1-134" fmla="*/ 11260 h 11260"/>
              <a:gd name="connsiteX2-135" fmla="*/ 10020 w 10020"/>
              <a:gd name="connsiteY2-136" fmla="*/ 9049 h 11260"/>
              <a:gd name="connsiteX3-137" fmla="*/ 71 w 10020"/>
              <a:gd name="connsiteY3-138" fmla="*/ 0 h 11260"/>
              <a:gd name="connsiteX4-139" fmla="*/ 20 w 10020"/>
              <a:gd name="connsiteY4-140" fmla="*/ 7598 h 11260"/>
              <a:gd name="connsiteX0-141" fmla="*/ 20 w 10020"/>
              <a:gd name="connsiteY0-142" fmla="*/ 7598 h 11260"/>
              <a:gd name="connsiteX1-143" fmla="*/ 9743 w 10020"/>
              <a:gd name="connsiteY1-144" fmla="*/ 11260 h 11260"/>
              <a:gd name="connsiteX2-145" fmla="*/ 10020 w 10020"/>
              <a:gd name="connsiteY2-146" fmla="*/ 9049 h 11260"/>
              <a:gd name="connsiteX3-147" fmla="*/ 71 w 10020"/>
              <a:gd name="connsiteY3-148" fmla="*/ 0 h 11260"/>
              <a:gd name="connsiteX4-149" fmla="*/ 20 w 10020"/>
              <a:gd name="connsiteY4-150" fmla="*/ 7598 h 11260"/>
              <a:gd name="connsiteX0-151" fmla="*/ 174 w 10174"/>
              <a:gd name="connsiteY0-152" fmla="*/ 9049 h 12711"/>
              <a:gd name="connsiteX1-153" fmla="*/ 9897 w 10174"/>
              <a:gd name="connsiteY1-154" fmla="*/ 12711 h 12711"/>
              <a:gd name="connsiteX2-155" fmla="*/ 10174 w 10174"/>
              <a:gd name="connsiteY2-156" fmla="*/ 10500 h 12711"/>
              <a:gd name="connsiteX3-157" fmla="*/ 53 w 10174"/>
              <a:gd name="connsiteY3-158" fmla="*/ 0 h 12711"/>
              <a:gd name="connsiteX4-159" fmla="*/ 174 w 10174"/>
              <a:gd name="connsiteY4-160" fmla="*/ 9049 h 1271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174" h="12711">
                <a:moveTo>
                  <a:pt x="174" y="9049"/>
                </a:moveTo>
                <a:cubicBezTo>
                  <a:pt x="4475" y="9662"/>
                  <a:pt x="4372" y="8900"/>
                  <a:pt x="9897" y="12711"/>
                </a:cubicBezTo>
                <a:cubicBezTo>
                  <a:pt x="9952" y="11889"/>
                  <a:pt x="9533" y="10766"/>
                  <a:pt x="10174" y="10500"/>
                </a:cubicBezTo>
                <a:cubicBezTo>
                  <a:pt x="2742" y="6806"/>
                  <a:pt x="2583" y="3892"/>
                  <a:pt x="53" y="0"/>
                </a:cubicBezTo>
                <a:cubicBezTo>
                  <a:pt x="-167" y="3529"/>
                  <a:pt x="382" y="5436"/>
                  <a:pt x="174" y="9049"/>
                </a:cubicBezTo>
                <a:close/>
              </a:path>
            </a:pathLst>
          </a:custGeom>
          <a:gradFill rotWithShape="1">
            <a:gsLst>
              <a:gs pos="0">
                <a:schemeClr val="accent2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49" name="Freeform 122"/>
          <p:cNvSpPr/>
          <p:nvPr/>
        </p:nvSpPr>
        <p:spPr bwMode="auto">
          <a:xfrm flipH="1">
            <a:off x="4087813" y="5051425"/>
            <a:ext cx="2146300" cy="454025"/>
          </a:xfrm>
          <a:custGeom>
            <a:avLst/>
            <a:gdLst>
              <a:gd name="T0" fmla="*/ 0 w 1443"/>
              <a:gd name="T1" fmla="*/ 0 h 816"/>
              <a:gd name="T2" fmla="*/ 0 w 1443"/>
              <a:gd name="T3" fmla="*/ 0 h 816"/>
              <a:gd name="T4" fmla="*/ 0 w 1443"/>
              <a:gd name="T5" fmla="*/ 0 h 816"/>
              <a:gd name="T6" fmla="*/ 0 w 1443"/>
              <a:gd name="T7" fmla="*/ 0 h 816"/>
              <a:gd name="T8" fmla="*/ 0 w 1443"/>
              <a:gd name="T9" fmla="*/ 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3"/>
              <a:gd name="T16" fmla="*/ 0 h 816"/>
              <a:gd name="T17" fmla="*/ 1443 w 1443"/>
              <a:gd name="T18" fmla="*/ 816 h 816"/>
              <a:gd name="connsiteX0" fmla="*/ 0 w 10151"/>
              <a:gd name="connsiteY0" fmla="*/ 0 h 10495"/>
              <a:gd name="connsiteX1" fmla="*/ 7457 w 10151"/>
              <a:gd name="connsiteY1" fmla="*/ 9583 h 10495"/>
              <a:gd name="connsiteX2" fmla="*/ 10151 w 10151"/>
              <a:gd name="connsiteY2" fmla="*/ 10437 h 10495"/>
              <a:gd name="connsiteX3" fmla="*/ 10000 w 10151"/>
              <a:gd name="connsiteY3" fmla="*/ 61 h 10495"/>
              <a:gd name="connsiteX4" fmla="*/ 0 w 10151"/>
              <a:gd name="connsiteY4" fmla="*/ 0 h 10495"/>
              <a:gd name="connsiteX0-1" fmla="*/ 0 w 10151"/>
              <a:gd name="connsiteY0-2" fmla="*/ 0 h 10515"/>
              <a:gd name="connsiteX1-3" fmla="*/ 6036 w 10151"/>
              <a:gd name="connsiteY1-4" fmla="*/ 9973 h 10515"/>
              <a:gd name="connsiteX2-5" fmla="*/ 10151 w 10151"/>
              <a:gd name="connsiteY2-6" fmla="*/ 10437 h 10515"/>
              <a:gd name="connsiteX3-7" fmla="*/ 10000 w 10151"/>
              <a:gd name="connsiteY3-8" fmla="*/ 61 h 10515"/>
              <a:gd name="connsiteX4-9" fmla="*/ 0 w 10151"/>
              <a:gd name="connsiteY4-10" fmla="*/ 0 h 10515"/>
              <a:gd name="connsiteX0-11" fmla="*/ 0 w 11989"/>
              <a:gd name="connsiteY0-12" fmla="*/ 0 h 15715"/>
              <a:gd name="connsiteX1-13" fmla="*/ 7874 w 11989"/>
              <a:gd name="connsiteY1-14" fmla="*/ 15173 h 15715"/>
              <a:gd name="connsiteX2-15" fmla="*/ 11989 w 11989"/>
              <a:gd name="connsiteY2-16" fmla="*/ 15637 h 15715"/>
              <a:gd name="connsiteX3-17" fmla="*/ 11838 w 11989"/>
              <a:gd name="connsiteY3-18" fmla="*/ 5261 h 15715"/>
              <a:gd name="connsiteX4-19" fmla="*/ 0 w 11989"/>
              <a:gd name="connsiteY4-20" fmla="*/ 0 h 15715"/>
              <a:gd name="connsiteX0-21" fmla="*/ 0 w 13760"/>
              <a:gd name="connsiteY0-22" fmla="*/ 0 h 15715"/>
              <a:gd name="connsiteX1-23" fmla="*/ 7874 w 13760"/>
              <a:gd name="connsiteY1-24" fmla="*/ 15173 h 15715"/>
              <a:gd name="connsiteX2-25" fmla="*/ 11989 w 13760"/>
              <a:gd name="connsiteY2-26" fmla="*/ 15637 h 15715"/>
              <a:gd name="connsiteX3-27" fmla="*/ 13760 w 13760"/>
              <a:gd name="connsiteY3-28" fmla="*/ 61 h 15715"/>
              <a:gd name="connsiteX4-29" fmla="*/ 0 w 13760"/>
              <a:gd name="connsiteY4-30" fmla="*/ 0 h 15715"/>
              <a:gd name="connsiteX0-31" fmla="*/ 0 w 13760"/>
              <a:gd name="connsiteY0-32" fmla="*/ 0 h 15758"/>
              <a:gd name="connsiteX1-33" fmla="*/ 8292 w 13760"/>
              <a:gd name="connsiteY1-34" fmla="*/ 15563 h 15758"/>
              <a:gd name="connsiteX2-35" fmla="*/ 11989 w 13760"/>
              <a:gd name="connsiteY2-36" fmla="*/ 15637 h 15758"/>
              <a:gd name="connsiteX3-37" fmla="*/ 13760 w 13760"/>
              <a:gd name="connsiteY3-38" fmla="*/ 61 h 15758"/>
              <a:gd name="connsiteX4-39" fmla="*/ 0 w 13760"/>
              <a:gd name="connsiteY4-40" fmla="*/ 0 h 15758"/>
              <a:gd name="connsiteX0-41" fmla="*/ 0 w 24624"/>
              <a:gd name="connsiteY0-42" fmla="*/ 849 h 16607"/>
              <a:gd name="connsiteX1-43" fmla="*/ 8292 w 24624"/>
              <a:gd name="connsiteY1-44" fmla="*/ 16412 h 16607"/>
              <a:gd name="connsiteX2-45" fmla="*/ 11989 w 24624"/>
              <a:gd name="connsiteY2-46" fmla="*/ 16486 h 16607"/>
              <a:gd name="connsiteX3-47" fmla="*/ 24624 w 24624"/>
              <a:gd name="connsiteY3-48" fmla="*/ 0 h 16607"/>
              <a:gd name="connsiteX4-49" fmla="*/ 0 w 24624"/>
              <a:gd name="connsiteY4-50" fmla="*/ 849 h 16607"/>
              <a:gd name="connsiteX0-51" fmla="*/ 0 w 24624"/>
              <a:gd name="connsiteY0-52" fmla="*/ 849 h 16607"/>
              <a:gd name="connsiteX1-53" fmla="*/ 8292 w 24624"/>
              <a:gd name="connsiteY1-54" fmla="*/ 16412 h 16607"/>
              <a:gd name="connsiteX2-55" fmla="*/ 11989 w 24624"/>
              <a:gd name="connsiteY2-56" fmla="*/ 16486 h 16607"/>
              <a:gd name="connsiteX3-57" fmla="*/ 24624 w 24624"/>
              <a:gd name="connsiteY3-58" fmla="*/ 0 h 16607"/>
              <a:gd name="connsiteX4-59" fmla="*/ 0 w 24624"/>
              <a:gd name="connsiteY4-60" fmla="*/ 849 h 16607"/>
              <a:gd name="connsiteX0-61" fmla="*/ 0 w 28801"/>
              <a:gd name="connsiteY0-62" fmla="*/ 0 h 18057"/>
              <a:gd name="connsiteX1-63" fmla="*/ 12469 w 28801"/>
              <a:gd name="connsiteY1-64" fmla="*/ 17862 h 18057"/>
              <a:gd name="connsiteX2-65" fmla="*/ 16166 w 28801"/>
              <a:gd name="connsiteY2-66" fmla="*/ 17936 h 18057"/>
              <a:gd name="connsiteX3-67" fmla="*/ 28801 w 28801"/>
              <a:gd name="connsiteY3-68" fmla="*/ 1450 h 18057"/>
              <a:gd name="connsiteX4-69" fmla="*/ 0 w 28801"/>
              <a:gd name="connsiteY4-70" fmla="*/ 0 h 18057"/>
              <a:gd name="connsiteX0-71" fmla="*/ 0 w 37155"/>
              <a:gd name="connsiteY0-72" fmla="*/ 0 h 18057"/>
              <a:gd name="connsiteX1-73" fmla="*/ 12469 w 37155"/>
              <a:gd name="connsiteY1-74" fmla="*/ 17862 h 18057"/>
              <a:gd name="connsiteX2-75" fmla="*/ 16166 w 37155"/>
              <a:gd name="connsiteY2-76" fmla="*/ 17936 h 18057"/>
              <a:gd name="connsiteX3-77" fmla="*/ 37155 w 37155"/>
              <a:gd name="connsiteY3-78" fmla="*/ 50 h 18057"/>
              <a:gd name="connsiteX4-79" fmla="*/ 0 w 37155"/>
              <a:gd name="connsiteY4-80" fmla="*/ 0 h 1805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7155" h="18057">
                <a:moveTo>
                  <a:pt x="0" y="0"/>
                </a:moveTo>
                <a:cubicBezTo>
                  <a:pt x="3957" y="3493"/>
                  <a:pt x="10944" y="13279"/>
                  <a:pt x="12469" y="17862"/>
                </a:cubicBezTo>
                <a:cubicBezTo>
                  <a:pt x="13224" y="17777"/>
                  <a:pt x="15473" y="18279"/>
                  <a:pt x="16166" y="17936"/>
                </a:cubicBezTo>
                <a:cubicBezTo>
                  <a:pt x="15778" y="12531"/>
                  <a:pt x="29146" y="3783"/>
                  <a:pt x="37155" y="50"/>
                </a:cubicBez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chemeClr val="accent2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16200000" scaled="0"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71036" name="Text Box 100"/>
          <p:cNvSpPr txBox="1"/>
          <p:nvPr/>
        </p:nvSpPr>
        <p:spPr>
          <a:xfrm>
            <a:off x="5597525" y="5221288"/>
            <a:ext cx="325438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</a:t>
            </a:r>
            <a:endParaRPr lang="en-US" altLang="zh-CN" sz="1800" b="1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71037" name="Group 7"/>
          <p:cNvGrpSpPr/>
          <p:nvPr/>
        </p:nvGrpSpPr>
        <p:grpSpPr>
          <a:xfrm>
            <a:off x="5172075" y="5500688"/>
            <a:ext cx="501650" cy="233362"/>
            <a:chOff x="3600" y="219"/>
            <a:chExt cx="360" cy="175"/>
          </a:xfrm>
        </p:grpSpPr>
        <p:sp>
          <p:nvSpPr>
            <p:cNvPr id="171224" name="Oval 8"/>
            <p:cNvSpPr/>
            <p:nvPr/>
          </p:nvSpPr>
          <p:spPr>
            <a:xfrm>
              <a:off x="3603" y="298"/>
              <a:ext cx="357" cy="96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1225" name="Line 9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226" name="Line 10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227" name="Rectangle 11"/>
            <p:cNvSpPr/>
            <p:nvPr/>
          </p:nvSpPr>
          <p:spPr>
            <a:xfrm>
              <a:off x="3603" y="289"/>
              <a:ext cx="352" cy="58"/>
            </a:xfrm>
            <a:prstGeom prst="rect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1228" name="Oval 12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71229" name="Group 13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71234" name="Line 14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1235" name="Line 15"/>
              <p:cNvSpPr/>
              <p:nvPr/>
            </p:nvSpPr>
            <p:spPr>
              <a:xfrm>
                <a:off x="2944" y="943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1236" name="Line 16"/>
              <p:cNvSpPr/>
              <p:nvPr/>
            </p:nvSpPr>
            <p:spPr>
              <a:xfrm>
                <a:off x="2894" y="850"/>
                <a:ext cx="52" cy="9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71230" name="Group 17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71231" name="Line 18"/>
              <p:cNvSpPr/>
              <p:nvPr/>
            </p:nvSpPr>
            <p:spPr>
              <a:xfrm flipV="1">
                <a:off x="2848" y="846"/>
                <a:ext cx="50" cy="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1232" name="Line 19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1233" name="Line 20"/>
              <p:cNvSpPr/>
              <p:nvPr/>
            </p:nvSpPr>
            <p:spPr>
              <a:xfrm>
                <a:off x="2894" y="849"/>
                <a:ext cx="52" cy="9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171038" name="Freeform 120"/>
          <p:cNvSpPr/>
          <p:nvPr/>
        </p:nvSpPr>
        <p:spPr>
          <a:xfrm>
            <a:off x="5105400" y="5621338"/>
            <a:ext cx="982663" cy="21590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10042" h="10522">
                <a:moveTo>
                  <a:pt x="0" y="142"/>
                </a:moveTo>
                <a:cubicBezTo>
                  <a:pt x="3431" y="-228"/>
                  <a:pt x="4080" y="76"/>
                  <a:pt x="5443" y="1698"/>
                </a:cubicBezTo>
                <a:cubicBezTo>
                  <a:pt x="6937" y="3705"/>
                  <a:pt x="9198" y="6895"/>
                  <a:pt x="10042" y="10522"/>
                </a:cubicBezTo>
              </a:path>
            </a:pathLst>
          </a:custGeom>
          <a:noFill/>
          <a:ln w="57150" cap="flat" cmpd="sng">
            <a:solidFill>
              <a:srgbClr val="FF33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cxnSp>
        <p:nvCxnSpPr>
          <p:cNvPr id="171039" name="Straight Connector 65"/>
          <p:cNvCxnSpPr/>
          <p:nvPr/>
        </p:nvCxnSpPr>
        <p:spPr>
          <a:xfrm>
            <a:off x="4260850" y="5473700"/>
            <a:ext cx="7938" cy="2381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7" name="Freeform 122"/>
          <p:cNvSpPr/>
          <p:nvPr/>
        </p:nvSpPr>
        <p:spPr bwMode="auto">
          <a:xfrm flipH="1">
            <a:off x="6003925" y="6084888"/>
            <a:ext cx="2181225" cy="396875"/>
          </a:xfrm>
          <a:custGeom>
            <a:avLst/>
            <a:gdLst>
              <a:gd name="T0" fmla="*/ 0 w 1443"/>
              <a:gd name="T1" fmla="*/ 0 h 816"/>
              <a:gd name="T2" fmla="*/ 0 w 1443"/>
              <a:gd name="T3" fmla="*/ 0 h 816"/>
              <a:gd name="T4" fmla="*/ 0 w 1443"/>
              <a:gd name="T5" fmla="*/ 0 h 816"/>
              <a:gd name="T6" fmla="*/ 0 w 1443"/>
              <a:gd name="T7" fmla="*/ 0 h 816"/>
              <a:gd name="T8" fmla="*/ 0 w 1443"/>
              <a:gd name="T9" fmla="*/ 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3"/>
              <a:gd name="T16" fmla="*/ 0 h 816"/>
              <a:gd name="T17" fmla="*/ 1443 w 1443"/>
              <a:gd name="T18" fmla="*/ 816 h 816"/>
              <a:gd name="connsiteX0" fmla="*/ 0 w 12434"/>
              <a:gd name="connsiteY0" fmla="*/ 5781 h 9717"/>
              <a:gd name="connsiteX1" fmla="*/ 9891 w 12434"/>
              <a:gd name="connsiteY1" fmla="*/ 9522 h 9717"/>
              <a:gd name="connsiteX2" fmla="*/ 11582 w 12434"/>
              <a:gd name="connsiteY2" fmla="*/ 9596 h 9717"/>
              <a:gd name="connsiteX3" fmla="*/ 12434 w 12434"/>
              <a:gd name="connsiteY3" fmla="*/ 0 h 9717"/>
              <a:gd name="connsiteX4" fmla="*/ 0 w 12434"/>
              <a:gd name="connsiteY4" fmla="*/ 5781 h 9717"/>
              <a:gd name="connsiteX0-1" fmla="*/ 918 w 10233"/>
              <a:gd name="connsiteY0-2" fmla="*/ 8176 h 12226"/>
              <a:gd name="connsiteX1-3" fmla="*/ 8873 w 10233"/>
              <a:gd name="connsiteY1-4" fmla="*/ 12026 h 12226"/>
              <a:gd name="connsiteX2-5" fmla="*/ 10233 w 10233"/>
              <a:gd name="connsiteY2-6" fmla="*/ 12102 h 12226"/>
              <a:gd name="connsiteX3-7" fmla="*/ 1241 w 10233"/>
              <a:gd name="connsiteY3-8" fmla="*/ 0 h 12226"/>
              <a:gd name="connsiteX4-9" fmla="*/ 918 w 10233"/>
              <a:gd name="connsiteY4-10" fmla="*/ 8176 h 12226"/>
              <a:gd name="connsiteX0-11" fmla="*/ 918 w 10233"/>
              <a:gd name="connsiteY0-12" fmla="*/ 8176 h 12226"/>
              <a:gd name="connsiteX1-13" fmla="*/ 8873 w 10233"/>
              <a:gd name="connsiteY1-14" fmla="*/ 12026 h 12226"/>
              <a:gd name="connsiteX2-15" fmla="*/ 10233 w 10233"/>
              <a:gd name="connsiteY2-16" fmla="*/ 12102 h 12226"/>
              <a:gd name="connsiteX3-17" fmla="*/ 1241 w 10233"/>
              <a:gd name="connsiteY3-18" fmla="*/ 0 h 12226"/>
              <a:gd name="connsiteX4-19" fmla="*/ 918 w 10233"/>
              <a:gd name="connsiteY4-20" fmla="*/ 8176 h 12226"/>
              <a:gd name="connsiteX0-21" fmla="*/ 918 w 10233"/>
              <a:gd name="connsiteY0-22" fmla="*/ 8176 h 12226"/>
              <a:gd name="connsiteX1-23" fmla="*/ 8873 w 10233"/>
              <a:gd name="connsiteY1-24" fmla="*/ 12026 h 12226"/>
              <a:gd name="connsiteX2-25" fmla="*/ 10233 w 10233"/>
              <a:gd name="connsiteY2-26" fmla="*/ 12102 h 12226"/>
              <a:gd name="connsiteX3-27" fmla="*/ 1241 w 10233"/>
              <a:gd name="connsiteY3-28" fmla="*/ 0 h 12226"/>
              <a:gd name="connsiteX4-29" fmla="*/ 918 w 10233"/>
              <a:gd name="connsiteY4-30" fmla="*/ 8176 h 12226"/>
              <a:gd name="connsiteX0-31" fmla="*/ 0 w 9315"/>
              <a:gd name="connsiteY0-32" fmla="*/ 8176 h 12226"/>
              <a:gd name="connsiteX1-33" fmla="*/ 7955 w 9315"/>
              <a:gd name="connsiteY1-34" fmla="*/ 12026 h 12226"/>
              <a:gd name="connsiteX2-35" fmla="*/ 9315 w 9315"/>
              <a:gd name="connsiteY2-36" fmla="*/ 12102 h 12226"/>
              <a:gd name="connsiteX3-37" fmla="*/ 323 w 9315"/>
              <a:gd name="connsiteY3-38" fmla="*/ 0 h 12226"/>
              <a:gd name="connsiteX4-39" fmla="*/ 0 w 9315"/>
              <a:gd name="connsiteY4-40" fmla="*/ 8176 h 12226"/>
              <a:gd name="connsiteX0-41" fmla="*/ 0 w 10000"/>
              <a:gd name="connsiteY0-42" fmla="*/ 6778 h 10091"/>
              <a:gd name="connsiteX1-43" fmla="*/ 8540 w 10000"/>
              <a:gd name="connsiteY1-44" fmla="*/ 9927 h 10091"/>
              <a:gd name="connsiteX2-45" fmla="*/ 10000 w 10000"/>
              <a:gd name="connsiteY2-46" fmla="*/ 9990 h 10091"/>
              <a:gd name="connsiteX3-47" fmla="*/ 107 w 10000"/>
              <a:gd name="connsiteY3-48" fmla="*/ 0 h 10091"/>
              <a:gd name="connsiteX4-49" fmla="*/ 0 w 10000"/>
              <a:gd name="connsiteY4-50" fmla="*/ 6778 h 10091"/>
              <a:gd name="connsiteX0-51" fmla="*/ 0 w 10000"/>
              <a:gd name="connsiteY0-52" fmla="*/ 6778 h 10091"/>
              <a:gd name="connsiteX1-53" fmla="*/ 8540 w 10000"/>
              <a:gd name="connsiteY1-54" fmla="*/ 9927 h 10091"/>
              <a:gd name="connsiteX2-55" fmla="*/ 10000 w 10000"/>
              <a:gd name="connsiteY2-56" fmla="*/ 9990 h 10091"/>
              <a:gd name="connsiteX3-57" fmla="*/ 107 w 10000"/>
              <a:gd name="connsiteY3-58" fmla="*/ 0 h 10091"/>
              <a:gd name="connsiteX4-59" fmla="*/ 0 w 10000"/>
              <a:gd name="connsiteY4-60" fmla="*/ 6778 h 10091"/>
              <a:gd name="connsiteX0-61" fmla="*/ 0 w 10000"/>
              <a:gd name="connsiteY0-62" fmla="*/ 6778 h 10838"/>
              <a:gd name="connsiteX1-63" fmla="*/ 8900 w 10000"/>
              <a:gd name="connsiteY1-64" fmla="*/ 10838 h 10838"/>
              <a:gd name="connsiteX2-65" fmla="*/ 10000 w 10000"/>
              <a:gd name="connsiteY2-66" fmla="*/ 9990 h 10838"/>
              <a:gd name="connsiteX3-67" fmla="*/ 107 w 10000"/>
              <a:gd name="connsiteY3-68" fmla="*/ 0 h 10838"/>
              <a:gd name="connsiteX4-69" fmla="*/ 0 w 10000"/>
              <a:gd name="connsiteY4-70" fmla="*/ 6778 h 10838"/>
              <a:gd name="connsiteX0-71" fmla="*/ 0 w 9339"/>
              <a:gd name="connsiteY0-72" fmla="*/ 6778 h 10838"/>
              <a:gd name="connsiteX1-73" fmla="*/ 8900 w 9339"/>
              <a:gd name="connsiteY1-74" fmla="*/ 10838 h 10838"/>
              <a:gd name="connsiteX2-75" fmla="*/ 9339 w 9339"/>
              <a:gd name="connsiteY2-76" fmla="*/ 8351 h 10838"/>
              <a:gd name="connsiteX3-77" fmla="*/ 107 w 9339"/>
              <a:gd name="connsiteY3-78" fmla="*/ 0 h 10838"/>
              <a:gd name="connsiteX4-79" fmla="*/ 0 w 9339"/>
              <a:gd name="connsiteY4-80" fmla="*/ 6778 h 10838"/>
              <a:gd name="connsiteX0-81" fmla="*/ 0 w 10000"/>
              <a:gd name="connsiteY0-82" fmla="*/ 6254 h 10000"/>
              <a:gd name="connsiteX1-83" fmla="*/ 9530 w 10000"/>
              <a:gd name="connsiteY1-84" fmla="*/ 10000 h 10000"/>
              <a:gd name="connsiteX2-85" fmla="*/ 10000 w 10000"/>
              <a:gd name="connsiteY2-86" fmla="*/ 7705 h 10000"/>
              <a:gd name="connsiteX3-87" fmla="*/ 115 w 10000"/>
              <a:gd name="connsiteY3-88" fmla="*/ 0 h 10000"/>
              <a:gd name="connsiteX4-89" fmla="*/ 0 w 10000"/>
              <a:gd name="connsiteY4-90" fmla="*/ 6254 h 10000"/>
              <a:gd name="connsiteX0-91" fmla="*/ 0 w 10000"/>
              <a:gd name="connsiteY0-92" fmla="*/ 6254 h 10000"/>
              <a:gd name="connsiteX1-93" fmla="*/ 9530 w 10000"/>
              <a:gd name="connsiteY1-94" fmla="*/ 10000 h 10000"/>
              <a:gd name="connsiteX2-95" fmla="*/ 10000 w 10000"/>
              <a:gd name="connsiteY2-96" fmla="*/ 7705 h 10000"/>
              <a:gd name="connsiteX3-97" fmla="*/ 115 w 10000"/>
              <a:gd name="connsiteY3-98" fmla="*/ 0 h 10000"/>
              <a:gd name="connsiteX4-99" fmla="*/ 0 w 10000"/>
              <a:gd name="connsiteY4-100" fmla="*/ 6254 h 10000"/>
              <a:gd name="connsiteX0-101" fmla="*/ 0 w 10000"/>
              <a:gd name="connsiteY0-102" fmla="*/ 6254 h 10000"/>
              <a:gd name="connsiteX1-103" fmla="*/ 9530 w 10000"/>
              <a:gd name="connsiteY1-104" fmla="*/ 10000 h 10000"/>
              <a:gd name="connsiteX2-105" fmla="*/ 10000 w 10000"/>
              <a:gd name="connsiteY2-106" fmla="*/ 7705 h 10000"/>
              <a:gd name="connsiteX3-107" fmla="*/ 115 w 10000"/>
              <a:gd name="connsiteY3-108" fmla="*/ 0 h 10000"/>
              <a:gd name="connsiteX4-109" fmla="*/ 0 w 10000"/>
              <a:gd name="connsiteY4-110" fmla="*/ 6254 h 10000"/>
              <a:gd name="connsiteX0-111" fmla="*/ 20 w 10020"/>
              <a:gd name="connsiteY0-112" fmla="*/ 7598 h 11344"/>
              <a:gd name="connsiteX1-113" fmla="*/ 9550 w 10020"/>
              <a:gd name="connsiteY1-114" fmla="*/ 11344 h 11344"/>
              <a:gd name="connsiteX2-115" fmla="*/ 10020 w 10020"/>
              <a:gd name="connsiteY2-116" fmla="*/ 9049 h 11344"/>
              <a:gd name="connsiteX3-117" fmla="*/ 71 w 10020"/>
              <a:gd name="connsiteY3-118" fmla="*/ 0 h 11344"/>
              <a:gd name="connsiteX4-119" fmla="*/ 20 w 10020"/>
              <a:gd name="connsiteY4-120" fmla="*/ 7598 h 11344"/>
              <a:gd name="connsiteX0-121" fmla="*/ 20 w 10020"/>
              <a:gd name="connsiteY0-122" fmla="*/ 7598 h 11344"/>
              <a:gd name="connsiteX1-123" fmla="*/ 9550 w 10020"/>
              <a:gd name="connsiteY1-124" fmla="*/ 11344 h 11344"/>
              <a:gd name="connsiteX2-125" fmla="*/ 10020 w 10020"/>
              <a:gd name="connsiteY2-126" fmla="*/ 9049 h 11344"/>
              <a:gd name="connsiteX3-127" fmla="*/ 71 w 10020"/>
              <a:gd name="connsiteY3-128" fmla="*/ 0 h 11344"/>
              <a:gd name="connsiteX4-129" fmla="*/ 20 w 10020"/>
              <a:gd name="connsiteY4-130" fmla="*/ 7598 h 11344"/>
              <a:gd name="connsiteX0-131" fmla="*/ 20 w 10020"/>
              <a:gd name="connsiteY0-132" fmla="*/ 7598 h 11260"/>
              <a:gd name="connsiteX1-133" fmla="*/ 9743 w 10020"/>
              <a:gd name="connsiteY1-134" fmla="*/ 11260 h 11260"/>
              <a:gd name="connsiteX2-135" fmla="*/ 10020 w 10020"/>
              <a:gd name="connsiteY2-136" fmla="*/ 9049 h 11260"/>
              <a:gd name="connsiteX3-137" fmla="*/ 71 w 10020"/>
              <a:gd name="connsiteY3-138" fmla="*/ 0 h 11260"/>
              <a:gd name="connsiteX4-139" fmla="*/ 20 w 10020"/>
              <a:gd name="connsiteY4-140" fmla="*/ 7598 h 11260"/>
              <a:gd name="connsiteX0-141" fmla="*/ 20 w 10020"/>
              <a:gd name="connsiteY0-142" fmla="*/ 7598 h 11260"/>
              <a:gd name="connsiteX1-143" fmla="*/ 9743 w 10020"/>
              <a:gd name="connsiteY1-144" fmla="*/ 11260 h 11260"/>
              <a:gd name="connsiteX2-145" fmla="*/ 10020 w 10020"/>
              <a:gd name="connsiteY2-146" fmla="*/ 9049 h 11260"/>
              <a:gd name="connsiteX3-147" fmla="*/ 71 w 10020"/>
              <a:gd name="connsiteY3-148" fmla="*/ 0 h 11260"/>
              <a:gd name="connsiteX4-149" fmla="*/ 20 w 10020"/>
              <a:gd name="connsiteY4-150" fmla="*/ 7598 h 11260"/>
              <a:gd name="connsiteX0-151" fmla="*/ 174 w 10174"/>
              <a:gd name="connsiteY0-152" fmla="*/ 9049 h 12711"/>
              <a:gd name="connsiteX1-153" fmla="*/ 9897 w 10174"/>
              <a:gd name="connsiteY1-154" fmla="*/ 12711 h 12711"/>
              <a:gd name="connsiteX2-155" fmla="*/ 10174 w 10174"/>
              <a:gd name="connsiteY2-156" fmla="*/ 10500 h 12711"/>
              <a:gd name="connsiteX3-157" fmla="*/ 53 w 10174"/>
              <a:gd name="connsiteY3-158" fmla="*/ 0 h 12711"/>
              <a:gd name="connsiteX4-159" fmla="*/ 174 w 10174"/>
              <a:gd name="connsiteY4-160" fmla="*/ 9049 h 12711"/>
              <a:gd name="connsiteX0-161" fmla="*/ 174 w 45742"/>
              <a:gd name="connsiteY0-162" fmla="*/ 9049 h 10516"/>
              <a:gd name="connsiteX1-163" fmla="*/ 45742 w 45742"/>
              <a:gd name="connsiteY1-164" fmla="*/ 8442 h 10516"/>
              <a:gd name="connsiteX2-165" fmla="*/ 10174 w 45742"/>
              <a:gd name="connsiteY2-166" fmla="*/ 10500 h 10516"/>
              <a:gd name="connsiteX3-167" fmla="*/ 53 w 45742"/>
              <a:gd name="connsiteY3-168" fmla="*/ 0 h 10516"/>
              <a:gd name="connsiteX4-169" fmla="*/ 174 w 45742"/>
              <a:gd name="connsiteY4-170" fmla="*/ 9049 h 10516"/>
              <a:gd name="connsiteX0-171" fmla="*/ 174 w 45743"/>
              <a:gd name="connsiteY0-172" fmla="*/ 9049 h 9101"/>
              <a:gd name="connsiteX1-173" fmla="*/ 45742 w 45743"/>
              <a:gd name="connsiteY1-174" fmla="*/ 8442 h 9101"/>
              <a:gd name="connsiteX2-175" fmla="*/ 45245 w 45743"/>
              <a:gd name="connsiteY2-176" fmla="*/ 6829 h 9101"/>
              <a:gd name="connsiteX3-177" fmla="*/ 53 w 45743"/>
              <a:gd name="connsiteY3-178" fmla="*/ 0 h 9101"/>
              <a:gd name="connsiteX4-179" fmla="*/ 174 w 45743"/>
              <a:gd name="connsiteY4-180" fmla="*/ 9049 h 9101"/>
              <a:gd name="connsiteX0-181" fmla="*/ 38 w 10079"/>
              <a:gd name="connsiteY0-182" fmla="*/ 9943 h 10000"/>
              <a:gd name="connsiteX1-183" fmla="*/ 10000 w 10079"/>
              <a:gd name="connsiteY1-184" fmla="*/ 9276 h 10000"/>
              <a:gd name="connsiteX2-185" fmla="*/ 10079 w 10079"/>
              <a:gd name="connsiteY2-186" fmla="*/ 7129 h 10000"/>
              <a:gd name="connsiteX3-187" fmla="*/ 12 w 10079"/>
              <a:gd name="connsiteY3-188" fmla="*/ 0 h 10000"/>
              <a:gd name="connsiteX4-189" fmla="*/ 38 w 10079"/>
              <a:gd name="connsiteY4-190" fmla="*/ 9943 h 10000"/>
              <a:gd name="connsiteX0-191" fmla="*/ 38 w 10079"/>
              <a:gd name="connsiteY0-192" fmla="*/ 9943 h 10000"/>
              <a:gd name="connsiteX1-193" fmla="*/ 10000 w 10079"/>
              <a:gd name="connsiteY1-194" fmla="*/ 9276 h 10000"/>
              <a:gd name="connsiteX2-195" fmla="*/ 10079 w 10079"/>
              <a:gd name="connsiteY2-196" fmla="*/ 7129 h 10000"/>
              <a:gd name="connsiteX3-197" fmla="*/ 12 w 10079"/>
              <a:gd name="connsiteY3-198" fmla="*/ 0 h 10000"/>
              <a:gd name="connsiteX4-199" fmla="*/ 38 w 10079"/>
              <a:gd name="connsiteY4-200" fmla="*/ 9943 h 10000"/>
              <a:gd name="connsiteX0-201" fmla="*/ 38 w 10079"/>
              <a:gd name="connsiteY0-202" fmla="*/ 9943 h 10062"/>
              <a:gd name="connsiteX1-203" fmla="*/ 10000 w 10079"/>
              <a:gd name="connsiteY1-204" fmla="*/ 9276 h 10062"/>
              <a:gd name="connsiteX2-205" fmla="*/ 10079 w 10079"/>
              <a:gd name="connsiteY2-206" fmla="*/ 7129 h 10062"/>
              <a:gd name="connsiteX3-207" fmla="*/ 12 w 10079"/>
              <a:gd name="connsiteY3-208" fmla="*/ 0 h 10062"/>
              <a:gd name="connsiteX4-209" fmla="*/ 38 w 10079"/>
              <a:gd name="connsiteY4-210" fmla="*/ 9943 h 10062"/>
              <a:gd name="connsiteX0-211" fmla="*/ 38 w 10079"/>
              <a:gd name="connsiteY0-212" fmla="*/ 9943 h 10062"/>
              <a:gd name="connsiteX1-213" fmla="*/ 10000 w 10079"/>
              <a:gd name="connsiteY1-214" fmla="*/ 9276 h 10062"/>
              <a:gd name="connsiteX2-215" fmla="*/ 10079 w 10079"/>
              <a:gd name="connsiteY2-216" fmla="*/ 7129 h 10062"/>
              <a:gd name="connsiteX3-217" fmla="*/ 12 w 10079"/>
              <a:gd name="connsiteY3-218" fmla="*/ 0 h 10062"/>
              <a:gd name="connsiteX4-219" fmla="*/ 38 w 10079"/>
              <a:gd name="connsiteY4-220" fmla="*/ 9943 h 10062"/>
              <a:gd name="connsiteX0-221" fmla="*/ 38 w 10079"/>
              <a:gd name="connsiteY0-222" fmla="*/ 9943 h 10055"/>
              <a:gd name="connsiteX1-223" fmla="*/ 10038 w 10079"/>
              <a:gd name="connsiteY1-224" fmla="*/ 9088 h 10055"/>
              <a:gd name="connsiteX2-225" fmla="*/ 10079 w 10079"/>
              <a:gd name="connsiteY2-226" fmla="*/ 7129 h 10055"/>
              <a:gd name="connsiteX3-227" fmla="*/ 12 w 10079"/>
              <a:gd name="connsiteY3-228" fmla="*/ 0 h 10055"/>
              <a:gd name="connsiteX4-229" fmla="*/ 38 w 10079"/>
              <a:gd name="connsiteY4-230" fmla="*/ 9943 h 10055"/>
              <a:gd name="connsiteX0-231" fmla="*/ 38 w 10079"/>
              <a:gd name="connsiteY0-232" fmla="*/ 9943 h 10055"/>
              <a:gd name="connsiteX1-233" fmla="*/ 10038 w 10079"/>
              <a:gd name="connsiteY1-234" fmla="*/ 9088 h 10055"/>
              <a:gd name="connsiteX2-235" fmla="*/ 10079 w 10079"/>
              <a:gd name="connsiteY2-236" fmla="*/ 7129 h 10055"/>
              <a:gd name="connsiteX3-237" fmla="*/ 12 w 10079"/>
              <a:gd name="connsiteY3-238" fmla="*/ 0 h 10055"/>
              <a:gd name="connsiteX4-239" fmla="*/ 38 w 10079"/>
              <a:gd name="connsiteY4-240" fmla="*/ 9943 h 10055"/>
              <a:gd name="connsiteX0-241" fmla="*/ 0 w 10041"/>
              <a:gd name="connsiteY0-242" fmla="*/ 9005 h 9117"/>
              <a:gd name="connsiteX1-243" fmla="*/ 10000 w 10041"/>
              <a:gd name="connsiteY1-244" fmla="*/ 8150 h 9117"/>
              <a:gd name="connsiteX2-245" fmla="*/ 10041 w 10041"/>
              <a:gd name="connsiteY2-246" fmla="*/ 6191 h 9117"/>
              <a:gd name="connsiteX3-247" fmla="*/ 613 w 10041"/>
              <a:gd name="connsiteY3-248" fmla="*/ 0 h 9117"/>
              <a:gd name="connsiteX4-249" fmla="*/ 0 w 10041"/>
              <a:gd name="connsiteY4-250" fmla="*/ 9005 h 911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41" h="9117">
                <a:moveTo>
                  <a:pt x="0" y="9005"/>
                </a:moveTo>
                <a:cubicBezTo>
                  <a:pt x="940" y="9678"/>
                  <a:pt x="2065" y="7058"/>
                  <a:pt x="10000" y="8150"/>
                </a:cubicBezTo>
                <a:cubicBezTo>
                  <a:pt x="10012" y="7247"/>
                  <a:pt x="9901" y="6483"/>
                  <a:pt x="10041" y="6191"/>
                </a:cubicBezTo>
                <a:cubicBezTo>
                  <a:pt x="3022" y="5602"/>
                  <a:pt x="1166" y="4276"/>
                  <a:pt x="613" y="0"/>
                </a:cubicBezTo>
                <a:cubicBezTo>
                  <a:pt x="564" y="3878"/>
                  <a:pt x="46" y="5035"/>
                  <a:pt x="0" y="9005"/>
                </a:cubicBezTo>
                <a:close/>
              </a:path>
            </a:pathLst>
          </a:custGeom>
          <a:gradFill rotWithShape="1">
            <a:gsLst>
              <a:gs pos="0">
                <a:schemeClr val="accent2">
                  <a:lumMod val="40000"/>
                  <a:lumOff val="60000"/>
                  <a:alpha val="6100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grpSp>
        <p:nvGrpSpPr>
          <p:cNvPr id="171041" name="Group 21"/>
          <p:cNvGrpSpPr/>
          <p:nvPr/>
        </p:nvGrpSpPr>
        <p:grpSpPr>
          <a:xfrm>
            <a:off x="5524500" y="6242050"/>
            <a:ext cx="501650" cy="233363"/>
            <a:chOff x="3600" y="219"/>
            <a:chExt cx="360" cy="175"/>
          </a:xfrm>
        </p:grpSpPr>
        <p:sp>
          <p:nvSpPr>
            <p:cNvPr id="171211" name="Oval 22"/>
            <p:cNvSpPr/>
            <p:nvPr/>
          </p:nvSpPr>
          <p:spPr>
            <a:xfrm>
              <a:off x="3603" y="298"/>
              <a:ext cx="357" cy="96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1212" name="Line 23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213" name="Line 24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214" name="Rectangle 25"/>
            <p:cNvSpPr/>
            <p:nvPr/>
          </p:nvSpPr>
          <p:spPr>
            <a:xfrm>
              <a:off x="3603" y="289"/>
              <a:ext cx="352" cy="58"/>
            </a:xfrm>
            <a:prstGeom prst="rect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1215" name="Oval 26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71216" name="Group 27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71221" name="Line 28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1222" name="Line 29"/>
              <p:cNvSpPr/>
              <p:nvPr/>
            </p:nvSpPr>
            <p:spPr>
              <a:xfrm>
                <a:off x="2944" y="943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1223" name="Line 30"/>
              <p:cNvSpPr/>
              <p:nvPr/>
            </p:nvSpPr>
            <p:spPr>
              <a:xfrm>
                <a:off x="2894" y="850"/>
                <a:ext cx="52" cy="9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71217" name="Group 31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71218" name="Line 32"/>
              <p:cNvSpPr/>
              <p:nvPr/>
            </p:nvSpPr>
            <p:spPr>
              <a:xfrm flipV="1">
                <a:off x="2848" y="846"/>
                <a:ext cx="50" cy="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1219" name="Line 33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1220" name="Line 34"/>
              <p:cNvSpPr/>
              <p:nvPr/>
            </p:nvSpPr>
            <p:spPr>
              <a:xfrm>
                <a:off x="2894" y="849"/>
                <a:ext cx="52" cy="9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cxnSp>
        <p:nvCxnSpPr>
          <p:cNvPr id="171042" name="Straight Connector 81"/>
          <p:cNvCxnSpPr/>
          <p:nvPr/>
        </p:nvCxnSpPr>
        <p:spPr>
          <a:xfrm>
            <a:off x="2886075" y="3262313"/>
            <a:ext cx="5856288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cxnSp>
      <p:sp>
        <p:nvSpPr>
          <p:cNvPr id="171043" name="Text Box 106"/>
          <p:cNvSpPr txBox="1"/>
          <p:nvPr/>
        </p:nvSpPr>
        <p:spPr>
          <a:xfrm>
            <a:off x="2727325" y="2827338"/>
            <a:ext cx="1455738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control plane</a:t>
            </a:r>
            <a:endParaRPr lang="en-US" altLang="zh-CN" sz="1600" b="1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1044" name="Text Box 106"/>
          <p:cNvSpPr txBox="1"/>
          <p:nvPr/>
        </p:nvSpPr>
        <p:spPr>
          <a:xfrm>
            <a:off x="2741613" y="3313113"/>
            <a:ext cx="1220787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data plane</a:t>
            </a:r>
            <a:endParaRPr lang="en-US" altLang="zh-CN" sz="1600" b="1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85" name="AutoShape 118"/>
          <p:cNvSpPr>
            <a:spLocks noChangeArrowheads="1"/>
          </p:cNvSpPr>
          <p:nvPr/>
        </p:nvSpPr>
        <p:spPr bwMode="auto">
          <a:xfrm rot="5400000">
            <a:off x="4699000" y="3048000"/>
            <a:ext cx="992188" cy="122238"/>
          </a:xfrm>
          <a:prstGeom prst="rightArrow">
            <a:avLst>
              <a:gd name="adj1" fmla="val 51167"/>
              <a:gd name="adj2" fmla="val 83902"/>
            </a:avLst>
          </a:prstGeom>
          <a:solidFill>
            <a:schemeClr val="accent1">
              <a:lumMod val="50000"/>
            </a:schemeClr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71046" name="Freeform 91"/>
          <p:cNvSpPr/>
          <p:nvPr/>
        </p:nvSpPr>
        <p:spPr>
          <a:xfrm>
            <a:off x="6492875" y="5416550"/>
            <a:ext cx="474663" cy="582613"/>
          </a:xfrm>
          <a:custGeom>
            <a:avLst/>
            <a:gdLst>
              <a:gd name="txL" fmla="*/ 0 w 318"/>
              <a:gd name="txT" fmla="*/ 0 h 194"/>
              <a:gd name="txR" fmla="*/ 318 w 318"/>
              <a:gd name="txB" fmla="*/ 194 h 194"/>
            </a:gdLst>
            <a:ahLst/>
            <a:cxnLst>
              <a:cxn ang="0">
                <a:pos x="0" y="0"/>
              </a:cxn>
              <a:cxn ang="0">
                <a:pos x="2147483646" y="2147483646"/>
              </a:cxn>
            </a:cxnLst>
            <a:rect l="txL" t="txT" r="txR" b="txB"/>
            <a:pathLst>
              <a:path w="318" h="194">
                <a:moveTo>
                  <a:pt x="0" y="0"/>
                </a:moveTo>
                <a:lnTo>
                  <a:pt x="318" y="194"/>
                </a:lnTo>
              </a:path>
            </a:pathLst>
          </a:cu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171047" name="Group 35"/>
          <p:cNvGrpSpPr/>
          <p:nvPr/>
        </p:nvGrpSpPr>
        <p:grpSpPr>
          <a:xfrm>
            <a:off x="6199188" y="5195888"/>
            <a:ext cx="501650" cy="233362"/>
            <a:chOff x="3600" y="219"/>
            <a:chExt cx="360" cy="175"/>
          </a:xfrm>
        </p:grpSpPr>
        <p:sp>
          <p:nvSpPr>
            <p:cNvPr id="171198" name="Oval 36"/>
            <p:cNvSpPr/>
            <p:nvPr/>
          </p:nvSpPr>
          <p:spPr>
            <a:xfrm>
              <a:off x="3603" y="298"/>
              <a:ext cx="357" cy="96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1199" name="Line 37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200" name="Line 38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201" name="Rectangle 39"/>
            <p:cNvSpPr/>
            <p:nvPr/>
          </p:nvSpPr>
          <p:spPr>
            <a:xfrm>
              <a:off x="3603" y="289"/>
              <a:ext cx="352" cy="58"/>
            </a:xfrm>
            <a:prstGeom prst="rect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1202" name="Oval 40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71203" name="Group 41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71208" name="Line 42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1209" name="Line 43"/>
              <p:cNvSpPr/>
              <p:nvPr/>
            </p:nvSpPr>
            <p:spPr>
              <a:xfrm>
                <a:off x="2944" y="943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1210" name="Line 44"/>
              <p:cNvSpPr/>
              <p:nvPr/>
            </p:nvSpPr>
            <p:spPr>
              <a:xfrm>
                <a:off x="2894" y="850"/>
                <a:ext cx="52" cy="9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71204" name="Group 45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71205" name="Line 46"/>
              <p:cNvSpPr/>
              <p:nvPr/>
            </p:nvSpPr>
            <p:spPr>
              <a:xfrm flipV="1">
                <a:off x="2848" y="846"/>
                <a:ext cx="50" cy="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1206" name="Line 47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1207" name="Line 48"/>
              <p:cNvSpPr/>
              <p:nvPr/>
            </p:nvSpPr>
            <p:spPr>
              <a:xfrm>
                <a:off x="2894" y="849"/>
                <a:ext cx="52" cy="9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71048" name="Group 63"/>
          <p:cNvGrpSpPr/>
          <p:nvPr/>
        </p:nvGrpSpPr>
        <p:grpSpPr>
          <a:xfrm>
            <a:off x="6750050" y="5962650"/>
            <a:ext cx="501650" cy="233363"/>
            <a:chOff x="3600" y="219"/>
            <a:chExt cx="360" cy="175"/>
          </a:xfrm>
        </p:grpSpPr>
        <p:sp>
          <p:nvSpPr>
            <p:cNvPr id="171185" name="Oval 64"/>
            <p:cNvSpPr/>
            <p:nvPr/>
          </p:nvSpPr>
          <p:spPr>
            <a:xfrm>
              <a:off x="3603" y="298"/>
              <a:ext cx="357" cy="96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1186" name="Line 65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187" name="Line 66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188" name="Rectangle 67"/>
            <p:cNvSpPr/>
            <p:nvPr/>
          </p:nvSpPr>
          <p:spPr>
            <a:xfrm>
              <a:off x="3603" y="289"/>
              <a:ext cx="352" cy="58"/>
            </a:xfrm>
            <a:prstGeom prst="rect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1189" name="Oval 68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grpSp>
          <p:nvGrpSpPr>
            <p:cNvPr id="171190" name="Group 69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71195" name="Line 70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1196" name="Line 71"/>
              <p:cNvSpPr/>
              <p:nvPr/>
            </p:nvSpPr>
            <p:spPr>
              <a:xfrm>
                <a:off x="2944" y="943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1197" name="Line 72"/>
              <p:cNvSpPr/>
              <p:nvPr/>
            </p:nvSpPr>
            <p:spPr>
              <a:xfrm>
                <a:off x="2894" y="850"/>
                <a:ext cx="52" cy="9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71191" name="Group 73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71192" name="Line 74"/>
              <p:cNvSpPr/>
              <p:nvPr/>
            </p:nvSpPr>
            <p:spPr>
              <a:xfrm flipV="1">
                <a:off x="2848" y="846"/>
                <a:ext cx="50" cy="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1193" name="Line 75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1194" name="Line 76"/>
              <p:cNvSpPr/>
              <p:nvPr/>
            </p:nvSpPr>
            <p:spPr>
              <a:xfrm>
                <a:off x="2894" y="849"/>
                <a:ext cx="52" cy="9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171049" name="TextBox 114"/>
          <p:cNvSpPr txBox="1"/>
          <p:nvPr/>
        </p:nvSpPr>
        <p:spPr>
          <a:xfrm>
            <a:off x="660400" y="1087438"/>
            <a:ext cx="10858500" cy="965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Each router contains a </a:t>
            </a:r>
            <a:r>
              <a:rPr lang="en-US" altLang="zh-CN" sz="20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flow table </a:t>
            </a: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that is computed and distributed by a </a:t>
            </a:r>
            <a:r>
              <a:rPr lang="en-US" altLang="zh-CN" sz="20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logically centralized </a:t>
            </a: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routing controller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71050" name="Group 115"/>
          <p:cNvGrpSpPr/>
          <p:nvPr/>
        </p:nvGrpSpPr>
        <p:grpSpPr>
          <a:xfrm>
            <a:off x="5022850" y="2647950"/>
            <a:ext cx="328613" cy="247650"/>
            <a:chOff x="8481778" y="1650237"/>
            <a:chExt cx="327460" cy="247650"/>
          </a:xfrm>
        </p:grpSpPr>
        <p:sp>
          <p:nvSpPr>
            <p:cNvPr id="171180" name="Rectangle 129"/>
            <p:cNvSpPr/>
            <p:nvPr/>
          </p:nvSpPr>
          <p:spPr>
            <a:xfrm>
              <a:off x="8483154" y="1650237"/>
              <a:ext cx="326082" cy="24765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1181" name="Line 130"/>
            <p:cNvSpPr/>
            <p:nvPr/>
          </p:nvSpPr>
          <p:spPr>
            <a:xfrm>
              <a:off x="8715682" y="1691512"/>
              <a:ext cx="1376" cy="2063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182" name="Line 131"/>
            <p:cNvSpPr/>
            <p:nvPr/>
          </p:nvSpPr>
          <p:spPr>
            <a:xfrm>
              <a:off x="8483154" y="1740725"/>
              <a:ext cx="32608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183" name="Line 132"/>
            <p:cNvSpPr/>
            <p:nvPr/>
          </p:nvSpPr>
          <p:spPr>
            <a:xfrm flipV="1">
              <a:off x="8481778" y="1691512"/>
              <a:ext cx="327460" cy="15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184" name="Line 130"/>
            <p:cNvSpPr/>
            <p:nvPr/>
          </p:nvSpPr>
          <p:spPr>
            <a:xfrm>
              <a:off x="8602857" y="1691512"/>
              <a:ext cx="1376" cy="2063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71051" name="Group 121"/>
          <p:cNvGrpSpPr/>
          <p:nvPr/>
        </p:nvGrpSpPr>
        <p:grpSpPr>
          <a:xfrm>
            <a:off x="4224338" y="3592513"/>
            <a:ext cx="2005012" cy="1449387"/>
            <a:chOff x="1215873" y="2346199"/>
            <a:chExt cx="2004836" cy="1450803"/>
          </a:xfrm>
        </p:grpSpPr>
        <p:sp>
          <p:nvSpPr>
            <p:cNvPr id="171126" name="Rectangle 4"/>
            <p:cNvSpPr/>
            <p:nvPr/>
          </p:nvSpPr>
          <p:spPr>
            <a:xfrm>
              <a:off x="1230309" y="2346199"/>
              <a:ext cx="1990400" cy="145080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24" name="Rectangle 123"/>
            <p:cNvSpPr/>
            <p:nvPr/>
          </p:nvSpPr>
          <p:spPr bwMode="auto">
            <a:xfrm>
              <a:off x="1933360" y="2662420"/>
              <a:ext cx="661929" cy="10614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endParaRPr>
            </a:p>
          </p:txBody>
        </p:sp>
        <p:sp>
          <p:nvSpPr>
            <p:cNvPr id="125" name="Rectangle 124"/>
            <p:cNvSpPr/>
            <p:nvPr/>
          </p:nvSpPr>
          <p:spPr bwMode="auto">
            <a:xfrm>
              <a:off x="1307940" y="2665598"/>
              <a:ext cx="622245" cy="105830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endParaRPr>
            </a:p>
          </p:txBody>
        </p:sp>
        <p:sp>
          <p:nvSpPr>
            <p:cNvPr id="171129" name="Rectangle 125"/>
            <p:cNvSpPr/>
            <p:nvPr/>
          </p:nvSpPr>
          <p:spPr>
            <a:xfrm>
              <a:off x="1302231" y="2412920"/>
              <a:ext cx="1855396" cy="248443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1130" name="Text Box 110"/>
            <p:cNvSpPr txBox="1"/>
            <p:nvPr/>
          </p:nvSpPr>
          <p:spPr>
            <a:xfrm>
              <a:off x="1427108" y="2374246"/>
              <a:ext cx="1527848" cy="380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local flow table</a:t>
              </a:r>
              <a:endParaRPr lang="en-US" altLang="zh-CN" sz="14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1131" name="Rectangle 127"/>
            <p:cNvSpPr/>
            <p:nvPr/>
          </p:nvSpPr>
          <p:spPr>
            <a:xfrm>
              <a:off x="2607523" y="2660713"/>
              <a:ext cx="542081" cy="1060704"/>
            </a:xfrm>
            <a:prstGeom prst="rect">
              <a:avLst/>
            </a:prstGeom>
            <a:solidFill>
              <a:srgbClr val="FFCCFF"/>
            </a:solidFill>
            <a:ln w="9525">
              <a:noFill/>
            </a:ln>
          </p:spPr>
          <p:txBody>
            <a:bodyPr wrap="none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1132" name="Text Box 111"/>
            <p:cNvSpPr txBox="1"/>
            <p:nvPr/>
          </p:nvSpPr>
          <p:spPr>
            <a:xfrm>
              <a:off x="1215873" y="2656551"/>
              <a:ext cx="2004836" cy="6163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 dirty="0">
                  <a:solidFill>
                    <a:srgbClr val="000000"/>
                  </a:solidFill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headers  counters  actions</a:t>
              </a:r>
              <a:endParaRPr lang="en-US" altLang="zh-CN" sz="12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1133" name="Line 116"/>
            <p:cNvSpPr/>
            <p:nvPr/>
          </p:nvSpPr>
          <p:spPr>
            <a:xfrm>
              <a:off x="1297142" y="2927136"/>
              <a:ext cx="186048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71134" name="Group 130"/>
            <p:cNvGrpSpPr/>
            <p:nvPr/>
          </p:nvGrpSpPr>
          <p:grpSpPr>
            <a:xfrm>
              <a:off x="1302231" y="2965801"/>
              <a:ext cx="1840959" cy="207818"/>
              <a:chOff x="1302231" y="2991457"/>
              <a:chExt cx="1840959" cy="207818"/>
            </a:xfrm>
          </p:grpSpPr>
          <p:grpSp>
            <p:nvGrpSpPr>
              <p:cNvPr id="182" name="Group 181"/>
              <p:cNvGrpSpPr/>
              <p:nvPr/>
            </p:nvGrpSpPr>
            <p:grpSpPr>
              <a:xfrm>
                <a:off x="1302231" y="2991457"/>
                <a:ext cx="1840959" cy="207818"/>
                <a:chOff x="360121" y="3045496"/>
                <a:chExt cx="627425" cy="207818"/>
              </a:xfrm>
              <a:solidFill>
                <a:schemeClr val="bg1"/>
              </a:solidFill>
            </p:grpSpPr>
            <p:sp>
              <p:nvSpPr>
                <p:cNvPr id="195" name="Rectangle 194"/>
                <p:cNvSpPr/>
                <p:nvPr/>
              </p:nvSpPr>
              <p:spPr bwMode="auto">
                <a:xfrm>
                  <a:off x="360121" y="3045496"/>
                  <a:ext cx="627425" cy="207818"/>
                </a:xfrm>
                <a:prstGeom prst="rect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A6A6A6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MS PGothic" panose="020B0600070205080204" pitchFamily="34" charset="-128"/>
                    <a:sym typeface="Comic Sans MS" panose="030F0702030302020204" pitchFamily="66" charset="0"/>
                  </a:endParaRPr>
                </a:p>
              </p:txBody>
            </p:sp>
            <p:cxnSp>
              <p:nvCxnSpPr>
                <p:cNvPr id="196" name="Straight Connector 195"/>
                <p:cNvCxnSpPr/>
                <p:nvPr/>
              </p:nvCxnSpPr>
              <p:spPr bwMode="auto">
                <a:xfrm>
                  <a:off x="544967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97" name="Straight Connector 196"/>
                <p:cNvCxnSpPr/>
                <p:nvPr/>
              </p:nvCxnSpPr>
              <p:spPr bwMode="auto">
                <a:xfrm>
                  <a:off x="382554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98" name="Straight Connector 197"/>
                <p:cNvCxnSpPr/>
                <p:nvPr/>
              </p:nvCxnSpPr>
              <p:spPr bwMode="auto">
                <a:xfrm>
                  <a:off x="407636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99" name="Straight Connector 198"/>
                <p:cNvCxnSpPr/>
                <p:nvPr/>
              </p:nvCxnSpPr>
              <p:spPr bwMode="auto">
                <a:xfrm>
                  <a:off x="599093" y="3046412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00" name="Straight Connector 199"/>
                <p:cNvCxnSpPr/>
                <p:nvPr/>
              </p:nvCxnSpPr>
              <p:spPr bwMode="auto">
                <a:xfrm>
                  <a:off x="774541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01" name="Straight Connector 200"/>
                <p:cNvCxnSpPr/>
                <p:nvPr/>
              </p:nvCxnSpPr>
              <p:spPr bwMode="auto">
                <a:xfrm>
                  <a:off x="826481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02" name="Straight Connector 201"/>
                <p:cNvCxnSpPr/>
                <p:nvPr/>
              </p:nvCxnSpPr>
              <p:spPr bwMode="auto">
                <a:xfrm>
                  <a:off x="963675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03" name="Straight Connector 202"/>
                <p:cNvCxnSpPr/>
                <p:nvPr/>
              </p:nvCxnSpPr>
              <p:spPr bwMode="auto">
                <a:xfrm>
                  <a:off x="938600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71168" name="Group 182"/>
              <p:cNvGrpSpPr/>
              <p:nvPr/>
            </p:nvGrpSpPr>
            <p:grpSpPr>
              <a:xfrm>
                <a:off x="1526796" y="3077273"/>
                <a:ext cx="201593" cy="45719"/>
                <a:chOff x="1501140" y="3070859"/>
                <a:chExt cx="201593" cy="45719"/>
              </a:xfrm>
            </p:grpSpPr>
            <p:sp>
              <p:nvSpPr>
                <p:cNvPr id="171177" name="Oval 191"/>
                <p:cNvSpPr/>
                <p:nvPr/>
              </p:nvSpPr>
              <p:spPr>
                <a:xfrm>
                  <a:off x="1501140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71178" name="Oval 192"/>
                <p:cNvSpPr/>
                <p:nvPr/>
              </p:nvSpPr>
              <p:spPr>
                <a:xfrm>
                  <a:off x="1579077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71179" name="Oval 193"/>
                <p:cNvSpPr/>
                <p:nvPr/>
              </p:nvSpPr>
              <p:spPr>
                <a:xfrm>
                  <a:off x="1657014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  <p:grpSp>
            <p:nvGrpSpPr>
              <p:cNvPr id="171169" name="Group 183"/>
              <p:cNvGrpSpPr/>
              <p:nvPr/>
            </p:nvGrpSpPr>
            <p:grpSpPr>
              <a:xfrm>
                <a:off x="2145472" y="3077473"/>
                <a:ext cx="201593" cy="45719"/>
                <a:chOff x="1501140" y="3070859"/>
                <a:chExt cx="201593" cy="45719"/>
              </a:xfrm>
            </p:grpSpPr>
            <p:sp>
              <p:nvSpPr>
                <p:cNvPr id="171174" name="Oval 188"/>
                <p:cNvSpPr/>
                <p:nvPr/>
              </p:nvSpPr>
              <p:spPr>
                <a:xfrm>
                  <a:off x="1501140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71175" name="Oval 189"/>
                <p:cNvSpPr/>
                <p:nvPr/>
              </p:nvSpPr>
              <p:spPr>
                <a:xfrm>
                  <a:off x="1579077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71176" name="Oval 190"/>
                <p:cNvSpPr/>
                <p:nvPr/>
              </p:nvSpPr>
              <p:spPr>
                <a:xfrm>
                  <a:off x="1657014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  <p:grpSp>
            <p:nvGrpSpPr>
              <p:cNvPr id="171170" name="Group 184"/>
              <p:cNvGrpSpPr/>
              <p:nvPr/>
            </p:nvGrpSpPr>
            <p:grpSpPr>
              <a:xfrm>
                <a:off x="2744906" y="3077673"/>
                <a:ext cx="201593" cy="45719"/>
                <a:chOff x="1501140" y="3070859"/>
                <a:chExt cx="201593" cy="45719"/>
              </a:xfrm>
            </p:grpSpPr>
            <p:sp>
              <p:nvSpPr>
                <p:cNvPr id="171171" name="Oval 185"/>
                <p:cNvSpPr/>
                <p:nvPr/>
              </p:nvSpPr>
              <p:spPr>
                <a:xfrm>
                  <a:off x="1501140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71172" name="Oval 186"/>
                <p:cNvSpPr/>
                <p:nvPr/>
              </p:nvSpPr>
              <p:spPr>
                <a:xfrm>
                  <a:off x="1579077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71173" name="Oval 187"/>
                <p:cNvSpPr/>
                <p:nvPr/>
              </p:nvSpPr>
              <p:spPr>
                <a:xfrm>
                  <a:off x="1657014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</p:grpSp>
        <p:grpSp>
          <p:nvGrpSpPr>
            <p:cNvPr id="171135" name="Group 131"/>
            <p:cNvGrpSpPr/>
            <p:nvPr/>
          </p:nvGrpSpPr>
          <p:grpSpPr>
            <a:xfrm>
              <a:off x="1300350" y="3205689"/>
              <a:ext cx="1840959" cy="207818"/>
              <a:chOff x="1302231" y="2991457"/>
              <a:chExt cx="1840959" cy="207818"/>
            </a:xfrm>
          </p:grpSpPr>
          <p:grpSp>
            <p:nvGrpSpPr>
              <p:cNvPr id="160" name="Group 159"/>
              <p:cNvGrpSpPr/>
              <p:nvPr/>
            </p:nvGrpSpPr>
            <p:grpSpPr>
              <a:xfrm>
                <a:off x="1302231" y="2991457"/>
                <a:ext cx="1840959" cy="207818"/>
                <a:chOff x="360121" y="3045496"/>
                <a:chExt cx="627425" cy="207818"/>
              </a:xfrm>
              <a:solidFill>
                <a:schemeClr val="bg1"/>
              </a:solidFill>
            </p:grpSpPr>
            <p:sp>
              <p:nvSpPr>
                <p:cNvPr id="173" name="Rectangle 172"/>
                <p:cNvSpPr/>
                <p:nvPr/>
              </p:nvSpPr>
              <p:spPr bwMode="auto">
                <a:xfrm>
                  <a:off x="360121" y="3045496"/>
                  <a:ext cx="627425" cy="207818"/>
                </a:xfrm>
                <a:prstGeom prst="rect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A6A6A6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MS PGothic" panose="020B0600070205080204" pitchFamily="34" charset="-128"/>
                    <a:sym typeface="Comic Sans MS" panose="030F0702030302020204" pitchFamily="66" charset="0"/>
                  </a:endParaRPr>
                </a:p>
              </p:txBody>
            </p:sp>
            <p:cxnSp>
              <p:nvCxnSpPr>
                <p:cNvPr id="174" name="Straight Connector 173"/>
                <p:cNvCxnSpPr/>
                <p:nvPr/>
              </p:nvCxnSpPr>
              <p:spPr bwMode="auto">
                <a:xfrm>
                  <a:off x="544967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75" name="Straight Connector 174"/>
                <p:cNvCxnSpPr/>
                <p:nvPr/>
              </p:nvCxnSpPr>
              <p:spPr bwMode="auto">
                <a:xfrm>
                  <a:off x="382554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76" name="Straight Connector 175"/>
                <p:cNvCxnSpPr/>
                <p:nvPr/>
              </p:nvCxnSpPr>
              <p:spPr bwMode="auto">
                <a:xfrm>
                  <a:off x="407636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77" name="Straight Connector 176"/>
                <p:cNvCxnSpPr/>
                <p:nvPr/>
              </p:nvCxnSpPr>
              <p:spPr bwMode="auto">
                <a:xfrm>
                  <a:off x="599093" y="3046412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78" name="Straight Connector 177"/>
                <p:cNvCxnSpPr/>
                <p:nvPr/>
              </p:nvCxnSpPr>
              <p:spPr bwMode="auto">
                <a:xfrm>
                  <a:off x="774541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79" name="Straight Connector 178"/>
                <p:cNvCxnSpPr/>
                <p:nvPr/>
              </p:nvCxnSpPr>
              <p:spPr bwMode="auto">
                <a:xfrm>
                  <a:off x="826481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80" name="Straight Connector 179"/>
                <p:cNvCxnSpPr/>
                <p:nvPr/>
              </p:nvCxnSpPr>
              <p:spPr bwMode="auto">
                <a:xfrm>
                  <a:off x="963675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81" name="Straight Connector 180"/>
                <p:cNvCxnSpPr/>
                <p:nvPr/>
              </p:nvCxnSpPr>
              <p:spPr bwMode="auto">
                <a:xfrm>
                  <a:off x="938600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71155" name="Group 160"/>
              <p:cNvGrpSpPr/>
              <p:nvPr/>
            </p:nvGrpSpPr>
            <p:grpSpPr>
              <a:xfrm>
                <a:off x="1526796" y="3077273"/>
                <a:ext cx="201593" cy="45719"/>
                <a:chOff x="1501140" y="3070859"/>
                <a:chExt cx="201593" cy="45719"/>
              </a:xfrm>
            </p:grpSpPr>
            <p:sp>
              <p:nvSpPr>
                <p:cNvPr id="171164" name="Oval 169"/>
                <p:cNvSpPr/>
                <p:nvPr/>
              </p:nvSpPr>
              <p:spPr>
                <a:xfrm>
                  <a:off x="1501140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71165" name="Oval 170"/>
                <p:cNvSpPr/>
                <p:nvPr/>
              </p:nvSpPr>
              <p:spPr>
                <a:xfrm>
                  <a:off x="1579077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71166" name="Oval 171"/>
                <p:cNvSpPr/>
                <p:nvPr/>
              </p:nvSpPr>
              <p:spPr>
                <a:xfrm>
                  <a:off x="1657014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  <p:grpSp>
            <p:nvGrpSpPr>
              <p:cNvPr id="171156" name="Group 161"/>
              <p:cNvGrpSpPr/>
              <p:nvPr/>
            </p:nvGrpSpPr>
            <p:grpSpPr>
              <a:xfrm>
                <a:off x="2145472" y="3077473"/>
                <a:ext cx="201593" cy="45719"/>
                <a:chOff x="1501140" y="3070859"/>
                <a:chExt cx="201593" cy="45719"/>
              </a:xfrm>
            </p:grpSpPr>
            <p:sp>
              <p:nvSpPr>
                <p:cNvPr id="171161" name="Oval 166"/>
                <p:cNvSpPr/>
                <p:nvPr/>
              </p:nvSpPr>
              <p:spPr>
                <a:xfrm>
                  <a:off x="1501140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71162" name="Oval 167"/>
                <p:cNvSpPr/>
                <p:nvPr/>
              </p:nvSpPr>
              <p:spPr>
                <a:xfrm>
                  <a:off x="1579077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71163" name="Oval 168"/>
                <p:cNvSpPr/>
                <p:nvPr/>
              </p:nvSpPr>
              <p:spPr>
                <a:xfrm>
                  <a:off x="1657014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  <p:grpSp>
            <p:nvGrpSpPr>
              <p:cNvPr id="171157" name="Group 162"/>
              <p:cNvGrpSpPr/>
              <p:nvPr/>
            </p:nvGrpSpPr>
            <p:grpSpPr>
              <a:xfrm>
                <a:off x="2744906" y="3077673"/>
                <a:ext cx="201593" cy="45719"/>
                <a:chOff x="1501140" y="3070859"/>
                <a:chExt cx="201593" cy="45719"/>
              </a:xfrm>
            </p:grpSpPr>
            <p:sp>
              <p:nvSpPr>
                <p:cNvPr id="171158" name="Oval 163"/>
                <p:cNvSpPr/>
                <p:nvPr/>
              </p:nvSpPr>
              <p:spPr>
                <a:xfrm>
                  <a:off x="1501140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71159" name="Oval 164"/>
                <p:cNvSpPr/>
                <p:nvPr/>
              </p:nvSpPr>
              <p:spPr>
                <a:xfrm>
                  <a:off x="1579077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71160" name="Oval 165"/>
                <p:cNvSpPr/>
                <p:nvPr/>
              </p:nvSpPr>
              <p:spPr>
                <a:xfrm>
                  <a:off x="1657014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</p:grpSp>
        <p:grpSp>
          <p:nvGrpSpPr>
            <p:cNvPr id="171136" name="Group 132"/>
            <p:cNvGrpSpPr/>
            <p:nvPr/>
          </p:nvGrpSpPr>
          <p:grpSpPr>
            <a:xfrm>
              <a:off x="1305438" y="3513599"/>
              <a:ext cx="1840959" cy="207818"/>
              <a:chOff x="1302231" y="2991457"/>
              <a:chExt cx="1840959" cy="207818"/>
            </a:xfrm>
          </p:grpSpPr>
          <p:grpSp>
            <p:nvGrpSpPr>
              <p:cNvPr id="138" name="Group 137"/>
              <p:cNvGrpSpPr/>
              <p:nvPr/>
            </p:nvGrpSpPr>
            <p:grpSpPr>
              <a:xfrm>
                <a:off x="1302231" y="2991457"/>
                <a:ext cx="1840959" cy="207818"/>
                <a:chOff x="360121" y="3045496"/>
                <a:chExt cx="627425" cy="207818"/>
              </a:xfrm>
              <a:solidFill>
                <a:schemeClr val="bg1"/>
              </a:solidFill>
            </p:grpSpPr>
            <p:sp>
              <p:nvSpPr>
                <p:cNvPr id="151" name="Rectangle 150"/>
                <p:cNvSpPr/>
                <p:nvPr/>
              </p:nvSpPr>
              <p:spPr bwMode="auto">
                <a:xfrm>
                  <a:off x="360121" y="3045496"/>
                  <a:ext cx="627425" cy="207818"/>
                </a:xfrm>
                <a:prstGeom prst="rect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A6A6A6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微软雅黑" panose="020B0503020204020204" pitchFamily="34" charset="-122"/>
                    <a:cs typeface="MS PGothic" panose="020B0600070205080204" pitchFamily="34" charset="-128"/>
                    <a:sym typeface="Comic Sans MS" panose="030F0702030302020204" pitchFamily="66" charset="0"/>
                  </a:endParaRPr>
                </a:p>
              </p:txBody>
            </p:sp>
            <p:cxnSp>
              <p:nvCxnSpPr>
                <p:cNvPr id="152" name="Straight Connector 151"/>
                <p:cNvCxnSpPr/>
                <p:nvPr/>
              </p:nvCxnSpPr>
              <p:spPr bwMode="auto">
                <a:xfrm>
                  <a:off x="544967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53" name="Straight Connector 152"/>
                <p:cNvCxnSpPr/>
                <p:nvPr/>
              </p:nvCxnSpPr>
              <p:spPr bwMode="auto">
                <a:xfrm>
                  <a:off x="382554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54" name="Straight Connector 153"/>
                <p:cNvCxnSpPr/>
                <p:nvPr/>
              </p:nvCxnSpPr>
              <p:spPr bwMode="auto">
                <a:xfrm>
                  <a:off x="407636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55" name="Straight Connector 154"/>
                <p:cNvCxnSpPr/>
                <p:nvPr/>
              </p:nvCxnSpPr>
              <p:spPr bwMode="auto">
                <a:xfrm>
                  <a:off x="599093" y="3046412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56" name="Straight Connector 155"/>
                <p:cNvCxnSpPr/>
                <p:nvPr/>
              </p:nvCxnSpPr>
              <p:spPr bwMode="auto">
                <a:xfrm>
                  <a:off x="774541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57" name="Straight Connector 156"/>
                <p:cNvCxnSpPr/>
                <p:nvPr/>
              </p:nvCxnSpPr>
              <p:spPr bwMode="auto">
                <a:xfrm>
                  <a:off x="826481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58" name="Straight Connector 157"/>
                <p:cNvCxnSpPr/>
                <p:nvPr/>
              </p:nvCxnSpPr>
              <p:spPr bwMode="auto">
                <a:xfrm>
                  <a:off x="963675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59" name="Straight Connector 158"/>
                <p:cNvCxnSpPr/>
                <p:nvPr/>
              </p:nvCxnSpPr>
              <p:spPr bwMode="auto">
                <a:xfrm>
                  <a:off x="938600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71142" name="Group 138"/>
              <p:cNvGrpSpPr/>
              <p:nvPr/>
            </p:nvGrpSpPr>
            <p:grpSpPr>
              <a:xfrm>
                <a:off x="1526796" y="3077273"/>
                <a:ext cx="201593" cy="45719"/>
                <a:chOff x="1501140" y="3070859"/>
                <a:chExt cx="201593" cy="45719"/>
              </a:xfrm>
            </p:grpSpPr>
            <p:sp>
              <p:nvSpPr>
                <p:cNvPr id="171151" name="Oval 147"/>
                <p:cNvSpPr/>
                <p:nvPr/>
              </p:nvSpPr>
              <p:spPr>
                <a:xfrm>
                  <a:off x="1501140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71152" name="Oval 148"/>
                <p:cNvSpPr/>
                <p:nvPr/>
              </p:nvSpPr>
              <p:spPr>
                <a:xfrm>
                  <a:off x="1579077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71153" name="Oval 149"/>
                <p:cNvSpPr/>
                <p:nvPr/>
              </p:nvSpPr>
              <p:spPr>
                <a:xfrm>
                  <a:off x="1657014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  <p:grpSp>
            <p:nvGrpSpPr>
              <p:cNvPr id="171143" name="Group 139"/>
              <p:cNvGrpSpPr/>
              <p:nvPr/>
            </p:nvGrpSpPr>
            <p:grpSpPr>
              <a:xfrm>
                <a:off x="2145472" y="3077473"/>
                <a:ext cx="201593" cy="45719"/>
                <a:chOff x="1501140" y="3070859"/>
                <a:chExt cx="201593" cy="45719"/>
              </a:xfrm>
            </p:grpSpPr>
            <p:sp>
              <p:nvSpPr>
                <p:cNvPr id="171148" name="Oval 144"/>
                <p:cNvSpPr/>
                <p:nvPr/>
              </p:nvSpPr>
              <p:spPr>
                <a:xfrm>
                  <a:off x="1501140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71149" name="Oval 145"/>
                <p:cNvSpPr/>
                <p:nvPr/>
              </p:nvSpPr>
              <p:spPr>
                <a:xfrm>
                  <a:off x="1579077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71150" name="Oval 146"/>
                <p:cNvSpPr/>
                <p:nvPr/>
              </p:nvSpPr>
              <p:spPr>
                <a:xfrm>
                  <a:off x="1657014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  <p:grpSp>
            <p:nvGrpSpPr>
              <p:cNvPr id="171144" name="Group 140"/>
              <p:cNvGrpSpPr/>
              <p:nvPr/>
            </p:nvGrpSpPr>
            <p:grpSpPr>
              <a:xfrm>
                <a:off x="2744906" y="3077673"/>
                <a:ext cx="201593" cy="45719"/>
                <a:chOff x="1501140" y="3070859"/>
                <a:chExt cx="201593" cy="45719"/>
              </a:xfrm>
            </p:grpSpPr>
            <p:sp>
              <p:nvSpPr>
                <p:cNvPr id="171145" name="Oval 141"/>
                <p:cNvSpPr/>
                <p:nvPr/>
              </p:nvSpPr>
              <p:spPr>
                <a:xfrm>
                  <a:off x="1501140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71146" name="Oval 142"/>
                <p:cNvSpPr/>
                <p:nvPr/>
              </p:nvSpPr>
              <p:spPr>
                <a:xfrm>
                  <a:off x="1579077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71147" name="Oval 143"/>
                <p:cNvSpPr/>
                <p:nvPr/>
              </p:nvSpPr>
              <p:spPr>
                <a:xfrm>
                  <a:off x="1657014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5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</p:grpSp>
        <p:sp>
          <p:nvSpPr>
            <p:cNvPr id="171137" name="Line 113"/>
            <p:cNvSpPr/>
            <p:nvPr/>
          </p:nvSpPr>
          <p:spPr>
            <a:xfrm>
              <a:off x="1924568" y="2656551"/>
              <a:ext cx="7938" cy="106680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138" name="Line 113"/>
            <p:cNvSpPr/>
            <p:nvPr/>
          </p:nvSpPr>
          <p:spPr>
            <a:xfrm>
              <a:off x="2595717" y="2661363"/>
              <a:ext cx="7938" cy="106680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139" name="Line 117"/>
            <p:cNvSpPr/>
            <p:nvPr/>
          </p:nvSpPr>
          <p:spPr>
            <a:xfrm flipV="1">
              <a:off x="1297142" y="2661362"/>
              <a:ext cx="1860485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140" name="Rectangle 109"/>
            <p:cNvSpPr/>
            <p:nvPr/>
          </p:nvSpPr>
          <p:spPr>
            <a:xfrm>
              <a:off x="1297143" y="2412920"/>
              <a:ext cx="1860484" cy="1315243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grpSp>
        <p:nvGrpSpPr>
          <p:cNvPr id="171052" name="Group 203"/>
          <p:cNvGrpSpPr/>
          <p:nvPr/>
        </p:nvGrpSpPr>
        <p:grpSpPr>
          <a:xfrm>
            <a:off x="6916738" y="4759325"/>
            <a:ext cx="430212" cy="306388"/>
            <a:chOff x="355958" y="2437424"/>
            <a:chExt cx="1990400" cy="1450803"/>
          </a:xfrm>
        </p:grpSpPr>
        <p:sp>
          <p:nvSpPr>
            <p:cNvPr id="171116" name="Rectangle 4"/>
            <p:cNvSpPr/>
            <p:nvPr/>
          </p:nvSpPr>
          <p:spPr>
            <a:xfrm>
              <a:off x="355958" y="2437424"/>
              <a:ext cx="1990400" cy="145080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06" name="Rectangle 205"/>
            <p:cNvSpPr/>
            <p:nvPr/>
          </p:nvSpPr>
          <p:spPr bwMode="auto">
            <a:xfrm>
              <a:off x="1061045" y="2753142"/>
              <a:ext cx="661019" cy="105991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endParaRPr>
            </a:p>
          </p:txBody>
        </p:sp>
        <p:sp>
          <p:nvSpPr>
            <p:cNvPr id="207" name="Rectangle 206"/>
            <p:cNvSpPr/>
            <p:nvPr/>
          </p:nvSpPr>
          <p:spPr bwMode="auto">
            <a:xfrm>
              <a:off x="429405" y="2760662"/>
              <a:ext cx="624294" cy="105239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endParaRPr>
            </a:p>
          </p:txBody>
        </p:sp>
        <p:sp>
          <p:nvSpPr>
            <p:cNvPr id="171119" name="Rectangle 207"/>
            <p:cNvSpPr/>
            <p:nvPr/>
          </p:nvSpPr>
          <p:spPr>
            <a:xfrm>
              <a:off x="427880" y="2504145"/>
              <a:ext cx="1855396" cy="248443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1120" name="Rectangle 208"/>
            <p:cNvSpPr/>
            <p:nvPr/>
          </p:nvSpPr>
          <p:spPr>
            <a:xfrm>
              <a:off x="1733172" y="2751938"/>
              <a:ext cx="542081" cy="1060704"/>
            </a:xfrm>
            <a:prstGeom prst="rect">
              <a:avLst/>
            </a:prstGeom>
            <a:solidFill>
              <a:srgbClr val="FFCC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1121" name="Line 116"/>
            <p:cNvSpPr/>
            <p:nvPr/>
          </p:nvSpPr>
          <p:spPr>
            <a:xfrm>
              <a:off x="422791" y="3018361"/>
              <a:ext cx="18604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122" name="Line 113"/>
            <p:cNvSpPr/>
            <p:nvPr/>
          </p:nvSpPr>
          <p:spPr>
            <a:xfrm>
              <a:off x="1050217" y="2747776"/>
              <a:ext cx="7938" cy="10668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123" name="Line 113"/>
            <p:cNvSpPr/>
            <p:nvPr/>
          </p:nvSpPr>
          <p:spPr>
            <a:xfrm>
              <a:off x="1721366" y="2752588"/>
              <a:ext cx="7938" cy="10668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124" name="Line 117"/>
            <p:cNvSpPr/>
            <p:nvPr/>
          </p:nvSpPr>
          <p:spPr>
            <a:xfrm flipV="1">
              <a:off x="422791" y="2752587"/>
              <a:ext cx="18604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125" name="Rectangle 109"/>
            <p:cNvSpPr/>
            <p:nvPr/>
          </p:nvSpPr>
          <p:spPr>
            <a:xfrm>
              <a:off x="422792" y="2504145"/>
              <a:ext cx="1860484" cy="1315243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grpSp>
        <p:nvGrpSpPr>
          <p:cNvPr id="171053" name="Group 214"/>
          <p:cNvGrpSpPr/>
          <p:nvPr/>
        </p:nvGrpSpPr>
        <p:grpSpPr>
          <a:xfrm>
            <a:off x="7577138" y="5583238"/>
            <a:ext cx="430212" cy="376237"/>
            <a:chOff x="355958" y="2437424"/>
            <a:chExt cx="1990400" cy="1450803"/>
          </a:xfrm>
        </p:grpSpPr>
        <p:sp>
          <p:nvSpPr>
            <p:cNvPr id="171106" name="Rectangle 4"/>
            <p:cNvSpPr/>
            <p:nvPr/>
          </p:nvSpPr>
          <p:spPr>
            <a:xfrm>
              <a:off x="355958" y="2437424"/>
              <a:ext cx="1990400" cy="145080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17" name="Rectangle 216"/>
            <p:cNvSpPr/>
            <p:nvPr/>
          </p:nvSpPr>
          <p:spPr bwMode="auto">
            <a:xfrm>
              <a:off x="1061045" y="2755744"/>
              <a:ext cx="661019" cy="10590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endParaRPr>
            </a:p>
          </p:txBody>
        </p:sp>
        <p:sp>
          <p:nvSpPr>
            <p:cNvPr id="218" name="Rectangle 217"/>
            <p:cNvSpPr/>
            <p:nvPr/>
          </p:nvSpPr>
          <p:spPr bwMode="auto">
            <a:xfrm>
              <a:off x="429405" y="2755744"/>
              <a:ext cx="624294" cy="105902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endParaRPr>
            </a:p>
          </p:txBody>
        </p:sp>
        <p:sp>
          <p:nvSpPr>
            <p:cNvPr id="171109" name="Rectangle 218"/>
            <p:cNvSpPr/>
            <p:nvPr/>
          </p:nvSpPr>
          <p:spPr>
            <a:xfrm>
              <a:off x="427880" y="2504145"/>
              <a:ext cx="1855396" cy="248443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1110" name="Rectangle 219"/>
            <p:cNvSpPr/>
            <p:nvPr/>
          </p:nvSpPr>
          <p:spPr>
            <a:xfrm>
              <a:off x="1733172" y="2751938"/>
              <a:ext cx="542081" cy="1060704"/>
            </a:xfrm>
            <a:prstGeom prst="rect">
              <a:avLst/>
            </a:prstGeom>
            <a:solidFill>
              <a:srgbClr val="FFCC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1111" name="Line 116"/>
            <p:cNvSpPr/>
            <p:nvPr/>
          </p:nvSpPr>
          <p:spPr>
            <a:xfrm>
              <a:off x="422791" y="3018361"/>
              <a:ext cx="18604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112" name="Line 113"/>
            <p:cNvSpPr/>
            <p:nvPr/>
          </p:nvSpPr>
          <p:spPr>
            <a:xfrm>
              <a:off x="1050217" y="2747776"/>
              <a:ext cx="7938" cy="10668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113" name="Line 113"/>
            <p:cNvSpPr/>
            <p:nvPr/>
          </p:nvSpPr>
          <p:spPr>
            <a:xfrm>
              <a:off x="1721366" y="2752588"/>
              <a:ext cx="7938" cy="10668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114" name="Line 117"/>
            <p:cNvSpPr/>
            <p:nvPr/>
          </p:nvSpPr>
          <p:spPr>
            <a:xfrm flipV="1">
              <a:off x="422791" y="2752587"/>
              <a:ext cx="18604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115" name="Rectangle 109"/>
            <p:cNvSpPr/>
            <p:nvPr/>
          </p:nvSpPr>
          <p:spPr>
            <a:xfrm>
              <a:off x="422792" y="2504145"/>
              <a:ext cx="1860484" cy="1315243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grpSp>
        <p:nvGrpSpPr>
          <p:cNvPr id="171054" name="Group 225"/>
          <p:cNvGrpSpPr/>
          <p:nvPr/>
        </p:nvGrpSpPr>
        <p:grpSpPr>
          <a:xfrm>
            <a:off x="8007350" y="6132513"/>
            <a:ext cx="431800" cy="374650"/>
            <a:chOff x="355958" y="2437424"/>
            <a:chExt cx="1990400" cy="1450803"/>
          </a:xfrm>
        </p:grpSpPr>
        <p:sp>
          <p:nvSpPr>
            <p:cNvPr id="171096" name="Rectangle 4"/>
            <p:cNvSpPr/>
            <p:nvPr/>
          </p:nvSpPr>
          <p:spPr>
            <a:xfrm>
              <a:off x="355958" y="2437424"/>
              <a:ext cx="1990400" cy="145080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28" name="Rectangle 227"/>
            <p:cNvSpPr/>
            <p:nvPr/>
          </p:nvSpPr>
          <p:spPr bwMode="auto">
            <a:xfrm>
              <a:off x="1058452" y="2750943"/>
              <a:ext cx="665908" cy="106351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endParaRPr>
            </a:p>
          </p:txBody>
        </p:sp>
        <p:sp>
          <p:nvSpPr>
            <p:cNvPr id="229" name="Rectangle 228"/>
            <p:cNvSpPr/>
            <p:nvPr/>
          </p:nvSpPr>
          <p:spPr bwMode="auto">
            <a:xfrm>
              <a:off x="436454" y="2757092"/>
              <a:ext cx="621998" cy="105736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endParaRPr>
            </a:p>
          </p:txBody>
        </p:sp>
        <p:sp>
          <p:nvSpPr>
            <p:cNvPr id="171099" name="Rectangle 229"/>
            <p:cNvSpPr/>
            <p:nvPr/>
          </p:nvSpPr>
          <p:spPr>
            <a:xfrm>
              <a:off x="427880" y="2504145"/>
              <a:ext cx="1855396" cy="248443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1100" name="Rectangle 230"/>
            <p:cNvSpPr/>
            <p:nvPr/>
          </p:nvSpPr>
          <p:spPr>
            <a:xfrm>
              <a:off x="1733172" y="2751938"/>
              <a:ext cx="542081" cy="1060704"/>
            </a:xfrm>
            <a:prstGeom prst="rect">
              <a:avLst/>
            </a:prstGeom>
            <a:solidFill>
              <a:srgbClr val="FFCC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1101" name="Line 116"/>
            <p:cNvSpPr/>
            <p:nvPr/>
          </p:nvSpPr>
          <p:spPr>
            <a:xfrm>
              <a:off x="422791" y="3018361"/>
              <a:ext cx="18604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102" name="Line 113"/>
            <p:cNvSpPr/>
            <p:nvPr/>
          </p:nvSpPr>
          <p:spPr>
            <a:xfrm>
              <a:off x="1050217" y="2747776"/>
              <a:ext cx="7938" cy="10668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103" name="Line 113"/>
            <p:cNvSpPr/>
            <p:nvPr/>
          </p:nvSpPr>
          <p:spPr>
            <a:xfrm>
              <a:off x="1721366" y="2752588"/>
              <a:ext cx="7938" cy="10668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104" name="Line 117"/>
            <p:cNvSpPr/>
            <p:nvPr/>
          </p:nvSpPr>
          <p:spPr>
            <a:xfrm flipV="1">
              <a:off x="422791" y="2752587"/>
              <a:ext cx="18604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105" name="Rectangle 109"/>
            <p:cNvSpPr/>
            <p:nvPr/>
          </p:nvSpPr>
          <p:spPr>
            <a:xfrm>
              <a:off x="422792" y="2504145"/>
              <a:ext cx="1860484" cy="1315243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grpSp>
        <p:nvGrpSpPr>
          <p:cNvPr id="171055" name="Group 236"/>
          <p:cNvGrpSpPr/>
          <p:nvPr/>
        </p:nvGrpSpPr>
        <p:grpSpPr>
          <a:xfrm>
            <a:off x="6359525" y="4545013"/>
            <a:ext cx="431800" cy="306387"/>
            <a:chOff x="355958" y="2437424"/>
            <a:chExt cx="1990400" cy="1450803"/>
          </a:xfrm>
        </p:grpSpPr>
        <p:sp>
          <p:nvSpPr>
            <p:cNvPr id="171086" name="Rectangle 4"/>
            <p:cNvSpPr/>
            <p:nvPr/>
          </p:nvSpPr>
          <p:spPr>
            <a:xfrm>
              <a:off x="355958" y="2437424"/>
              <a:ext cx="1990400" cy="145080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239" name="Rectangle 238"/>
            <p:cNvSpPr/>
            <p:nvPr/>
          </p:nvSpPr>
          <p:spPr bwMode="auto">
            <a:xfrm>
              <a:off x="1058452" y="2753143"/>
              <a:ext cx="665908" cy="105991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endParaRPr>
            </a:p>
          </p:txBody>
        </p:sp>
        <p:sp>
          <p:nvSpPr>
            <p:cNvPr id="240" name="Rectangle 239"/>
            <p:cNvSpPr/>
            <p:nvPr/>
          </p:nvSpPr>
          <p:spPr bwMode="auto">
            <a:xfrm>
              <a:off x="436454" y="2760658"/>
              <a:ext cx="621998" cy="105239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endParaRPr>
            </a:p>
          </p:txBody>
        </p:sp>
        <p:sp>
          <p:nvSpPr>
            <p:cNvPr id="171089" name="Rectangle 240"/>
            <p:cNvSpPr/>
            <p:nvPr/>
          </p:nvSpPr>
          <p:spPr>
            <a:xfrm>
              <a:off x="427880" y="2504145"/>
              <a:ext cx="1855396" cy="248443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1090" name="Rectangle 241"/>
            <p:cNvSpPr/>
            <p:nvPr/>
          </p:nvSpPr>
          <p:spPr>
            <a:xfrm>
              <a:off x="1733172" y="2751938"/>
              <a:ext cx="542081" cy="1060704"/>
            </a:xfrm>
            <a:prstGeom prst="rect">
              <a:avLst/>
            </a:prstGeom>
            <a:solidFill>
              <a:srgbClr val="FFCC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1091" name="Line 116"/>
            <p:cNvSpPr/>
            <p:nvPr/>
          </p:nvSpPr>
          <p:spPr>
            <a:xfrm>
              <a:off x="422791" y="3018361"/>
              <a:ext cx="18604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092" name="Line 113"/>
            <p:cNvSpPr/>
            <p:nvPr/>
          </p:nvSpPr>
          <p:spPr>
            <a:xfrm>
              <a:off x="1050217" y="2747776"/>
              <a:ext cx="7938" cy="10668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093" name="Line 113"/>
            <p:cNvSpPr/>
            <p:nvPr/>
          </p:nvSpPr>
          <p:spPr>
            <a:xfrm>
              <a:off x="1721366" y="2752588"/>
              <a:ext cx="7938" cy="10668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094" name="Line 117"/>
            <p:cNvSpPr/>
            <p:nvPr/>
          </p:nvSpPr>
          <p:spPr>
            <a:xfrm flipV="1">
              <a:off x="422791" y="2752587"/>
              <a:ext cx="18604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095" name="Rectangle 109"/>
            <p:cNvSpPr/>
            <p:nvPr/>
          </p:nvSpPr>
          <p:spPr>
            <a:xfrm>
              <a:off x="422792" y="2504145"/>
              <a:ext cx="1860484" cy="1315243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cxnSp>
        <p:nvCxnSpPr>
          <p:cNvPr id="171056" name="Straight Arrow Connector 247"/>
          <p:cNvCxnSpPr>
            <a:stCxn id="171066" idx="2"/>
          </p:cNvCxnSpPr>
          <p:nvPr/>
        </p:nvCxnSpPr>
        <p:spPr>
          <a:xfrm>
            <a:off x="6575425" y="2895600"/>
            <a:ext cx="1588" cy="1895475"/>
          </a:xfrm>
          <a:prstGeom prst="straightConnector1">
            <a:avLst/>
          </a:prstGeom>
          <a:ln w="9525" cap="flat" cmpd="sng">
            <a:solidFill>
              <a:srgbClr val="00997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71057" name="Straight Arrow Connector 248"/>
          <p:cNvCxnSpPr/>
          <p:nvPr/>
        </p:nvCxnSpPr>
        <p:spPr>
          <a:xfrm>
            <a:off x="7088188" y="2903538"/>
            <a:ext cx="44450" cy="2119312"/>
          </a:xfrm>
          <a:prstGeom prst="straightConnector1">
            <a:avLst/>
          </a:prstGeom>
          <a:ln w="9525" cap="flat" cmpd="sng">
            <a:solidFill>
              <a:srgbClr val="00997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71058" name="Straight Arrow Connector 249"/>
          <p:cNvCxnSpPr/>
          <p:nvPr/>
        </p:nvCxnSpPr>
        <p:spPr>
          <a:xfrm>
            <a:off x="7720013" y="2895600"/>
            <a:ext cx="63500" cy="2944813"/>
          </a:xfrm>
          <a:prstGeom prst="straightConnector1">
            <a:avLst/>
          </a:prstGeom>
          <a:ln w="9525" cap="flat" cmpd="sng">
            <a:solidFill>
              <a:srgbClr val="00997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71059" name="Straight Arrow Connector 250"/>
          <p:cNvCxnSpPr>
            <a:stCxn id="171081" idx="2"/>
          </p:cNvCxnSpPr>
          <p:nvPr/>
        </p:nvCxnSpPr>
        <p:spPr>
          <a:xfrm>
            <a:off x="8193088" y="2895600"/>
            <a:ext cx="22225" cy="3492500"/>
          </a:xfrm>
          <a:prstGeom prst="straightConnector1">
            <a:avLst/>
          </a:prstGeom>
          <a:ln w="9525" cap="flat" cmpd="sng">
            <a:solidFill>
              <a:srgbClr val="009973"/>
            </a:solidFill>
            <a:prstDash val="solid"/>
            <a:headEnd type="none" w="med" len="med"/>
            <a:tailEnd type="triangle" w="med" len="med"/>
          </a:ln>
        </p:spPr>
      </p:cxnSp>
      <p:grpSp>
        <p:nvGrpSpPr>
          <p:cNvPr id="171060" name="Group 251"/>
          <p:cNvGrpSpPr/>
          <p:nvPr/>
        </p:nvGrpSpPr>
        <p:grpSpPr>
          <a:xfrm>
            <a:off x="8029575" y="2647950"/>
            <a:ext cx="327025" cy="247650"/>
            <a:chOff x="8481778" y="1650237"/>
            <a:chExt cx="327460" cy="247650"/>
          </a:xfrm>
        </p:grpSpPr>
        <p:sp>
          <p:nvSpPr>
            <p:cNvPr id="171081" name="Rectangle 129"/>
            <p:cNvSpPr/>
            <p:nvPr/>
          </p:nvSpPr>
          <p:spPr>
            <a:xfrm>
              <a:off x="8483154" y="1650237"/>
              <a:ext cx="326082" cy="24765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1082" name="Line 130"/>
            <p:cNvSpPr/>
            <p:nvPr/>
          </p:nvSpPr>
          <p:spPr>
            <a:xfrm>
              <a:off x="8715682" y="1691512"/>
              <a:ext cx="1376" cy="2063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083" name="Line 131"/>
            <p:cNvSpPr/>
            <p:nvPr/>
          </p:nvSpPr>
          <p:spPr>
            <a:xfrm>
              <a:off x="8483154" y="1740725"/>
              <a:ext cx="32608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084" name="Line 132"/>
            <p:cNvSpPr/>
            <p:nvPr/>
          </p:nvSpPr>
          <p:spPr>
            <a:xfrm flipV="1">
              <a:off x="8481778" y="1691512"/>
              <a:ext cx="327460" cy="15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085" name="Line 130"/>
            <p:cNvSpPr/>
            <p:nvPr/>
          </p:nvSpPr>
          <p:spPr>
            <a:xfrm>
              <a:off x="8602857" y="1691512"/>
              <a:ext cx="1376" cy="2063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71061" name="Group 257"/>
          <p:cNvGrpSpPr/>
          <p:nvPr/>
        </p:nvGrpSpPr>
        <p:grpSpPr>
          <a:xfrm>
            <a:off x="7539038" y="2647950"/>
            <a:ext cx="327025" cy="247650"/>
            <a:chOff x="8481778" y="1650237"/>
            <a:chExt cx="327460" cy="247650"/>
          </a:xfrm>
        </p:grpSpPr>
        <p:sp>
          <p:nvSpPr>
            <p:cNvPr id="171076" name="Rectangle 129"/>
            <p:cNvSpPr/>
            <p:nvPr/>
          </p:nvSpPr>
          <p:spPr>
            <a:xfrm>
              <a:off x="8483154" y="1650237"/>
              <a:ext cx="326082" cy="24765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1077" name="Line 130"/>
            <p:cNvSpPr/>
            <p:nvPr/>
          </p:nvSpPr>
          <p:spPr>
            <a:xfrm>
              <a:off x="8715682" y="1691512"/>
              <a:ext cx="1376" cy="2063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078" name="Line 131"/>
            <p:cNvSpPr/>
            <p:nvPr/>
          </p:nvSpPr>
          <p:spPr>
            <a:xfrm>
              <a:off x="8483154" y="1740725"/>
              <a:ext cx="32608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079" name="Line 132"/>
            <p:cNvSpPr/>
            <p:nvPr/>
          </p:nvSpPr>
          <p:spPr>
            <a:xfrm flipV="1">
              <a:off x="8481778" y="1691512"/>
              <a:ext cx="327460" cy="15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080" name="Line 130"/>
            <p:cNvSpPr/>
            <p:nvPr/>
          </p:nvSpPr>
          <p:spPr>
            <a:xfrm>
              <a:off x="8602857" y="1691512"/>
              <a:ext cx="1376" cy="2063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71062" name="Group 263"/>
          <p:cNvGrpSpPr/>
          <p:nvPr/>
        </p:nvGrpSpPr>
        <p:grpSpPr>
          <a:xfrm>
            <a:off x="6910388" y="2647950"/>
            <a:ext cx="327025" cy="247650"/>
            <a:chOff x="8481778" y="1650237"/>
            <a:chExt cx="327460" cy="247650"/>
          </a:xfrm>
        </p:grpSpPr>
        <p:sp>
          <p:nvSpPr>
            <p:cNvPr id="171071" name="Rectangle 129"/>
            <p:cNvSpPr/>
            <p:nvPr/>
          </p:nvSpPr>
          <p:spPr>
            <a:xfrm>
              <a:off x="8483154" y="1650237"/>
              <a:ext cx="326082" cy="24765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1072" name="Line 130"/>
            <p:cNvSpPr/>
            <p:nvPr/>
          </p:nvSpPr>
          <p:spPr>
            <a:xfrm>
              <a:off x="8715682" y="1691512"/>
              <a:ext cx="1376" cy="2063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073" name="Line 131"/>
            <p:cNvSpPr/>
            <p:nvPr/>
          </p:nvSpPr>
          <p:spPr>
            <a:xfrm>
              <a:off x="8483154" y="1740725"/>
              <a:ext cx="32608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074" name="Line 132"/>
            <p:cNvSpPr/>
            <p:nvPr/>
          </p:nvSpPr>
          <p:spPr>
            <a:xfrm flipV="1">
              <a:off x="8481778" y="1691512"/>
              <a:ext cx="327460" cy="15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075" name="Line 130"/>
            <p:cNvSpPr/>
            <p:nvPr/>
          </p:nvSpPr>
          <p:spPr>
            <a:xfrm>
              <a:off x="8602857" y="1691512"/>
              <a:ext cx="1376" cy="2063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71063" name="Group 269"/>
          <p:cNvGrpSpPr/>
          <p:nvPr/>
        </p:nvGrpSpPr>
        <p:grpSpPr>
          <a:xfrm>
            <a:off x="6410325" y="2647950"/>
            <a:ext cx="328613" cy="247650"/>
            <a:chOff x="8481778" y="1650237"/>
            <a:chExt cx="327460" cy="247650"/>
          </a:xfrm>
        </p:grpSpPr>
        <p:sp>
          <p:nvSpPr>
            <p:cNvPr id="171066" name="Rectangle 129"/>
            <p:cNvSpPr/>
            <p:nvPr/>
          </p:nvSpPr>
          <p:spPr>
            <a:xfrm>
              <a:off x="8483154" y="1650237"/>
              <a:ext cx="326082" cy="24765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1067" name="Line 130"/>
            <p:cNvSpPr/>
            <p:nvPr/>
          </p:nvSpPr>
          <p:spPr>
            <a:xfrm>
              <a:off x="8715682" y="1691512"/>
              <a:ext cx="1376" cy="2063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068" name="Line 131"/>
            <p:cNvSpPr/>
            <p:nvPr/>
          </p:nvSpPr>
          <p:spPr>
            <a:xfrm>
              <a:off x="8483154" y="1740725"/>
              <a:ext cx="32608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069" name="Line 132"/>
            <p:cNvSpPr/>
            <p:nvPr/>
          </p:nvSpPr>
          <p:spPr>
            <a:xfrm flipV="1">
              <a:off x="8481778" y="1691512"/>
              <a:ext cx="327460" cy="15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070" name="Line 130"/>
            <p:cNvSpPr/>
            <p:nvPr/>
          </p:nvSpPr>
          <p:spPr>
            <a:xfrm>
              <a:off x="8602857" y="1691512"/>
              <a:ext cx="1376" cy="2063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71064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71065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b="1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3058" name="Picture 12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078038" y="835025"/>
            <a:ext cx="7670800" cy="241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3059" name="Title 1"/>
          <p:cNvSpPr>
            <a:spLocks noGrp="1"/>
          </p:cNvSpPr>
          <p:nvPr>
            <p:ph type="title"/>
          </p:nvPr>
        </p:nvSpPr>
        <p:spPr>
          <a:xfrm>
            <a:off x="1976438" y="0"/>
            <a:ext cx="10050462" cy="1008063"/>
          </a:xfrm>
          <a:ln/>
        </p:spPr>
        <p:txBody>
          <a:bodyPr vert="horz" wrap="square" lIns="91440" tIns="45720" rIns="91440" bIns="45720" anchor="ctr" anchorCtr="0"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OpenFlow data plane abstraction</a:t>
            </a:r>
            <a:endParaRPr lang="en-US" altLang="zh-CN" sz="3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3060" name="Content Placeholder 2"/>
          <p:cNvSpPr>
            <a:spLocks noGrp="1"/>
          </p:cNvSpPr>
          <p:nvPr>
            <p:ph idx="1"/>
          </p:nvPr>
        </p:nvSpPr>
        <p:spPr>
          <a:xfrm>
            <a:off x="614363" y="1243013"/>
            <a:ext cx="10904537" cy="533400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000" b="1" i="1" dirty="0">
                <a:solidFill>
                  <a:srgbClr val="00009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flow</a:t>
            </a:r>
            <a:r>
              <a:rPr lang="en-US" altLang="zh-CN" sz="2000" b="1" dirty="0">
                <a:solidFill>
                  <a:srgbClr val="00009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: defined by header fields</a:t>
            </a:r>
            <a:endParaRPr lang="en-US" altLang="zh-CN" sz="2000" b="1" dirty="0">
              <a:solidFill>
                <a:srgbClr val="00009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rgbClr val="00009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generalized forwarding: simple packet-handling rules</a:t>
            </a:r>
            <a:endParaRPr lang="en-US" altLang="zh-CN" sz="2000" b="1" dirty="0">
              <a:solidFill>
                <a:srgbClr val="00009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sz="18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Pattern</a:t>
            </a:r>
            <a:r>
              <a:rPr lang="en-US" altLang="zh-CN" sz="1800" b="1" i="1" dirty="0">
                <a:solidFill>
                  <a:srgbClr val="00009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: </a:t>
            </a:r>
            <a:r>
              <a:rPr lang="en-US" altLang="zh-CN" sz="1800" b="1" dirty="0">
                <a:solidFill>
                  <a:srgbClr val="00009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match </a:t>
            </a: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values in packet header fields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sz="18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Actions: for matched packet: </a:t>
            </a: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drop, forward, modify, matched packet or send matched packet to controller 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sz="18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Priority</a:t>
            </a: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: disambiguate overlapping patterns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sz="18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Counters: </a:t>
            </a: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#bytes and #packets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cxnSp>
        <p:nvCxnSpPr>
          <p:cNvPr id="21" name="Straight Connector 20"/>
          <p:cNvCxnSpPr>
            <a:cxnSpLocks noChangeShapeType="1"/>
          </p:cNvCxnSpPr>
          <p:nvPr/>
        </p:nvCxnSpPr>
        <p:spPr bwMode="auto">
          <a:xfrm>
            <a:off x="3917950" y="4635500"/>
            <a:ext cx="1127125" cy="19050"/>
          </a:xfrm>
          <a:prstGeom prst="line">
            <a:avLst/>
          </a:prstGeom>
          <a:noFill/>
          <a:ln w="25400">
            <a:solidFill>
              <a:srgbClr val="8E8EE4"/>
            </a:solidFill>
            <a:round/>
            <a:tailEnd type="none" w="lg" len="lg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22"/>
          <p:cNvCxnSpPr>
            <a:cxnSpLocks noChangeShapeType="1"/>
          </p:cNvCxnSpPr>
          <p:nvPr/>
        </p:nvCxnSpPr>
        <p:spPr bwMode="auto">
          <a:xfrm>
            <a:off x="6508750" y="4635500"/>
            <a:ext cx="1127125" cy="19050"/>
          </a:xfrm>
          <a:prstGeom prst="line">
            <a:avLst/>
          </a:prstGeom>
          <a:noFill/>
          <a:ln w="25400">
            <a:solidFill>
              <a:srgbClr val="8E8EE4"/>
            </a:solidFill>
            <a:round/>
            <a:tailEnd type="none" w="lg" len="lg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73063" name="Group 7"/>
          <p:cNvGrpSpPr/>
          <p:nvPr/>
        </p:nvGrpSpPr>
        <p:grpSpPr>
          <a:xfrm>
            <a:off x="4951413" y="4233863"/>
            <a:ext cx="1652587" cy="868362"/>
            <a:chOff x="1871277" y="1576300"/>
            <a:chExt cx="1128371" cy="437861"/>
          </a:xfrm>
        </p:grpSpPr>
        <p:sp>
          <p:nvSpPr>
            <p:cNvPr id="13" name="Oval 12"/>
            <p:cNvSpPr>
              <a:spLocks noChangeArrowheads="1"/>
            </p:cNvSpPr>
            <p:nvPr/>
          </p:nvSpPr>
          <p:spPr bwMode="auto">
            <a:xfrm flipV="1">
              <a:off x="1874528" y="1694771"/>
              <a:ext cx="1125120" cy="31939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1871277" y="1739597"/>
              <a:ext cx="1128371" cy="116069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17" name="Oval 16"/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120" cy="31939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18" name="Freeform 17"/>
            <p:cNvSpPr/>
            <p:nvPr/>
          </p:nvSpPr>
          <p:spPr bwMode="auto">
            <a:xfrm>
              <a:off x="2160686" y="1673158"/>
              <a:ext cx="546301" cy="160896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-1" fmla="*/ 1486231 w 2944854"/>
                <a:gd name="connsiteY0-2" fmla="*/ 727041 h 1316375"/>
                <a:gd name="connsiteX1-3" fmla="*/ 257675 w 2944854"/>
                <a:gd name="connsiteY1-4" fmla="*/ 1302232 h 1316375"/>
                <a:gd name="connsiteX2-5" fmla="*/ 0 w 2944854"/>
                <a:gd name="connsiteY2-6" fmla="*/ 1228607 h 1316375"/>
                <a:gd name="connsiteX3-7" fmla="*/ 911064 w 2944854"/>
                <a:gd name="connsiteY3-8" fmla="*/ 837478 h 1316375"/>
                <a:gd name="connsiteX4-9" fmla="*/ 883456 w 2944854"/>
                <a:gd name="connsiteY4-10" fmla="*/ 450949 h 1316375"/>
                <a:gd name="connsiteX5-11" fmla="*/ 161047 w 2944854"/>
                <a:gd name="connsiteY5-12" fmla="*/ 119640 h 1316375"/>
                <a:gd name="connsiteX6-13" fmla="*/ 404917 w 2944854"/>
                <a:gd name="connsiteY6-14" fmla="*/ 50617 h 1316375"/>
                <a:gd name="connsiteX7-15" fmla="*/ 1477028 w 2944854"/>
                <a:gd name="connsiteY7-16" fmla="*/ 501566 h 1316375"/>
                <a:gd name="connsiteX8-17" fmla="*/ 2572146 w 2944854"/>
                <a:gd name="connsiteY8-18" fmla="*/ 0 h 1316375"/>
                <a:gd name="connsiteX9-19" fmla="*/ 2875834 w 2944854"/>
                <a:gd name="connsiteY9-20" fmla="*/ 96632 h 1316375"/>
                <a:gd name="connsiteX10-21" fmla="*/ 2079803 w 2944854"/>
                <a:gd name="connsiteY10-22" fmla="*/ 432543 h 1316375"/>
                <a:gd name="connsiteX11-23" fmla="*/ 2240850 w 2944854"/>
                <a:gd name="connsiteY11-24" fmla="*/ 920305 h 1316375"/>
                <a:gd name="connsiteX12-25" fmla="*/ 2944854 w 2944854"/>
                <a:gd name="connsiteY12-26" fmla="*/ 1228607 h 1316375"/>
                <a:gd name="connsiteX13-27" fmla="*/ 2756623 w 2944854"/>
                <a:gd name="connsiteY13-28" fmla="*/ 1316375 h 1316375"/>
                <a:gd name="connsiteX14-29" fmla="*/ 1486231 w 2944854"/>
                <a:gd name="connsiteY14-30" fmla="*/ 727041 h 1316375"/>
                <a:gd name="connsiteX0-31" fmla="*/ 1486231 w 3024520"/>
                <a:gd name="connsiteY0-32" fmla="*/ 727041 h 1316375"/>
                <a:gd name="connsiteX1-33" fmla="*/ 257675 w 3024520"/>
                <a:gd name="connsiteY1-34" fmla="*/ 1302232 h 1316375"/>
                <a:gd name="connsiteX2-35" fmla="*/ 0 w 3024520"/>
                <a:gd name="connsiteY2-36" fmla="*/ 1228607 h 1316375"/>
                <a:gd name="connsiteX3-37" fmla="*/ 911064 w 3024520"/>
                <a:gd name="connsiteY3-38" fmla="*/ 837478 h 1316375"/>
                <a:gd name="connsiteX4-39" fmla="*/ 883456 w 3024520"/>
                <a:gd name="connsiteY4-40" fmla="*/ 450949 h 1316375"/>
                <a:gd name="connsiteX5-41" fmla="*/ 161047 w 3024520"/>
                <a:gd name="connsiteY5-42" fmla="*/ 119640 h 1316375"/>
                <a:gd name="connsiteX6-43" fmla="*/ 404917 w 3024520"/>
                <a:gd name="connsiteY6-44" fmla="*/ 50617 h 1316375"/>
                <a:gd name="connsiteX7-45" fmla="*/ 1477028 w 3024520"/>
                <a:gd name="connsiteY7-46" fmla="*/ 501566 h 1316375"/>
                <a:gd name="connsiteX8-47" fmla="*/ 2572146 w 3024520"/>
                <a:gd name="connsiteY8-48" fmla="*/ 0 h 1316375"/>
                <a:gd name="connsiteX9-49" fmla="*/ 2875834 w 3024520"/>
                <a:gd name="connsiteY9-50" fmla="*/ 96632 h 1316375"/>
                <a:gd name="connsiteX10-51" fmla="*/ 2079803 w 3024520"/>
                <a:gd name="connsiteY10-52" fmla="*/ 432543 h 1316375"/>
                <a:gd name="connsiteX11-53" fmla="*/ 2240850 w 3024520"/>
                <a:gd name="connsiteY11-54" fmla="*/ 920305 h 1316375"/>
                <a:gd name="connsiteX12-55" fmla="*/ 3024520 w 3024520"/>
                <a:gd name="connsiteY12-56" fmla="*/ 1228607 h 1316375"/>
                <a:gd name="connsiteX13-57" fmla="*/ 2756623 w 3024520"/>
                <a:gd name="connsiteY13-58" fmla="*/ 1316375 h 1316375"/>
                <a:gd name="connsiteX14-59" fmla="*/ 1486231 w 3024520"/>
                <a:gd name="connsiteY14-60" fmla="*/ 727041 h 1316375"/>
                <a:gd name="connsiteX0-61" fmla="*/ 1537780 w 3076069"/>
                <a:gd name="connsiteY0-62" fmla="*/ 727041 h 1316375"/>
                <a:gd name="connsiteX1-63" fmla="*/ 309224 w 3076069"/>
                <a:gd name="connsiteY1-64" fmla="*/ 1302232 h 1316375"/>
                <a:gd name="connsiteX2-65" fmla="*/ 0 w 3076069"/>
                <a:gd name="connsiteY2-66" fmla="*/ 1228607 h 1316375"/>
                <a:gd name="connsiteX3-67" fmla="*/ 962613 w 3076069"/>
                <a:gd name="connsiteY3-68" fmla="*/ 837478 h 1316375"/>
                <a:gd name="connsiteX4-69" fmla="*/ 935005 w 3076069"/>
                <a:gd name="connsiteY4-70" fmla="*/ 450949 h 1316375"/>
                <a:gd name="connsiteX5-71" fmla="*/ 212596 w 3076069"/>
                <a:gd name="connsiteY5-72" fmla="*/ 119640 h 1316375"/>
                <a:gd name="connsiteX6-73" fmla="*/ 456466 w 3076069"/>
                <a:gd name="connsiteY6-74" fmla="*/ 50617 h 1316375"/>
                <a:gd name="connsiteX7-75" fmla="*/ 1528577 w 3076069"/>
                <a:gd name="connsiteY7-76" fmla="*/ 501566 h 1316375"/>
                <a:gd name="connsiteX8-77" fmla="*/ 2623695 w 3076069"/>
                <a:gd name="connsiteY8-78" fmla="*/ 0 h 1316375"/>
                <a:gd name="connsiteX9-79" fmla="*/ 2927383 w 3076069"/>
                <a:gd name="connsiteY9-80" fmla="*/ 96632 h 1316375"/>
                <a:gd name="connsiteX10-81" fmla="*/ 2131352 w 3076069"/>
                <a:gd name="connsiteY10-82" fmla="*/ 432543 h 1316375"/>
                <a:gd name="connsiteX11-83" fmla="*/ 2292399 w 3076069"/>
                <a:gd name="connsiteY11-84" fmla="*/ 920305 h 1316375"/>
                <a:gd name="connsiteX12-85" fmla="*/ 3076069 w 3076069"/>
                <a:gd name="connsiteY12-86" fmla="*/ 1228607 h 1316375"/>
                <a:gd name="connsiteX13-87" fmla="*/ 2808172 w 3076069"/>
                <a:gd name="connsiteY13-88" fmla="*/ 1316375 h 1316375"/>
                <a:gd name="connsiteX14-89" fmla="*/ 1537780 w 3076069"/>
                <a:gd name="connsiteY14-90" fmla="*/ 727041 h 1316375"/>
                <a:gd name="connsiteX0-91" fmla="*/ 1537780 w 3076069"/>
                <a:gd name="connsiteY0-92" fmla="*/ 727041 h 1321259"/>
                <a:gd name="connsiteX1-93" fmla="*/ 313981 w 3076069"/>
                <a:gd name="connsiteY1-94" fmla="*/ 1321259 h 1321259"/>
                <a:gd name="connsiteX2-95" fmla="*/ 0 w 3076069"/>
                <a:gd name="connsiteY2-96" fmla="*/ 1228607 h 1321259"/>
                <a:gd name="connsiteX3-97" fmla="*/ 962613 w 3076069"/>
                <a:gd name="connsiteY3-98" fmla="*/ 837478 h 1321259"/>
                <a:gd name="connsiteX4-99" fmla="*/ 935005 w 3076069"/>
                <a:gd name="connsiteY4-100" fmla="*/ 450949 h 1321259"/>
                <a:gd name="connsiteX5-101" fmla="*/ 212596 w 3076069"/>
                <a:gd name="connsiteY5-102" fmla="*/ 119640 h 1321259"/>
                <a:gd name="connsiteX6-103" fmla="*/ 456466 w 3076069"/>
                <a:gd name="connsiteY6-104" fmla="*/ 50617 h 1321259"/>
                <a:gd name="connsiteX7-105" fmla="*/ 1528577 w 3076069"/>
                <a:gd name="connsiteY7-106" fmla="*/ 501566 h 1321259"/>
                <a:gd name="connsiteX8-107" fmla="*/ 2623695 w 3076069"/>
                <a:gd name="connsiteY8-108" fmla="*/ 0 h 1321259"/>
                <a:gd name="connsiteX9-109" fmla="*/ 2927383 w 3076069"/>
                <a:gd name="connsiteY9-110" fmla="*/ 96632 h 1321259"/>
                <a:gd name="connsiteX10-111" fmla="*/ 2131352 w 3076069"/>
                <a:gd name="connsiteY10-112" fmla="*/ 432543 h 1321259"/>
                <a:gd name="connsiteX11-113" fmla="*/ 2292399 w 3076069"/>
                <a:gd name="connsiteY11-114" fmla="*/ 920305 h 1321259"/>
                <a:gd name="connsiteX12-115" fmla="*/ 3076069 w 3076069"/>
                <a:gd name="connsiteY12-116" fmla="*/ 1228607 h 1321259"/>
                <a:gd name="connsiteX13-117" fmla="*/ 2808172 w 3076069"/>
                <a:gd name="connsiteY13-118" fmla="*/ 1316375 h 1321259"/>
                <a:gd name="connsiteX14-119" fmla="*/ 1537780 w 3076069"/>
                <a:gd name="connsiteY14-120" fmla="*/ 727041 h 1321259"/>
                <a:gd name="connsiteX0-121" fmla="*/ 1537780 w 3076069"/>
                <a:gd name="connsiteY0-122" fmla="*/ 750825 h 1321259"/>
                <a:gd name="connsiteX1-123" fmla="*/ 313981 w 3076069"/>
                <a:gd name="connsiteY1-124" fmla="*/ 1321259 h 1321259"/>
                <a:gd name="connsiteX2-125" fmla="*/ 0 w 3076069"/>
                <a:gd name="connsiteY2-126" fmla="*/ 1228607 h 1321259"/>
                <a:gd name="connsiteX3-127" fmla="*/ 962613 w 3076069"/>
                <a:gd name="connsiteY3-128" fmla="*/ 837478 h 1321259"/>
                <a:gd name="connsiteX4-129" fmla="*/ 935005 w 3076069"/>
                <a:gd name="connsiteY4-130" fmla="*/ 450949 h 1321259"/>
                <a:gd name="connsiteX5-131" fmla="*/ 212596 w 3076069"/>
                <a:gd name="connsiteY5-132" fmla="*/ 119640 h 1321259"/>
                <a:gd name="connsiteX6-133" fmla="*/ 456466 w 3076069"/>
                <a:gd name="connsiteY6-134" fmla="*/ 50617 h 1321259"/>
                <a:gd name="connsiteX7-135" fmla="*/ 1528577 w 3076069"/>
                <a:gd name="connsiteY7-136" fmla="*/ 501566 h 1321259"/>
                <a:gd name="connsiteX8-137" fmla="*/ 2623695 w 3076069"/>
                <a:gd name="connsiteY8-138" fmla="*/ 0 h 1321259"/>
                <a:gd name="connsiteX9-139" fmla="*/ 2927383 w 3076069"/>
                <a:gd name="connsiteY9-140" fmla="*/ 96632 h 1321259"/>
                <a:gd name="connsiteX10-141" fmla="*/ 2131352 w 3076069"/>
                <a:gd name="connsiteY10-142" fmla="*/ 432543 h 1321259"/>
                <a:gd name="connsiteX11-143" fmla="*/ 2292399 w 3076069"/>
                <a:gd name="connsiteY11-144" fmla="*/ 920305 h 1321259"/>
                <a:gd name="connsiteX12-145" fmla="*/ 3076069 w 3076069"/>
                <a:gd name="connsiteY12-146" fmla="*/ 1228607 h 1321259"/>
                <a:gd name="connsiteX13-147" fmla="*/ 2808172 w 3076069"/>
                <a:gd name="connsiteY13-148" fmla="*/ 1316375 h 1321259"/>
                <a:gd name="connsiteX14-149" fmla="*/ 1537780 w 3076069"/>
                <a:gd name="connsiteY14-150" fmla="*/ 750825 h 13212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19" name="Freeform 18"/>
            <p:cNvSpPr/>
            <p:nvPr/>
          </p:nvSpPr>
          <p:spPr bwMode="auto">
            <a:xfrm>
              <a:off x="2103238" y="1633134"/>
              <a:ext cx="661197" cy="111267"/>
            </a:xfrm>
            <a:custGeom>
              <a:avLst/>
              <a:gdLst>
                <a:gd name="T0" fmla="*/ 0 w 3723451"/>
                <a:gd name="T1" fmla="*/ 27221 h 932950"/>
                <a:gd name="T2" fmla="*/ 116342 w 3723451"/>
                <a:gd name="T3" fmla="*/ 321 h 932950"/>
                <a:gd name="T4" fmla="*/ 329542 w 3723451"/>
                <a:gd name="T5" fmla="*/ 62084 h 932950"/>
                <a:gd name="T6" fmla="*/ 532938 w 3723451"/>
                <a:gd name="T7" fmla="*/ 0 h 932950"/>
                <a:gd name="T8" fmla="*/ 661197 w 3723451"/>
                <a:gd name="T9" fmla="*/ 24705 h 932950"/>
                <a:gd name="T10" fmla="*/ 565772 w 3723451"/>
                <a:gd name="T11" fmla="*/ 55085 h 932950"/>
                <a:gd name="T12" fmla="*/ 535050 w 3723451"/>
                <a:gd name="T13" fmla="*/ 46894 h 932950"/>
                <a:gd name="T14" fmla="*/ 333288 w 3723451"/>
                <a:gd name="T15" fmla="*/ 111267 h 932950"/>
                <a:gd name="T16" fmla="*/ 126366 w 3723451"/>
                <a:gd name="T17" fmla="*/ 49262 h 932950"/>
                <a:gd name="T18" fmla="*/ 92910 w 3723451"/>
                <a:gd name="T19" fmla="*/ 55954 h 932950"/>
                <a:gd name="T20" fmla="*/ 0 w 3723451"/>
                <a:gd name="T21" fmla="*/ 27221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20" name="Freeform 19"/>
            <p:cNvSpPr/>
            <p:nvPr/>
          </p:nvSpPr>
          <p:spPr bwMode="auto">
            <a:xfrm>
              <a:off x="2538978" y="1727590"/>
              <a:ext cx="241716" cy="96858"/>
            </a:xfrm>
            <a:custGeom>
              <a:avLst/>
              <a:gdLst>
                <a:gd name="T0" fmla="*/ 0 w 1366596"/>
                <a:gd name="T1" fmla="*/ 0 h 809868"/>
                <a:gd name="T2" fmla="*/ 241716 w 1366596"/>
                <a:gd name="T3" fmla="*/ 74845 h 809868"/>
                <a:gd name="T4" fmla="*/ 153005 w 1366596"/>
                <a:gd name="T5" fmla="*/ 96858 h 809868"/>
                <a:gd name="T6" fmla="*/ 814 w 1366596"/>
                <a:gd name="T7" fmla="*/ 51181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22" name="Freeform 21"/>
            <p:cNvSpPr/>
            <p:nvPr/>
          </p:nvSpPr>
          <p:spPr bwMode="auto">
            <a:xfrm>
              <a:off x="2090231" y="1729992"/>
              <a:ext cx="238465" cy="96858"/>
            </a:xfrm>
            <a:custGeom>
              <a:avLst/>
              <a:gdLst>
                <a:gd name="T0" fmla="*/ 235210 w 1348191"/>
                <a:gd name="T1" fmla="*/ 0 h 791462"/>
                <a:gd name="T2" fmla="*/ 238465 w 1348191"/>
                <a:gd name="T3" fmla="*/ 46740 h 791462"/>
                <a:gd name="T4" fmla="*/ 86271 w 1348191"/>
                <a:gd name="T5" fmla="*/ 96858 h 791462"/>
                <a:gd name="T6" fmla="*/ 0 w 1348191"/>
                <a:gd name="T7" fmla="*/ 74896 h 791462"/>
                <a:gd name="T8" fmla="*/ 235210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cxnSp>
          <p:nvCxnSpPr>
            <p:cNvPr id="24" name="Straight Connector 23"/>
            <p:cNvCxnSpPr>
              <a:cxnSpLocks noChangeShapeType="1"/>
              <a:endCxn id="17" idx="2"/>
            </p:cNvCxnSpPr>
            <p:nvPr/>
          </p:nvCxnSpPr>
          <p:spPr bwMode="auto">
            <a:xfrm flipH="1" flipV="1">
              <a:off x="1871277" y="1737196"/>
              <a:ext cx="3251" cy="12327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Straight Connector 24"/>
            <p:cNvCxnSpPr>
              <a:cxnSpLocks noChangeShapeType="1"/>
            </p:cNvCxnSpPr>
            <p:nvPr/>
          </p:nvCxnSpPr>
          <p:spPr bwMode="auto">
            <a:xfrm flipH="1" flipV="1">
              <a:off x="2996397" y="1734795"/>
              <a:ext cx="3251" cy="12327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26" name="Straight Connector 25"/>
          <p:cNvCxnSpPr>
            <a:cxnSpLocks noChangeShapeType="1"/>
          </p:cNvCxnSpPr>
          <p:nvPr/>
        </p:nvCxnSpPr>
        <p:spPr bwMode="auto">
          <a:xfrm>
            <a:off x="6407150" y="4935538"/>
            <a:ext cx="1106488" cy="355600"/>
          </a:xfrm>
          <a:prstGeom prst="line">
            <a:avLst/>
          </a:prstGeom>
          <a:noFill/>
          <a:ln w="25400">
            <a:solidFill>
              <a:srgbClr val="8E8EE4"/>
            </a:solidFill>
            <a:round/>
            <a:tailEnd type="none" w="lg" len="lg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Straight Connector 26"/>
          <p:cNvCxnSpPr>
            <a:cxnSpLocks noChangeShapeType="1"/>
          </p:cNvCxnSpPr>
          <p:nvPr/>
        </p:nvCxnSpPr>
        <p:spPr bwMode="auto">
          <a:xfrm flipV="1">
            <a:off x="6516688" y="4106863"/>
            <a:ext cx="1357313" cy="304800"/>
          </a:xfrm>
          <a:prstGeom prst="line">
            <a:avLst/>
          </a:prstGeom>
          <a:noFill/>
          <a:ln w="25400">
            <a:solidFill>
              <a:srgbClr val="8E8EE4"/>
            </a:solidFill>
            <a:round/>
            <a:tailEnd type="none" w="lg" len="lg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3066" name="TextBox 8"/>
          <p:cNvSpPr txBox="1"/>
          <p:nvPr/>
        </p:nvSpPr>
        <p:spPr>
          <a:xfrm>
            <a:off x="963613" y="5416550"/>
            <a:ext cx="10555287" cy="9636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Flow table in a router (computed and distributed by controller) define router</a:t>
            </a:r>
            <a:r>
              <a:rPr lang="en-US" altLang="en-US" sz="20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’</a:t>
            </a:r>
            <a:r>
              <a:rPr lang="en-US" altLang="zh-CN" sz="20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 match+action rules</a:t>
            </a:r>
            <a:endParaRPr lang="en-US" altLang="zh-CN" sz="2000" b="1" i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3067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73068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5106" name="Picture 12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078038" y="835025"/>
            <a:ext cx="7670800" cy="241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5107" name="Title 1"/>
          <p:cNvSpPr>
            <a:spLocks noGrp="1"/>
          </p:cNvSpPr>
          <p:nvPr>
            <p:ph type="title"/>
          </p:nvPr>
        </p:nvSpPr>
        <p:spPr>
          <a:xfrm>
            <a:off x="1976438" y="0"/>
            <a:ext cx="9707562" cy="1143000"/>
          </a:xfrm>
          <a:ln/>
        </p:spPr>
        <p:txBody>
          <a:bodyPr vert="horz" wrap="square" lIns="91440" tIns="45720" rIns="91440" bIns="45720" anchor="ctr" anchorCtr="0"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OpenFlow data plane abstraction</a:t>
            </a:r>
            <a:endParaRPr lang="en-US" altLang="zh-CN" sz="3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5108" name="Content Placeholder 2"/>
          <p:cNvSpPr>
            <a:spLocks noGrp="1"/>
          </p:cNvSpPr>
          <p:nvPr>
            <p:ph idx="1"/>
          </p:nvPr>
        </p:nvSpPr>
        <p:spPr>
          <a:xfrm>
            <a:off x="706438" y="1028700"/>
            <a:ext cx="10812462" cy="5548313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000" b="1" i="1" dirty="0">
                <a:solidFill>
                  <a:srgbClr val="00009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flow</a:t>
            </a:r>
            <a:r>
              <a:rPr lang="en-US" altLang="zh-CN" sz="2000" b="1" dirty="0">
                <a:solidFill>
                  <a:srgbClr val="00009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: defined by header fields</a:t>
            </a:r>
            <a:endParaRPr lang="en-US" altLang="zh-CN" sz="2000" b="1" dirty="0">
              <a:solidFill>
                <a:srgbClr val="00009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rgbClr val="00009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generalized forwarding: simple packet-handling rules</a:t>
            </a:r>
            <a:endParaRPr lang="en-US" altLang="zh-CN" sz="2000" b="1" dirty="0">
              <a:solidFill>
                <a:srgbClr val="00009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sz="18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Pattern</a:t>
            </a:r>
            <a:r>
              <a:rPr lang="en-US" altLang="zh-CN" sz="1800" b="1" i="1" dirty="0">
                <a:solidFill>
                  <a:srgbClr val="00009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: </a:t>
            </a:r>
            <a:r>
              <a:rPr lang="en-US" altLang="zh-CN" sz="1800" b="1" dirty="0">
                <a:solidFill>
                  <a:srgbClr val="00009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match </a:t>
            </a: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values in packet header fields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sz="18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Actions: for matched packet: </a:t>
            </a: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drop, forward, modify, matched packet or send matched packet to controller 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sz="18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Priority</a:t>
            </a: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: disambiguate overlapping patterns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sz="18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Counters: </a:t>
            </a: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#bytes and #packets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cxnSp>
        <p:nvCxnSpPr>
          <p:cNvPr id="21" name="Straight Connector 20"/>
          <p:cNvCxnSpPr>
            <a:cxnSpLocks noChangeShapeType="1"/>
          </p:cNvCxnSpPr>
          <p:nvPr/>
        </p:nvCxnSpPr>
        <p:spPr bwMode="auto">
          <a:xfrm>
            <a:off x="3917950" y="4635500"/>
            <a:ext cx="1127125" cy="19050"/>
          </a:xfrm>
          <a:prstGeom prst="line">
            <a:avLst/>
          </a:prstGeom>
          <a:noFill/>
          <a:ln w="25400">
            <a:solidFill>
              <a:srgbClr val="8E8EE4"/>
            </a:solidFill>
            <a:round/>
            <a:tailEnd type="none" w="lg" len="lg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22"/>
          <p:cNvCxnSpPr>
            <a:cxnSpLocks noChangeShapeType="1"/>
          </p:cNvCxnSpPr>
          <p:nvPr/>
        </p:nvCxnSpPr>
        <p:spPr bwMode="auto">
          <a:xfrm>
            <a:off x="6508750" y="4635500"/>
            <a:ext cx="1127125" cy="19050"/>
          </a:xfrm>
          <a:prstGeom prst="line">
            <a:avLst/>
          </a:prstGeom>
          <a:noFill/>
          <a:ln w="25400">
            <a:solidFill>
              <a:srgbClr val="8E8EE4"/>
            </a:solidFill>
            <a:round/>
            <a:tailEnd type="none" w="lg" len="lg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75111" name="Group 7"/>
          <p:cNvGrpSpPr/>
          <p:nvPr/>
        </p:nvGrpSpPr>
        <p:grpSpPr>
          <a:xfrm>
            <a:off x="4951413" y="4233863"/>
            <a:ext cx="1652587" cy="868362"/>
            <a:chOff x="1871277" y="1576300"/>
            <a:chExt cx="1128371" cy="437861"/>
          </a:xfrm>
        </p:grpSpPr>
        <p:sp>
          <p:nvSpPr>
            <p:cNvPr id="13" name="Oval 12"/>
            <p:cNvSpPr>
              <a:spLocks noChangeArrowheads="1"/>
            </p:cNvSpPr>
            <p:nvPr/>
          </p:nvSpPr>
          <p:spPr bwMode="auto">
            <a:xfrm flipV="1">
              <a:off x="1874528" y="1694771"/>
              <a:ext cx="1125120" cy="31939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1871277" y="1739597"/>
              <a:ext cx="1128371" cy="116069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17" name="Oval 16"/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120" cy="31939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18" name="Freeform 17"/>
            <p:cNvSpPr/>
            <p:nvPr/>
          </p:nvSpPr>
          <p:spPr bwMode="auto">
            <a:xfrm>
              <a:off x="2160686" y="1673158"/>
              <a:ext cx="546301" cy="160896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-1" fmla="*/ 1486231 w 2944854"/>
                <a:gd name="connsiteY0-2" fmla="*/ 727041 h 1316375"/>
                <a:gd name="connsiteX1-3" fmla="*/ 257675 w 2944854"/>
                <a:gd name="connsiteY1-4" fmla="*/ 1302232 h 1316375"/>
                <a:gd name="connsiteX2-5" fmla="*/ 0 w 2944854"/>
                <a:gd name="connsiteY2-6" fmla="*/ 1228607 h 1316375"/>
                <a:gd name="connsiteX3-7" fmla="*/ 911064 w 2944854"/>
                <a:gd name="connsiteY3-8" fmla="*/ 837478 h 1316375"/>
                <a:gd name="connsiteX4-9" fmla="*/ 883456 w 2944854"/>
                <a:gd name="connsiteY4-10" fmla="*/ 450949 h 1316375"/>
                <a:gd name="connsiteX5-11" fmla="*/ 161047 w 2944854"/>
                <a:gd name="connsiteY5-12" fmla="*/ 119640 h 1316375"/>
                <a:gd name="connsiteX6-13" fmla="*/ 404917 w 2944854"/>
                <a:gd name="connsiteY6-14" fmla="*/ 50617 h 1316375"/>
                <a:gd name="connsiteX7-15" fmla="*/ 1477028 w 2944854"/>
                <a:gd name="connsiteY7-16" fmla="*/ 501566 h 1316375"/>
                <a:gd name="connsiteX8-17" fmla="*/ 2572146 w 2944854"/>
                <a:gd name="connsiteY8-18" fmla="*/ 0 h 1316375"/>
                <a:gd name="connsiteX9-19" fmla="*/ 2875834 w 2944854"/>
                <a:gd name="connsiteY9-20" fmla="*/ 96632 h 1316375"/>
                <a:gd name="connsiteX10-21" fmla="*/ 2079803 w 2944854"/>
                <a:gd name="connsiteY10-22" fmla="*/ 432543 h 1316375"/>
                <a:gd name="connsiteX11-23" fmla="*/ 2240850 w 2944854"/>
                <a:gd name="connsiteY11-24" fmla="*/ 920305 h 1316375"/>
                <a:gd name="connsiteX12-25" fmla="*/ 2944854 w 2944854"/>
                <a:gd name="connsiteY12-26" fmla="*/ 1228607 h 1316375"/>
                <a:gd name="connsiteX13-27" fmla="*/ 2756623 w 2944854"/>
                <a:gd name="connsiteY13-28" fmla="*/ 1316375 h 1316375"/>
                <a:gd name="connsiteX14-29" fmla="*/ 1486231 w 2944854"/>
                <a:gd name="connsiteY14-30" fmla="*/ 727041 h 1316375"/>
                <a:gd name="connsiteX0-31" fmla="*/ 1486231 w 3024520"/>
                <a:gd name="connsiteY0-32" fmla="*/ 727041 h 1316375"/>
                <a:gd name="connsiteX1-33" fmla="*/ 257675 w 3024520"/>
                <a:gd name="connsiteY1-34" fmla="*/ 1302232 h 1316375"/>
                <a:gd name="connsiteX2-35" fmla="*/ 0 w 3024520"/>
                <a:gd name="connsiteY2-36" fmla="*/ 1228607 h 1316375"/>
                <a:gd name="connsiteX3-37" fmla="*/ 911064 w 3024520"/>
                <a:gd name="connsiteY3-38" fmla="*/ 837478 h 1316375"/>
                <a:gd name="connsiteX4-39" fmla="*/ 883456 w 3024520"/>
                <a:gd name="connsiteY4-40" fmla="*/ 450949 h 1316375"/>
                <a:gd name="connsiteX5-41" fmla="*/ 161047 w 3024520"/>
                <a:gd name="connsiteY5-42" fmla="*/ 119640 h 1316375"/>
                <a:gd name="connsiteX6-43" fmla="*/ 404917 w 3024520"/>
                <a:gd name="connsiteY6-44" fmla="*/ 50617 h 1316375"/>
                <a:gd name="connsiteX7-45" fmla="*/ 1477028 w 3024520"/>
                <a:gd name="connsiteY7-46" fmla="*/ 501566 h 1316375"/>
                <a:gd name="connsiteX8-47" fmla="*/ 2572146 w 3024520"/>
                <a:gd name="connsiteY8-48" fmla="*/ 0 h 1316375"/>
                <a:gd name="connsiteX9-49" fmla="*/ 2875834 w 3024520"/>
                <a:gd name="connsiteY9-50" fmla="*/ 96632 h 1316375"/>
                <a:gd name="connsiteX10-51" fmla="*/ 2079803 w 3024520"/>
                <a:gd name="connsiteY10-52" fmla="*/ 432543 h 1316375"/>
                <a:gd name="connsiteX11-53" fmla="*/ 2240850 w 3024520"/>
                <a:gd name="connsiteY11-54" fmla="*/ 920305 h 1316375"/>
                <a:gd name="connsiteX12-55" fmla="*/ 3024520 w 3024520"/>
                <a:gd name="connsiteY12-56" fmla="*/ 1228607 h 1316375"/>
                <a:gd name="connsiteX13-57" fmla="*/ 2756623 w 3024520"/>
                <a:gd name="connsiteY13-58" fmla="*/ 1316375 h 1316375"/>
                <a:gd name="connsiteX14-59" fmla="*/ 1486231 w 3024520"/>
                <a:gd name="connsiteY14-60" fmla="*/ 727041 h 1316375"/>
                <a:gd name="connsiteX0-61" fmla="*/ 1537780 w 3076069"/>
                <a:gd name="connsiteY0-62" fmla="*/ 727041 h 1316375"/>
                <a:gd name="connsiteX1-63" fmla="*/ 309224 w 3076069"/>
                <a:gd name="connsiteY1-64" fmla="*/ 1302232 h 1316375"/>
                <a:gd name="connsiteX2-65" fmla="*/ 0 w 3076069"/>
                <a:gd name="connsiteY2-66" fmla="*/ 1228607 h 1316375"/>
                <a:gd name="connsiteX3-67" fmla="*/ 962613 w 3076069"/>
                <a:gd name="connsiteY3-68" fmla="*/ 837478 h 1316375"/>
                <a:gd name="connsiteX4-69" fmla="*/ 935005 w 3076069"/>
                <a:gd name="connsiteY4-70" fmla="*/ 450949 h 1316375"/>
                <a:gd name="connsiteX5-71" fmla="*/ 212596 w 3076069"/>
                <a:gd name="connsiteY5-72" fmla="*/ 119640 h 1316375"/>
                <a:gd name="connsiteX6-73" fmla="*/ 456466 w 3076069"/>
                <a:gd name="connsiteY6-74" fmla="*/ 50617 h 1316375"/>
                <a:gd name="connsiteX7-75" fmla="*/ 1528577 w 3076069"/>
                <a:gd name="connsiteY7-76" fmla="*/ 501566 h 1316375"/>
                <a:gd name="connsiteX8-77" fmla="*/ 2623695 w 3076069"/>
                <a:gd name="connsiteY8-78" fmla="*/ 0 h 1316375"/>
                <a:gd name="connsiteX9-79" fmla="*/ 2927383 w 3076069"/>
                <a:gd name="connsiteY9-80" fmla="*/ 96632 h 1316375"/>
                <a:gd name="connsiteX10-81" fmla="*/ 2131352 w 3076069"/>
                <a:gd name="connsiteY10-82" fmla="*/ 432543 h 1316375"/>
                <a:gd name="connsiteX11-83" fmla="*/ 2292399 w 3076069"/>
                <a:gd name="connsiteY11-84" fmla="*/ 920305 h 1316375"/>
                <a:gd name="connsiteX12-85" fmla="*/ 3076069 w 3076069"/>
                <a:gd name="connsiteY12-86" fmla="*/ 1228607 h 1316375"/>
                <a:gd name="connsiteX13-87" fmla="*/ 2808172 w 3076069"/>
                <a:gd name="connsiteY13-88" fmla="*/ 1316375 h 1316375"/>
                <a:gd name="connsiteX14-89" fmla="*/ 1537780 w 3076069"/>
                <a:gd name="connsiteY14-90" fmla="*/ 727041 h 1316375"/>
                <a:gd name="connsiteX0-91" fmla="*/ 1537780 w 3076069"/>
                <a:gd name="connsiteY0-92" fmla="*/ 727041 h 1321259"/>
                <a:gd name="connsiteX1-93" fmla="*/ 313981 w 3076069"/>
                <a:gd name="connsiteY1-94" fmla="*/ 1321259 h 1321259"/>
                <a:gd name="connsiteX2-95" fmla="*/ 0 w 3076069"/>
                <a:gd name="connsiteY2-96" fmla="*/ 1228607 h 1321259"/>
                <a:gd name="connsiteX3-97" fmla="*/ 962613 w 3076069"/>
                <a:gd name="connsiteY3-98" fmla="*/ 837478 h 1321259"/>
                <a:gd name="connsiteX4-99" fmla="*/ 935005 w 3076069"/>
                <a:gd name="connsiteY4-100" fmla="*/ 450949 h 1321259"/>
                <a:gd name="connsiteX5-101" fmla="*/ 212596 w 3076069"/>
                <a:gd name="connsiteY5-102" fmla="*/ 119640 h 1321259"/>
                <a:gd name="connsiteX6-103" fmla="*/ 456466 w 3076069"/>
                <a:gd name="connsiteY6-104" fmla="*/ 50617 h 1321259"/>
                <a:gd name="connsiteX7-105" fmla="*/ 1528577 w 3076069"/>
                <a:gd name="connsiteY7-106" fmla="*/ 501566 h 1321259"/>
                <a:gd name="connsiteX8-107" fmla="*/ 2623695 w 3076069"/>
                <a:gd name="connsiteY8-108" fmla="*/ 0 h 1321259"/>
                <a:gd name="connsiteX9-109" fmla="*/ 2927383 w 3076069"/>
                <a:gd name="connsiteY9-110" fmla="*/ 96632 h 1321259"/>
                <a:gd name="connsiteX10-111" fmla="*/ 2131352 w 3076069"/>
                <a:gd name="connsiteY10-112" fmla="*/ 432543 h 1321259"/>
                <a:gd name="connsiteX11-113" fmla="*/ 2292399 w 3076069"/>
                <a:gd name="connsiteY11-114" fmla="*/ 920305 h 1321259"/>
                <a:gd name="connsiteX12-115" fmla="*/ 3076069 w 3076069"/>
                <a:gd name="connsiteY12-116" fmla="*/ 1228607 h 1321259"/>
                <a:gd name="connsiteX13-117" fmla="*/ 2808172 w 3076069"/>
                <a:gd name="connsiteY13-118" fmla="*/ 1316375 h 1321259"/>
                <a:gd name="connsiteX14-119" fmla="*/ 1537780 w 3076069"/>
                <a:gd name="connsiteY14-120" fmla="*/ 727041 h 1321259"/>
                <a:gd name="connsiteX0-121" fmla="*/ 1537780 w 3076069"/>
                <a:gd name="connsiteY0-122" fmla="*/ 750825 h 1321259"/>
                <a:gd name="connsiteX1-123" fmla="*/ 313981 w 3076069"/>
                <a:gd name="connsiteY1-124" fmla="*/ 1321259 h 1321259"/>
                <a:gd name="connsiteX2-125" fmla="*/ 0 w 3076069"/>
                <a:gd name="connsiteY2-126" fmla="*/ 1228607 h 1321259"/>
                <a:gd name="connsiteX3-127" fmla="*/ 962613 w 3076069"/>
                <a:gd name="connsiteY3-128" fmla="*/ 837478 h 1321259"/>
                <a:gd name="connsiteX4-129" fmla="*/ 935005 w 3076069"/>
                <a:gd name="connsiteY4-130" fmla="*/ 450949 h 1321259"/>
                <a:gd name="connsiteX5-131" fmla="*/ 212596 w 3076069"/>
                <a:gd name="connsiteY5-132" fmla="*/ 119640 h 1321259"/>
                <a:gd name="connsiteX6-133" fmla="*/ 456466 w 3076069"/>
                <a:gd name="connsiteY6-134" fmla="*/ 50617 h 1321259"/>
                <a:gd name="connsiteX7-135" fmla="*/ 1528577 w 3076069"/>
                <a:gd name="connsiteY7-136" fmla="*/ 501566 h 1321259"/>
                <a:gd name="connsiteX8-137" fmla="*/ 2623695 w 3076069"/>
                <a:gd name="connsiteY8-138" fmla="*/ 0 h 1321259"/>
                <a:gd name="connsiteX9-139" fmla="*/ 2927383 w 3076069"/>
                <a:gd name="connsiteY9-140" fmla="*/ 96632 h 1321259"/>
                <a:gd name="connsiteX10-141" fmla="*/ 2131352 w 3076069"/>
                <a:gd name="connsiteY10-142" fmla="*/ 432543 h 1321259"/>
                <a:gd name="connsiteX11-143" fmla="*/ 2292399 w 3076069"/>
                <a:gd name="connsiteY11-144" fmla="*/ 920305 h 1321259"/>
                <a:gd name="connsiteX12-145" fmla="*/ 3076069 w 3076069"/>
                <a:gd name="connsiteY12-146" fmla="*/ 1228607 h 1321259"/>
                <a:gd name="connsiteX13-147" fmla="*/ 2808172 w 3076069"/>
                <a:gd name="connsiteY13-148" fmla="*/ 1316375 h 1321259"/>
                <a:gd name="connsiteX14-149" fmla="*/ 1537780 w 3076069"/>
                <a:gd name="connsiteY14-150" fmla="*/ 750825 h 13212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19" name="Freeform 18"/>
            <p:cNvSpPr/>
            <p:nvPr/>
          </p:nvSpPr>
          <p:spPr bwMode="auto">
            <a:xfrm>
              <a:off x="2103238" y="1633134"/>
              <a:ext cx="661197" cy="111267"/>
            </a:xfrm>
            <a:custGeom>
              <a:avLst/>
              <a:gdLst>
                <a:gd name="T0" fmla="*/ 0 w 3723451"/>
                <a:gd name="T1" fmla="*/ 27221 h 932950"/>
                <a:gd name="T2" fmla="*/ 116342 w 3723451"/>
                <a:gd name="T3" fmla="*/ 321 h 932950"/>
                <a:gd name="T4" fmla="*/ 329542 w 3723451"/>
                <a:gd name="T5" fmla="*/ 62084 h 932950"/>
                <a:gd name="T6" fmla="*/ 532938 w 3723451"/>
                <a:gd name="T7" fmla="*/ 0 h 932950"/>
                <a:gd name="T8" fmla="*/ 661197 w 3723451"/>
                <a:gd name="T9" fmla="*/ 24705 h 932950"/>
                <a:gd name="T10" fmla="*/ 565772 w 3723451"/>
                <a:gd name="T11" fmla="*/ 55085 h 932950"/>
                <a:gd name="T12" fmla="*/ 535050 w 3723451"/>
                <a:gd name="T13" fmla="*/ 46894 h 932950"/>
                <a:gd name="T14" fmla="*/ 333288 w 3723451"/>
                <a:gd name="T15" fmla="*/ 111267 h 932950"/>
                <a:gd name="T16" fmla="*/ 126366 w 3723451"/>
                <a:gd name="T17" fmla="*/ 49262 h 932950"/>
                <a:gd name="T18" fmla="*/ 92910 w 3723451"/>
                <a:gd name="T19" fmla="*/ 55954 h 932950"/>
                <a:gd name="T20" fmla="*/ 0 w 3723451"/>
                <a:gd name="T21" fmla="*/ 27221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20" name="Freeform 19"/>
            <p:cNvSpPr/>
            <p:nvPr/>
          </p:nvSpPr>
          <p:spPr bwMode="auto">
            <a:xfrm>
              <a:off x="2538978" y="1727590"/>
              <a:ext cx="241716" cy="96858"/>
            </a:xfrm>
            <a:custGeom>
              <a:avLst/>
              <a:gdLst>
                <a:gd name="T0" fmla="*/ 0 w 1366596"/>
                <a:gd name="T1" fmla="*/ 0 h 809868"/>
                <a:gd name="T2" fmla="*/ 241716 w 1366596"/>
                <a:gd name="T3" fmla="*/ 74845 h 809868"/>
                <a:gd name="T4" fmla="*/ 153005 w 1366596"/>
                <a:gd name="T5" fmla="*/ 96858 h 809868"/>
                <a:gd name="T6" fmla="*/ 814 w 1366596"/>
                <a:gd name="T7" fmla="*/ 51181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22" name="Freeform 21"/>
            <p:cNvSpPr/>
            <p:nvPr/>
          </p:nvSpPr>
          <p:spPr bwMode="auto">
            <a:xfrm>
              <a:off x="2090231" y="1729992"/>
              <a:ext cx="238465" cy="96858"/>
            </a:xfrm>
            <a:custGeom>
              <a:avLst/>
              <a:gdLst>
                <a:gd name="T0" fmla="*/ 235210 w 1348191"/>
                <a:gd name="T1" fmla="*/ 0 h 791462"/>
                <a:gd name="T2" fmla="*/ 238465 w 1348191"/>
                <a:gd name="T3" fmla="*/ 46740 h 791462"/>
                <a:gd name="T4" fmla="*/ 86271 w 1348191"/>
                <a:gd name="T5" fmla="*/ 96858 h 791462"/>
                <a:gd name="T6" fmla="*/ 0 w 1348191"/>
                <a:gd name="T7" fmla="*/ 74896 h 791462"/>
                <a:gd name="T8" fmla="*/ 235210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cxnSp>
          <p:nvCxnSpPr>
            <p:cNvPr id="24" name="Straight Connector 23"/>
            <p:cNvCxnSpPr>
              <a:cxnSpLocks noChangeShapeType="1"/>
              <a:endCxn id="17" idx="2"/>
            </p:cNvCxnSpPr>
            <p:nvPr/>
          </p:nvCxnSpPr>
          <p:spPr bwMode="auto">
            <a:xfrm flipH="1" flipV="1">
              <a:off x="1871277" y="1737196"/>
              <a:ext cx="3251" cy="12327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Straight Connector 24"/>
            <p:cNvCxnSpPr>
              <a:cxnSpLocks noChangeShapeType="1"/>
            </p:cNvCxnSpPr>
            <p:nvPr/>
          </p:nvCxnSpPr>
          <p:spPr bwMode="auto">
            <a:xfrm flipH="1" flipV="1">
              <a:off x="2996397" y="1734795"/>
              <a:ext cx="3251" cy="12327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26" name="Straight Connector 25"/>
          <p:cNvCxnSpPr>
            <a:cxnSpLocks noChangeShapeType="1"/>
          </p:cNvCxnSpPr>
          <p:nvPr/>
        </p:nvCxnSpPr>
        <p:spPr bwMode="auto">
          <a:xfrm>
            <a:off x="6407150" y="4935538"/>
            <a:ext cx="1106488" cy="355600"/>
          </a:xfrm>
          <a:prstGeom prst="line">
            <a:avLst/>
          </a:prstGeom>
          <a:noFill/>
          <a:ln w="25400">
            <a:solidFill>
              <a:srgbClr val="8E8EE4"/>
            </a:solidFill>
            <a:round/>
            <a:tailEnd type="none" w="lg" len="lg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Straight Connector 26"/>
          <p:cNvCxnSpPr>
            <a:cxnSpLocks noChangeShapeType="1"/>
          </p:cNvCxnSpPr>
          <p:nvPr/>
        </p:nvCxnSpPr>
        <p:spPr bwMode="auto">
          <a:xfrm flipV="1">
            <a:off x="6516688" y="4106863"/>
            <a:ext cx="1357313" cy="304800"/>
          </a:xfrm>
          <a:prstGeom prst="line">
            <a:avLst/>
          </a:prstGeom>
          <a:noFill/>
          <a:ln w="25400">
            <a:solidFill>
              <a:srgbClr val="8E8EE4"/>
            </a:solidFill>
            <a:round/>
            <a:tailEnd type="none" w="lg" len="lg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176213" y="4957763"/>
            <a:ext cx="4870450" cy="1708150"/>
          </a:xfrm>
          <a:prstGeom prst="rect">
            <a:avLst/>
          </a:prstGeom>
          <a:gradFill rotWithShape="1">
            <a:gsLst>
              <a:gs pos="0">
                <a:srgbClr val="E0FFF4"/>
              </a:gs>
              <a:gs pos="64999">
                <a:srgbClr val="B2FFE3"/>
              </a:gs>
              <a:gs pos="100000">
                <a:srgbClr val="90FFDA"/>
              </a:gs>
            </a:gsLst>
            <a:lin ang="5400000" scaled="1"/>
          </a:gradFill>
          <a:ln w="9525">
            <a:solidFill>
              <a:srgbClr val="00CC98"/>
            </a:solidFill>
            <a:miter lim="800000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src=1.2.*.*, dest=3.4.5.*  drop                        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src = *.*.*.*, dest=3.4.*.*  forward(2)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3.  src=10.1.2.3, dest=*.*.*.*  send to controller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</p:txBody>
      </p:sp>
      <p:sp>
        <p:nvSpPr>
          <p:cNvPr id="175115" name="TextBox 32"/>
          <p:cNvSpPr txBox="1"/>
          <p:nvPr/>
        </p:nvSpPr>
        <p:spPr>
          <a:xfrm>
            <a:off x="8259763" y="5106988"/>
            <a:ext cx="141922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 : wildcard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7154" name="Rectangle 1"/>
          <p:cNvSpPr>
            <a:spLocks noGrp="1"/>
          </p:cNvSpPr>
          <p:nvPr>
            <p:ph type="title" idx="4294967295"/>
          </p:nvPr>
        </p:nvSpPr>
        <p:spPr>
          <a:xfrm>
            <a:off x="2057400" y="6350"/>
            <a:ext cx="9112250" cy="903288"/>
          </a:xfrm>
          <a:ln/>
        </p:spPr>
        <p:txBody>
          <a:bodyPr vert="horz" wrap="square" lIns="91440" tIns="45720" rIns="91440" bIns="45720" anchor="ctr" anchorCtr="0"/>
          <a:p>
            <a:pPr>
              <a:lnSpc>
                <a:spcPct val="150000"/>
              </a:lnSpc>
            </a:pPr>
            <a:r>
              <a:rPr lang="en-US" altLang="zh-CN" sz="32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OpenFlow: Flow Table Entries</a:t>
            </a:r>
            <a:endParaRPr lang="en-US" altLang="zh-CN" sz="32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7155" name="Rectangle 2"/>
          <p:cNvSpPr/>
          <p:nvPr/>
        </p:nvSpPr>
        <p:spPr>
          <a:xfrm>
            <a:off x="2292350" y="5356225"/>
            <a:ext cx="758825" cy="536575"/>
          </a:xfrm>
          <a:prstGeom prst="rect">
            <a:avLst/>
          </a:prstGeom>
          <a:solidFill>
            <a:srgbClr val="BBE0E3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7156" name="Rectangle 3"/>
          <p:cNvSpPr/>
          <p:nvPr/>
        </p:nvSpPr>
        <p:spPr>
          <a:xfrm>
            <a:off x="2343150" y="5360988"/>
            <a:ext cx="661988" cy="49212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ctr" anchorCtr="0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Switch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Port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7157" name="Rectangle 4"/>
          <p:cNvSpPr/>
          <p:nvPr/>
        </p:nvSpPr>
        <p:spPr>
          <a:xfrm>
            <a:off x="3803650" y="5357813"/>
            <a:ext cx="758825" cy="536575"/>
          </a:xfrm>
          <a:prstGeom prst="rect">
            <a:avLst/>
          </a:prstGeom>
          <a:solidFill>
            <a:srgbClr val="BBE0E3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7158" name="Rectangle 5"/>
          <p:cNvSpPr/>
          <p:nvPr/>
        </p:nvSpPr>
        <p:spPr>
          <a:xfrm>
            <a:off x="3916363" y="5397500"/>
            <a:ext cx="458787" cy="49212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ctr" anchorCtr="0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MAC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src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7159" name="Rectangle 6"/>
          <p:cNvSpPr/>
          <p:nvPr/>
        </p:nvSpPr>
        <p:spPr>
          <a:xfrm>
            <a:off x="4562475" y="5357813"/>
            <a:ext cx="758825" cy="536575"/>
          </a:xfrm>
          <a:prstGeom prst="rect">
            <a:avLst/>
          </a:prstGeom>
          <a:solidFill>
            <a:srgbClr val="BBE0E3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7160" name="Rectangle 7"/>
          <p:cNvSpPr/>
          <p:nvPr/>
        </p:nvSpPr>
        <p:spPr>
          <a:xfrm>
            <a:off x="4678363" y="5397500"/>
            <a:ext cx="458787" cy="49212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ctr" anchorCtr="0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MAC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dst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7161" name="Rectangle 8"/>
          <p:cNvSpPr/>
          <p:nvPr/>
        </p:nvSpPr>
        <p:spPr>
          <a:xfrm>
            <a:off x="5292725" y="5357813"/>
            <a:ext cx="758825" cy="536575"/>
          </a:xfrm>
          <a:prstGeom prst="rect">
            <a:avLst/>
          </a:prstGeom>
          <a:solidFill>
            <a:srgbClr val="BBE0E3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7162" name="Rectangle 9"/>
          <p:cNvSpPr/>
          <p:nvPr/>
        </p:nvSpPr>
        <p:spPr>
          <a:xfrm>
            <a:off x="5480050" y="5343525"/>
            <a:ext cx="434975" cy="49212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ctr" anchorCtr="0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Eth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type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7163" name="Rectangle 10"/>
          <p:cNvSpPr/>
          <p:nvPr/>
        </p:nvSpPr>
        <p:spPr>
          <a:xfrm>
            <a:off x="3041650" y="5357813"/>
            <a:ext cx="758825" cy="536575"/>
          </a:xfrm>
          <a:prstGeom prst="rect">
            <a:avLst/>
          </a:prstGeom>
          <a:solidFill>
            <a:srgbClr val="BBE0E3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7164" name="Rectangle 11"/>
          <p:cNvSpPr/>
          <p:nvPr/>
        </p:nvSpPr>
        <p:spPr>
          <a:xfrm>
            <a:off x="3122613" y="5397500"/>
            <a:ext cx="568325" cy="49212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ctr" anchorCtr="0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VLAN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ID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7165" name="Rectangle 12"/>
          <p:cNvSpPr/>
          <p:nvPr/>
        </p:nvSpPr>
        <p:spPr>
          <a:xfrm>
            <a:off x="6042025" y="5357813"/>
            <a:ext cx="758825" cy="536575"/>
          </a:xfrm>
          <a:prstGeom prst="rect">
            <a:avLst/>
          </a:prstGeom>
          <a:solidFill>
            <a:srgbClr val="BBE0E3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7166" name="Rectangle 13"/>
          <p:cNvSpPr/>
          <p:nvPr/>
        </p:nvSpPr>
        <p:spPr>
          <a:xfrm>
            <a:off x="6248400" y="5380038"/>
            <a:ext cx="347663" cy="49212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ctr" anchorCtr="0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IP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Src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7167" name="Rectangle 14"/>
          <p:cNvSpPr/>
          <p:nvPr/>
        </p:nvSpPr>
        <p:spPr>
          <a:xfrm>
            <a:off x="6810375" y="5357813"/>
            <a:ext cx="758825" cy="536575"/>
          </a:xfrm>
          <a:prstGeom prst="rect">
            <a:avLst/>
          </a:prstGeom>
          <a:solidFill>
            <a:srgbClr val="BBE0E3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7168" name="Rectangle 15"/>
          <p:cNvSpPr/>
          <p:nvPr/>
        </p:nvSpPr>
        <p:spPr>
          <a:xfrm>
            <a:off x="6989763" y="5380038"/>
            <a:ext cx="342900" cy="49212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ctr" anchorCtr="0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IP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Dst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7169" name="Rectangle 16"/>
          <p:cNvSpPr/>
          <p:nvPr/>
        </p:nvSpPr>
        <p:spPr>
          <a:xfrm>
            <a:off x="7569200" y="5357813"/>
            <a:ext cx="758825" cy="536575"/>
          </a:xfrm>
          <a:prstGeom prst="rect">
            <a:avLst/>
          </a:prstGeom>
          <a:solidFill>
            <a:srgbClr val="BBE0E3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7170" name="Rectangle 17"/>
          <p:cNvSpPr/>
          <p:nvPr/>
        </p:nvSpPr>
        <p:spPr>
          <a:xfrm>
            <a:off x="7720013" y="5380038"/>
            <a:ext cx="412750" cy="49212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ctr" anchorCtr="0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IP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Prot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7171" name="Rectangle 18"/>
          <p:cNvSpPr/>
          <p:nvPr/>
        </p:nvSpPr>
        <p:spPr>
          <a:xfrm>
            <a:off x="8328025" y="5357813"/>
            <a:ext cx="758825" cy="536575"/>
          </a:xfrm>
          <a:prstGeom prst="rect">
            <a:avLst/>
          </a:prstGeom>
          <a:solidFill>
            <a:srgbClr val="BBE0E3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7172" name="Rectangle 19"/>
          <p:cNvSpPr/>
          <p:nvPr/>
        </p:nvSpPr>
        <p:spPr>
          <a:xfrm>
            <a:off x="8435975" y="5380038"/>
            <a:ext cx="511175" cy="49212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ctr" anchorCtr="0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TCP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sport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7173" name="Rectangle 20"/>
          <p:cNvSpPr/>
          <p:nvPr/>
        </p:nvSpPr>
        <p:spPr>
          <a:xfrm>
            <a:off x="9096375" y="5357813"/>
            <a:ext cx="758825" cy="536575"/>
          </a:xfrm>
          <a:prstGeom prst="rect">
            <a:avLst/>
          </a:prstGeom>
          <a:solidFill>
            <a:srgbClr val="BBE0E3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7174" name="Rectangle 21"/>
          <p:cNvSpPr/>
          <p:nvPr/>
        </p:nvSpPr>
        <p:spPr>
          <a:xfrm>
            <a:off x="9185275" y="5380038"/>
            <a:ext cx="531813" cy="49212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ctr" anchorCtr="0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TCP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dport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7175" name="Rectangle 22"/>
          <p:cNvSpPr/>
          <p:nvPr/>
        </p:nvSpPr>
        <p:spPr>
          <a:xfrm>
            <a:off x="2309813" y="1687513"/>
            <a:ext cx="1446212" cy="687387"/>
          </a:xfrm>
          <a:prstGeom prst="rect">
            <a:avLst/>
          </a:prstGeom>
          <a:solidFill>
            <a:srgbClr val="BBE0E3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7176" name="Rectangle 23"/>
          <p:cNvSpPr/>
          <p:nvPr/>
        </p:nvSpPr>
        <p:spPr>
          <a:xfrm>
            <a:off x="2651125" y="1906588"/>
            <a:ext cx="411163" cy="24606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ctr" anchorCtr="0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Rule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7177" name="Rectangle 24"/>
          <p:cNvSpPr/>
          <p:nvPr/>
        </p:nvSpPr>
        <p:spPr>
          <a:xfrm>
            <a:off x="3756025" y="1687513"/>
            <a:ext cx="1446213" cy="687387"/>
          </a:xfrm>
          <a:prstGeom prst="rect">
            <a:avLst/>
          </a:prstGeom>
          <a:solidFill>
            <a:srgbClr val="CBE97B"/>
          </a:solidFill>
          <a:ln w="12700" cap="flat" cmpd="sng">
            <a:solidFill>
              <a:srgbClr val="697D3A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7178" name="Rectangle 25"/>
          <p:cNvSpPr/>
          <p:nvPr/>
        </p:nvSpPr>
        <p:spPr>
          <a:xfrm>
            <a:off x="3929063" y="1906588"/>
            <a:ext cx="625475" cy="24606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ctr" anchorCtr="0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Action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7179" name="Rectangle 26"/>
          <p:cNvSpPr/>
          <p:nvPr/>
        </p:nvSpPr>
        <p:spPr>
          <a:xfrm>
            <a:off x="5202238" y="1687513"/>
            <a:ext cx="1447800" cy="687387"/>
          </a:xfrm>
          <a:prstGeom prst="rect">
            <a:avLst/>
          </a:prstGeom>
          <a:solidFill>
            <a:srgbClr val="FA90AB"/>
          </a:solidFill>
          <a:ln w="12700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7180" name="Rectangle 27"/>
          <p:cNvSpPr/>
          <p:nvPr/>
        </p:nvSpPr>
        <p:spPr>
          <a:xfrm>
            <a:off x="5522913" y="1906588"/>
            <a:ext cx="547687" cy="24606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ctr" anchorCtr="0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Stats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7181" name="Rectangle 28"/>
          <p:cNvSpPr/>
          <p:nvPr/>
        </p:nvSpPr>
        <p:spPr>
          <a:xfrm>
            <a:off x="3408363" y="3152775"/>
            <a:ext cx="5634037" cy="1776413"/>
          </a:xfrm>
          <a:prstGeom prst="rect">
            <a:avLst/>
          </a:prstGeom>
          <a:solidFill>
            <a:srgbClr val="CBE97B"/>
          </a:solidFill>
          <a:ln w="12700" cap="flat" cmpd="sng">
            <a:solidFill>
              <a:srgbClr val="697D3A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357505" lvl="0" indent="-33020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Forward packet to port(s)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357505" lvl="0" indent="-33020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Encapsulate and forward to controller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357505" lvl="0" indent="-33020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Drop packet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357505" lvl="0" indent="-33020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Send to normal processing pipeline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357505" lvl="0" indent="-33020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Modify Fields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7182" name="Line 30"/>
          <p:cNvSpPr/>
          <p:nvPr/>
        </p:nvSpPr>
        <p:spPr>
          <a:xfrm>
            <a:off x="2309813" y="2455863"/>
            <a:ext cx="1587" cy="2892425"/>
          </a:xfrm>
          <a:prstGeom prst="line">
            <a:avLst/>
          </a:prstGeom>
          <a:ln w="3810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77183" name="Line 31"/>
          <p:cNvSpPr/>
          <p:nvPr/>
        </p:nvSpPr>
        <p:spPr>
          <a:xfrm>
            <a:off x="4283075" y="2374900"/>
            <a:ext cx="1588" cy="758825"/>
          </a:xfrm>
          <a:prstGeom prst="line">
            <a:avLst/>
          </a:prstGeom>
          <a:ln w="3810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77184" name="Rectangle 32"/>
          <p:cNvSpPr/>
          <p:nvPr/>
        </p:nvSpPr>
        <p:spPr>
          <a:xfrm>
            <a:off x="5354638" y="2625725"/>
            <a:ext cx="3044825" cy="384175"/>
          </a:xfrm>
          <a:prstGeom prst="rect">
            <a:avLst/>
          </a:prstGeom>
          <a:solidFill>
            <a:srgbClr val="FA90AB"/>
          </a:solidFill>
          <a:ln w="12700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7185" name="Rectangle 33"/>
          <p:cNvSpPr/>
          <p:nvPr/>
        </p:nvSpPr>
        <p:spPr>
          <a:xfrm>
            <a:off x="5497513" y="2663825"/>
            <a:ext cx="2901950" cy="30638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ctr" anchorCtr="0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Packet + byte counters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7186" name="Line 34"/>
          <p:cNvSpPr/>
          <p:nvPr/>
        </p:nvSpPr>
        <p:spPr>
          <a:xfrm rot="-10800000" flipH="1">
            <a:off x="5738813" y="2374900"/>
            <a:ext cx="1587" cy="231775"/>
          </a:xfrm>
          <a:prstGeom prst="line">
            <a:avLst/>
          </a:prstGeom>
          <a:ln w="3810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pic>
        <p:nvPicPr>
          <p:cNvPr id="177187" name="Picture 12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78050" y="835025"/>
            <a:ext cx="6965950" cy="241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7188" name="文字方塊 29"/>
          <p:cNvSpPr txBox="1"/>
          <p:nvPr/>
        </p:nvSpPr>
        <p:spPr>
          <a:xfrm>
            <a:off x="3978275" y="6291263"/>
            <a:ext cx="1162050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Link layer</a:t>
            </a:r>
            <a:endParaRPr lang="zh-TW" altLang="en-US" sz="1600" b="1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77189" name="Group 37"/>
          <p:cNvGrpSpPr/>
          <p:nvPr/>
        </p:nvGrpSpPr>
        <p:grpSpPr>
          <a:xfrm>
            <a:off x="3074988" y="6029325"/>
            <a:ext cx="2917825" cy="234950"/>
            <a:chOff x="1392851" y="2310653"/>
            <a:chExt cx="3302446" cy="234913"/>
          </a:xfrm>
        </p:grpSpPr>
        <p:cxnSp>
          <p:nvCxnSpPr>
            <p:cNvPr id="177202" name="Straight Connector 38"/>
            <p:cNvCxnSpPr/>
            <p:nvPr/>
          </p:nvCxnSpPr>
          <p:spPr>
            <a:xfrm>
              <a:off x="1394004" y="2310653"/>
              <a:ext cx="0" cy="11645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77203" name="Straight Connector 39"/>
            <p:cNvCxnSpPr/>
            <p:nvPr/>
          </p:nvCxnSpPr>
          <p:spPr>
            <a:xfrm>
              <a:off x="1392851" y="2427111"/>
              <a:ext cx="33024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77204" name="Straight Connector 40"/>
            <p:cNvCxnSpPr/>
            <p:nvPr/>
          </p:nvCxnSpPr>
          <p:spPr>
            <a:xfrm>
              <a:off x="4695297" y="2310653"/>
              <a:ext cx="0" cy="11645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77205" name="Straight Connector 41"/>
            <p:cNvCxnSpPr/>
            <p:nvPr/>
          </p:nvCxnSpPr>
          <p:spPr>
            <a:xfrm>
              <a:off x="3042374" y="2429108"/>
              <a:ext cx="0" cy="11645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177190" name="Group 42"/>
          <p:cNvGrpSpPr/>
          <p:nvPr/>
        </p:nvGrpSpPr>
        <p:grpSpPr>
          <a:xfrm>
            <a:off x="6088063" y="6030913"/>
            <a:ext cx="2211387" cy="234950"/>
            <a:chOff x="1392851" y="2310653"/>
            <a:chExt cx="3302446" cy="234913"/>
          </a:xfrm>
        </p:grpSpPr>
        <p:cxnSp>
          <p:nvCxnSpPr>
            <p:cNvPr id="177198" name="Straight Connector 43"/>
            <p:cNvCxnSpPr/>
            <p:nvPr/>
          </p:nvCxnSpPr>
          <p:spPr>
            <a:xfrm>
              <a:off x="1394004" y="2310653"/>
              <a:ext cx="0" cy="11645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77199" name="Straight Connector 44"/>
            <p:cNvCxnSpPr/>
            <p:nvPr/>
          </p:nvCxnSpPr>
          <p:spPr>
            <a:xfrm>
              <a:off x="1392851" y="2427111"/>
              <a:ext cx="33024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77200" name="Straight Connector 45"/>
            <p:cNvCxnSpPr/>
            <p:nvPr/>
          </p:nvCxnSpPr>
          <p:spPr>
            <a:xfrm>
              <a:off x="4695297" y="2310653"/>
              <a:ext cx="0" cy="11645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77201" name="Straight Connector 46"/>
            <p:cNvCxnSpPr/>
            <p:nvPr/>
          </p:nvCxnSpPr>
          <p:spPr>
            <a:xfrm>
              <a:off x="3042374" y="2429108"/>
              <a:ext cx="0" cy="11645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177191" name="Group 47"/>
          <p:cNvGrpSpPr/>
          <p:nvPr/>
        </p:nvGrpSpPr>
        <p:grpSpPr>
          <a:xfrm>
            <a:off x="8466138" y="6029325"/>
            <a:ext cx="1376362" cy="214313"/>
            <a:chOff x="1392851" y="2310653"/>
            <a:chExt cx="3302446" cy="234913"/>
          </a:xfrm>
        </p:grpSpPr>
        <p:cxnSp>
          <p:nvCxnSpPr>
            <p:cNvPr id="177194" name="Straight Connector 48"/>
            <p:cNvCxnSpPr/>
            <p:nvPr/>
          </p:nvCxnSpPr>
          <p:spPr>
            <a:xfrm>
              <a:off x="1394004" y="2310653"/>
              <a:ext cx="0" cy="11645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77195" name="Straight Connector 49"/>
            <p:cNvCxnSpPr/>
            <p:nvPr/>
          </p:nvCxnSpPr>
          <p:spPr>
            <a:xfrm>
              <a:off x="1392851" y="2427111"/>
              <a:ext cx="33024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77196" name="Straight Connector 50"/>
            <p:cNvCxnSpPr/>
            <p:nvPr/>
          </p:nvCxnSpPr>
          <p:spPr>
            <a:xfrm>
              <a:off x="4695297" y="2310653"/>
              <a:ext cx="0" cy="11645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77197" name="Straight Connector 51"/>
            <p:cNvCxnSpPr/>
            <p:nvPr/>
          </p:nvCxnSpPr>
          <p:spPr>
            <a:xfrm>
              <a:off x="3042374" y="2429108"/>
              <a:ext cx="0" cy="11645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177192" name="文字方塊 29"/>
          <p:cNvSpPr txBox="1"/>
          <p:nvPr/>
        </p:nvSpPr>
        <p:spPr>
          <a:xfrm>
            <a:off x="6369050" y="6283325"/>
            <a:ext cx="1609725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Network layer</a:t>
            </a:r>
            <a:endParaRPr lang="zh-TW" altLang="en-US" sz="1600" b="1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7193" name="文字方塊 29"/>
          <p:cNvSpPr txBox="1"/>
          <p:nvPr/>
        </p:nvSpPr>
        <p:spPr>
          <a:xfrm>
            <a:off x="7916863" y="6232525"/>
            <a:ext cx="2349500" cy="338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b="1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Transport layer</a:t>
            </a:r>
            <a:endParaRPr lang="zh-TW" altLang="en-US" sz="1600" b="1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</p:spTree>
  </p:cSld>
  <p:clrMapOvr>
    <a:masterClrMapping/>
  </p:clrMapOvr>
  <p:transition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9202" name="Rectangle 2"/>
          <p:cNvSpPr/>
          <p:nvPr/>
        </p:nvSpPr>
        <p:spPr>
          <a:xfrm>
            <a:off x="2193925" y="1225550"/>
            <a:ext cx="3797300" cy="30638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ctr" anchorCtr="0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9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Destination-based forwarding:</a:t>
            </a:r>
            <a:endParaRPr lang="en-US" altLang="zh-CN" sz="2000" b="1" dirty="0">
              <a:solidFill>
                <a:srgbClr val="00009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03" name="Rectangle 3"/>
          <p:cNvSpPr/>
          <p:nvPr/>
        </p:nvSpPr>
        <p:spPr>
          <a:xfrm>
            <a:off x="2209800" y="2312988"/>
            <a:ext cx="660400" cy="320675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79204" name="Group 4"/>
          <p:cNvGrpSpPr/>
          <p:nvPr/>
        </p:nvGrpSpPr>
        <p:grpSpPr>
          <a:xfrm>
            <a:off x="2211388" y="1644650"/>
            <a:ext cx="7483475" cy="571500"/>
            <a:chOff x="0" y="0"/>
            <a:chExt cx="6704" cy="512"/>
          </a:xfrm>
        </p:grpSpPr>
        <p:sp>
          <p:nvSpPr>
            <p:cNvPr id="179289" name="Rectangle 5"/>
            <p:cNvSpPr/>
            <p:nvPr/>
          </p:nvSpPr>
          <p:spPr>
            <a:xfrm>
              <a:off x="0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90" name="Rectangle 6"/>
            <p:cNvSpPr/>
            <p:nvPr/>
          </p:nvSpPr>
          <p:spPr>
            <a:xfrm>
              <a:off x="3" y="0"/>
              <a:ext cx="589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Switch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Port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91" name="Rectangle 7"/>
            <p:cNvSpPr/>
            <p:nvPr/>
          </p:nvSpPr>
          <p:spPr>
            <a:xfrm>
              <a:off x="592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92" name="Rectangle 8"/>
            <p:cNvSpPr/>
            <p:nvPr/>
          </p:nvSpPr>
          <p:spPr>
            <a:xfrm>
              <a:off x="588" y="0"/>
              <a:ext cx="589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MAC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src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93" name="Rectangle 9"/>
            <p:cNvSpPr/>
            <p:nvPr/>
          </p:nvSpPr>
          <p:spPr>
            <a:xfrm>
              <a:off x="11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94" name="Rectangle 10"/>
            <p:cNvSpPr/>
            <p:nvPr/>
          </p:nvSpPr>
          <p:spPr>
            <a:xfrm>
              <a:off x="1212" y="0"/>
              <a:ext cx="567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MAC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dst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95" name="Rectangle 11"/>
            <p:cNvSpPr/>
            <p:nvPr/>
          </p:nvSpPr>
          <p:spPr>
            <a:xfrm>
              <a:off x="17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96" name="Rectangle 12"/>
            <p:cNvSpPr/>
            <p:nvPr/>
          </p:nvSpPr>
          <p:spPr>
            <a:xfrm>
              <a:off x="1783" y="0"/>
              <a:ext cx="590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Eth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type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97" name="Rectangle 13"/>
            <p:cNvSpPr/>
            <p:nvPr/>
          </p:nvSpPr>
          <p:spPr>
            <a:xfrm>
              <a:off x="2378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98" name="Rectangle 14"/>
            <p:cNvSpPr/>
            <p:nvPr/>
          </p:nvSpPr>
          <p:spPr>
            <a:xfrm>
              <a:off x="2380" y="0"/>
              <a:ext cx="590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VLAN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ID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99" name="Rectangle 15"/>
            <p:cNvSpPr/>
            <p:nvPr/>
          </p:nvSpPr>
          <p:spPr>
            <a:xfrm>
              <a:off x="29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300" name="Rectangle 16"/>
            <p:cNvSpPr/>
            <p:nvPr/>
          </p:nvSpPr>
          <p:spPr>
            <a:xfrm>
              <a:off x="2977" y="0"/>
              <a:ext cx="589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Src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301" name="Rectangle 17"/>
            <p:cNvSpPr/>
            <p:nvPr/>
          </p:nvSpPr>
          <p:spPr>
            <a:xfrm>
              <a:off x="35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302" name="Rectangle 18"/>
            <p:cNvSpPr/>
            <p:nvPr/>
          </p:nvSpPr>
          <p:spPr>
            <a:xfrm>
              <a:off x="3567" y="0"/>
              <a:ext cx="597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Dst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303" name="Rectangle 19"/>
            <p:cNvSpPr/>
            <p:nvPr/>
          </p:nvSpPr>
          <p:spPr>
            <a:xfrm>
              <a:off x="4164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304" name="Rectangle 20"/>
            <p:cNvSpPr/>
            <p:nvPr/>
          </p:nvSpPr>
          <p:spPr>
            <a:xfrm>
              <a:off x="4165" y="0"/>
              <a:ext cx="583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Prot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305" name="Rectangle 21"/>
            <p:cNvSpPr/>
            <p:nvPr/>
          </p:nvSpPr>
          <p:spPr>
            <a:xfrm>
              <a:off x="47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306" name="Rectangle 22"/>
            <p:cNvSpPr/>
            <p:nvPr/>
          </p:nvSpPr>
          <p:spPr>
            <a:xfrm>
              <a:off x="4760" y="0"/>
              <a:ext cx="596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TCP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sport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307" name="Rectangle 23"/>
            <p:cNvSpPr/>
            <p:nvPr/>
          </p:nvSpPr>
          <p:spPr>
            <a:xfrm>
              <a:off x="53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308" name="Rectangle 24"/>
            <p:cNvSpPr/>
            <p:nvPr/>
          </p:nvSpPr>
          <p:spPr>
            <a:xfrm>
              <a:off x="5351" y="0"/>
              <a:ext cx="597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TCP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dport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309" name="Rectangle 25"/>
            <p:cNvSpPr/>
            <p:nvPr/>
          </p:nvSpPr>
          <p:spPr>
            <a:xfrm>
              <a:off x="5956" y="12"/>
              <a:ext cx="748" cy="488"/>
            </a:xfrm>
            <a:prstGeom prst="rect">
              <a:avLst/>
            </a:prstGeom>
            <a:solidFill>
              <a:srgbClr val="CBE97B"/>
            </a:solidFill>
            <a:ln w="12700" cap="flat" cmpd="sng">
              <a:solidFill>
                <a:srgbClr val="697D3A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310" name="Rectangle 26"/>
            <p:cNvSpPr/>
            <p:nvPr/>
          </p:nvSpPr>
          <p:spPr>
            <a:xfrm>
              <a:off x="5948" y="111"/>
              <a:ext cx="755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Action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179205" name="Rectangle 27"/>
          <p:cNvSpPr/>
          <p:nvPr/>
        </p:nvSpPr>
        <p:spPr>
          <a:xfrm>
            <a:off x="2870200" y="2312988"/>
            <a:ext cx="660400" cy="320675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06" name="Rectangle 28"/>
          <p:cNvSpPr/>
          <p:nvPr/>
        </p:nvSpPr>
        <p:spPr>
          <a:xfrm>
            <a:off x="3298825" y="2312988"/>
            <a:ext cx="1133475" cy="320675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07" name="Rectangle 29"/>
          <p:cNvSpPr/>
          <p:nvPr/>
        </p:nvSpPr>
        <p:spPr>
          <a:xfrm>
            <a:off x="4191000" y="2312988"/>
            <a:ext cx="661988" cy="320675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08" name="Rectangle 30"/>
          <p:cNvSpPr/>
          <p:nvPr/>
        </p:nvSpPr>
        <p:spPr>
          <a:xfrm>
            <a:off x="4852988" y="2312988"/>
            <a:ext cx="660400" cy="320675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09" name="Rectangle 31"/>
          <p:cNvSpPr/>
          <p:nvPr/>
        </p:nvSpPr>
        <p:spPr>
          <a:xfrm>
            <a:off x="5513388" y="2312988"/>
            <a:ext cx="660400" cy="320675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10" name="Rectangle 32"/>
          <p:cNvSpPr/>
          <p:nvPr/>
        </p:nvSpPr>
        <p:spPr>
          <a:xfrm>
            <a:off x="6173788" y="2276475"/>
            <a:ext cx="660400" cy="320675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51.6.0.8</a:t>
            </a:r>
            <a:endParaRPr lang="en-US" altLang="zh-CN" sz="12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11" name="Rectangle 33"/>
          <p:cNvSpPr/>
          <p:nvPr/>
        </p:nvSpPr>
        <p:spPr>
          <a:xfrm>
            <a:off x="6843713" y="2312988"/>
            <a:ext cx="660400" cy="320675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12" name="Rectangle 34"/>
          <p:cNvSpPr/>
          <p:nvPr/>
        </p:nvSpPr>
        <p:spPr>
          <a:xfrm>
            <a:off x="7504113" y="2312988"/>
            <a:ext cx="661987" cy="320675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13" name="Rectangle 35"/>
          <p:cNvSpPr/>
          <p:nvPr/>
        </p:nvSpPr>
        <p:spPr>
          <a:xfrm>
            <a:off x="8166100" y="2312988"/>
            <a:ext cx="660400" cy="320675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14" name="Rectangle 36"/>
          <p:cNvSpPr/>
          <p:nvPr/>
        </p:nvSpPr>
        <p:spPr>
          <a:xfrm>
            <a:off x="8924925" y="2312988"/>
            <a:ext cx="660400" cy="320675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port6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pic>
        <p:nvPicPr>
          <p:cNvPr id="179215" name="Picture 12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17725" y="814388"/>
            <a:ext cx="2354263" cy="2428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9216" name="Rectangle 1"/>
          <p:cNvSpPr txBox="1"/>
          <p:nvPr/>
        </p:nvSpPr>
        <p:spPr>
          <a:xfrm>
            <a:off x="2057400" y="-12700"/>
            <a:ext cx="2811463" cy="9413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Examples</a:t>
            </a:r>
            <a:endParaRPr lang="en-US" altLang="zh-CN" sz="3200" b="1" dirty="0">
              <a:solidFill>
                <a:srgbClr val="000099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17" name="Rectangle 2"/>
          <p:cNvSpPr/>
          <p:nvPr/>
        </p:nvSpPr>
        <p:spPr>
          <a:xfrm>
            <a:off x="4572000" y="2563813"/>
            <a:ext cx="5122863" cy="831850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IP datagrams destined to IP address  51.6.0.8 should be forwarded to router output port </a:t>
            </a: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6 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18" name="Rectangle 73"/>
          <p:cNvSpPr/>
          <p:nvPr/>
        </p:nvSpPr>
        <p:spPr>
          <a:xfrm>
            <a:off x="2209800" y="4351338"/>
            <a:ext cx="660400" cy="322262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79219" name="Group 74"/>
          <p:cNvGrpSpPr/>
          <p:nvPr/>
        </p:nvGrpSpPr>
        <p:grpSpPr>
          <a:xfrm>
            <a:off x="2211388" y="3684588"/>
            <a:ext cx="7483475" cy="571500"/>
            <a:chOff x="0" y="0"/>
            <a:chExt cx="6704" cy="512"/>
          </a:xfrm>
        </p:grpSpPr>
        <p:sp>
          <p:nvSpPr>
            <p:cNvPr id="179267" name="Rectangle 75"/>
            <p:cNvSpPr/>
            <p:nvPr/>
          </p:nvSpPr>
          <p:spPr>
            <a:xfrm>
              <a:off x="0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68" name="Rectangle 76"/>
            <p:cNvSpPr/>
            <p:nvPr/>
          </p:nvSpPr>
          <p:spPr>
            <a:xfrm>
              <a:off x="3" y="0"/>
              <a:ext cx="589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Switch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Port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69" name="Rectangle 77"/>
            <p:cNvSpPr/>
            <p:nvPr/>
          </p:nvSpPr>
          <p:spPr>
            <a:xfrm>
              <a:off x="592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70" name="Rectangle 78"/>
            <p:cNvSpPr/>
            <p:nvPr/>
          </p:nvSpPr>
          <p:spPr>
            <a:xfrm>
              <a:off x="588" y="0"/>
              <a:ext cx="589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MAC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src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71" name="Rectangle 79"/>
            <p:cNvSpPr/>
            <p:nvPr/>
          </p:nvSpPr>
          <p:spPr>
            <a:xfrm>
              <a:off x="11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72" name="Rectangle 80"/>
            <p:cNvSpPr/>
            <p:nvPr/>
          </p:nvSpPr>
          <p:spPr>
            <a:xfrm>
              <a:off x="1212" y="0"/>
              <a:ext cx="567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MAC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dst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73" name="Rectangle 81"/>
            <p:cNvSpPr/>
            <p:nvPr/>
          </p:nvSpPr>
          <p:spPr>
            <a:xfrm>
              <a:off x="17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74" name="Rectangle 82"/>
            <p:cNvSpPr/>
            <p:nvPr/>
          </p:nvSpPr>
          <p:spPr>
            <a:xfrm>
              <a:off x="1783" y="0"/>
              <a:ext cx="590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Eth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type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75" name="Rectangle 83"/>
            <p:cNvSpPr/>
            <p:nvPr/>
          </p:nvSpPr>
          <p:spPr>
            <a:xfrm>
              <a:off x="2378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76" name="Rectangle 84"/>
            <p:cNvSpPr/>
            <p:nvPr/>
          </p:nvSpPr>
          <p:spPr>
            <a:xfrm>
              <a:off x="2380" y="0"/>
              <a:ext cx="590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VLAN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ID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77" name="Rectangle 85"/>
            <p:cNvSpPr/>
            <p:nvPr/>
          </p:nvSpPr>
          <p:spPr>
            <a:xfrm>
              <a:off x="29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78" name="Rectangle 86"/>
            <p:cNvSpPr/>
            <p:nvPr/>
          </p:nvSpPr>
          <p:spPr>
            <a:xfrm>
              <a:off x="2977" y="0"/>
              <a:ext cx="589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Src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79" name="Rectangle 87"/>
            <p:cNvSpPr/>
            <p:nvPr/>
          </p:nvSpPr>
          <p:spPr>
            <a:xfrm>
              <a:off x="35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80" name="Rectangle 88"/>
            <p:cNvSpPr/>
            <p:nvPr/>
          </p:nvSpPr>
          <p:spPr>
            <a:xfrm>
              <a:off x="3567" y="0"/>
              <a:ext cx="597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Dst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81" name="Rectangle 89"/>
            <p:cNvSpPr/>
            <p:nvPr/>
          </p:nvSpPr>
          <p:spPr>
            <a:xfrm>
              <a:off x="4164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82" name="Rectangle 90"/>
            <p:cNvSpPr/>
            <p:nvPr/>
          </p:nvSpPr>
          <p:spPr>
            <a:xfrm>
              <a:off x="4165" y="0"/>
              <a:ext cx="583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Prot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83" name="Rectangle 91"/>
            <p:cNvSpPr/>
            <p:nvPr/>
          </p:nvSpPr>
          <p:spPr>
            <a:xfrm>
              <a:off x="47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84" name="Rectangle 92"/>
            <p:cNvSpPr/>
            <p:nvPr/>
          </p:nvSpPr>
          <p:spPr>
            <a:xfrm>
              <a:off x="4760" y="0"/>
              <a:ext cx="596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TCP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sport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85" name="Rectangle 93"/>
            <p:cNvSpPr/>
            <p:nvPr/>
          </p:nvSpPr>
          <p:spPr>
            <a:xfrm>
              <a:off x="53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86" name="Rectangle 94"/>
            <p:cNvSpPr/>
            <p:nvPr/>
          </p:nvSpPr>
          <p:spPr>
            <a:xfrm>
              <a:off x="5351" y="0"/>
              <a:ext cx="597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TCP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dport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87" name="Rectangle 95"/>
            <p:cNvSpPr/>
            <p:nvPr/>
          </p:nvSpPr>
          <p:spPr>
            <a:xfrm>
              <a:off x="5956" y="12"/>
              <a:ext cx="748" cy="488"/>
            </a:xfrm>
            <a:prstGeom prst="rect">
              <a:avLst/>
            </a:prstGeom>
            <a:solidFill>
              <a:srgbClr val="CBE97B"/>
            </a:solidFill>
            <a:ln w="12700" cap="flat" cmpd="sng">
              <a:solidFill>
                <a:srgbClr val="697D3A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88" name="Rectangle 96"/>
            <p:cNvSpPr/>
            <p:nvPr/>
          </p:nvSpPr>
          <p:spPr>
            <a:xfrm>
              <a:off x="5948" y="111"/>
              <a:ext cx="755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Forward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179220" name="Rectangle 97"/>
          <p:cNvSpPr/>
          <p:nvPr/>
        </p:nvSpPr>
        <p:spPr>
          <a:xfrm>
            <a:off x="2870200" y="4351338"/>
            <a:ext cx="660400" cy="322262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21" name="Rectangle 98"/>
          <p:cNvSpPr/>
          <p:nvPr/>
        </p:nvSpPr>
        <p:spPr>
          <a:xfrm>
            <a:off x="3298825" y="4351338"/>
            <a:ext cx="1133475" cy="322262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22" name="Rectangle 99"/>
          <p:cNvSpPr/>
          <p:nvPr/>
        </p:nvSpPr>
        <p:spPr>
          <a:xfrm>
            <a:off x="4191000" y="4351338"/>
            <a:ext cx="661988" cy="322262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23" name="Rectangle 100"/>
          <p:cNvSpPr/>
          <p:nvPr/>
        </p:nvSpPr>
        <p:spPr>
          <a:xfrm>
            <a:off x="4852988" y="4351338"/>
            <a:ext cx="660400" cy="322262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24" name="Rectangle 101"/>
          <p:cNvSpPr/>
          <p:nvPr/>
        </p:nvSpPr>
        <p:spPr>
          <a:xfrm>
            <a:off x="5513388" y="4351338"/>
            <a:ext cx="660400" cy="322262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25" name="Rectangle 102"/>
          <p:cNvSpPr/>
          <p:nvPr/>
        </p:nvSpPr>
        <p:spPr>
          <a:xfrm>
            <a:off x="6173788" y="4351338"/>
            <a:ext cx="660400" cy="322262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26" name="Rectangle 103"/>
          <p:cNvSpPr/>
          <p:nvPr/>
        </p:nvSpPr>
        <p:spPr>
          <a:xfrm>
            <a:off x="6843713" y="4351338"/>
            <a:ext cx="660400" cy="322262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27" name="Rectangle 104"/>
          <p:cNvSpPr/>
          <p:nvPr/>
        </p:nvSpPr>
        <p:spPr>
          <a:xfrm>
            <a:off x="7504113" y="4351338"/>
            <a:ext cx="661987" cy="322262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28" name="Rectangle 105"/>
          <p:cNvSpPr/>
          <p:nvPr/>
        </p:nvSpPr>
        <p:spPr>
          <a:xfrm>
            <a:off x="8166100" y="4351338"/>
            <a:ext cx="660400" cy="322262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22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29" name="Rectangle 106"/>
          <p:cNvSpPr/>
          <p:nvPr/>
        </p:nvSpPr>
        <p:spPr>
          <a:xfrm>
            <a:off x="8924925" y="4351338"/>
            <a:ext cx="660400" cy="322262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drop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30" name="Rectangle 2"/>
          <p:cNvSpPr/>
          <p:nvPr/>
        </p:nvSpPr>
        <p:spPr>
          <a:xfrm>
            <a:off x="2197100" y="3219450"/>
            <a:ext cx="1062038" cy="30638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ctr" anchorCtr="0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9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Firewall:</a:t>
            </a:r>
            <a:endParaRPr lang="en-US" altLang="zh-CN" sz="2000" b="1" dirty="0">
              <a:solidFill>
                <a:srgbClr val="00009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31" name="Rectangle 2"/>
          <p:cNvSpPr/>
          <p:nvPr/>
        </p:nvSpPr>
        <p:spPr>
          <a:xfrm>
            <a:off x="3281363" y="4549775"/>
            <a:ext cx="6438900" cy="552450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do not forward (block) all datagrams destined to TCP  port 22</a:t>
            </a:r>
            <a:endParaRPr lang="en-US" altLang="zh-CN" sz="1800" b="1" i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32" name="Rectangle 73"/>
          <p:cNvSpPr/>
          <p:nvPr/>
        </p:nvSpPr>
        <p:spPr>
          <a:xfrm>
            <a:off x="2171700" y="6038850"/>
            <a:ext cx="660400" cy="322263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79233" name="Group 74"/>
          <p:cNvGrpSpPr/>
          <p:nvPr/>
        </p:nvGrpSpPr>
        <p:grpSpPr>
          <a:xfrm>
            <a:off x="2173288" y="5372100"/>
            <a:ext cx="7483475" cy="571500"/>
            <a:chOff x="0" y="0"/>
            <a:chExt cx="6704" cy="512"/>
          </a:xfrm>
        </p:grpSpPr>
        <p:sp>
          <p:nvSpPr>
            <p:cNvPr id="179245" name="Rectangle 75"/>
            <p:cNvSpPr/>
            <p:nvPr/>
          </p:nvSpPr>
          <p:spPr>
            <a:xfrm>
              <a:off x="0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46" name="Rectangle 76"/>
            <p:cNvSpPr/>
            <p:nvPr/>
          </p:nvSpPr>
          <p:spPr>
            <a:xfrm>
              <a:off x="3" y="0"/>
              <a:ext cx="589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Switch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Port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47" name="Rectangle 77"/>
            <p:cNvSpPr/>
            <p:nvPr/>
          </p:nvSpPr>
          <p:spPr>
            <a:xfrm>
              <a:off x="592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48" name="Rectangle 78"/>
            <p:cNvSpPr/>
            <p:nvPr/>
          </p:nvSpPr>
          <p:spPr>
            <a:xfrm>
              <a:off x="588" y="0"/>
              <a:ext cx="589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MAC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src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49" name="Rectangle 79"/>
            <p:cNvSpPr/>
            <p:nvPr/>
          </p:nvSpPr>
          <p:spPr>
            <a:xfrm>
              <a:off x="11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50" name="Rectangle 80"/>
            <p:cNvSpPr/>
            <p:nvPr/>
          </p:nvSpPr>
          <p:spPr>
            <a:xfrm>
              <a:off x="1212" y="0"/>
              <a:ext cx="567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MAC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dst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51" name="Rectangle 81"/>
            <p:cNvSpPr/>
            <p:nvPr/>
          </p:nvSpPr>
          <p:spPr>
            <a:xfrm>
              <a:off x="17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52" name="Rectangle 82"/>
            <p:cNvSpPr/>
            <p:nvPr/>
          </p:nvSpPr>
          <p:spPr>
            <a:xfrm>
              <a:off x="1783" y="0"/>
              <a:ext cx="590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Eth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type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53" name="Rectangle 83"/>
            <p:cNvSpPr/>
            <p:nvPr/>
          </p:nvSpPr>
          <p:spPr>
            <a:xfrm>
              <a:off x="2378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54" name="Rectangle 84"/>
            <p:cNvSpPr/>
            <p:nvPr/>
          </p:nvSpPr>
          <p:spPr>
            <a:xfrm>
              <a:off x="2380" y="0"/>
              <a:ext cx="590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VLAN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ID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55" name="Rectangle 85"/>
            <p:cNvSpPr/>
            <p:nvPr/>
          </p:nvSpPr>
          <p:spPr>
            <a:xfrm>
              <a:off x="29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56" name="Rectangle 86"/>
            <p:cNvSpPr/>
            <p:nvPr/>
          </p:nvSpPr>
          <p:spPr>
            <a:xfrm>
              <a:off x="2977" y="0"/>
              <a:ext cx="589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Src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57" name="Rectangle 87"/>
            <p:cNvSpPr/>
            <p:nvPr/>
          </p:nvSpPr>
          <p:spPr>
            <a:xfrm>
              <a:off x="35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58" name="Rectangle 88"/>
            <p:cNvSpPr/>
            <p:nvPr/>
          </p:nvSpPr>
          <p:spPr>
            <a:xfrm>
              <a:off x="3567" y="0"/>
              <a:ext cx="597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Dst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59" name="Rectangle 89"/>
            <p:cNvSpPr/>
            <p:nvPr/>
          </p:nvSpPr>
          <p:spPr>
            <a:xfrm>
              <a:off x="4164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60" name="Rectangle 90"/>
            <p:cNvSpPr/>
            <p:nvPr/>
          </p:nvSpPr>
          <p:spPr>
            <a:xfrm>
              <a:off x="4165" y="0"/>
              <a:ext cx="583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Prot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61" name="Rectangle 91"/>
            <p:cNvSpPr/>
            <p:nvPr/>
          </p:nvSpPr>
          <p:spPr>
            <a:xfrm>
              <a:off x="47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62" name="Rectangle 92"/>
            <p:cNvSpPr/>
            <p:nvPr/>
          </p:nvSpPr>
          <p:spPr>
            <a:xfrm>
              <a:off x="4760" y="0"/>
              <a:ext cx="596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TCP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sport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63" name="Rectangle 93"/>
            <p:cNvSpPr/>
            <p:nvPr/>
          </p:nvSpPr>
          <p:spPr>
            <a:xfrm>
              <a:off x="53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64" name="Rectangle 94"/>
            <p:cNvSpPr/>
            <p:nvPr/>
          </p:nvSpPr>
          <p:spPr>
            <a:xfrm>
              <a:off x="5351" y="0"/>
              <a:ext cx="597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TCP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dport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65" name="Rectangle 95"/>
            <p:cNvSpPr/>
            <p:nvPr/>
          </p:nvSpPr>
          <p:spPr>
            <a:xfrm>
              <a:off x="5956" y="12"/>
              <a:ext cx="748" cy="488"/>
            </a:xfrm>
            <a:prstGeom prst="rect">
              <a:avLst/>
            </a:prstGeom>
            <a:solidFill>
              <a:srgbClr val="CBE97B"/>
            </a:solidFill>
            <a:ln w="12700" cap="flat" cmpd="sng">
              <a:solidFill>
                <a:srgbClr val="697D3A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79266" name="Rectangle 96"/>
            <p:cNvSpPr/>
            <p:nvPr/>
          </p:nvSpPr>
          <p:spPr>
            <a:xfrm>
              <a:off x="5948" y="111"/>
              <a:ext cx="755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Forward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179234" name="Rectangle 97"/>
          <p:cNvSpPr/>
          <p:nvPr/>
        </p:nvSpPr>
        <p:spPr>
          <a:xfrm>
            <a:off x="2832100" y="6038850"/>
            <a:ext cx="660400" cy="322263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35" name="Rectangle 98"/>
          <p:cNvSpPr/>
          <p:nvPr/>
        </p:nvSpPr>
        <p:spPr>
          <a:xfrm>
            <a:off x="3260725" y="6038850"/>
            <a:ext cx="1133475" cy="322263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36" name="Rectangle 99"/>
          <p:cNvSpPr/>
          <p:nvPr/>
        </p:nvSpPr>
        <p:spPr>
          <a:xfrm>
            <a:off x="4152900" y="6038850"/>
            <a:ext cx="661988" cy="322263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37" name="Rectangle 100"/>
          <p:cNvSpPr/>
          <p:nvPr/>
        </p:nvSpPr>
        <p:spPr>
          <a:xfrm>
            <a:off x="4814888" y="6038850"/>
            <a:ext cx="660400" cy="322263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38" name="Rectangle 101"/>
          <p:cNvSpPr/>
          <p:nvPr/>
        </p:nvSpPr>
        <p:spPr>
          <a:xfrm>
            <a:off x="5472113" y="6021388"/>
            <a:ext cx="598487" cy="266700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128.119.1.1</a:t>
            </a:r>
            <a:endParaRPr lang="en-US" altLang="zh-CN" sz="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39" name="Rectangle 102"/>
          <p:cNvSpPr/>
          <p:nvPr/>
        </p:nvSpPr>
        <p:spPr>
          <a:xfrm>
            <a:off x="6135688" y="6038850"/>
            <a:ext cx="660400" cy="322263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40" name="Rectangle 103"/>
          <p:cNvSpPr/>
          <p:nvPr/>
        </p:nvSpPr>
        <p:spPr>
          <a:xfrm>
            <a:off x="6805613" y="6038850"/>
            <a:ext cx="660400" cy="322263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41" name="Rectangle 104"/>
          <p:cNvSpPr/>
          <p:nvPr/>
        </p:nvSpPr>
        <p:spPr>
          <a:xfrm>
            <a:off x="7466013" y="6038850"/>
            <a:ext cx="661987" cy="322263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42" name="Rectangle 105"/>
          <p:cNvSpPr/>
          <p:nvPr/>
        </p:nvSpPr>
        <p:spPr>
          <a:xfrm>
            <a:off x="8128000" y="6038850"/>
            <a:ext cx="660400" cy="322263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43" name="Rectangle 106"/>
          <p:cNvSpPr/>
          <p:nvPr/>
        </p:nvSpPr>
        <p:spPr>
          <a:xfrm>
            <a:off x="8886825" y="5975350"/>
            <a:ext cx="660400" cy="322263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drop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79244" name="Rectangle 2"/>
          <p:cNvSpPr/>
          <p:nvPr/>
        </p:nvSpPr>
        <p:spPr>
          <a:xfrm>
            <a:off x="3560763" y="6013450"/>
            <a:ext cx="6184900" cy="873125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 defTabSz="45720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do not forward (block) all datagrams sent by host 128.119.1.1</a:t>
            </a:r>
            <a:endParaRPr lang="en-US" altLang="zh-CN" sz="2000" i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</p:spTree>
  </p:cSld>
  <p:clrMapOvr>
    <a:masterClrMapping/>
  </p:clrMapOvr>
  <p:transition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1250" name="Rectangle 2"/>
          <p:cNvSpPr/>
          <p:nvPr/>
        </p:nvSpPr>
        <p:spPr>
          <a:xfrm>
            <a:off x="2193925" y="1131888"/>
            <a:ext cx="6699250" cy="49371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ctr" anchorCtr="0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009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Destination-based layer 2 (switch) forwarding:</a:t>
            </a:r>
            <a:endParaRPr lang="en-US" altLang="zh-CN" sz="2400" dirty="0">
              <a:solidFill>
                <a:srgbClr val="000090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81251" name="Rectangle 3"/>
          <p:cNvSpPr/>
          <p:nvPr/>
        </p:nvSpPr>
        <p:spPr>
          <a:xfrm>
            <a:off x="2209800" y="2312988"/>
            <a:ext cx="660400" cy="320675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81252" name="Group 4"/>
          <p:cNvGrpSpPr/>
          <p:nvPr/>
        </p:nvGrpSpPr>
        <p:grpSpPr>
          <a:xfrm>
            <a:off x="2211388" y="1644650"/>
            <a:ext cx="7483475" cy="571500"/>
            <a:chOff x="0" y="0"/>
            <a:chExt cx="6704" cy="512"/>
          </a:xfrm>
        </p:grpSpPr>
        <p:sp>
          <p:nvSpPr>
            <p:cNvPr id="181268" name="Rectangle 5"/>
            <p:cNvSpPr/>
            <p:nvPr/>
          </p:nvSpPr>
          <p:spPr>
            <a:xfrm>
              <a:off x="0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81269" name="Rectangle 6"/>
            <p:cNvSpPr/>
            <p:nvPr/>
          </p:nvSpPr>
          <p:spPr>
            <a:xfrm>
              <a:off x="3" y="0"/>
              <a:ext cx="589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Switch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Port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81270" name="Rectangle 7"/>
            <p:cNvSpPr/>
            <p:nvPr/>
          </p:nvSpPr>
          <p:spPr>
            <a:xfrm>
              <a:off x="592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81271" name="Rectangle 8"/>
            <p:cNvSpPr/>
            <p:nvPr/>
          </p:nvSpPr>
          <p:spPr>
            <a:xfrm>
              <a:off x="588" y="0"/>
              <a:ext cx="589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MAC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src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81272" name="Rectangle 9"/>
            <p:cNvSpPr/>
            <p:nvPr/>
          </p:nvSpPr>
          <p:spPr>
            <a:xfrm>
              <a:off x="11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81273" name="Rectangle 10"/>
            <p:cNvSpPr/>
            <p:nvPr/>
          </p:nvSpPr>
          <p:spPr>
            <a:xfrm>
              <a:off x="1212" y="0"/>
              <a:ext cx="567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MAC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dst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81274" name="Rectangle 11"/>
            <p:cNvSpPr/>
            <p:nvPr/>
          </p:nvSpPr>
          <p:spPr>
            <a:xfrm>
              <a:off x="17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81275" name="Rectangle 12"/>
            <p:cNvSpPr/>
            <p:nvPr/>
          </p:nvSpPr>
          <p:spPr>
            <a:xfrm>
              <a:off x="1783" y="0"/>
              <a:ext cx="590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Eth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type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81276" name="Rectangle 13"/>
            <p:cNvSpPr/>
            <p:nvPr/>
          </p:nvSpPr>
          <p:spPr>
            <a:xfrm>
              <a:off x="2378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81277" name="Rectangle 14"/>
            <p:cNvSpPr/>
            <p:nvPr/>
          </p:nvSpPr>
          <p:spPr>
            <a:xfrm>
              <a:off x="2380" y="0"/>
              <a:ext cx="590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VLAN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ID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81278" name="Rectangle 15"/>
            <p:cNvSpPr/>
            <p:nvPr/>
          </p:nvSpPr>
          <p:spPr>
            <a:xfrm>
              <a:off x="29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81279" name="Rectangle 16"/>
            <p:cNvSpPr/>
            <p:nvPr/>
          </p:nvSpPr>
          <p:spPr>
            <a:xfrm>
              <a:off x="2977" y="0"/>
              <a:ext cx="589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Src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81280" name="Rectangle 17"/>
            <p:cNvSpPr/>
            <p:nvPr/>
          </p:nvSpPr>
          <p:spPr>
            <a:xfrm>
              <a:off x="35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81281" name="Rectangle 18"/>
            <p:cNvSpPr/>
            <p:nvPr/>
          </p:nvSpPr>
          <p:spPr>
            <a:xfrm>
              <a:off x="3567" y="0"/>
              <a:ext cx="597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Dst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81282" name="Rectangle 19"/>
            <p:cNvSpPr/>
            <p:nvPr/>
          </p:nvSpPr>
          <p:spPr>
            <a:xfrm>
              <a:off x="4164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81283" name="Rectangle 20"/>
            <p:cNvSpPr/>
            <p:nvPr/>
          </p:nvSpPr>
          <p:spPr>
            <a:xfrm>
              <a:off x="4165" y="0"/>
              <a:ext cx="583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IP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Prot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81284" name="Rectangle 21"/>
            <p:cNvSpPr/>
            <p:nvPr/>
          </p:nvSpPr>
          <p:spPr>
            <a:xfrm>
              <a:off x="47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81285" name="Rectangle 22"/>
            <p:cNvSpPr/>
            <p:nvPr/>
          </p:nvSpPr>
          <p:spPr>
            <a:xfrm>
              <a:off x="4760" y="0"/>
              <a:ext cx="596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TCP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sport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81286" name="Rectangle 23"/>
            <p:cNvSpPr/>
            <p:nvPr/>
          </p:nvSpPr>
          <p:spPr>
            <a:xfrm>
              <a:off x="53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81287" name="Rectangle 24"/>
            <p:cNvSpPr/>
            <p:nvPr/>
          </p:nvSpPr>
          <p:spPr>
            <a:xfrm>
              <a:off x="5351" y="0"/>
              <a:ext cx="597" cy="51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TCP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dport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81288" name="Rectangle 25"/>
            <p:cNvSpPr/>
            <p:nvPr/>
          </p:nvSpPr>
          <p:spPr>
            <a:xfrm>
              <a:off x="5956" y="12"/>
              <a:ext cx="748" cy="488"/>
            </a:xfrm>
            <a:prstGeom prst="rect">
              <a:avLst/>
            </a:prstGeom>
            <a:solidFill>
              <a:srgbClr val="CBE97B"/>
            </a:solidFill>
            <a:ln w="12700" cap="flat" cmpd="sng">
              <a:solidFill>
                <a:srgbClr val="697D3A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  <p:sp>
          <p:nvSpPr>
            <p:cNvPr id="181289" name="Rectangle 26"/>
            <p:cNvSpPr/>
            <p:nvPr/>
          </p:nvSpPr>
          <p:spPr>
            <a:xfrm>
              <a:off x="5948" y="111"/>
              <a:ext cx="755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 defTabSz="45720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rPr>
                <a:t>Action</a:t>
              </a:r>
              <a:endPara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181253" name="Rectangle 28"/>
          <p:cNvSpPr/>
          <p:nvPr/>
        </p:nvSpPr>
        <p:spPr>
          <a:xfrm>
            <a:off x="3532188" y="2312988"/>
            <a:ext cx="1133475" cy="320675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81254" name="Rectangle 29"/>
          <p:cNvSpPr/>
          <p:nvPr/>
        </p:nvSpPr>
        <p:spPr>
          <a:xfrm>
            <a:off x="4191000" y="2312988"/>
            <a:ext cx="661988" cy="320675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81255" name="Rectangle 30"/>
          <p:cNvSpPr/>
          <p:nvPr/>
        </p:nvSpPr>
        <p:spPr>
          <a:xfrm>
            <a:off x="4852988" y="2312988"/>
            <a:ext cx="660400" cy="320675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81256" name="Rectangle 31"/>
          <p:cNvSpPr/>
          <p:nvPr/>
        </p:nvSpPr>
        <p:spPr>
          <a:xfrm>
            <a:off x="5513388" y="2312988"/>
            <a:ext cx="660400" cy="320675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81257" name="Rectangle 32"/>
          <p:cNvSpPr/>
          <p:nvPr/>
        </p:nvSpPr>
        <p:spPr>
          <a:xfrm>
            <a:off x="6173788" y="2312988"/>
            <a:ext cx="660400" cy="320675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81258" name="Rectangle 33"/>
          <p:cNvSpPr/>
          <p:nvPr/>
        </p:nvSpPr>
        <p:spPr>
          <a:xfrm>
            <a:off x="6843713" y="2312988"/>
            <a:ext cx="660400" cy="320675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81259" name="Rectangle 34"/>
          <p:cNvSpPr/>
          <p:nvPr/>
        </p:nvSpPr>
        <p:spPr>
          <a:xfrm>
            <a:off x="7504113" y="2312988"/>
            <a:ext cx="661987" cy="320675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81260" name="Rectangle 35"/>
          <p:cNvSpPr/>
          <p:nvPr/>
        </p:nvSpPr>
        <p:spPr>
          <a:xfrm>
            <a:off x="8166100" y="2312988"/>
            <a:ext cx="660400" cy="320675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*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81261" name="Rectangle 36"/>
          <p:cNvSpPr/>
          <p:nvPr/>
        </p:nvSpPr>
        <p:spPr>
          <a:xfrm>
            <a:off x="8924925" y="2312988"/>
            <a:ext cx="660400" cy="320675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port3</a:t>
            </a:r>
            <a:endParaRPr lang="en-US" altLang="zh-CN" sz="1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pic>
        <p:nvPicPr>
          <p:cNvPr id="181262" name="Picture 12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17725" y="814388"/>
            <a:ext cx="2354263" cy="2428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1263" name="Rectangle 1"/>
          <p:cNvSpPr txBox="1"/>
          <p:nvPr/>
        </p:nvSpPr>
        <p:spPr>
          <a:xfrm>
            <a:off x="2057400" y="-12700"/>
            <a:ext cx="2811463" cy="8270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Examples</a:t>
            </a:r>
            <a:endParaRPr lang="en-US" altLang="zh-CN" sz="3200" b="1" dirty="0">
              <a:solidFill>
                <a:srgbClr val="000099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81264" name="Rectangle 2"/>
          <p:cNvSpPr/>
          <p:nvPr/>
        </p:nvSpPr>
        <p:spPr>
          <a:xfrm>
            <a:off x="4338638" y="2584450"/>
            <a:ext cx="5356225" cy="831850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ctr" anchorCtr="0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r" defTabSz="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layer 2 frames from MAC address 22:A7:23:11:E1:02 should be forwarded to output port 6 </a:t>
            </a:r>
            <a:endParaRPr lang="en-US" altLang="zh-CN" sz="18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22896" name="Rectangle 28"/>
          <p:cNvSpPr/>
          <p:nvPr/>
        </p:nvSpPr>
        <p:spPr bwMode="auto">
          <a:xfrm>
            <a:off x="2844800" y="2298700"/>
            <a:ext cx="658813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22:A7:23:</a:t>
            </a: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rPr>
              <a:t>11:E1:02</a:t>
            </a: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  <a:sym typeface="Comic Sans MS" panose="030F0702030302020204" pitchFamily="66" charset="0"/>
            </a:endParaRPr>
          </a:p>
        </p:txBody>
      </p:sp>
      <p:sp>
        <p:nvSpPr>
          <p:cNvPr id="18126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81267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  <p:transition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3298" name="Picture 12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24075" y="808038"/>
            <a:ext cx="5172075" cy="1444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3299" name="Title 1"/>
          <p:cNvSpPr>
            <a:spLocks noGrp="1"/>
          </p:cNvSpPr>
          <p:nvPr>
            <p:ph type="title"/>
          </p:nvPr>
        </p:nvSpPr>
        <p:spPr>
          <a:xfrm>
            <a:off x="2057400" y="-1587"/>
            <a:ext cx="7772400" cy="777875"/>
          </a:xfrm>
          <a:ln/>
        </p:spPr>
        <p:txBody>
          <a:bodyPr vert="horz" wrap="square" lIns="91440" tIns="45720" rIns="91440" bIns="45720" anchor="ctr" anchorCtr="0"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OpenFlow abstraction</a:t>
            </a:r>
            <a:endParaRPr lang="en-US" altLang="zh-CN" sz="3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0" y="1854200"/>
            <a:ext cx="53594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Router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marL="678180" marR="0" lvl="1" indent="-215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90"/>
              </a:buClr>
              <a:buSzPct val="101000"/>
              <a:buFont typeface="Arial" panose="020B0604020202020204"/>
              <a:buChar char="•"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match: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longest destination IP prefix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marL="678180" marR="0" lvl="1" indent="-215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90"/>
              </a:buClr>
              <a:buSzPct val="101000"/>
              <a:buFont typeface="Arial" panose="020B0604020202020204"/>
              <a:buChar char="•"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action: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forward out a link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marL="338455" marR="0" lvl="0" indent="-338455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Switch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marL="678180" marR="0" lvl="1" indent="-215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90"/>
              </a:buClr>
              <a:buSzPct val="100000"/>
              <a:buFont typeface="Arial" panose="020B0604020202020204"/>
              <a:buChar char="•"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match: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destination MAC address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marL="678180" marR="0" lvl="1" indent="-215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90"/>
              </a:buClr>
              <a:buSzPct val="100000"/>
              <a:buFont typeface="Arial" panose="020B0604020202020204"/>
              <a:buChar char="•"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action: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forward or flood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019800" y="1874838"/>
            <a:ext cx="5476875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97180" marR="0" lvl="0" indent="-29718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Firewall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marL="508000" marR="0" lvl="1" indent="-219075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90"/>
              </a:buClr>
              <a:buSzTx/>
              <a:buFont typeface="Arial" panose="020B0604020202020204"/>
              <a:buChar char="•"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match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: IP addresses and TCP/UDP port numbers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marL="508000" marR="0" lvl="1" indent="-219075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90"/>
              </a:buClr>
              <a:buSzTx/>
              <a:buFont typeface="Arial" panose="020B0604020202020204"/>
              <a:buChar char="•"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action: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permit or deny 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marL="297180" marR="0" lvl="0" indent="-29718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NAT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marL="519430" marR="0" lvl="1" indent="-230505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90"/>
              </a:buClr>
              <a:buSzTx/>
              <a:buFont typeface="Arial" panose="020B0604020202020204"/>
              <a:buChar char="•"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match: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IP address and port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marL="519430" marR="0" lvl="1" indent="-230505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90"/>
              </a:buClr>
              <a:buSzTx/>
              <a:buFont typeface="Arial" panose="020B0604020202020204"/>
              <a:buChar char="•"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action: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Gill Sans MT" panose="020B0502020104020203"/>
                <a:sym typeface="Comic Sans MS" panose="030F0702030302020204" pitchFamily="66" charset="0"/>
              </a:rPr>
              <a:t>rewrite address and port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Gill Sans MT" panose="020B0502020104020203"/>
              <a:sym typeface="Comic Sans MS" panose="030F0702030302020204" pitchFamily="66" charset="0"/>
            </a:endParaRPr>
          </a:p>
          <a:p>
            <a:pPr marL="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Char char="§"/>
              <a:defRPr/>
            </a:pP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83302" name="TextBox 1"/>
          <p:cNvSpPr txBox="1"/>
          <p:nvPr/>
        </p:nvSpPr>
        <p:spPr>
          <a:xfrm>
            <a:off x="660400" y="1079500"/>
            <a:ext cx="9099550" cy="6683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457200" lvl="0" indent="-457200">
              <a:lnSpc>
                <a:spcPct val="150000"/>
              </a:lnSpc>
              <a:spcBef>
                <a:spcPct val="0"/>
              </a:spcBef>
              <a:buClr>
                <a:srgbClr val="000090"/>
              </a:buClr>
            </a:pPr>
            <a:r>
              <a:rPr lang="en-US" altLang="zh-CN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match+action: </a:t>
            </a: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unifies different kinds of devices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83303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83304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7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44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71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78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09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9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54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78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82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109" end="1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4" name="Group 63"/>
          <p:cNvGrpSpPr/>
          <p:nvPr/>
        </p:nvGrpSpPr>
        <p:grpSpPr>
          <a:xfrm>
            <a:off x="2162175" y="1263650"/>
            <a:ext cx="2997200" cy="1262063"/>
            <a:chOff x="637575" y="1263648"/>
            <a:chExt cx="2998252" cy="1261939"/>
          </a:xfrm>
        </p:grpSpPr>
        <p:sp>
          <p:nvSpPr>
            <p:cNvPr id="197" name="Freeform 196"/>
            <p:cNvSpPr/>
            <p:nvPr/>
          </p:nvSpPr>
          <p:spPr>
            <a:xfrm flipV="1">
              <a:off x="678864" y="2160498"/>
              <a:ext cx="2956963" cy="365089"/>
            </a:xfrm>
            <a:custGeom>
              <a:avLst/>
              <a:gdLst>
                <a:gd name="connsiteX0" fmla="*/ 0 w 3026833"/>
                <a:gd name="connsiteY0" fmla="*/ 846667 h 846667"/>
                <a:gd name="connsiteX1" fmla="*/ 2222500 w 3026833"/>
                <a:gd name="connsiteY1" fmla="*/ 613833 h 846667"/>
                <a:gd name="connsiteX2" fmla="*/ 3026833 w 3026833"/>
                <a:gd name="connsiteY2" fmla="*/ 0 h 846667"/>
                <a:gd name="connsiteX3" fmla="*/ 2751667 w 3026833"/>
                <a:gd name="connsiteY3" fmla="*/ 423333 h 846667"/>
                <a:gd name="connsiteX4" fmla="*/ 2730500 w 3026833"/>
                <a:gd name="connsiteY4" fmla="*/ 825500 h 846667"/>
                <a:gd name="connsiteX5" fmla="*/ 0 w 3026833"/>
                <a:gd name="connsiteY5" fmla="*/ 846667 h 846667"/>
                <a:gd name="connsiteX0-1" fmla="*/ 0 w 3026833"/>
                <a:gd name="connsiteY0-2" fmla="*/ 846667 h 846667"/>
                <a:gd name="connsiteX1-3" fmla="*/ 2222500 w 3026833"/>
                <a:gd name="connsiteY1-4" fmla="*/ 613833 h 846667"/>
                <a:gd name="connsiteX2-5" fmla="*/ 3026833 w 3026833"/>
                <a:gd name="connsiteY2-6" fmla="*/ 0 h 846667"/>
                <a:gd name="connsiteX3-7" fmla="*/ 2751667 w 3026833"/>
                <a:gd name="connsiteY3-8" fmla="*/ 423333 h 846667"/>
                <a:gd name="connsiteX4-9" fmla="*/ 2744304 w 3026833"/>
                <a:gd name="connsiteY4-10" fmla="*/ 839304 h 846667"/>
                <a:gd name="connsiteX5-11" fmla="*/ 0 w 3026833"/>
                <a:gd name="connsiteY5-12" fmla="*/ 846667 h 846667"/>
                <a:gd name="connsiteX0-13" fmla="*/ 0 w 3042275"/>
                <a:gd name="connsiteY0-14" fmla="*/ 848898 h 848898"/>
                <a:gd name="connsiteX1-15" fmla="*/ 2222500 w 3042275"/>
                <a:gd name="connsiteY1-16" fmla="*/ 616064 h 848898"/>
                <a:gd name="connsiteX2-17" fmla="*/ 3026833 w 3042275"/>
                <a:gd name="connsiteY2-18" fmla="*/ 2231 h 848898"/>
                <a:gd name="connsiteX3-19" fmla="*/ 2751667 w 3042275"/>
                <a:gd name="connsiteY3-20" fmla="*/ 425564 h 848898"/>
                <a:gd name="connsiteX4-21" fmla="*/ 2744304 w 3042275"/>
                <a:gd name="connsiteY4-22" fmla="*/ 841535 h 848898"/>
                <a:gd name="connsiteX5-23" fmla="*/ 0 w 3042275"/>
                <a:gd name="connsiteY5-24" fmla="*/ 848898 h 848898"/>
                <a:gd name="connsiteX0-25" fmla="*/ 0 w 3042275"/>
                <a:gd name="connsiteY0-26" fmla="*/ 848898 h 848898"/>
                <a:gd name="connsiteX1-27" fmla="*/ 2222500 w 3042275"/>
                <a:gd name="connsiteY1-28" fmla="*/ 616064 h 848898"/>
                <a:gd name="connsiteX2-29" fmla="*/ 3026833 w 3042275"/>
                <a:gd name="connsiteY2-30" fmla="*/ 2231 h 848898"/>
                <a:gd name="connsiteX3-31" fmla="*/ 2751667 w 3042275"/>
                <a:gd name="connsiteY3-32" fmla="*/ 425564 h 848898"/>
                <a:gd name="connsiteX4-33" fmla="*/ 2744304 w 3042275"/>
                <a:gd name="connsiteY4-34" fmla="*/ 841535 h 848898"/>
                <a:gd name="connsiteX5-35" fmla="*/ 0 w 3042275"/>
                <a:gd name="connsiteY5-36" fmla="*/ 848898 h 848898"/>
                <a:gd name="connsiteX0-37" fmla="*/ 3038 w 3045313"/>
                <a:gd name="connsiteY0-38" fmla="*/ 848898 h 848898"/>
                <a:gd name="connsiteX1-39" fmla="*/ 2225538 w 3045313"/>
                <a:gd name="connsiteY1-40" fmla="*/ 616064 h 848898"/>
                <a:gd name="connsiteX2-41" fmla="*/ 3029871 w 3045313"/>
                <a:gd name="connsiteY2-42" fmla="*/ 2231 h 848898"/>
                <a:gd name="connsiteX3-43" fmla="*/ 2754705 w 3045313"/>
                <a:gd name="connsiteY3-44" fmla="*/ 425564 h 848898"/>
                <a:gd name="connsiteX4-45" fmla="*/ 2747342 w 3045313"/>
                <a:gd name="connsiteY4-46" fmla="*/ 841535 h 848898"/>
                <a:gd name="connsiteX5-47" fmla="*/ 3038 w 3045313"/>
                <a:gd name="connsiteY5-48" fmla="*/ 848898 h 848898"/>
                <a:gd name="connsiteX0-49" fmla="*/ 2799 w 3045074"/>
                <a:gd name="connsiteY0-50" fmla="*/ 848898 h 848898"/>
                <a:gd name="connsiteX1-51" fmla="*/ 2225299 w 3045074"/>
                <a:gd name="connsiteY1-52" fmla="*/ 616064 h 848898"/>
                <a:gd name="connsiteX2-53" fmla="*/ 3029632 w 3045074"/>
                <a:gd name="connsiteY2-54" fmla="*/ 2231 h 848898"/>
                <a:gd name="connsiteX3-55" fmla="*/ 2754466 w 3045074"/>
                <a:gd name="connsiteY3-56" fmla="*/ 425564 h 848898"/>
                <a:gd name="connsiteX4-57" fmla="*/ 2747103 w 3045074"/>
                <a:gd name="connsiteY4-58" fmla="*/ 841535 h 848898"/>
                <a:gd name="connsiteX5-59" fmla="*/ 2799 w 3045074"/>
                <a:gd name="connsiteY5-60" fmla="*/ 848898 h 848898"/>
                <a:gd name="connsiteX0-61" fmla="*/ 2799 w 3045074"/>
                <a:gd name="connsiteY0-62" fmla="*/ 848898 h 848898"/>
                <a:gd name="connsiteX1-63" fmla="*/ 2225299 w 3045074"/>
                <a:gd name="connsiteY1-64" fmla="*/ 616064 h 848898"/>
                <a:gd name="connsiteX2-65" fmla="*/ 3029632 w 3045074"/>
                <a:gd name="connsiteY2-66" fmla="*/ 2231 h 848898"/>
                <a:gd name="connsiteX3-67" fmla="*/ 2754466 w 3045074"/>
                <a:gd name="connsiteY3-68" fmla="*/ 425564 h 848898"/>
                <a:gd name="connsiteX4-69" fmla="*/ 2747103 w 3045074"/>
                <a:gd name="connsiteY4-70" fmla="*/ 841535 h 848898"/>
                <a:gd name="connsiteX5-71" fmla="*/ 2799 w 3045074"/>
                <a:gd name="connsiteY5-72" fmla="*/ 848898 h 848898"/>
                <a:gd name="connsiteX0-73" fmla="*/ 3018 w 2975668"/>
                <a:gd name="connsiteY0-74" fmla="*/ 443744 h 443744"/>
                <a:gd name="connsiteX1-75" fmla="*/ 2225518 w 2975668"/>
                <a:gd name="connsiteY1-76" fmla="*/ 210910 h 443744"/>
                <a:gd name="connsiteX2-77" fmla="*/ 2957279 w 2975668"/>
                <a:gd name="connsiteY2-78" fmla="*/ 79158 h 443744"/>
                <a:gd name="connsiteX3-79" fmla="*/ 2754685 w 2975668"/>
                <a:gd name="connsiteY3-80" fmla="*/ 20410 h 443744"/>
                <a:gd name="connsiteX4-81" fmla="*/ 2747322 w 2975668"/>
                <a:gd name="connsiteY4-82" fmla="*/ 436381 h 443744"/>
                <a:gd name="connsiteX5-83" fmla="*/ 3018 w 2975668"/>
                <a:gd name="connsiteY5-84" fmla="*/ 443744 h 443744"/>
                <a:gd name="connsiteX0-85" fmla="*/ 3018 w 2957279"/>
                <a:gd name="connsiteY0-86" fmla="*/ 454405 h 454405"/>
                <a:gd name="connsiteX1-87" fmla="*/ 2225518 w 2957279"/>
                <a:gd name="connsiteY1-88" fmla="*/ 221571 h 454405"/>
                <a:gd name="connsiteX2-89" fmla="*/ 2957279 w 2957279"/>
                <a:gd name="connsiteY2-90" fmla="*/ 89819 h 454405"/>
                <a:gd name="connsiteX3-91" fmla="*/ 2754685 w 2957279"/>
                <a:gd name="connsiteY3-92" fmla="*/ 31071 h 454405"/>
                <a:gd name="connsiteX4-93" fmla="*/ 2747322 w 2957279"/>
                <a:gd name="connsiteY4-94" fmla="*/ 447042 h 454405"/>
                <a:gd name="connsiteX5-95" fmla="*/ 3018 w 2957279"/>
                <a:gd name="connsiteY5-96" fmla="*/ 454405 h 454405"/>
                <a:gd name="connsiteX0-97" fmla="*/ 3018 w 2957279"/>
                <a:gd name="connsiteY0-98" fmla="*/ 496161 h 496161"/>
                <a:gd name="connsiteX1-99" fmla="*/ 2225518 w 2957279"/>
                <a:gd name="connsiteY1-100" fmla="*/ 263327 h 496161"/>
                <a:gd name="connsiteX2-101" fmla="*/ 2957279 w 2957279"/>
                <a:gd name="connsiteY2-102" fmla="*/ 131575 h 496161"/>
                <a:gd name="connsiteX3-103" fmla="*/ 2754685 w 2957279"/>
                <a:gd name="connsiteY3-104" fmla="*/ 72827 h 496161"/>
                <a:gd name="connsiteX4-105" fmla="*/ 2747322 w 2957279"/>
                <a:gd name="connsiteY4-106" fmla="*/ 488798 h 496161"/>
                <a:gd name="connsiteX5-107" fmla="*/ 3018 w 2957279"/>
                <a:gd name="connsiteY5-108" fmla="*/ 496161 h 496161"/>
                <a:gd name="connsiteX0-109" fmla="*/ 3018 w 2957279"/>
                <a:gd name="connsiteY0-110" fmla="*/ 496161 h 496161"/>
                <a:gd name="connsiteX1-111" fmla="*/ 2225518 w 2957279"/>
                <a:gd name="connsiteY1-112" fmla="*/ 263327 h 496161"/>
                <a:gd name="connsiteX2-113" fmla="*/ 2957279 w 2957279"/>
                <a:gd name="connsiteY2-114" fmla="*/ 131575 h 496161"/>
                <a:gd name="connsiteX3-115" fmla="*/ 2780603 w 2957279"/>
                <a:gd name="connsiteY3-116" fmla="*/ 269807 h 496161"/>
                <a:gd name="connsiteX4-117" fmla="*/ 2747322 w 2957279"/>
                <a:gd name="connsiteY4-118" fmla="*/ 488798 h 496161"/>
                <a:gd name="connsiteX5-119" fmla="*/ 3018 w 2957279"/>
                <a:gd name="connsiteY5-120" fmla="*/ 496161 h 496161"/>
                <a:gd name="connsiteX0-121" fmla="*/ 3018 w 2957279"/>
                <a:gd name="connsiteY0-122" fmla="*/ 496161 h 496161"/>
                <a:gd name="connsiteX1-123" fmla="*/ 2225518 w 2957279"/>
                <a:gd name="connsiteY1-124" fmla="*/ 263327 h 496161"/>
                <a:gd name="connsiteX2-125" fmla="*/ 2957279 w 2957279"/>
                <a:gd name="connsiteY2-126" fmla="*/ 131575 h 496161"/>
                <a:gd name="connsiteX3-127" fmla="*/ 2780603 w 2957279"/>
                <a:gd name="connsiteY3-128" fmla="*/ 269807 h 496161"/>
                <a:gd name="connsiteX4-129" fmla="*/ 2747322 w 2957279"/>
                <a:gd name="connsiteY4-130" fmla="*/ 488798 h 496161"/>
                <a:gd name="connsiteX5-131" fmla="*/ 3018 w 2957279"/>
                <a:gd name="connsiteY5-132" fmla="*/ 496161 h 496161"/>
                <a:gd name="connsiteX0-133" fmla="*/ 3018 w 2957279"/>
                <a:gd name="connsiteY0-134" fmla="*/ 364586 h 364586"/>
                <a:gd name="connsiteX1-135" fmla="*/ 2225518 w 2957279"/>
                <a:gd name="connsiteY1-136" fmla="*/ 131752 h 364586"/>
                <a:gd name="connsiteX2-137" fmla="*/ 2957279 w 2957279"/>
                <a:gd name="connsiteY2-138" fmla="*/ 0 h 364586"/>
                <a:gd name="connsiteX3-139" fmla="*/ 2780603 w 2957279"/>
                <a:gd name="connsiteY3-140" fmla="*/ 138232 h 364586"/>
                <a:gd name="connsiteX4-141" fmla="*/ 2747322 w 2957279"/>
                <a:gd name="connsiteY4-142" fmla="*/ 357223 h 364586"/>
                <a:gd name="connsiteX5-143" fmla="*/ 3018 w 2957279"/>
                <a:gd name="connsiteY5-144" fmla="*/ 364586 h 36458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2957279" h="364586">
                  <a:moveTo>
                    <a:pt x="3018" y="364586"/>
                  </a:moveTo>
                  <a:cubicBezTo>
                    <a:pt x="-83949" y="327008"/>
                    <a:pt x="1733141" y="192516"/>
                    <a:pt x="2225518" y="131752"/>
                  </a:cubicBezTo>
                  <a:cubicBezTo>
                    <a:pt x="2717895" y="70988"/>
                    <a:pt x="2402554" y="114689"/>
                    <a:pt x="2957279" y="0"/>
                  </a:cubicBezTo>
                  <a:cubicBezTo>
                    <a:pt x="2832942" y="71922"/>
                    <a:pt x="2815596" y="78695"/>
                    <a:pt x="2780603" y="138232"/>
                  </a:cubicBezTo>
                  <a:cubicBezTo>
                    <a:pt x="2745610" y="197769"/>
                    <a:pt x="2727394" y="213043"/>
                    <a:pt x="2747322" y="357223"/>
                  </a:cubicBezTo>
                  <a:lnTo>
                    <a:pt x="3018" y="36458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5400000" scaled="0"/>
              <a:tileRect/>
            </a:gradFill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endParaRPr>
            </a:p>
          </p:txBody>
        </p:sp>
        <p:grpSp>
          <p:nvGrpSpPr>
            <p:cNvPr id="185492" name="Group 188"/>
            <p:cNvGrpSpPr/>
            <p:nvPr/>
          </p:nvGrpSpPr>
          <p:grpSpPr>
            <a:xfrm>
              <a:off x="637575" y="1263648"/>
              <a:ext cx="2951870" cy="915898"/>
              <a:chOff x="-994833" y="4042832"/>
              <a:chExt cx="2951870" cy="915898"/>
            </a:xfrm>
          </p:grpSpPr>
          <p:sp>
            <p:nvSpPr>
              <p:cNvPr id="190" name="Rectangle 189"/>
              <p:cNvSpPr/>
              <p:nvPr/>
            </p:nvSpPr>
            <p:spPr bwMode="auto">
              <a:xfrm>
                <a:off x="-977364" y="4042832"/>
                <a:ext cx="2775924" cy="91589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MS PGothic" panose="020B0600070205080204" pitchFamily="34" charset="-128"/>
                  <a:sym typeface="Comic Sans MS" panose="030F0702030302020204" pitchFamily="66" charset="0"/>
                </a:endParaRPr>
              </a:p>
            </p:txBody>
          </p:sp>
          <p:sp>
            <p:nvSpPr>
              <p:cNvPr id="185494" name="TextBox 190"/>
              <p:cNvSpPr txBox="1"/>
              <p:nvPr/>
            </p:nvSpPr>
            <p:spPr>
              <a:xfrm>
                <a:off x="-931177" y="4360336"/>
                <a:ext cx="1754622" cy="58471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IP Src = 10.3.*.*</a:t>
                </a:r>
                <a:endPara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IP Dst = 10.2.*.*</a:t>
                </a:r>
                <a:endPara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85495" name="TextBox 191"/>
              <p:cNvSpPr txBox="1"/>
              <p:nvPr/>
            </p:nvSpPr>
            <p:spPr>
              <a:xfrm>
                <a:off x="718763" y="4491568"/>
                <a:ext cx="1238274" cy="3385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forward(3)</a:t>
                </a:r>
                <a:endPara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185496" name="Straight Connector 192"/>
              <p:cNvCxnSpPr/>
              <p:nvPr/>
            </p:nvCxnSpPr>
            <p:spPr>
              <a:xfrm>
                <a:off x="-994833" y="4402666"/>
                <a:ext cx="27940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185497" name="TextBox 193"/>
              <p:cNvSpPr txBox="1"/>
              <p:nvPr/>
            </p:nvSpPr>
            <p:spPr>
              <a:xfrm>
                <a:off x="-674004" y="4051301"/>
                <a:ext cx="770033" cy="3385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match</a:t>
                </a:r>
                <a:endPara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85498" name="TextBox 194"/>
              <p:cNvSpPr txBox="1"/>
              <p:nvPr/>
            </p:nvSpPr>
            <p:spPr>
              <a:xfrm>
                <a:off x="875396" y="4055535"/>
                <a:ext cx="765222" cy="3385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action</a:t>
                </a:r>
                <a:endPara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185499" name="Straight Connector 195"/>
              <p:cNvCxnSpPr/>
              <p:nvPr/>
            </p:nvCxnSpPr>
            <p:spPr>
              <a:xfrm>
                <a:off x="738264" y="4049182"/>
                <a:ext cx="1" cy="90487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7" name="Group 76"/>
          <p:cNvGrpSpPr/>
          <p:nvPr/>
        </p:nvGrpSpPr>
        <p:grpSpPr>
          <a:xfrm>
            <a:off x="7480300" y="4510088"/>
            <a:ext cx="2984500" cy="2022475"/>
            <a:chOff x="5956617" y="4509743"/>
            <a:chExt cx="2984066" cy="2021942"/>
          </a:xfrm>
        </p:grpSpPr>
        <p:sp>
          <p:nvSpPr>
            <p:cNvPr id="208" name="Freeform 207"/>
            <p:cNvSpPr/>
            <p:nvPr/>
          </p:nvSpPr>
          <p:spPr>
            <a:xfrm flipH="1">
              <a:off x="5956617" y="4509743"/>
              <a:ext cx="2838037" cy="630071"/>
            </a:xfrm>
            <a:custGeom>
              <a:avLst/>
              <a:gdLst>
                <a:gd name="connsiteX0" fmla="*/ 0 w 3026833"/>
                <a:gd name="connsiteY0" fmla="*/ 846667 h 846667"/>
                <a:gd name="connsiteX1" fmla="*/ 2222500 w 3026833"/>
                <a:gd name="connsiteY1" fmla="*/ 613833 h 846667"/>
                <a:gd name="connsiteX2" fmla="*/ 3026833 w 3026833"/>
                <a:gd name="connsiteY2" fmla="*/ 0 h 846667"/>
                <a:gd name="connsiteX3" fmla="*/ 2751667 w 3026833"/>
                <a:gd name="connsiteY3" fmla="*/ 423333 h 846667"/>
                <a:gd name="connsiteX4" fmla="*/ 2730500 w 3026833"/>
                <a:gd name="connsiteY4" fmla="*/ 825500 h 846667"/>
                <a:gd name="connsiteX5" fmla="*/ 0 w 3026833"/>
                <a:gd name="connsiteY5" fmla="*/ 846667 h 846667"/>
                <a:gd name="connsiteX0-1" fmla="*/ 0 w 3026833"/>
                <a:gd name="connsiteY0-2" fmla="*/ 846667 h 846667"/>
                <a:gd name="connsiteX1-3" fmla="*/ 2222500 w 3026833"/>
                <a:gd name="connsiteY1-4" fmla="*/ 613833 h 846667"/>
                <a:gd name="connsiteX2-5" fmla="*/ 3026833 w 3026833"/>
                <a:gd name="connsiteY2-6" fmla="*/ 0 h 846667"/>
                <a:gd name="connsiteX3-7" fmla="*/ 2751667 w 3026833"/>
                <a:gd name="connsiteY3-8" fmla="*/ 423333 h 846667"/>
                <a:gd name="connsiteX4-9" fmla="*/ 2744304 w 3026833"/>
                <a:gd name="connsiteY4-10" fmla="*/ 839304 h 846667"/>
                <a:gd name="connsiteX5-11" fmla="*/ 0 w 3026833"/>
                <a:gd name="connsiteY5-12" fmla="*/ 846667 h 846667"/>
                <a:gd name="connsiteX0-13" fmla="*/ 0 w 3042275"/>
                <a:gd name="connsiteY0-14" fmla="*/ 848898 h 848898"/>
                <a:gd name="connsiteX1-15" fmla="*/ 2222500 w 3042275"/>
                <a:gd name="connsiteY1-16" fmla="*/ 616064 h 848898"/>
                <a:gd name="connsiteX2-17" fmla="*/ 3026833 w 3042275"/>
                <a:gd name="connsiteY2-18" fmla="*/ 2231 h 848898"/>
                <a:gd name="connsiteX3-19" fmla="*/ 2751667 w 3042275"/>
                <a:gd name="connsiteY3-20" fmla="*/ 425564 h 848898"/>
                <a:gd name="connsiteX4-21" fmla="*/ 2744304 w 3042275"/>
                <a:gd name="connsiteY4-22" fmla="*/ 841535 h 848898"/>
                <a:gd name="connsiteX5-23" fmla="*/ 0 w 3042275"/>
                <a:gd name="connsiteY5-24" fmla="*/ 848898 h 848898"/>
                <a:gd name="connsiteX0-25" fmla="*/ 0 w 3042275"/>
                <a:gd name="connsiteY0-26" fmla="*/ 848898 h 848898"/>
                <a:gd name="connsiteX1-27" fmla="*/ 2222500 w 3042275"/>
                <a:gd name="connsiteY1-28" fmla="*/ 616064 h 848898"/>
                <a:gd name="connsiteX2-29" fmla="*/ 3026833 w 3042275"/>
                <a:gd name="connsiteY2-30" fmla="*/ 2231 h 848898"/>
                <a:gd name="connsiteX3-31" fmla="*/ 2751667 w 3042275"/>
                <a:gd name="connsiteY3-32" fmla="*/ 425564 h 848898"/>
                <a:gd name="connsiteX4-33" fmla="*/ 2744304 w 3042275"/>
                <a:gd name="connsiteY4-34" fmla="*/ 841535 h 848898"/>
                <a:gd name="connsiteX5-35" fmla="*/ 0 w 3042275"/>
                <a:gd name="connsiteY5-36" fmla="*/ 848898 h 848898"/>
                <a:gd name="connsiteX0-37" fmla="*/ 3038 w 3045313"/>
                <a:gd name="connsiteY0-38" fmla="*/ 848898 h 848898"/>
                <a:gd name="connsiteX1-39" fmla="*/ 2225538 w 3045313"/>
                <a:gd name="connsiteY1-40" fmla="*/ 616064 h 848898"/>
                <a:gd name="connsiteX2-41" fmla="*/ 3029871 w 3045313"/>
                <a:gd name="connsiteY2-42" fmla="*/ 2231 h 848898"/>
                <a:gd name="connsiteX3-43" fmla="*/ 2754705 w 3045313"/>
                <a:gd name="connsiteY3-44" fmla="*/ 425564 h 848898"/>
                <a:gd name="connsiteX4-45" fmla="*/ 2747342 w 3045313"/>
                <a:gd name="connsiteY4-46" fmla="*/ 841535 h 848898"/>
                <a:gd name="connsiteX5-47" fmla="*/ 3038 w 3045313"/>
                <a:gd name="connsiteY5-48" fmla="*/ 848898 h 848898"/>
                <a:gd name="connsiteX0-49" fmla="*/ 2799 w 3045074"/>
                <a:gd name="connsiteY0-50" fmla="*/ 848898 h 848898"/>
                <a:gd name="connsiteX1-51" fmla="*/ 2225299 w 3045074"/>
                <a:gd name="connsiteY1-52" fmla="*/ 616064 h 848898"/>
                <a:gd name="connsiteX2-53" fmla="*/ 3029632 w 3045074"/>
                <a:gd name="connsiteY2-54" fmla="*/ 2231 h 848898"/>
                <a:gd name="connsiteX3-55" fmla="*/ 2754466 w 3045074"/>
                <a:gd name="connsiteY3-56" fmla="*/ 425564 h 848898"/>
                <a:gd name="connsiteX4-57" fmla="*/ 2747103 w 3045074"/>
                <a:gd name="connsiteY4-58" fmla="*/ 841535 h 848898"/>
                <a:gd name="connsiteX5-59" fmla="*/ 2799 w 3045074"/>
                <a:gd name="connsiteY5-60" fmla="*/ 848898 h 848898"/>
                <a:gd name="connsiteX0-61" fmla="*/ 2799 w 3045074"/>
                <a:gd name="connsiteY0-62" fmla="*/ 848898 h 848898"/>
                <a:gd name="connsiteX1-63" fmla="*/ 2225299 w 3045074"/>
                <a:gd name="connsiteY1-64" fmla="*/ 616064 h 848898"/>
                <a:gd name="connsiteX2-65" fmla="*/ 3029632 w 3045074"/>
                <a:gd name="connsiteY2-66" fmla="*/ 2231 h 848898"/>
                <a:gd name="connsiteX3-67" fmla="*/ 2754466 w 3045074"/>
                <a:gd name="connsiteY3-68" fmla="*/ 425564 h 848898"/>
                <a:gd name="connsiteX4-69" fmla="*/ 2747103 w 3045074"/>
                <a:gd name="connsiteY4-70" fmla="*/ 841535 h 848898"/>
                <a:gd name="connsiteX5-71" fmla="*/ 2799 w 3045074"/>
                <a:gd name="connsiteY5-72" fmla="*/ 848898 h 848898"/>
                <a:gd name="connsiteX0-73" fmla="*/ 2979 w 2839117"/>
                <a:gd name="connsiteY0-74" fmla="*/ 630630 h 630630"/>
                <a:gd name="connsiteX1-75" fmla="*/ 2225479 w 2839117"/>
                <a:gd name="connsiteY1-76" fmla="*/ 397796 h 630630"/>
                <a:gd name="connsiteX2-77" fmla="*/ 2808948 w 2839117"/>
                <a:gd name="connsiteY2-78" fmla="*/ 4836 h 630630"/>
                <a:gd name="connsiteX3-79" fmla="*/ 2754646 w 2839117"/>
                <a:gd name="connsiteY3-80" fmla="*/ 207296 h 630630"/>
                <a:gd name="connsiteX4-81" fmla="*/ 2747283 w 2839117"/>
                <a:gd name="connsiteY4-82" fmla="*/ 623267 h 630630"/>
                <a:gd name="connsiteX5-83" fmla="*/ 2979 w 2839117"/>
                <a:gd name="connsiteY5-84" fmla="*/ 630630 h 63063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2839117" h="630630">
                  <a:moveTo>
                    <a:pt x="2979" y="630630"/>
                  </a:moveTo>
                  <a:cubicBezTo>
                    <a:pt x="-83988" y="593052"/>
                    <a:pt x="1757818" y="502095"/>
                    <a:pt x="2225479" y="397796"/>
                  </a:cubicBezTo>
                  <a:cubicBezTo>
                    <a:pt x="2693140" y="293497"/>
                    <a:pt x="2720754" y="36586"/>
                    <a:pt x="2808948" y="4836"/>
                  </a:cubicBezTo>
                  <a:cubicBezTo>
                    <a:pt x="2897142" y="-26914"/>
                    <a:pt x="2764923" y="104224"/>
                    <a:pt x="2754646" y="207296"/>
                  </a:cubicBezTo>
                  <a:cubicBezTo>
                    <a:pt x="2744369" y="310368"/>
                    <a:pt x="2727355" y="479087"/>
                    <a:pt x="2747283" y="623267"/>
                  </a:cubicBezTo>
                  <a:lnTo>
                    <a:pt x="2979" y="63063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5400000" scaled="0"/>
              <a:tileRect/>
            </a:gradFill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endParaRPr>
            </a:p>
          </p:txBody>
        </p:sp>
        <p:grpSp>
          <p:nvGrpSpPr>
            <p:cNvPr id="185481" name="Group 197"/>
            <p:cNvGrpSpPr/>
            <p:nvPr/>
          </p:nvGrpSpPr>
          <p:grpSpPr>
            <a:xfrm>
              <a:off x="6031592" y="5136697"/>
              <a:ext cx="2909091" cy="1394988"/>
              <a:chOff x="-999973" y="4042381"/>
              <a:chExt cx="2909091" cy="1394988"/>
            </a:xfrm>
          </p:grpSpPr>
          <p:sp>
            <p:nvSpPr>
              <p:cNvPr id="199" name="Rectangle 198"/>
              <p:cNvSpPr/>
              <p:nvPr/>
            </p:nvSpPr>
            <p:spPr bwMode="auto">
              <a:xfrm>
                <a:off x="-978124" y="4042324"/>
                <a:ext cx="2777721" cy="134425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MS PGothic" panose="020B0600070205080204" pitchFamily="34" charset="-128"/>
                  <a:sym typeface="Comic Sans MS" panose="030F0702030302020204" pitchFamily="66" charset="0"/>
                </a:endParaRPr>
              </a:p>
            </p:txBody>
          </p:sp>
          <p:sp>
            <p:nvSpPr>
              <p:cNvPr id="185483" name="TextBox 199"/>
              <p:cNvSpPr txBox="1"/>
              <p:nvPr/>
            </p:nvSpPr>
            <p:spPr>
              <a:xfrm>
                <a:off x="-999973" y="4360336"/>
                <a:ext cx="1781188" cy="10770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ingress port = 2</a:t>
                </a:r>
                <a:endPara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IP Dst = 10.2.0.3</a:t>
                </a:r>
                <a:endPara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ingress port = 2</a:t>
                </a:r>
                <a:endPara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IP Dst = 10.2.0.4</a:t>
                </a:r>
                <a:endPara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85484" name="TextBox 200"/>
              <p:cNvSpPr txBox="1"/>
              <p:nvPr/>
            </p:nvSpPr>
            <p:spPr>
              <a:xfrm>
                <a:off x="671327" y="4474229"/>
                <a:ext cx="1237791" cy="3384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forward(3)</a:t>
                </a:r>
                <a:endPara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185485" name="Straight Connector 201"/>
              <p:cNvCxnSpPr/>
              <p:nvPr/>
            </p:nvCxnSpPr>
            <p:spPr>
              <a:xfrm>
                <a:off x="-994833" y="4402666"/>
                <a:ext cx="27940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185486" name="TextBox 202"/>
              <p:cNvSpPr txBox="1"/>
              <p:nvPr/>
            </p:nvSpPr>
            <p:spPr>
              <a:xfrm>
                <a:off x="-674004" y="4051301"/>
                <a:ext cx="769733" cy="3384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match</a:t>
                </a:r>
                <a:endPara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85487" name="TextBox 203"/>
              <p:cNvSpPr txBox="1"/>
              <p:nvPr/>
            </p:nvSpPr>
            <p:spPr>
              <a:xfrm>
                <a:off x="875396" y="4055535"/>
                <a:ext cx="764924" cy="3384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action</a:t>
                </a:r>
                <a:endPara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185488" name="Straight Connector 204"/>
              <p:cNvCxnSpPr/>
              <p:nvPr/>
            </p:nvCxnSpPr>
            <p:spPr>
              <a:xfrm>
                <a:off x="660503" y="4042833"/>
                <a:ext cx="4690" cy="134946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185489" name="Straight Connector 205"/>
              <p:cNvCxnSpPr/>
              <p:nvPr/>
            </p:nvCxnSpPr>
            <p:spPr>
              <a:xfrm>
                <a:off x="-975047" y="4896787"/>
                <a:ext cx="27940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185490" name="TextBox 206"/>
              <p:cNvSpPr txBox="1"/>
              <p:nvPr/>
            </p:nvSpPr>
            <p:spPr>
              <a:xfrm>
                <a:off x="670712" y="4973448"/>
                <a:ext cx="1237791" cy="3384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forward(4)</a:t>
                </a:r>
                <a:endPara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</p:grpSp>
      <p:grpSp>
        <p:nvGrpSpPr>
          <p:cNvPr id="68" name="Group 67"/>
          <p:cNvGrpSpPr/>
          <p:nvPr/>
        </p:nvGrpSpPr>
        <p:grpSpPr>
          <a:xfrm>
            <a:off x="2111375" y="4570413"/>
            <a:ext cx="3089275" cy="2001837"/>
            <a:chOff x="587526" y="4569769"/>
            <a:chExt cx="3089750" cy="2002482"/>
          </a:xfrm>
        </p:grpSpPr>
        <p:sp>
          <p:nvSpPr>
            <p:cNvPr id="52" name="Freeform 51"/>
            <p:cNvSpPr/>
            <p:nvPr/>
          </p:nvSpPr>
          <p:spPr>
            <a:xfrm>
              <a:off x="631983" y="4569769"/>
              <a:ext cx="3045293" cy="849586"/>
            </a:xfrm>
            <a:custGeom>
              <a:avLst/>
              <a:gdLst>
                <a:gd name="connsiteX0" fmla="*/ 0 w 3026833"/>
                <a:gd name="connsiteY0" fmla="*/ 846667 h 846667"/>
                <a:gd name="connsiteX1" fmla="*/ 2222500 w 3026833"/>
                <a:gd name="connsiteY1" fmla="*/ 613833 h 846667"/>
                <a:gd name="connsiteX2" fmla="*/ 3026833 w 3026833"/>
                <a:gd name="connsiteY2" fmla="*/ 0 h 846667"/>
                <a:gd name="connsiteX3" fmla="*/ 2751667 w 3026833"/>
                <a:gd name="connsiteY3" fmla="*/ 423333 h 846667"/>
                <a:gd name="connsiteX4" fmla="*/ 2730500 w 3026833"/>
                <a:gd name="connsiteY4" fmla="*/ 825500 h 846667"/>
                <a:gd name="connsiteX5" fmla="*/ 0 w 3026833"/>
                <a:gd name="connsiteY5" fmla="*/ 846667 h 846667"/>
                <a:gd name="connsiteX0-1" fmla="*/ 0 w 3026833"/>
                <a:gd name="connsiteY0-2" fmla="*/ 846667 h 846667"/>
                <a:gd name="connsiteX1-3" fmla="*/ 2222500 w 3026833"/>
                <a:gd name="connsiteY1-4" fmla="*/ 613833 h 846667"/>
                <a:gd name="connsiteX2-5" fmla="*/ 3026833 w 3026833"/>
                <a:gd name="connsiteY2-6" fmla="*/ 0 h 846667"/>
                <a:gd name="connsiteX3-7" fmla="*/ 2751667 w 3026833"/>
                <a:gd name="connsiteY3-8" fmla="*/ 423333 h 846667"/>
                <a:gd name="connsiteX4-9" fmla="*/ 2744304 w 3026833"/>
                <a:gd name="connsiteY4-10" fmla="*/ 839304 h 846667"/>
                <a:gd name="connsiteX5-11" fmla="*/ 0 w 3026833"/>
                <a:gd name="connsiteY5-12" fmla="*/ 846667 h 846667"/>
                <a:gd name="connsiteX0-13" fmla="*/ 0 w 3042275"/>
                <a:gd name="connsiteY0-14" fmla="*/ 848898 h 848898"/>
                <a:gd name="connsiteX1-15" fmla="*/ 2222500 w 3042275"/>
                <a:gd name="connsiteY1-16" fmla="*/ 616064 h 848898"/>
                <a:gd name="connsiteX2-17" fmla="*/ 3026833 w 3042275"/>
                <a:gd name="connsiteY2-18" fmla="*/ 2231 h 848898"/>
                <a:gd name="connsiteX3-19" fmla="*/ 2751667 w 3042275"/>
                <a:gd name="connsiteY3-20" fmla="*/ 425564 h 848898"/>
                <a:gd name="connsiteX4-21" fmla="*/ 2744304 w 3042275"/>
                <a:gd name="connsiteY4-22" fmla="*/ 841535 h 848898"/>
                <a:gd name="connsiteX5-23" fmla="*/ 0 w 3042275"/>
                <a:gd name="connsiteY5-24" fmla="*/ 848898 h 848898"/>
                <a:gd name="connsiteX0-25" fmla="*/ 0 w 3042275"/>
                <a:gd name="connsiteY0-26" fmla="*/ 848898 h 848898"/>
                <a:gd name="connsiteX1-27" fmla="*/ 2222500 w 3042275"/>
                <a:gd name="connsiteY1-28" fmla="*/ 616064 h 848898"/>
                <a:gd name="connsiteX2-29" fmla="*/ 3026833 w 3042275"/>
                <a:gd name="connsiteY2-30" fmla="*/ 2231 h 848898"/>
                <a:gd name="connsiteX3-31" fmla="*/ 2751667 w 3042275"/>
                <a:gd name="connsiteY3-32" fmla="*/ 425564 h 848898"/>
                <a:gd name="connsiteX4-33" fmla="*/ 2744304 w 3042275"/>
                <a:gd name="connsiteY4-34" fmla="*/ 841535 h 848898"/>
                <a:gd name="connsiteX5-35" fmla="*/ 0 w 3042275"/>
                <a:gd name="connsiteY5-36" fmla="*/ 848898 h 848898"/>
                <a:gd name="connsiteX0-37" fmla="*/ 3038 w 3045313"/>
                <a:gd name="connsiteY0-38" fmla="*/ 848898 h 848898"/>
                <a:gd name="connsiteX1-39" fmla="*/ 2225538 w 3045313"/>
                <a:gd name="connsiteY1-40" fmla="*/ 616064 h 848898"/>
                <a:gd name="connsiteX2-41" fmla="*/ 3029871 w 3045313"/>
                <a:gd name="connsiteY2-42" fmla="*/ 2231 h 848898"/>
                <a:gd name="connsiteX3-43" fmla="*/ 2754705 w 3045313"/>
                <a:gd name="connsiteY3-44" fmla="*/ 425564 h 848898"/>
                <a:gd name="connsiteX4-45" fmla="*/ 2747342 w 3045313"/>
                <a:gd name="connsiteY4-46" fmla="*/ 841535 h 848898"/>
                <a:gd name="connsiteX5-47" fmla="*/ 3038 w 3045313"/>
                <a:gd name="connsiteY5-48" fmla="*/ 848898 h 848898"/>
                <a:gd name="connsiteX0-49" fmla="*/ 2799 w 3045074"/>
                <a:gd name="connsiteY0-50" fmla="*/ 848898 h 848898"/>
                <a:gd name="connsiteX1-51" fmla="*/ 2225299 w 3045074"/>
                <a:gd name="connsiteY1-52" fmla="*/ 616064 h 848898"/>
                <a:gd name="connsiteX2-53" fmla="*/ 3029632 w 3045074"/>
                <a:gd name="connsiteY2-54" fmla="*/ 2231 h 848898"/>
                <a:gd name="connsiteX3-55" fmla="*/ 2754466 w 3045074"/>
                <a:gd name="connsiteY3-56" fmla="*/ 425564 h 848898"/>
                <a:gd name="connsiteX4-57" fmla="*/ 2747103 w 3045074"/>
                <a:gd name="connsiteY4-58" fmla="*/ 841535 h 848898"/>
                <a:gd name="connsiteX5-59" fmla="*/ 2799 w 3045074"/>
                <a:gd name="connsiteY5-60" fmla="*/ 848898 h 848898"/>
                <a:gd name="connsiteX0-61" fmla="*/ 2799 w 3045074"/>
                <a:gd name="connsiteY0-62" fmla="*/ 848898 h 848898"/>
                <a:gd name="connsiteX1-63" fmla="*/ 2225299 w 3045074"/>
                <a:gd name="connsiteY1-64" fmla="*/ 616064 h 848898"/>
                <a:gd name="connsiteX2-65" fmla="*/ 3029632 w 3045074"/>
                <a:gd name="connsiteY2-66" fmla="*/ 2231 h 848898"/>
                <a:gd name="connsiteX3-67" fmla="*/ 2754466 w 3045074"/>
                <a:gd name="connsiteY3-68" fmla="*/ 425564 h 848898"/>
                <a:gd name="connsiteX4-69" fmla="*/ 2747103 w 3045074"/>
                <a:gd name="connsiteY4-70" fmla="*/ 841535 h 848898"/>
                <a:gd name="connsiteX5-71" fmla="*/ 2799 w 3045074"/>
                <a:gd name="connsiteY5-72" fmla="*/ 848898 h 84889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3045074" h="848898">
                  <a:moveTo>
                    <a:pt x="2799" y="848898"/>
                  </a:moveTo>
                  <a:cubicBezTo>
                    <a:pt x="-84168" y="811320"/>
                    <a:pt x="1881874" y="743370"/>
                    <a:pt x="2225299" y="616064"/>
                  </a:cubicBezTo>
                  <a:cubicBezTo>
                    <a:pt x="2568724" y="488758"/>
                    <a:pt x="2941438" y="33981"/>
                    <a:pt x="3029632" y="2231"/>
                  </a:cubicBezTo>
                  <a:cubicBezTo>
                    <a:pt x="3117826" y="-29519"/>
                    <a:pt x="2801554" y="285680"/>
                    <a:pt x="2754466" y="425564"/>
                  </a:cubicBezTo>
                  <a:cubicBezTo>
                    <a:pt x="2707378" y="565448"/>
                    <a:pt x="2727175" y="697355"/>
                    <a:pt x="2747103" y="841535"/>
                  </a:cubicBezTo>
                  <a:lnTo>
                    <a:pt x="2799" y="84889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5400000" scaled="0"/>
              <a:tileRect/>
            </a:gradFill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endParaRPr>
            </a:p>
          </p:txBody>
        </p:sp>
        <p:grpSp>
          <p:nvGrpSpPr>
            <p:cNvPr id="185472" name="Group 50"/>
            <p:cNvGrpSpPr/>
            <p:nvPr/>
          </p:nvGrpSpPr>
          <p:grpSpPr>
            <a:xfrm>
              <a:off x="587526" y="5408084"/>
              <a:ext cx="2914429" cy="1164167"/>
              <a:chOff x="-999973" y="4042833"/>
              <a:chExt cx="2914429" cy="1164167"/>
            </a:xfrm>
          </p:grpSpPr>
          <p:sp>
            <p:nvSpPr>
              <p:cNvPr id="11" name="Rectangle 10"/>
              <p:cNvSpPr/>
              <p:nvPr/>
            </p:nvSpPr>
            <p:spPr bwMode="auto">
              <a:xfrm>
                <a:off x="-977745" y="4042988"/>
                <a:ext cx="2776965" cy="116401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微软雅黑" panose="020B0503020204020204" pitchFamily="34" charset="-122"/>
                  <a:cs typeface="MS PGothic" panose="020B0600070205080204" pitchFamily="34" charset="-128"/>
                  <a:sym typeface="Comic Sans MS" panose="030F0702030302020204" pitchFamily="66" charset="0"/>
                </a:endParaRPr>
              </a:p>
            </p:txBody>
          </p:sp>
          <p:sp>
            <p:nvSpPr>
              <p:cNvPr id="185474" name="TextBox 8"/>
              <p:cNvSpPr txBox="1"/>
              <p:nvPr/>
            </p:nvSpPr>
            <p:spPr>
              <a:xfrm>
                <a:off x="-999973" y="4360336"/>
                <a:ext cx="1754276" cy="8312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ingress port = 1</a:t>
                </a:r>
                <a:endPara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IP Src = 10.3.*.*</a:t>
                </a:r>
                <a:endPara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IP Dst = 10.2.*.*</a:t>
                </a:r>
                <a:endPara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85475" name="TextBox 183"/>
              <p:cNvSpPr txBox="1"/>
              <p:nvPr/>
            </p:nvSpPr>
            <p:spPr>
              <a:xfrm>
                <a:off x="676427" y="4576235"/>
                <a:ext cx="1238029" cy="3386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forward(4)</a:t>
                </a:r>
                <a:endPara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185476" name="Straight Connector 14"/>
              <p:cNvCxnSpPr/>
              <p:nvPr/>
            </p:nvCxnSpPr>
            <p:spPr>
              <a:xfrm>
                <a:off x="-994833" y="4402666"/>
                <a:ext cx="27940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185477" name="TextBox 185"/>
              <p:cNvSpPr txBox="1"/>
              <p:nvPr/>
            </p:nvSpPr>
            <p:spPr>
              <a:xfrm>
                <a:off x="-674004" y="4051301"/>
                <a:ext cx="769881" cy="3386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match</a:t>
                </a:r>
                <a:endPara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sp>
            <p:nvSpPr>
              <p:cNvPr id="185478" name="TextBox 186"/>
              <p:cNvSpPr txBox="1"/>
              <p:nvPr/>
            </p:nvSpPr>
            <p:spPr>
              <a:xfrm>
                <a:off x="875396" y="4055535"/>
                <a:ext cx="765071" cy="3386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action</a:t>
                </a:r>
                <a:endParaRPr lang="en-US" altLang="zh-CN" sz="16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  <p:cxnSp>
            <p:nvCxnSpPr>
              <p:cNvPr id="185479" name="Straight Connector 187"/>
              <p:cNvCxnSpPr/>
              <p:nvPr/>
            </p:nvCxnSpPr>
            <p:spPr>
              <a:xfrm>
                <a:off x="634998" y="4042833"/>
                <a:ext cx="0" cy="116416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</p:grpSp>
      </p:grpSp>
      <p:pic>
        <p:nvPicPr>
          <p:cNvPr id="185349" name="Picture 12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124075" y="808038"/>
            <a:ext cx="4459288" cy="1444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5350" name="Title 1"/>
          <p:cNvSpPr>
            <a:spLocks noGrp="1"/>
          </p:cNvSpPr>
          <p:nvPr>
            <p:ph type="title"/>
          </p:nvPr>
        </p:nvSpPr>
        <p:spPr>
          <a:xfrm>
            <a:off x="1668463" y="-228600"/>
            <a:ext cx="7772400" cy="1143000"/>
          </a:xfrm>
          <a:ln/>
        </p:spPr>
        <p:txBody>
          <a:bodyPr vert="horz" wrap="square" lIns="91440" tIns="45720" rIns="91440" bIns="45720" anchor="ctr" anchorCtr="0"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OpenFlow example</a:t>
            </a:r>
            <a:endParaRPr lang="en-US" altLang="zh-CN" sz="36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cxnSp>
        <p:nvCxnSpPr>
          <p:cNvPr id="185351" name="Straight Connector 13"/>
          <p:cNvCxnSpPr/>
          <p:nvPr/>
        </p:nvCxnSpPr>
        <p:spPr>
          <a:xfrm>
            <a:off x="5284788" y="2562225"/>
            <a:ext cx="2157412" cy="18462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85352" name="Straight Connector 11"/>
          <p:cNvCxnSpPr/>
          <p:nvPr/>
        </p:nvCxnSpPr>
        <p:spPr>
          <a:xfrm>
            <a:off x="5564188" y="4497388"/>
            <a:ext cx="204628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85353" name="Straight Connector 6"/>
          <p:cNvCxnSpPr/>
          <p:nvPr/>
        </p:nvCxnSpPr>
        <p:spPr>
          <a:xfrm>
            <a:off x="5365750" y="2690813"/>
            <a:ext cx="0" cy="157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85354" name="Straight Connector 64"/>
          <p:cNvCxnSpPr/>
          <p:nvPr/>
        </p:nvCxnSpPr>
        <p:spPr>
          <a:xfrm flipH="1">
            <a:off x="5486400" y="3154363"/>
            <a:ext cx="1477963" cy="1311275"/>
          </a:xfrm>
          <a:prstGeom prst="line">
            <a:avLst/>
          </a:prstGeom>
          <a:ln w="12700" cap="flat" cmpd="sng">
            <a:solidFill>
              <a:srgbClr val="CC0000">
                <a:alpha val="50195"/>
              </a:srgbClr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58" name="Straight Connector 57"/>
          <p:cNvCxnSpPr/>
          <p:nvPr/>
        </p:nvCxnSpPr>
        <p:spPr>
          <a:xfrm flipH="1" flipV="1">
            <a:off x="5434013" y="4567238"/>
            <a:ext cx="6350" cy="65722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478338" y="4524375"/>
            <a:ext cx="531813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5357" name="Group 44"/>
          <p:cNvGrpSpPr/>
          <p:nvPr/>
        </p:nvGrpSpPr>
        <p:grpSpPr>
          <a:xfrm>
            <a:off x="3879850" y="4043363"/>
            <a:ext cx="757238" cy="628650"/>
            <a:chOff x="-44" y="1473"/>
            <a:chExt cx="981" cy="1105"/>
          </a:xfrm>
        </p:grpSpPr>
        <p:pic>
          <p:nvPicPr>
            <p:cNvPr id="185469" name="Picture 45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5470" name="Freeform 46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164" y="1678"/>
                </a:cxn>
                <a:cxn ang="0">
                  <a:pos x="28666" y="34959"/>
                </a:cxn>
                <a:cxn ang="0">
                  <a:pos x="6318" y="43721"/>
                </a:cxn>
                <a:cxn ang="0">
                  <a:pos x="0" y="0"/>
                </a:cxn>
              </a:cxnLst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85358" name="Group 44"/>
          <p:cNvGrpSpPr/>
          <p:nvPr/>
        </p:nvGrpSpPr>
        <p:grpSpPr>
          <a:xfrm>
            <a:off x="4943475" y="4892675"/>
            <a:ext cx="757238" cy="628650"/>
            <a:chOff x="188" y="1473"/>
            <a:chExt cx="981" cy="1105"/>
          </a:xfrm>
        </p:grpSpPr>
        <p:pic>
          <p:nvPicPr>
            <p:cNvPr id="185467" name="Picture 45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188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5468" name="Freeform 46"/>
            <p:cNvSpPr/>
            <p:nvPr/>
          </p:nvSpPr>
          <p:spPr>
            <a:xfrm flipH="1">
              <a:off x="598" y="1587"/>
              <a:ext cx="477" cy="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164" y="1678"/>
                </a:cxn>
                <a:cxn ang="0">
                  <a:pos x="28666" y="34959"/>
                </a:cxn>
                <a:cxn ang="0">
                  <a:pos x="6318" y="43721"/>
                </a:cxn>
                <a:cxn ang="0">
                  <a:pos x="0" y="0"/>
                </a:cxn>
              </a:cxnLst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85359" name="TextBox 9"/>
          <p:cNvSpPr txBox="1"/>
          <p:nvPr/>
        </p:nvSpPr>
        <p:spPr>
          <a:xfrm>
            <a:off x="4027488" y="4548188"/>
            <a:ext cx="827087" cy="7381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Host h1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10.1.0.1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85360" name="TextBox 58"/>
          <p:cNvSpPr txBox="1"/>
          <p:nvPr/>
        </p:nvSpPr>
        <p:spPr>
          <a:xfrm>
            <a:off x="5626100" y="4949825"/>
            <a:ext cx="855663" cy="8001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Host h2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10.1.0.2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cxnSp>
        <p:nvCxnSpPr>
          <p:cNvPr id="66" name="Straight Connector 65"/>
          <p:cNvCxnSpPr/>
          <p:nvPr/>
        </p:nvCxnSpPr>
        <p:spPr>
          <a:xfrm flipV="1">
            <a:off x="7132638" y="4568825"/>
            <a:ext cx="306388" cy="49053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7886700" y="4448175"/>
            <a:ext cx="531813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5363" name="Group 44"/>
          <p:cNvGrpSpPr/>
          <p:nvPr/>
        </p:nvGrpSpPr>
        <p:grpSpPr>
          <a:xfrm>
            <a:off x="8093075" y="4221163"/>
            <a:ext cx="757238" cy="628650"/>
            <a:chOff x="-44" y="1473"/>
            <a:chExt cx="981" cy="1105"/>
          </a:xfrm>
        </p:grpSpPr>
        <p:pic>
          <p:nvPicPr>
            <p:cNvPr id="185465" name="Picture 45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5466" name="Freeform 46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164" y="1678"/>
                </a:cxn>
                <a:cxn ang="0">
                  <a:pos x="28666" y="34959"/>
                </a:cxn>
                <a:cxn ang="0">
                  <a:pos x="6318" y="43721"/>
                </a:cxn>
                <a:cxn ang="0">
                  <a:pos x="0" y="0"/>
                </a:cxn>
              </a:cxnLst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85364" name="Group 44"/>
          <p:cNvGrpSpPr/>
          <p:nvPr/>
        </p:nvGrpSpPr>
        <p:grpSpPr>
          <a:xfrm>
            <a:off x="6615113" y="4835525"/>
            <a:ext cx="757237" cy="628650"/>
            <a:chOff x="-44" y="1473"/>
            <a:chExt cx="981" cy="1105"/>
          </a:xfrm>
        </p:grpSpPr>
        <p:pic>
          <p:nvPicPr>
            <p:cNvPr id="185463" name="Picture 45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5464" name="Freeform 46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164" y="1678"/>
                </a:cxn>
                <a:cxn ang="0">
                  <a:pos x="28666" y="34959"/>
                </a:cxn>
                <a:cxn ang="0">
                  <a:pos x="6318" y="43721"/>
                </a:cxn>
                <a:cxn ang="0">
                  <a:pos x="0" y="0"/>
                </a:cxn>
              </a:cxnLst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85365" name="TextBox 70"/>
          <p:cNvSpPr txBox="1"/>
          <p:nvPr/>
        </p:nvSpPr>
        <p:spPr>
          <a:xfrm>
            <a:off x="8851900" y="4249738"/>
            <a:ext cx="855663" cy="8001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Host h4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10.2.0.4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85366" name="TextBox 71"/>
          <p:cNvSpPr txBox="1"/>
          <p:nvPr/>
        </p:nvSpPr>
        <p:spPr>
          <a:xfrm>
            <a:off x="6505575" y="5389563"/>
            <a:ext cx="855663" cy="8001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Host h3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10.2.0.3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cxnSp>
        <p:nvCxnSpPr>
          <p:cNvPr id="78" name="Straight Connector 77"/>
          <p:cNvCxnSpPr/>
          <p:nvPr/>
        </p:nvCxnSpPr>
        <p:spPr>
          <a:xfrm>
            <a:off x="4489450" y="2681288"/>
            <a:ext cx="706438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5467350" y="2014538"/>
            <a:ext cx="0" cy="47466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5369" name="Group 44"/>
          <p:cNvGrpSpPr/>
          <p:nvPr/>
        </p:nvGrpSpPr>
        <p:grpSpPr>
          <a:xfrm>
            <a:off x="4986338" y="1622425"/>
            <a:ext cx="757237" cy="628650"/>
            <a:chOff x="-44" y="1473"/>
            <a:chExt cx="981" cy="1105"/>
          </a:xfrm>
        </p:grpSpPr>
        <p:pic>
          <p:nvPicPr>
            <p:cNvPr id="185461" name="Picture 45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5462" name="Freeform 46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164" y="1678"/>
                </a:cxn>
                <a:cxn ang="0">
                  <a:pos x="28666" y="34959"/>
                </a:cxn>
                <a:cxn ang="0">
                  <a:pos x="6318" y="43721"/>
                </a:cxn>
                <a:cxn ang="0">
                  <a:pos x="0" y="0"/>
                </a:cxn>
              </a:cxnLst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85370" name="Group 44"/>
          <p:cNvGrpSpPr/>
          <p:nvPr/>
        </p:nvGrpSpPr>
        <p:grpSpPr>
          <a:xfrm>
            <a:off x="3932238" y="2455863"/>
            <a:ext cx="757237" cy="628650"/>
            <a:chOff x="-44" y="1473"/>
            <a:chExt cx="981" cy="1105"/>
          </a:xfrm>
        </p:grpSpPr>
        <p:pic>
          <p:nvPicPr>
            <p:cNvPr id="185459" name="Picture 45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5460" name="Freeform 46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164" y="1678"/>
                </a:cxn>
                <a:cxn ang="0">
                  <a:pos x="28666" y="34959"/>
                </a:cxn>
                <a:cxn ang="0">
                  <a:pos x="6318" y="43721"/>
                </a:cxn>
                <a:cxn ang="0">
                  <a:pos x="0" y="0"/>
                </a:cxn>
              </a:cxnLst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85371" name="TextBox 83"/>
          <p:cNvSpPr txBox="1"/>
          <p:nvPr/>
        </p:nvSpPr>
        <p:spPr>
          <a:xfrm>
            <a:off x="4010025" y="2959100"/>
            <a:ext cx="855663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Host h5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10.3.0.5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85372" name="TextBox 92"/>
          <p:cNvSpPr txBox="1"/>
          <p:nvPr/>
        </p:nvSpPr>
        <p:spPr>
          <a:xfrm>
            <a:off x="5429250" y="3949700"/>
            <a:ext cx="401638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s1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85373" name="TextBox 93"/>
          <p:cNvSpPr txBox="1"/>
          <p:nvPr/>
        </p:nvSpPr>
        <p:spPr>
          <a:xfrm>
            <a:off x="7589838" y="3976688"/>
            <a:ext cx="438150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s2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85374" name="TextBox 94"/>
          <p:cNvSpPr txBox="1"/>
          <p:nvPr/>
        </p:nvSpPr>
        <p:spPr>
          <a:xfrm>
            <a:off x="5646738" y="2168525"/>
            <a:ext cx="438150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s3</a:t>
            </a:r>
            <a:endParaRPr lang="en-US" altLang="zh-CN" sz="18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cxnSp>
        <p:nvCxnSpPr>
          <p:cNvPr id="185375" name="Straight Connector 99"/>
          <p:cNvCxnSpPr/>
          <p:nvPr/>
        </p:nvCxnSpPr>
        <p:spPr>
          <a:xfrm>
            <a:off x="5486400" y="2871788"/>
            <a:ext cx="1392238" cy="219075"/>
          </a:xfrm>
          <a:prstGeom prst="line">
            <a:avLst/>
          </a:prstGeom>
          <a:ln w="12700" cap="flat" cmpd="sng">
            <a:solidFill>
              <a:srgbClr val="CC0000">
                <a:alpha val="50195"/>
              </a:srgbClr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185376" name="Straight Connector 102"/>
          <p:cNvCxnSpPr/>
          <p:nvPr/>
        </p:nvCxnSpPr>
        <p:spPr>
          <a:xfrm>
            <a:off x="6964363" y="3154363"/>
            <a:ext cx="533400" cy="976312"/>
          </a:xfrm>
          <a:prstGeom prst="line">
            <a:avLst/>
          </a:prstGeom>
          <a:ln w="12700" cap="flat" cmpd="sng">
            <a:solidFill>
              <a:srgbClr val="CC0000">
                <a:alpha val="50195"/>
              </a:srgbClr>
            </a:solidFill>
            <a:prstDash val="dash"/>
            <a:headEnd type="none" w="med" len="med"/>
            <a:tailEnd type="none" w="med" len="med"/>
          </a:ln>
        </p:spPr>
      </p:cxnSp>
      <p:sp>
        <p:nvSpPr>
          <p:cNvPr id="185377" name="TextBox 108"/>
          <p:cNvSpPr txBox="1"/>
          <p:nvPr/>
        </p:nvSpPr>
        <p:spPr>
          <a:xfrm>
            <a:off x="5257800" y="2173288"/>
            <a:ext cx="254000" cy="276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85378" name="TextBox 109"/>
          <p:cNvSpPr txBox="1"/>
          <p:nvPr/>
        </p:nvSpPr>
        <p:spPr>
          <a:xfrm>
            <a:off x="4789488" y="2419350"/>
            <a:ext cx="279400" cy="276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85379" name="TextBox 110"/>
          <p:cNvSpPr txBox="1"/>
          <p:nvPr/>
        </p:nvSpPr>
        <p:spPr>
          <a:xfrm>
            <a:off x="5157788" y="2751138"/>
            <a:ext cx="279400" cy="276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3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85380" name="TextBox 111"/>
          <p:cNvSpPr txBox="1"/>
          <p:nvPr/>
        </p:nvSpPr>
        <p:spPr>
          <a:xfrm>
            <a:off x="5635625" y="2687638"/>
            <a:ext cx="279400" cy="276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85381" name="TextBox 112"/>
          <p:cNvSpPr txBox="1"/>
          <p:nvPr/>
        </p:nvSpPr>
        <p:spPr>
          <a:xfrm>
            <a:off x="5160963" y="4006850"/>
            <a:ext cx="254000" cy="276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85382" name="TextBox 113"/>
          <p:cNvSpPr txBox="1"/>
          <p:nvPr/>
        </p:nvSpPr>
        <p:spPr>
          <a:xfrm>
            <a:off x="4803775" y="4276725"/>
            <a:ext cx="279400" cy="276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85383" name="TextBox 114"/>
          <p:cNvSpPr txBox="1"/>
          <p:nvPr/>
        </p:nvSpPr>
        <p:spPr>
          <a:xfrm>
            <a:off x="5186363" y="4624388"/>
            <a:ext cx="279400" cy="276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3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85384" name="TextBox 115"/>
          <p:cNvSpPr txBox="1"/>
          <p:nvPr/>
        </p:nvSpPr>
        <p:spPr>
          <a:xfrm>
            <a:off x="5694363" y="4437063"/>
            <a:ext cx="279400" cy="276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85385" name="TextBox 117"/>
          <p:cNvSpPr txBox="1"/>
          <p:nvPr/>
        </p:nvSpPr>
        <p:spPr>
          <a:xfrm>
            <a:off x="6951663" y="4089400"/>
            <a:ext cx="254000" cy="276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85386" name="TextBox 118"/>
          <p:cNvSpPr txBox="1"/>
          <p:nvPr/>
        </p:nvSpPr>
        <p:spPr>
          <a:xfrm>
            <a:off x="6923088" y="4437063"/>
            <a:ext cx="279400" cy="276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2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85387" name="TextBox 119"/>
          <p:cNvSpPr txBox="1"/>
          <p:nvPr/>
        </p:nvSpPr>
        <p:spPr>
          <a:xfrm>
            <a:off x="7289800" y="4641850"/>
            <a:ext cx="279400" cy="276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3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85388" name="TextBox 120"/>
          <p:cNvSpPr txBox="1"/>
          <p:nvPr/>
        </p:nvSpPr>
        <p:spPr>
          <a:xfrm>
            <a:off x="7848600" y="4394200"/>
            <a:ext cx="279400" cy="276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</a:t>
            </a:r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85389" name="TextBox 150"/>
          <p:cNvSpPr txBox="1"/>
          <p:nvPr/>
        </p:nvSpPr>
        <p:spPr>
          <a:xfrm>
            <a:off x="5703888" y="1639888"/>
            <a:ext cx="85725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Host h6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10.3.0.6</a:t>
            </a:r>
            <a:endParaRPr lang="en-US" altLang="zh-CN" sz="1400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grpSp>
        <p:nvGrpSpPr>
          <p:cNvPr id="185390" name="Group 7"/>
          <p:cNvGrpSpPr/>
          <p:nvPr/>
        </p:nvGrpSpPr>
        <p:grpSpPr>
          <a:xfrm>
            <a:off x="5035550" y="4257675"/>
            <a:ext cx="700088" cy="398463"/>
            <a:chOff x="1871277" y="1576300"/>
            <a:chExt cx="1128371" cy="437861"/>
          </a:xfrm>
        </p:grpSpPr>
        <p:sp>
          <p:nvSpPr>
            <p:cNvPr id="155" name="Oval 154"/>
            <p:cNvSpPr>
              <a:spLocks noChangeArrowheads="1"/>
            </p:cNvSpPr>
            <p:nvPr/>
          </p:nvSpPr>
          <p:spPr bwMode="auto">
            <a:xfrm flipV="1">
              <a:off x="1873836" y="1694924"/>
              <a:ext cx="1125812" cy="319237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156" name="Rectangle 155"/>
            <p:cNvSpPr/>
            <p:nvPr/>
          </p:nvSpPr>
          <p:spPr bwMode="auto">
            <a:xfrm>
              <a:off x="1871277" y="1740280"/>
              <a:ext cx="1128371" cy="115135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157" name="Oval 156"/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812" cy="319237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158" name="Freeform 157"/>
            <p:cNvSpPr/>
            <p:nvPr/>
          </p:nvSpPr>
          <p:spPr bwMode="auto">
            <a:xfrm>
              <a:off x="2160407" y="1673990"/>
              <a:ext cx="547554" cy="160491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-1" fmla="*/ 1486231 w 2944854"/>
                <a:gd name="connsiteY0-2" fmla="*/ 727041 h 1316375"/>
                <a:gd name="connsiteX1-3" fmla="*/ 257675 w 2944854"/>
                <a:gd name="connsiteY1-4" fmla="*/ 1302232 h 1316375"/>
                <a:gd name="connsiteX2-5" fmla="*/ 0 w 2944854"/>
                <a:gd name="connsiteY2-6" fmla="*/ 1228607 h 1316375"/>
                <a:gd name="connsiteX3-7" fmla="*/ 911064 w 2944854"/>
                <a:gd name="connsiteY3-8" fmla="*/ 837478 h 1316375"/>
                <a:gd name="connsiteX4-9" fmla="*/ 883456 w 2944854"/>
                <a:gd name="connsiteY4-10" fmla="*/ 450949 h 1316375"/>
                <a:gd name="connsiteX5-11" fmla="*/ 161047 w 2944854"/>
                <a:gd name="connsiteY5-12" fmla="*/ 119640 h 1316375"/>
                <a:gd name="connsiteX6-13" fmla="*/ 404917 w 2944854"/>
                <a:gd name="connsiteY6-14" fmla="*/ 50617 h 1316375"/>
                <a:gd name="connsiteX7-15" fmla="*/ 1477028 w 2944854"/>
                <a:gd name="connsiteY7-16" fmla="*/ 501566 h 1316375"/>
                <a:gd name="connsiteX8-17" fmla="*/ 2572146 w 2944854"/>
                <a:gd name="connsiteY8-18" fmla="*/ 0 h 1316375"/>
                <a:gd name="connsiteX9-19" fmla="*/ 2875834 w 2944854"/>
                <a:gd name="connsiteY9-20" fmla="*/ 96632 h 1316375"/>
                <a:gd name="connsiteX10-21" fmla="*/ 2079803 w 2944854"/>
                <a:gd name="connsiteY10-22" fmla="*/ 432543 h 1316375"/>
                <a:gd name="connsiteX11-23" fmla="*/ 2240850 w 2944854"/>
                <a:gd name="connsiteY11-24" fmla="*/ 920305 h 1316375"/>
                <a:gd name="connsiteX12-25" fmla="*/ 2944854 w 2944854"/>
                <a:gd name="connsiteY12-26" fmla="*/ 1228607 h 1316375"/>
                <a:gd name="connsiteX13-27" fmla="*/ 2756623 w 2944854"/>
                <a:gd name="connsiteY13-28" fmla="*/ 1316375 h 1316375"/>
                <a:gd name="connsiteX14-29" fmla="*/ 1486231 w 2944854"/>
                <a:gd name="connsiteY14-30" fmla="*/ 727041 h 1316375"/>
                <a:gd name="connsiteX0-31" fmla="*/ 1486231 w 3024520"/>
                <a:gd name="connsiteY0-32" fmla="*/ 727041 h 1316375"/>
                <a:gd name="connsiteX1-33" fmla="*/ 257675 w 3024520"/>
                <a:gd name="connsiteY1-34" fmla="*/ 1302232 h 1316375"/>
                <a:gd name="connsiteX2-35" fmla="*/ 0 w 3024520"/>
                <a:gd name="connsiteY2-36" fmla="*/ 1228607 h 1316375"/>
                <a:gd name="connsiteX3-37" fmla="*/ 911064 w 3024520"/>
                <a:gd name="connsiteY3-38" fmla="*/ 837478 h 1316375"/>
                <a:gd name="connsiteX4-39" fmla="*/ 883456 w 3024520"/>
                <a:gd name="connsiteY4-40" fmla="*/ 450949 h 1316375"/>
                <a:gd name="connsiteX5-41" fmla="*/ 161047 w 3024520"/>
                <a:gd name="connsiteY5-42" fmla="*/ 119640 h 1316375"/>
                <a:gd name="connsiteX6-43" fmla="*/ 404917 w 3024520"/>
                <a:gd name="connsiteY6-44" fmla="*/ 50617 h 1316375"/>
                <a:gd name="connsiteX7-45" fmla="*/ 1477028 w 3024520"/>
                <a:gd name="connsiteY7-46" fmla="*/ 501566 h 1316375"/>
                <a:gd name="connsiteX8-47" fmla="*/ 2572146 w 3024520"/>
                <a:gd name="connsiteY8-48" fmla="*/ 0 h 1316375"/>
                <a:gd name="connsiteX9-49" fmla="*/ 2875834 w 3024520"/>
                <a:gd name="connsiteY9-50" fmla="*/ 96632 h 1316375"/>
                <a:gd name="connsiteX10-51" fmla="*/ 2079803 w 3024520"/>
                <a:gd name="connsiteY10-52" fmla="*/ 432543 h 1316375"/>
                <a:gd name="connsiteX11-53" fmla="*/ 2240850 w 3024520"/>
                <a:gd name="connsiteY11-54" fmla="*/ 920305 h 1316375"/>
                <a:gd name="connsiteX12-55" fmla="*/ 3024520 w 3024520"/>
                <a:gd name="connsiteY12-56" fmla="*/ 1228607 h 1316375"/>
                <a:gd name="connsiteX13-57" fmla="*/ 2756623 w 3024520"/>
                <a:gd name="connsiteY13-58" fmla="*/ 1316375 h 1316375"/>
                <a:gd name="connsiteX14-59" fmla="*/ 1486231 w 3024520"/>
                <a:gd name="connsiteY14-60" fmla="*/ 727041 h 1316375"/>
                <a:gd name="connsiteX0-61" fmla="*/ 1537780 w 3076069"/>
                <a:gd name="connsiteY0-62" fmla="*/ 727041 h 1316375"/>
                <a:gd name="connsiteX1-63" fmla="*/ 309224 w 3076069"/>
                <a:gd name="connsiteY1-64" fmla="*/ 1302232 h 1316375"/>
                <a:gd name="connsiteX2-65" fmla="*/ 0 w 3076069"/>
                <a:gd name="connsiteY2-66" fmla="*/ 1228607 h 1316375"/>
                <a:gd name="connsiteX3-67" fmla="*/ 962613 w 3076069"/>
                <a:gd name="connsiteY3-68" fmla="*/ 837478 h 1316375"/>
                <a:gd name="connsiteX4-69" fmla="*/ 935005 w 3076069"/>
                <a:gd name="connsiteY4-70" fmla="*/ 450949 h 1316375"/>
                <a:gd name="connsiteX5-71" fmla="*/ 212596 w 3076069"/>
                <a:gd name="connsiteY5-72" fmla="*/ 119640 h 1316375"/>
                <a:gd name="connsiteX6-73" fmla="*/ 456466 w 3076069"/>
                <a:gd name="connsiteY6-74" fmla="*/ 50617 h 1316375"/>
                <a:gd name="connsiteX7-75" fmla="*/ 1528577 w 3076069"/>
                <a:gd name="connsiteY7-76" fmla="*/ 501566 h 1316375"/>
                <a:gd name="connsiteX8-77" fmla="*/ 2623695 w 3076069"/>
                <a:gd name="connsiteY8-78" fmla="*/ 0 h 1316375"/>
                <a:gd name="connsiteX9-79" fmla="*/ 2927383 w 3076069"/>
                <a:gd name="connsiteY9-80" fmla="*/ 96632 h 1316375"/>
                <a:gd name="connsiteX10-81" fmla="*/ 2131352 w 3076069"/>
                <a:gd name="connsiteY10-82" fmla="*/ 432543 h 1316375"/>
                <a:gd name="connsiteX11-83" fmla="*/ 2292399 w 3076069"/>
                <a:gd name="connsiteY11-84" fmla="*/ 920305 h 1316375"/>
                <a:gd name="connsiteX12-85" fmla="*/ 3076069 w 3076069"/>
                <a:gd name="connsiteY12-86" fmla="*/ 1228607 h 1316375"/>
                <a:gd name="connsiteX13-87" fmla="*/ 2808172 w 3076069"/>
                <a:gd name="connsiteY13-88" fmla="*/ 1316375 h 1316375"/>
                <a:gd name="connsiteX14-89" fmla="*/ 1537780 w 3076069"/>
                <a:gd name="connsiteY14-90" fmla="*/ 727041 h 1316375"/>
                <a:gd name="connsiteX0-91" fmla="*/ 1537780 w 3076069"/>
                <a:gd name="connsiteY0-92" fmla="*/ 727041 h 1321259"/>
                <a:gd name="connsiteX1-93" fmla="*/ 313981 w 3076069"/>
                <a:gd name="connsiteY1-94" fmla="*/ 1321259 h 1321259"/>
                <a:gd name="connsiteX2-95" fmla="*/ 0 w 3076069"/>
                <a:gd name="connsiteY2-96" fmla="*/ 1228607 h 1321259"/>
                <a:gd name="connsiteX3-97" fmla="*/ 962613 w 3076069"/>
                <a:gd name="connsiteY3-98" fmla="*/ 837478 h 1321259"/>
                <a:gd name="connsiteX4-99" fmla="*/ 935005 w 3076069"/>
                <a:gd name="connsiteY4-100" fmla="*/ 450949 h 1321259"/>
                <a:gd name="connsiteX5-101" fmla="*/ 212596 w 3076069"/>
                <a:gd name="connsiteY5-102" fmla="*/ 119640 h 1321259"/>
                <a:gd name="connsiteX6-103" fmla="*/ 456466 w 3076069"/>
                <a:gd name="connsiteY6-104" fmla="*/ 50617 h 1321259"/>
                <a:gd name="connsiteX7-105" fmla="*/ 1528577 w 3076069"/>
                <a:gd name="connsiteY7-106" fmla="*/ 501566 h 1321259"/>
                <a:gd name="connsiteX8-107" fmla="*/ 2623695 w 3076069"/>
                <a:gd name="connsiteY8-108" fmla="*/ 0 h 1321259"/>
                <a:gd name="connsiteX9-109" fmla="*/ 2927383 w 3076069"/>
                <a:gd name="connsiteY9-110" fmla="*/ 96632 h 1321259"/>
                <a:gd name="connsiteX10-111" fmla="*/ 2131352 w 3076069"/>
                <a:gd name="connsiteY10-112" fmla="*/ 432543 h 1321259"/>
                <a:gd name="connsiteX11-113" fmla="*/ 2292399 w 3076069"/>
                <a:gd name="connsiteY11-114" fmla="*/ 920305 h 1321259"/>
                <a:gd name="connsiteX12-115" fmla="*/ 3076069 w 3076069"/>
                <a:gd name="connsiteY12-116" fmla="*/ 1228607 h 1321259"/>
                <a:gd name="connsiteX13-117" fmla="*/ 2808172 w 3076069"/>
                <a:gd name="connsiteY13-118" fmla="*/ 1316375 h 1321259"/>
                <a:gd name="connsiteX14-119" fmla="*/ 1537780 w 3076069"/>
                <a:gd name="connsiteY14-120" fmla="*/ 727041 h 1321259"/>
                <a:gd name="connsiteX0-121" fmla="*/ 1537780 w 3076069"/>
                <a:gd name="connsiteY0-122" fmla="*/ 750825 h 1321259"/>
                <a:gd name="connsiteX1-123" fmla="*/ 313981 w 3076069"/>
                <a:gd name="connsiteY1-124" fmla="*/ 1321259 h 1321259"/>
                <a:gd name="connsiteX2-125" fmla="*/ 0 w 3076069"/>
                <a:gd name="connsiteY2-126" fmla="*/ 1228607 h 1321259"/>
                <a:gd name="connsiteX3-127" fmla="*/ 962613 w 3076069"/>
                <a:gd name="connsiteY3-128" fmla="*/ 837478 h 1321259"/>
                <a:gd name="connsiteX4-129" fmla="*/ 935005 w 3076069"/>
                <a:gd name="connsiteY4-130" fmla="*/ 450949 h 1321259"/>
                <a:gd name="connsiteX5-131" fmla="*/ 212596 w 3076069"/>
                <a:gd name="connsiteY5-132" fmla="*/ 119640 h 1321259"/>
                <a:gd name="connsiteX6-133" fmla="*/ 456466 w 3076069"/>
                <a:gd name="connsiteY6-134" fmla="*/ 50617 h 1321259"/>
                <a:gd name="connsiteX7-135" fmla="*/ 1528577 w 3076069"/>
                <a:gd name="connsiteY7-136" fmla="*/ 501566 h 1321259"/>
                <a:gd name="connsiteX8-137" fmla="*/ 2623695 w 3076069"/>
                <a:gd name="connsiteY8-138" fmla="*/ 0 h 1321259"/>
                <a:gd name="connsiteX9-139" fmla="*/ 2927383 w 3076069"/>
                <a:gd name="connsiteY9-140" fmla="*/ 96632 h 1321259"/>
                <a:gd name="connsiteX10-141" fmla="*/ 2131352 w 3076069"/>
                <a:gd name="connsiteY10-142" fmla="*/ 432543 h 1321259"/>
                <a:gd name="connsiteX11-143" fmla="*/ 2292399 w 3076069"/>
                <a:gd name="connsiteY11-144" fmla="*/ 920305 h 1321259"/>
                <a:gd name="connsiteX12-145" fmla="*/ 3076069 w 3076069"/>
                <a:gd name="connsiteY12-146" fmla="*/ 1228607 h 1321259"/>
                <a:gd name="connsiteX13-147" fmla="*/ 2808172 w 3076069"/>
                <a:gd name="connsiteY13-148" fmla="*/ 1316375 h 1321259"/>
                <a:gd name="connsiteX14-149" fmla="*/ 1537780 w 3076069"/>
                <a:gd name="connsiteY14-150" fmla="*/ 750825 h 13212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159" name="Freeform 158"/>
            <p:cNvSpPr/>
            <p:nvPr/>
          </p:nvSpPr>
          <p:spPr bwMode="auto">
            <a:xfrm>
              <a:off x="2104116" y="1633868"/>
              <a:ext cx="660135" cy="109901"/>
            </a:xfrm>
            <a:custGeom>
              <a:avLst/>
              <a:gdLst>
                <a:gd name="T0" fmla="*/ 0 w 3723451"/>
                <a:gd name="T1" fmla="*/ 26887 h 932950"/>
                <a:gd name="T2" fmla="*/ 116156 w 3723451"/>
                <a:gd name="T3" fmla="*/ 317 h 932950"/>
                <a:gd name="T4" fmla="*/ 329013 w 3723451"/>
                <a:gd name="T5" fmla="*/ 61322 h 932950"/>
                <a:gd name="T6" fmla="*/ 532082 w 3723451"/>
                <a:gd name="T7" fmla="*/ 0 h 932950"/>
                <a:gd name="T8" fmla="*/ 660135 w 3723451"/>
                <a:gd name="T9" fmla="*/ 24402 h 932950"/>
                <a:gd name="T10" fmla="*/ 564864 w 3723451"/>
                <a:gd name="T11" fmla="*/ 54409 h 932950"/>
                <a:gd name="T12" fmla="*/ 534190 w 3723451"/>
                <a:gd name="T13" fmla="*/ 46319 h 932950"/>
                <a:gd name="T14" fmla="*/ 332753 w 3723451"/>
                <a:gd name="T15" fmla="*/ 109901 h 932950"/>
                <a:gd name="T16" fmla="*/ 126163 w 3723451"/>
                <a:gd name="T17" fmla="*/ 48658 h 932950"/>
                <a:gd name="T18" fmla="*/ 92761 w 3723451"/>
                <a:gd name="T19" fmla="*/ 55267 h 932950"/>
                <a:gd name="T20" fmla="*/ 0 w 3723451"/>
                <a:gd name="T21" fmla="*/ 26887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160" name="Freeform 159"/>
            <p:cNvSpPr/>
            <p:nvPr/>
          </p:nvSpPr>
          <p:spPr bwMode="auto">
            <a:xfrm>
              <a:off x="2539089" y="1728069"/>
              <a:ext cx="240514" cy="95945"/>
            </a:xfrm>
            <a:custGeom>
              <a:avLst/>
              <a:gdLst>
                <a:gd name="T0" fmla="*/ 0 w 1366596"/>
                <a:gd name="T1" fmla="*/ 0 h 809868"/>
                <a:gd name="T2" fmla="*/ 240514 w 1366596"/>
                <a:gd name="T3" fmla="*/ 74139 h 809868"/>
                <a:gd name="T4" fmla="*/ 152244 w 1366596"/>
                <a:gd name="T5" fmla="*/ 95945 h 809868"/>
                <a:gd name="T6" fmla="*/ 810 w 1366596"/>
                <a:gd name="T7" fmla="*/ 50698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161" name="Freeform 160"/>
            <p:cNvSpPr/>
            <p:nvPr/>
          </p:nvSpPr>
          <p:spPr bwMode="auto">
            <a:xfrm>
              <a:off x="2091322" y="1729813"/>
              <a:ext cx="237956" cy="97690"/>
            </a:xfrm>
            <a:custGeom>
              <a:avLst/>
              <a:gdLst>
                <a:gd name="T0" fmla="*/ 234708 w 1348191"/>
                <a:gd name="T1" fmla="*/ 0 h 791462"/>
                <a:gd name="T2" fmla="*/ 237956 w 1348191"/>
                <a:gd name="T3" fmla="*/ 47141 h 791462"/>
                <a:gd name="T4" fmla="*/ 86087 w 1348191"/>
                <a:gd name="T5" fmla="*/ 97690 h 791462"/>
                <a:gd name="T6" fmla="*/ 0 w 1348191"/>
                <a:gd name="T7" fmla="*/ 75539 h 791462"/>
                <a:gd name="T8" fmla="*/ 234708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cxnSp>
          <p:nvCxnSpPr>
            <p:cNvPr id="162" name="Straight Connector 161"/>
            <p:cNvCxnSpPr>
              <a:cxnSpLocks noChangeShapeType="1"/>
              <a:endCxn id="157" idx="2"/>
            </p:cNvCxnSpPr>
            <p:nvPr/>
          </p:nvCxnSpPr>
          <p:spPr bwMode="auto">
            <a:xfrm flipH="1" flipV="1">
              <a:off x="1871277" y="1736791"/>
              <a:ext cx="2559" cy="123857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" name="Straight Connector 162"/>
            <p:cNvCxnSpPr>
              <a:cxnSpLocks noChangeShapeType="1"/>
            </p:cNvCxnSpPr>
            <p:nvPr/>
          </p:nvCxnSpPr>
          <p:spPr bwMode="auto">
            <a:xfrm flipH="1" flipV="1">
              <a:off x="2997089" y="1735047"/>
              <a:ext cx="2559" cy="122112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85391" name="Group 7"/>
          <p:cNvGrpSpPr/>
          <p:nvPr/>
        </p:nvGrpSpPr>
        <p:grpSpPr>
          <a:xfrm>
            <a:off x="7135813" y="4262438"/>
            <a:ext cx="700087" cy="398462"/>
            <a:chOff x="1871277" y="1576300"/>
            <a:chExt cx="1128371" cy="437861"/>
          </a:xfrm>
        </p:grpSpPr>
        <p:sp>
          <p:nvSpPr>
            <p:cNvPr id="165" name="Oval 164"/>
            <p:cNvSpPr>
              <a:spLocks noChangeArrowheads="1"/>
            </p:cNvSpPr>
            <p:nvPr/>
          </p:nvSpPr>
          <p:spPr bwMode="auto">
            <a:xfrm flipV="1">
              <a:off x="1873835" y="1694924"/>
              <a:ext cx="1125813" cy="319237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166" name="Rectangle 165"/>
            <p:cNvSpPr/>
            <p:nvPr/>
          </p:nvSpPr>
          <p:spPr bwMode="auto">
            <a:xfrm>
              <a:off x="1871277" y="1740280"/>
              <a:ext cx="1128371" cy="115135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167" name="Oval 166"/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813" cy="319237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168" name="Freeform 167"/>
            <p:cNvSpPr/>
            <p:nvPr/>
          </p:nvSpPr>
          <p:spPr bwMode="auto">
            <a:xfrm>
              <a:off x="2160405" y="1673990"/>
              <a:ext cx="547555" cy="160491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-1" fmla="*/ 1486231 w 2944854"/>
                <a:gd name="connsiteY0-2" fmla="*/ 727041 h 1316375"/>
                <a:gd name="connsiteX1-3" fmla="*/ 257675 w 2944854"/>
                <a:gd name="connsiteY1-4" fmla="*/ 1302232 h 1316375"/>
                <a:gd name="connsiteX2-5" fmla="*/ 0 w 2944854"/>
                <a:gd name="connsiteY2-6" fmla="*/ 1228607 h 1316375"/>
                <a:gd name="connsiteX3-7" fmla="*/ 911064 w 2944854"/>
                <a:gd name="connsiteY3-8" fmla="*/ 837478 h 1316375"/>
                <a:gd name="connsiteX4-9" fmla="*/ 883456 w 2944854"/>
                <a:gd name="connsiteY4-10" fmla="*/ 450949 h 1316375"/>
                <a:gd name="connsiteX5-11" fmla="*/ 161047 w 2944854"/>
                <a:gd name="connsiteY5-12" fmla="*/ 119640 h 1316375"/>
                <a:gd name="connsiteX6-13" fmla="*/ 404917 w 2944854"/>
                <a:gd name="connsiteY6-14" fmla="*/ 50617 h 1316375"/>
                <a:gd name="connsiteX7-15" fmla="*/ 1477028 w 2944854"/>
                <a:gd name="connsiteY7-16" fmla="*/ 501566 h 1316375"/>
                <a:gd name="connsiteX8-17" fmla="*/ 2572146 w 2944854"/>
                <a:gd name="connsiteY8-18" fmla="*/ 0 h 1316375"/>
                <a:gd name="connsiteX9-19" fmla="*/ 2875834 w 2944854"/>
                <a:gd name="connsiteY9-20" fmla="*/ 96632 h 1316375"/>
                <a:gd name="connsiteX10-21" fmla="*/ 2079803 w 2944854"/>
                <a:gd name="connsiteY10-22" fmla="*/ 432543 h 1316375"/>
                <a:gd name="connsiteX11-23" fmla="*/ 2240850 w 2944854"/>
                <a:gd name="connsiteY11-24" fmla="*/ 920305 h 1316375"/>
                <a:gd name="connsiteX12-25" fmla="*/ 2944854 w 2944854"/>
                <a:gd name="connsiteY12-26" fmla="*/ 1228607 h 1316375"/>
                <a:gd name="connsiteX13-27" fmla="*/ 2756623 w 2944854"/>
                <a:gd name="connsiteY13-28" fmla="*/ 1316375 h 1316375"/>
                <a:gd name="connsiteX14-29" fmla="*/ 1486231 w 2944854"/>
                <a:gd name="connsiteY14-30" fmla="*/ 727041 h 1316375"/>
                <a:gd name="connsiteX0-31" fmla="*/ 1486231 w 3024520"/>
                <a:gd name="connsiteY0-32" fmla="*/ 727041 h 1316375"/>
                <a:gd name="connsiteX1-33" fmla="*/ 257675 w 3024520"/>
                <a:gd name="connsiteY1-34" fmla="*/ 1302232 h 1316375"/>
                <a:gd name="connsiteX2-35" fmla="*/ 0 w 3024520"/>
                <a:gd name="connsiteY2-36" fmla="*/ 1228607 h 1316375"/>
                <a:gd name="connsiteX3-37" fmla="*/ 911064 w 3024520"/>
                <a:gd name="connsiteY3-38" fmla="*/ 837478 h 1316375"/>
                <a:gd name="connsiteX4-39" fmla="*/ 883456 w 3024520"/>
                <a:gd name="connsiteY4-40" fmla="*/ 450949 h 1316375"/>
                <a:gd name="connsiteX5-41" fmla="*/ 161047 w 3024520"/>
                <a:gd name="connsiteY5-42" fmla="*/ 119640 h 1316375"/>
                <a:gd name="connsiteX6-43" fmla="*/ 404917 w 3024520"/>
                <a:gd name="connsiteY6-44" fmla="*/ 50617 h 1316375"/>
                <a:gd name="connsiteX7-45" fmla="*/ 1477028 w 3024520"/>
                <a:gd name="connsiteY7-46" fmla="*/ 501566 h 1316375"/>
                <a:gd name="connsiteX8-47" fmla="*/ 2572146 w 3024520"/>
                <a:gd name="connsiteY8-48" fmla="*/ 0 h 1316375"/>
                <a:gd name="connsiteX9-49" fmla="*/ 2875834 w 3024520"/>
                <a:gd name="connsiteY9-50" fmla="*/ 96632 h 1316375"/>
                <a:gd name="connsiteX10-51" fmla="*/ 2079803 w 3024520"/>
                <a:gd name="connsiteY10-52" fmla="*/ 432543 h 1316375"/>
                <a:gd name="connsiteX11-53" fmla="*/ 2240850 w 3024520"/>
                <a:gd name="connsiteY11-54" fmla="*/ 920305 h 1316375"/>
                <a:gd name="connsiteX12-55" fmla="*/ 3024520 w 3024520"/>
                <a:gd name="connsiteY12-56" fmla="*/ 1228607 h 1316375"/>
                <a:gd name="connsiteX13-57" fmla="*/ 2756623 w 3024520"/>
                <a:gd name="connsiteY13-58" fmla="*/ 1316375 h 1316375"/>
                <a:gd name="connsiteX14-59" fmla="*/ 1486231 w 3024520"/>
                <a:gd name="connsiteY14-60" fmla="*/ 727041 h 1316375"/>
                <a:gd name="connsiteX0-61" fmla="*/ 1537780 w 3076069"/>
                <a:gd name="connsiteY0-62" fmla="*/ 727041 h 1316375"/>
                <a:gd name="connsiteX1-63" fmla="*/ 309224 w 3076069"/>
                <a:gd name="connsiteY1-64" fmla="*/ 1302232 h 1316375"/>
                <a:gd name="connsiteX2-65" fmla="*/ 0 w 3076069"/>
                <a:gd name="connsiteY2-66" fmla="*/ 1228607 h 1316375"/>
                <a:gd name="connsiteX3-67" fmla="*/ 962613 w 3076069"/>
                <a:gd name="connsiteY3-68" fmla="*/ 837478 h 1316375"/>
                <a:gd name="connsiteX4-69" fmla="*/ 935005 w 3076069"/>
                <a:gd name="connsiteY4-70" fmla="*/ 450949 h 1316375"/>
                <a:gd name="connsiteX5-71" fmla="*/ 212596 w 3076069"/>
                <a:gd name="connsiteY5-72" fmla="*/ 119640 h 1316375"/>
                <a:gd name="connsiteX6-73" fmla="*/ 456466 w 3076069"/>
                <a:gd name="connsiteY6-74" fmla="*/ 50617 h 1316375"/>
                <a:gd name="connsiteX7-75" fmla="*/ 1528577 w 3076069"/>
                <a:gd name="connsiteY7-76" fmla="*/ 501566 h 1316375"/>
                <a:gd name="connsiteX8-77" fmla="*/ 2623695 w 3076069"/>
                <a:gd name="connsiteY8-78" fmla="*/ 0 h 1316375"/>
                <a:gd name="connsiteX9-79" fmla="*/ 2927383 w 3076069"/>
                <a:gd name="connsiteY9-80" fmla="*/ 96632 h 1316375"/>
                <a:gd name="connsiteX10-81" fmla="*/ 2131352 w 3076069"/>
                <a:gd name="connsiteY10-82" fmla="*/ 432543 h 1316375"/>
                <a:gd name="connsiteX11-83" fmla="*/ 2292399 w 3076069"/>
                <a:gd name="connsiteY11-84" fmla="*/ 920305 h 1316375"/>
                <a:gd name="connsiteX12-85" fmla="*/ 3076069 w 3076069"/>
                <a:gd name="connsiteY12-86" fmla="*/ 1228607 h 1316375"/>
                <a:gd name="connsiteX13-87" fmla="*/ 2808172 w 3076069"/>
                <a:gd name="connsiteY13-88" fmla="*/ 1316375 h 1316375"/>
                <a:gd name="connsiteX14-89" fmla="*/ 1537780 w 3076069"/>
                <a:gd name="connsiteY14-90" fmla="*/ 727041 h 1316375"/>
                <a:gd name="connsiteX0-91" fmla="*/ 1537780 w 3076069"/>
                <a:gd name="connsiteY0-92" fmla="*/ 727041 h 1321259"/>
                <a:gd name="connsiteX1-93" fmla="*/ 313981 w 3076069"/>
                <a:gd name="connsiteY1-94" fmla="*/ 1321259 h 1321259"/>
                <a:gd name="connsiteX2-95" fmla="*/ 0 w 3076069"/>
                <a:gd name="connsiteY2-96" fmla="*/ 1228607 h 1321259"/>
                <a:gd name="connsiteX3-97" fmla="*/ 962613 w 3076069"/>
                <a:gd name="connsiteY3-98" fmla="*/ 837478 h 1321259"/>
                <a:gd name="connsiteX4-99" fmla="*/ 935005 w 3076069"/>
                <a:gd name="connsiteY4-100" fmla="*/ 450949 h 1321259"/>
                <a:gd name="connsiteX5-101" fmla="*/ 212596 w 3076069"/>
                <a:gd name="connsiteY5-102" fmla="*/ 119640 h 1321259"/>
                <a:gd name="connsiteX6-103" fmla="*/ 456466 w 3076069"/>
                <a:gd name="connsiteY6-104" fmla="*/ 50617 h 1321259"/>
                <a:gd name="connsiteX7-105" fmla="*/ 1528577 w 3076069"/>
                <a:gd name="connsiteY7-106" fmla="*/ 501566 h 1321259"/>
                <a:gd name="connsiteX8-107" fmla="*/ 2623695 w 3076069"/>
                <a:gd name="connsiteY8-108" fmla="*/ 0 h 1321259"/>
                <a:gd name="connsiteX9-109" fmla="*/ 2927383 w 3076069"/>
                <a:gd name="connsiteY9-110" fmla="*/ 96632 h 1321259"/>
                <a:gd name="connsiteX10-111" fmla="*/ 2131352 w 3076069"/>
                <a:gd name="connsiteY10-112" fmla="*/ 432543 h 1321259"/>
                <a:gd name="connsiteX11-113" fmla="*/ 2292399 w 3076069"/>
                <a:gd name="connsiteY11-114" fmla="*/ 920305 h 1321259"/>
                <a:gd name="connsiteX12-115" fmla="*/ 3076069 w 3076069"/>
                <a:gd name="connsiteY12-116" fmla="*/ 1228607 h 1321259"/>
                <a:gd name="connsiteX13-117" fmla="*/ 2808172 w 3076069"/>
                <a:gd name="connsiteY13-118" fmla="*/ 1316375 h 1321259"/>
                <a:gd name="connsiteX14-119" fmla="*/ 1537780 w 3076069"/>
                <a:gd name="connsiteY14-120" fmla="*/ 727041 h 1321259"/>
                <a:gd name="connsiteX0-121" fmla="*/ 1537780 w 3076069"/>
                <a:gd name="connsiteY0-122" fmla="*/ 750825 h 1321259"/>
                <a:gd name="connsiteX1-123" fmla="*/ 313981 w 3076069"/>
                <a:gd name="connsiteY1-124" fmla="*/ 1321259 h 1321259"/>
                <a:gd name="connsiteX2-125" fmla="*/ 0 w 3076069"/>
                <a:gd name="connsiteY2-126" fmla="*/ 1228607 h 1321259"/>
                <a:gd name="connsiteX3-127" fmla="*/ 962613 w 3076069"/>
                <a:gd name="connsiteY3-128" fmla="*/ 837478 h 1321259"/>
                <a:gd name="connsiteX4-129" fmla="*/ 935005 w 3076069"/>
                <a:gd name="connsiteY4-130" fmla="*/ 450949 h 1321259"/>
                <a:gd name="connsiteX5-131" fmla="*/ 212596 w 3076069"/>
                <a:gd name="connsiteY5-132" fmla="*/ 119640 h 1321259"/>
                <a:gd name="connsiteX6-133" fmla="*/ 456466 w 3076069"/>
                <a:gd name="connsiteY6-134" fmla="*/ 50617 h 1321259"/>
                <a:gd name="connsiteX7-135" fmla="*/ 1528577 w 3076069"/>
                <a:gd name="connsiteY7-136" fmla="*/ 501566 h 1321259"/>
                <a:gd name="connsiteX8-137" fmla="*/ 2623695 w 3076069"/>
                <a:gd name="connsiteY8-138" fmla="*/ 0 h 1321259"/>
                <a:gd name="connsiteX9-139" fmla="*/ 2927383 w 3076069"/>
                <a:gd name="connsiteY9-140" fmla="*/ 96632 h 1321259"/>
                <a:gd name="connsiteX10-141" fmla="*/ 2131352 w 3076069"/>
                <a:gd name="connsiteY10-142" fmla="*/ 432543 h 1321259"/>
                <a:gd name="connsiteX11-143" fmla="*/ 2292399 w 3076069"/>
                <a:gd name="connsiteY11-144" fmla="*/ 920305 h 1321259"/>
                <a:gd name="connsiteX12-145" fmla="*/ 3076069 w 3076069"/>
                <a:gd name="connsiteY12-146" fmla="*/ 1228607 h 1321259"/>
                <a:gd name="connsiteX13-147" fmla="*/ 2808172 w 3076069"/>
                <a:gd name="connsiteY13-148" fmla="*/ 1316375 h 1321259"/>
                <a:gd name="connsiteX14-149" fmla="*/ 1537780 w 3076069"/>
                <a:gd name="connsiteY14-150" fmla="*/ 750825 h 13212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169" name="Freeform 168"/>
            <p:cNvSpPr/>
            <p:nvPr/>
          </p:nvSpPr>
          <p:spPr bwMode="auto">
            <a:xfrm>
              <a:off x="2104115" y="1633867"/>
              <a:ext cx="660136" cy="109902"/>
            </a:xfrm>
            <a:custGeom>
              <a:avLst/>
              <a:gdLst>
                <a:gd name="T0" fmla="*/ 0 w 3723451"/>
                <a:gd name="T1" fmla="*/ 26887 h 932950"/>
                <a:gd name="T2" fmla="*/ 116156 w 3723451"/>
                <a:gd name="T3" fmla="*/ 317 h 932950"/>
                <a:gd name="T4" fmla="*/ 329014 w 3723451"/>
                <a:gd name="T5" fmla="*/ 61322 h 932950"/>
                <a:gd name="T6" fmla="*/ 532082 w 3723451"/>
                <a:gd name="T7" fmla="*/ 0 h 932950"/>
                <a:gd name="T8" fmla="*/ 660136 w 3723451"/>
                <a:gd name="T9" fmla="*/ 24402 h 932950"/>
                <a:gd name="T10" fmla="*/ 564865 w 3723451"/>
                <a:gd name="T11" fmla="*/ 54409 h 932950"/>
                <a:gd name="T12" fmla="*/ 534191 w 3723451"/>
                <a:gd name="T13" fmla="*/ 46319 h 932950"/>
                <a:gd name="T14" fmla="*/ 332754 w 3723451"/>
                <a:gd name="T15" fmla="*/ 109902 h 932950"/>
                <a:gd name="T16" fmla="*/ 126163 w 3723451"/>
                <a:gd name="T17" fmla="*/ 48658 h 932950"/>
                <a:gd name="T18" fmla="*/ 92761 w 3723451"/>
                <a:gd name="T19" fmla="*/ 55268 h 932950"/>
                <a:gd name="T20" fmla="*/ 0 w 3723451"/>
                <a:gd name="T21" fmla="*/ 26887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170" name="Freeform 169"/>
            <p:cNvSpPr/>
            <p:nvPr/>
          </p:nvSpPr>
          <p:spPr bwMode="auto">
            <a:xfrm>
              <a:off x="2539088" y="1728068"/>
              <a:ext cx="240515" cy="95946"/>
            </a:xfrm>
            <a:custGeom>
              <a:avLst/>
              <a:gdLst>
                <a:gd name="T0" fmla="*/ 0 w 1366596"/>
                <a:gd name="T1" fmla="*/ 0 h 809868"/>
                <a:gd name="T2" fmla="*/ 240515 w 1366596"/>
                <a:gd name="T3" fmla="*/ 74140 h 809868"/>
                <a:gd name="T4" fmla="*/ 152245 w 1366596"/>
                <a:gd name="T5" fmla="*/ 95946 h 809868"/>
                <a:gd name="T6" fmla="*/ 810 w 1366596"/>
                <a:gd name="T7" fmla="*/ 50699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171" name="Freeform 170"/>
            <p:cNvSpPr/>
            <p:nvPr/>
          </p:nvSpPr>
          <p:spPr bwMode="auto">
            <a:xfrm>
              <a:off x="2091322" y="1729813"/>
              <a:ext cx="237955" cy="97690"/>
            </a:xfrm>
            <a:custGeom>
              <a:avLst/>
              <a:gdLst>
                <a:gd name="T0" fmla="*/ 234707 w 1348191"/>
                <a:gd name="T1" fmla="*/ 0 h 791462"/>
                <a:gd name="T2" fmla="*/ 237955 w 1348191"/>
                <a:gd name="T3" fmla="*/ 47141 h 791462"/>
                <a:gd name="T4" fmla="*/ 86086 w 1348191"/>
                <a:gd name="T5" fmla="*/ 97690 h 791462"/>
                <a:gd name="T6" fmla="*/ 0 w 1348191"/>
                <a:gd name="T7" fmla="*/ 75539 h 791462"/>
                <a:gd name="T8" fmla="*/ 234707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cxnSp>
          <p:nvCxnSpPr>
            <p:cNvPr id="172" name="Straight Connector 171"/>
            <p:cNvCxnSpPr>
              <a:cxnSpLocks noChangeShapeType="1"/>
              <a:endCxn id="167" idx="2"/>
            </p:cNvCxnSpPr>
            <p:nvPr/>
          </p:nvCxnSpPr>
          <p:spPr bwMode="auto">
            <a:xfrm flipH="1" flipV="1">
              <a:off x="1871277" y="1736791"/>
              <a:ext cx="2558" cy="123857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3" name="Straight Connector 172"/>
            <p:cNvCxnSpPr>
              <a:cxnSpLocks noChangeShapeType="1"/>
            </p:cNvCxnSpPr>
            <p:nvPr/>
          </p:nvCxnSpPr>
          <p:spPr bwMode="auto">
            <a:xfrm flipH="1" flipV="1">
              <a:off x="2997090" y="1735046"/>
              <a:ext cx="2558" cy="122113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85392" name="Group 7"/>
          <p:cNvGrpSpPr/>
          <p:nvPr/>
        </p:nvGrpSpPr>
        <p:grpSpPr>
          <a:xfrm>
            <a:off x="5086350" y="2403475"/>
            <a:ext cx="700088" cy="398463"/>
            <a:chOff x="1871277" y="1576300"/>
            <a:chExt cx="1128371" cy="437861"/>
          </a:xfrm>
        </p:grpSpPr>
        <p:sp>
          <p:nvSpPr>
            <p:cNvPr id="175" name="Oval 174"/>
            <p:cNvSpPr>
              <a:spLocks noChangeArrowheads="1"/>
            </p:cNvSpPr>
            <p:nvPr/>
          </p:nvSpPr>
          <p:spPr bwMode="auto">
            <a:xfrm flipV="1">
              <a:off x="1873836" y="1694924"/>
              <a:ext cx="1125812" cy="319237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176" name="Rectangle 175"/>
            <p:cNvSpPr/>
            <p:nvPr/>
          </p:nvSpPr>
          <p:spPr bwMode="auto">
            <a:xfrm>
              <a:off x="1871277" y="1740280"/>
              <a:ext cx="1128371" cy="115135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177" name="Oval 176"/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812" cy="319237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178" name="Freeform 177"/>
            <p:cNvSpPr/>
            <p:nvPr/>
          </p:nvSpPr>
          <p:spPr bwMode="auto">
            <a:xfrm>
              <a:off x="2160407" y="1673990"/>
              <a:ext cx="547554" cy="160491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-1" fmla="*/ 1486231 w 2944854"/>
                <a:gd name="connsiteY0-2" fmla="*/ 727041 h 1316375"/>
                <a:gd name="connsiteX1-3" fmla="*/ 257675 w 2944854"/>
                <a:gd name="connsiteY1-4" fmla="*/ 1302232 h 1316375"/>
                <a:gd name="connsiteX2-5" fmla="*/ 0 w 2944854"/>
                <a:gd name="connsiteY2-6" fmla="*/ 1228607 h 1316375"/>
                <a:gd name="connsiteX3-7" fmla="*/ 911064 w 2944854"/>
                <a:gd name="connsiteY3-8" fmla="*/ 837478 h 1316375"/>
                <a:gd name="connsiteX4-9" fmla="*/ 883456 w 2944854"/>
                <a:gd name="connsiteY4-10" fmla="*/ 450949 h 1316375"/>
                <a:gd name="connsiteX5-11" fmla="*/ 161047 w 2944854"/>
                <a:gd name="connsiteY5-12" fmla="*/ 119640 h 1316375"/>
                <a:gd name="connsiteX6-13" fmla="*/ 404917 w 2944854"/>
                <a:gd name="connsiteY6-14" fmla="*/ 50617 h 1316375"/>
                <a:gd name="connsiteX7-15" fmla="*/ 1477028 w 2944854"/>
                <a:gd name="connsiteY7-16" fmla="*/ 501566 h 1316375"/>
                <a:gd name="connsiteX8-17" fmla="*/ 2572146 w 2944854"/>
                <a:gd name="connsiteY8-18" fmla="*/ 0 h 1316375"/>
                <a:gd name="connsiteX9-19" fmla="*/ 2875834 w 2944854"/>
                <a:gd name="connsiteY9-20" fmla="*/ 96632 h 1316375"/>
                <a:gd name="connsiteX10-21" fmla="*/ 2079803 w 2944854"/>
                <a:gd name="connsiteY10-22" fmla="*/ 432543 h 1316375"/>
                <a:gd name="connsiteX11-23" fmla="*/ 2240850 w 2944854"/>
                <a:gd name="connsiteY11-24" fmla="*/ 920305 h 1316375"/>
                <a:gd name="connsiteX12-25" fmla="*/ 2944854 w 2944854"/>
                <a:gd name="connsiteY12-26" fmla="*/ 1228607 h 1316375"/>
                <a:gd name="connsiteX13-27" fmla="*/ 2756623 w 2944854"/>
                <a:gd name="connsiteY13-28" fmla="*/ 1316375 h 1316375"/>
                <a:gd name="connsiteX14-29" fmla="*/ 1486231 w 2944854"/>
                <a:gd name="connsiteY14-30" fmla="*/ 727041 h 1316375"/>
                <a:gd name="connsiteX0-31" fmla="*/ 1486231 w 3024520"/>
                <a:gd name="connsiteY0-32" fmla="*/ 727041 h 1316375"/>
                <a:gd name="connsiteX1-33" fmla="*/ 257675 w 3024520"/>
                <a:gd name="connsiteY1-34" fmla="*/ 1302232 h 1316375"/>
                <a:gd name="connsiteX2-35" fmla="*/ 0 w 3024520"/>
                <a:gd name="connsiteY2-36" fmla="*/ 1228607 h 1316375"/>
                <a:gd name="connsiteX3-37" fmla="*/ 911064 w 3024520"/>
                <a:gd name="connsiteY3-38" fmla="*/ 837478 h 1316375"/>
                <a:gd name="connsiteX4-39" fmla="*/ 883456 w 3024520"/>
                <a:gd name="connsiteY4-40" fmla="*/ 450949 h 1316375"/>
                <a:gd name="connsiteX5-41" fmla="*/ 161047 w 3024520"/>
                <a:gd name="connsiteY5-42" fmla="*/ 119640 h 1316375"/>
                <a:gd name="connsiteX6-43" fmla="*/ 404917 w 3024520"/>
                <a:gd name="connsiteY6-44" fmla="*/ 50617 h 1316375"/>
                <a:gd name="connsiteX7-45" fmla="*/ 1477028 w 3024520"/>
                <a:gd name="connsiteY7-46" fmla="*/ 501566 h 1316375"/>
                <a:gd name="connsiteX8-47" fmla="*/ 2572146 w 3024520"/>
                <a:gd name="connsiteY8-48" fmla="*/ 0 h 1316375"/>
                <a:gd name="connsiteX9-49" fmla="*/ 2875834 w 3024520"/>
                <a:gd name="connsiteY9-50" fmla="*/ 96632 h 1316375"/>
                <a:gd name="connsiteX10-51" fmla="*/ 2079803 w 3024520"/>
                <a:gd name="connsiteY10-52" fmla="*/ 432543 h 1316375"/>
                <a:gd name="connsiteX11-53" fmla="*/ 2240850 w 3024520"/>
                <a:gd name="connsiteY11-54" fmla="*/ 920305 h 1316375"/>
                <a:gd name="connsiteX12-55" fmla="*/ 3024520 w 3024520"/>
                <a:gd name="connsiteY12-56" fmla="*/ 1228607 h 1316375"/>
                <a:gd name="connsiteX13-57" fmla="*/ 2756623 w 3024520"/>
                <a:gd name="connsiteY13-58" fmla="*/ 1316375 h 1316375"/>
                <a:gd name="connsiteX14-59" fmla="*/ 1486231 w 3024520"/>
                <a:gd name="connsiteY14-60" fmla="*/ 727041 h 1316375"/>
                <a:gd name="connsiteX0-61" fmla="*/ 1537780 w 3076069"/>
                <a:gd name="connsiteY0-62" fmla="*/ 727041 h 1316375"/>
                <a:gd name="connsiteX1-63" fmla="*/ 309224 w 3076069"/>
                <a:gd name="connsiteY1-64" fmla="*/ 1302232 h 1316375"/>
                <a:gd name="connsiteX2-65" fmla="*/ 0 w 3076069"/>
                <a:gd name="connsiteY2-66" fmla="*/ 1228607 h 1316375"/>
                <a:gd name="connsiteX3-67" fmla="*/ 962613 w 3076069"/>
                <a:gd name="connsiteY3-68" fmla="*/ 837478 h 1316375"/>
                <a:gd name="connsiteX4-69" fmla="*/ 935005 w 3076069"/>
                <a:gd name="connsiteY4-70" fmla="*/ 450949 h 1316375"/>
                <a:gd name="connsiteX5-71" fmla="*/ 212596 w 3076069"/>
                <a:gd name="connsiteY5-72" fmla="*/ 119640 h 1316375"/>
                <a:gd name="connsiteX6-73" fmla="*/ 456466 w 3076069"/>
                <a:gd name="connsiteY6-74" fmla="*/ 50617 h 1316375"/>
                <a:gd name="connsiteX7-75" fmla="*/ 1528577 w 3076069"/>
                <a:gd name="connsiteY7-76" fmla="*/ 501566 h 1316375"/>
                <a:gd name="connsiteX8-77" fmla="*/ 2623695 w 3076069"/>
                <a:gd name="connsiteY8-78" fmla="*/ 0 h 1316375"/>
                <a:gd name="connsiteX9-79" fmla="*/ 2927383 w 3076069"/>
                <a:gd name="connsiteY9-80" fmla="*/ 96632 h 1316375"/>
                <a:gd name="connsiteX10-81" fmla="*/ 2131352 w 3076069"/>
                <a:gd name="connsiteY10-82" fmla="*/ 432543 h 1316375"/>
                <a:gd name="connsiteX11-83" fmla="*/ 2292399 w 3076069"/>
                <a:gd name="connsiteY11-84" fmla="*/ 920305 h 1316375"/>
                <a:gd name="connsiteX12-85" fmla="*/ 3076069 w 3076069"/>
                <a:gd name="connsiteY12-86" fmla="*/ 1228607 h 1316375"/>
                <a:gd name="connsiteX13-87" fmla="*/ 2808172 w 3076069"/>
                <a:gd name="connsiteY13-88" fmla="*/ 1316375 h 1316375"/>
                <a:gd name="connsiteX14-89" fmla="*/ 1537780 w 3076069"/>
                <a:gd name="connsiteY14-90" fmla="*/ 727041 h 1316375"/>
                <a:gd name="connsiteX0-91" fmla="*/ 1537780 w 3076069"/>
                <a:gd name="connsiteY0-92" fmla="*/ 727041 h 1321259"/>
                <a:gd name="connsiteX1-93" fmla="*/ 313981 w 3076069"/>
                <a:gd name="connsiteY1-94" fmla="*/ 1321259 h 1321259"/>
                <a:gd name="connsiteX2-95" fmla="*/ 0 w 3076069"/>
                <a:gd name="connsiteY2-96" fmla="*/ 1228607 h 1321259"/>
                <a:gd name="connsiteX3-97" fmla="*/ 962613 w 3076069"/>
                <a:gd name="connsiteY3-98" fmla="*/ 837478 h 1321259"/>
                <a:gd name="connsiteX4-99" fmla="*/ 935005 w 3076069"/>
                <a:gd name="connsiteY4-100" fmla="*/ 450949 h 1321259"/>
                <a:gd name="connsiteX5-101" fmla="*/ 212596 w 3076069"/>
                <a:gd name="connsiteY5-102" fmla="*/ 119640 h 1321259"/>
                <a:gd name="connsiteX6-103" fmla="*/ 456466 w 3076069"/>
                <a:gd name="connsiteY6-104" fmla="*/ 50617 h 1321259"/>
                <a:gd name="connsiteX7-105" fmla="*/ 1528577 w 3076069"/>
                <a:gd name="connsiteY7-106" fmla="*/ 501566 h 1321259"/>
                <a:gd name="connsiteX8-107" fmla="*/ 2623695 w 3076069"/>
                <a:gd name="connsiteY8-108" fmla="*/ 0 h 1321259"/>
                <a:gd name="connsiteX9-109" fmla="*/ 2927383 w 3076069"/>
                <a:gd name="connsiteY9-110" fmla="*/ 96632 h 1321259"/>
                <a:gd name="connsiteX10-111" fmla="*/ 2131352 w 3076069"/>
                <a:gd name="connsiteY10-112" fmla="*/ 432543 h 1321259"/>
                <a:gd name="connsiteX11-113" fmla="*/ 2292399 w 3076069"/>
                <a:gd name="connsiteY11-114" fmla="*/ 920305 h 1321259"/>
                <a:gd name="connsiteX12-115" fmla="*/ 3076069 w 3076069"/>
                <a:gd name="connsiteY12-116" fmla="*/ 1228607 h 1321259"/>
                <a:gd name="connsiteX13-117" fmla="*/ 2808172 w 3076069"/>
                <a:gd name="connsiteY13-118" fmla="*/ 1316375 h 1321259"/>
                <a:gd name="connsiteX14-119" fmla="*/ 1537780 w 3076069"/>
                <a:gd name="connsiteY14-120" fmla="*/ 727041 h 1321259"/>
                <a:gd name="connsiteX0-121" fmla="*/ 1537780 w 3076069"/>
                <a:gd name="connsiteY0-122" fmla="*/ 750825 h 1321259"/>
                <a:gd name="connsiteX1-123" fmla="*/ 313981 w 3076069"/>
                <a:gd name="connsiteY1-124" fmla="*/ 1321259 h 1321259"/>
                <a:gd name="connsiteX2-125" fmla="*/ 0 w 3076069"/>
                <a:gd name="connsiteY2-126" fmla="*/ 1228607 h 1321259"/>
                <a:gd name="connsiteX3-127" fmla="*/ 962613 w 3076069"/>
                <a:gd name="connsiteY3-128" fmla="*/ 837478 h 1321259"/>
                <a:gd name="connsiteX4-129" fmla="*/ 935005 w 3076069"/>
                <a:gd name="connsiteY4-130" fmla="*/ 450949 h 1321259"/>
                <a:gd name="connsiteX5-131" fmla="*/ 212596 w 3076069"/>
                <a:gd name="connsiteY5-132" fmla="*/ 119640 h 1321259"/>
                <a:gd name="connsiteX6-133" fmla="*/ 456466 w 3076069"/>
                <a:gd name="connsiteY6-134" fmla="*/ 50617 h 1321259"/>
                <a:gd name="connsiteX7-135" fmla="*/ 1528577 w 3076069"/>
                <a:gd name="connsiteY7-136" fmla="*/ 501566 h 1321259"/>
                <a:gd name="connsiteX8-137" fmla="*/ 2623695 w 3076069"/>
                <a:gd name="connsiteY8-138" fmla="*/ 0 h 1321259"/>
                <a:gd name="connsiteX9-139" fmla="*/ 2927383 w 3076069"/>
                <a:gd name="connsiteY9-140" fmla="*/ 96632 h 1321259"/>
                <a:gd name="connsiteX10-141" fmla="*/ 2131352 w 3076069"/>
                <a:gd name="connsiteY10-142" fmla="*/ 432543 h 1321259"/>
                <a:gd name="connsiteX11-143" fmla="*/ 2292399 w 3076069"/>
                <a:gd name="connsiteY11-144" fmla="*/ 920305 h 1321259"/>
                <a:gd name="connsiteX12-145" fmla="*/ 3076069 w 3076069"/>
                <a:gd name="connsiteY12-146" fmla="*/ 1228607 h 1321259"/>
                <a:gd name="connsiteX13-147" fmla="*/ 2808172 w 3076069"/>
                <a:gd name="connsiteY13-148" fmla="*/ 1316375 h 1321259"/>
                <a:gd name="connsiteX14-149" fmla="*/ 1537780 w 3076069"/>
                <a:gd name="connsiteY14-150" fmla="*/ 750825 h 13212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179" name="Freeform 178"/>
            <p:cNvSpPr/>
            <p:nvPr/>
          </p:nvSpPr>
          <p:spPr bwMode="auto">
            <a:xfrm>
              <a:off x="2104116" y="1633868"/>
              <a:ext cx="660135" cy="109901"/>
            </a:xfrm>
            <a:custGeom>
              <a:avLst/>
              <a:gdLst>
                <a:gd name="T0" fmla="*/ 0 w 3723451"/>
                <a:gd name="T1" fmla="*/ 26887 h 932950"/>
                <a:gd name="T2" fmla="*/ 116156 w 3723451"/>
                <a:gd name="T3" fmla="*/ 317 h 932950"/>
                <a:gd name="T4" fmla="*/ 329013 w 3723451"/>
                <a:gd name="T5" fmla="*/ 61322 h 932950"/>
                <a:gd name="T6" fmla="*/ 532082 w 3723451"/>
                <a:gd name="T7" fmla="*/ 0 h 932950"/>
                <a:gd name="T8" fmla="*/ 660135 w 3723451"/>
                <a:gd name="T9" fmla="*/ 24402 h 932950"/>
                <a:gd name="T10" fmla="*/ 564864 w 3723451"/>
                <a:gd name="T11" fmla="*/ 54409 h 932950"/>
                <a:gd name="T12" fmla="*/ 534190 w 3723451"/>
                <a:gd name="T13" fmla="*/ 46319 h 932950"/>
                <a:gd name="T14" fmla="*/ 332753 w 3723451"/>
                <a:gd name="T15" fmla="*/ 109901 h 932950"/>
                <a:gd name="T16" fmla="*/ 126163 w 3723451"/>
                <a:gd name="T17" fmla="*/ 48658 h 932950"/>
                <a:gd name="T18" fmla="*/ 92761 w 3723451"/>
                <a:gd name="T19" fmla="*/ 55267 h 932950"/>
                <a:gd name="T20" fmla="*/ 0 w 3723451"/>
                <a:gd name="T21" fmla="*/ 26887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180" name="Freeform 179"/>
            <p:cNvSpPr/>
            <p:nvPr/>
          </p:nvSpPr>
          <p:spPr bwMode="auto">
            <a:xfrm>
              <a:off x="2539089" y="1728069"/>
              <a:ext cx="240514" cy="95945"/>
            </a:xfrm>
            <a:custGeom>
              <a:avLst/>
              <a:gdLst>
                <a:gd name="T0" fmla="*/ 0 w 1366596"/>
                <a:gd name="T1" fmla="*/ 0 h 809868"/>
                <a:gd name="T2" fmla="*/ 240514 w 1366596"/>
                <a:gd name="T3" fmla="*/ 74139 h 809868"/>
                <a:gd name="T4" fmla="*/ 152244 w 1366596"/>
                <a:gd name="T5" fmla="*/ 95945 h 809868"/>
                <a:gd name="T6" fmla="*/ 810 w 1366596"/>
                <a:gd name="T7" fmla="*/ 50698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sp>
          <p:nvSpPr>
            <p:cNvPr id="181" name="Freeform 180"/>
            <p:cNvSpPr/>
            <p:nvPr/>
          </p:nvSpPr>
          <p:spPr bwMode="auto">
            <a:xfrm>
              <a:off x="2091322" y="1729813"/>
              <a:ext cx="237956" cy="97690"/>
            </a:xfrm>
            <a:custGeom>
              <a:avLst/>
              <a:gdLst>
                <a:gd name="T0" fmla="*/ 234708 w 1348191"/>
                <a:gd name="T1" fmla="*/ 0 h 791462"/>
                <a:gd name="T2" fmla="*/ 237956 w 1348191"/>
                <a:gd name="T3" fmla="*/ 47141 h 791462"/>
                <a:gd name="T4" fmla="*/ 86087 w 1348191"/>
                <a:gd name="T5" fmla="*/ 97690 h 791462"/>
                <a:gd name="T6" fmla="*/ 0 w 1348191"/>
                <a:gd name="T7" fmla="*/ 75539 h 791462"/>
                <a:gd name="T8" fmla="*/ 234708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  <a:sym typeface="Comic Sans MS" panose="030F0702030302020204" pitchFamily="66" charset="0"/>
              </a:endParaRPr>
            </a:p>
          </p:txBody>
        </p:sp>
        <p:cxnSp>
          <p:nvCxnSpPr>
            <p:cNvPr id="182" name="Straight Connector 181"/>
            <p:cNvCxnSpPr>
              <a:cxnSpLocks noChangeShapeType="1"/>
              <a:endCxn id="177" idx="2"/>
            </p:cNvCxnSpPr>
            <p:nvPr/>
          </p:nvCxnSpPr>
          <p:spPr bwMode="auto">
            <a:xfrm flipH="1" flipV="1">
              <a:off x="1871277" y="1736791"/>
              <a:ext cx="2559" cy="123857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3" name="Straight Connector 182"/>
            <p:cNvCxnSpPr>
              <a:cxnSpLocks noChangeShapeType="1"/>
            </p:cNvCxnSpPr>
            <p:nvPr/>
          </p:nvCxnSpPr>
          <p:spPr bwMode="auto">
            <a:xfrm flipH="1" flipV="1">
              <a:off x="2997089" y="1735047"/>
              <a:ext cx="2559" cy="122112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85393" name="Group 88"/>
          <p:cNvGrpSpPr/>
          <p:nvPr/>
        </p:nvGrpSpPr>
        <p:grpSpPr>
          <a:xfrm>
            <a:off x="6540500" y="1862138"/>
            <a:ext cx="1270000" cy="1482725"/>
            <a:chOff x="5418667" y="1587500"/>
            <a:chExt cx="1270000" cy="1481667"/>
          </a:xfrm>
        </p:grpSpPr>
        <p:grpSp>
          <p:nvGrpSpPr>
            <p:cNvPr id="185395" name="Group 79"/>
            <p:cNvGrpSpPr/>
            <p:nvPr/>
          </p:nvGrpSpPr>
          <p:grpSpPr>
            <a:xfrm>
              <a:off x="5440087" y="1742411"/>
              <a:ext cx="1135510" cy="1163369"/>
              <a:chOff x="5440087" y="1742411"/>
              <a:chExt cx="1135510" cy="1163369"/>
            </a:xfrm>
          </p:grpSpPr>
          <p:grpSp>
            <p:nvGrpSpPr>
              <p:cNvPr id="185397" name="Group 950"/>
              <p:cNvGrpSpPr/>
              <p:nvPr/>
            </p:nvGrpSpPr>
            <p:grpSpPr>
              <a:xfrm>
                <a:off x="5838397" y="2273382"/>
                <a:ext cx="350328" cy="632398"/>
                <a:chOff x="4140" y="429"/>
                <a:chExt cx="1425" cy="2396"/>
              </a:xfrm>
            </p:grpSpPr>
            <p:sp>
              <p:nvSpPr>
                <p:cNvPr id="185400" name="Freeform 951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avLst/>
                  <a:gdLst>
                    <a:gd name="txL" fmla="*/ 0 w 354"/>
                    <a:gd name="txT" fmla="*/ 0 h 2742"/>
                    <a:gd name="txR" fmla="*/ 354 w 354"/>
                    <a:gd name="txB" fmla="*/ 2742 h 2742"/>
                  </a:gdLst>
                  <a:ahLst/>
                  <a:cxnLst>
                    <a:cxn ang="0">
                      <a:pos x="2" y="0"/>
                    </a:cxn>
                    <a:cxn ang="0">
                      <a:pos x="4" y="9"/>
                    </a:cxn>
                    <a:cxn ang="0">
                      <a:pos x="4" y="69"/>
                    </a:cxn>
                    <a:cxn ang="0">
                      <a:pos x="0" y="72"/>
                    </a:cxn>
                    <a:cxn ang="0">
                      <a:pos x="2" y="0"/>
                    </a:cxn>
                  </a:cxnLst>
                  <a:rect l="txL" t="txT" r="txR" b="txB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>
                        <a:alpha val="100000"/>
                      </a:srgbClr>
                    </a:gs>
                    <a:gs pos="100000">
                      <a:srgbClr val="333333">
                        <a:alpha val="100000"/>
                      </a:srgbClr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5401" name="Rectangle 952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85402" name="Freeform 953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avLst/>
                  <a:gdLst>
                    <a:gd name="txL" fmla="*/ 0 w 211"/>
                    <a:gd name="txT" fmla="*/ 0 h 2537"/>
                    <a:gd name="txR" fmla="*/ 211 w 211"/>
                    <a:gd name="txB" fmla="*/ 2537 h 2537"/>
                  </a:gdLst>
                  <a:ahLst/>
                  <a:cxnLst>
                    <a:cxn ang="0">
                      <a:pos x="2" y="0"/>
                    </a:cxn>
                    <a:cxn ang="0">
                      <a:pos x="2" y="7"/>
                    </a:cxn>
                    <a:cxn ang="0">
                      <a:pos x="2" y="65"/>
                    </a:cxn>
                    <a:cxn ang="0">
                      <a:pos x="2" y="0"/>
                    </a:cxn>
                  </a:cxnLst>
                  <a:rect l="txL" t="txT" r="txR" b="txB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>
                        <a:alpha val="100000"/>
                      </a:srgbClr>
                    </a:gs>
                    <a:gs pos="100000">
                      <a:srgbClr val="F8F8F8">
                        <a:alpha val="100000"/>
                      </a:srgbClr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5403" name="Freeform 954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avLst/>
                  <a:gdLst>
                    <a:gd name="txL" fmla="*/ 0 w 328"/>
                    <a:gd name="txT" fmla="*/ 0 h 226"/>
                    <a:gd name="txR" fmla="*/ 328 w 328"/>
                    <a:gd name="txB" fmla="*/ 226 h 226"/>
                  </a:gdLst>
                  <a:ahLst/>
                  <a:cxnLst>
                    <a:cxn ang="0">
                      <a:pos x="2" y="0"/>
                    </a:cxn>
                    <a:cxn ang="0">
                      <a:pos x="4" y="4"/>
                    </a:cxn>
                    <a:cxn ang="0">
                      <a:pos x="4" y="7"/>
                    </a:cxn>
                    <a:cxn ang="0">
                      <a:pos x="0" y="3"/>
                    </a:cxn>
                    <a:cxn ang="0">
                      <a:pos x="2" y="0"/>
                    </a:cxn>
                  </a:cxnLst>
                  <a:rect l="txL" t="txT" r="txR" b="txB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>
                        <a:alpha val="100000"/>
                      </a:srgbClr>
                    </a:gs>
                    <a:gs pos="100000">
                      <a:srgbClr val="808080">
                        <a:alpha val="100000"/>
                      </a:srgbClr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5404" name="Rectangle 955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grpSp>
              <p:nvGrpSpPr>
                <p:cNvPr id="185405" name="Group 956"/>
                <p:cNvGrpSpPr/>
                <p:nvPr/>
              </p:nvGrpSpPr>
              <p:grpSpPr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85430" name="AutoShape 957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 w="9525">
                    <a:noFill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  <p:sp>
                <p:nvSpPr>
                  <p:cNvPr id="185431" name="AutoShape 958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  <a:tileRect/>
                  </a:gradFill>
                  <a:ln w="9525">
                    <a:noFill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</p:grpSp>
            <p:sp>
              <p:nvSpPr>
                <p:cNvPr id="185406" name="Rectangle 959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grpSp>
              <p:nvGrpSpPr>
                <p:cNvPr id="185407" name="Group 960"/>
                <p:cNvGrpSpPr/>
                <p:nvPr/>
              </p:nvGrpSpPr>
              <p:grpSpPr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85428" name="AutoShape 961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 w="9525">
                    <a:noFill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  <p:sp>
                <p:nvSpPr>
                  <p:cNvPr id="185429" name="AutoShape 962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  <a:tileRect/>
                  </a:gradFill>
                  <a:ln w="9525">
                    <a:noFill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</p:grpSp>
            <p:sp>
              <p:nvSpPr>
                <p:cNvPr id="185408" name="Rectangle 963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85409" name="Rectangle 964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grpSp>
              <p:nvGrpSpPr>
                <p:cNvPr id="185410" name="Group 965"/>
                <p:cNvGrpSpPr/>
                <p:nvPr/>
              </p:nvGrpSpPr>
              <p:grpSpPr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85426" name="AutoShape 966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 w="9525">
                    <a:noFill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  <p:sp>
                <p:nvSpPr>
                  <p:cNvPr id="185427" name="AutoShape 967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  <a:tileRect/>
                  </a:gradFill>
                  <a:ln w="9525">
                    <a:noFill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</p:grpSp>
            <p:sp>
              <p:nvSpPr>
                <p:cNvPr id="185411" name="Freeform 968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avLst/>
                  <a:gdLst>
                    <a:gd name="txL" fmla="*/ 0 w 328"/>
                    <a:gd name="txT" fmla="*/ 0 h 226"/>
                    <a:gd name="txR" fmla="*/ 328 w 328"/>
                    <a:gd name="txB" fmla="*/ 226 h 226"/>
                  </a:gdLst>
                  <a:ahLst/>
                  <a:cxnLst>
                    <a:cxn ang="0">
                      <a:pos x="2" y="0"/>
                    </a:cxn>
                    <a:cxn ang="0">
                      <a:pos x="4" y="3"/>
                    </a:cxn>
                    <a:cxn ang="0">
                      <a:pos x="4" y="6"/>
                    </a:cxn>
                    <a:cxn ang="0">
                      <a:pos x="0" y="2"/>
                    </a:cxn>
                    <a:cxn ang="0">
                      <a:pos x="2" y="0"/>
                    </a:cxn>
                  </a:cxnLst>
                  <a:rect l="txL" t="txT" r="txR" b="txB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>
                        <a:alpha val="100000"/>
                      </a:srgbClr>
                    </a:gs>
                    <a:gs pos="100000">
                      <a:srgbClr val="808080">
                        <a:alpha val="100000"/>
                      </a:srgbClr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185412" name="Group 969"/>
                <p:cNvGrpSpPr/>
                <p:nvPr/>
              </p:nvGrpSpPr>
              <p:grpSpPr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85424" name="AutoShape 970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 w="9525">
                    <a:noFill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  <p:sp>
                <p:nvSpPr>
                  <p:cNvPr id="185425" name="AutoShape 971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  <a:tileRect/>
                  </a:gradFill>
                  <a:ln w="9525">
                    <a:noFill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688975" indent="-231775" algn="l" rtl="0" eaLnBrk="0" fontAlgn="base" hangingPunct="0">
                      <a:lnSpc>
                        <a:spcPct val="8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/>
                        <a:ea typeface="MS PGothic" panose="020B0600070205080204" pitchFamily="34" charset="-128"/>
                        <a:cs typeface="Gill Sans MT" panose="020B0502020104020203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/>
                        <a:ea typeface="Gill Sans MT" panose="020B0502020104020203" pitchFamily="34" charset="0"/>
                        <a:cs typeface="Gill Sans MT" panose="020B0502020104020203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Gill Sans MT" panose="020B0502020104020203" pitchFamily="34" charset="0"/>
                        <a:cs typeface="Gill Sans MT" panose="020B0502020104020203" pitchFamily="34" charset="0"/>
                      </a:defRPr>
                    </a:lvl5pPr>
                  </a:lstStyle>
                  <a:p>
                    <a:pPr marL="0" lvl="0" indent="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 dirty="0">
                      <a:latin typeface="Comic Sans MS" panose="030F0702030302020204" pitchFamily="66" charset="0"/>
                      <a:ea typeface="微软雅黑" panose="020B0503020204020204" pitchFamily="34" charset="-122"/>
                      <a:sym typeface="Comic Sans MS" panose="030F0702030302020204" pitchFamily="66" charset="0"/>
                    </a:endParaRPr>
                  </a:p>
                </p:txBody>
              </p:sp>
            </p:grpSp>
            <p:sp>
              <p:nvSpPr>
                <p:cNvPr id="185413" name="Rectangle 972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85414" name="Freeform 973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avLst/>
                  <a:gdLst>
                    <a:gd name="txL" fmla="*/ 0 w 296"/>
                    <a:gd name="txT" fmla="*/ 0 h 256"/>
                    <a:gd name="txR" fmla="*/ 296 w 296"/>
                    <a:gd name="txB" fmla="*/ 256 h 256"/>
                  </a:gdLst>
                  <a:ahLst/>
                  <a:cxnLst>
                    <a:cxn ang="0">
                      <a:pos x="2" y="0"/>
                    </a:cxn>
                    <a:cxn ang="0">
                      <a:pos x="4" y="3"/>
                    </a:cxn>
                    <a:cxn ang="0">
                      <a:pos x="4" y="6"/>
                    </a:cxn>
                    <a:cxn ang="0">
                      <a:pos x="0" y="2"/>
                    </a:cxn>
                    <a:cxn ang="0">
                      <a:pos x="2" y="0"/>
                    </a:cxn>
                  </a:cxnLst>
                  <a:rect l="txL" t="txT" r="txR" b="txB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>
                        <a:alpha val="100000"/>
                      </a:srgbClr>
                    </a:gs>
                    <a:gs pos="100000">
                      <a:srgbClr val="808080">
                        <a:alpha val="100000"/>
                      </a:srgbClr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5415" name="Freeform 974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avLst/>
                  <a:gdLst>
                    <a:gd name="txL" fmla="*/ 0 w 304"/>
                    <a:gd name="txT" fmla="*/ 0 h 288"/>
                    <a:gd name="txR" fmla="*/ 304 w 304"/>
                    <a:gd name="txB" fmla="*/ 288 h 288"/>
                  </a:gdLst>
                  <a:ahLst/>
                  <a:cxnLst>
                    <a:cxn ang="0">
                      <a:pos x="0" y="0"/>
                    </a:cxn>
                    <a:cxn ang="0">
                      <a:pos x="4" y="5"/>
                    </a:cxn>
                    <a:cxn ang="0">
                      <a:pos x="3" y="8"/>
                    </a:cxn>
                    <a:cxn ang="0">
                      <a:pos x="2" y="3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>
                        <a:alpha val="100000"/>
                      </a:srgbClr>
                    </a:gs>
                    <a:gs pos="100000">
                      <a:srgbClr val="808080">
                        <a:alpha val="100000"/>
                      </a:srgbClr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5416" name="Oval 975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85417" name="Freeform 976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avLst/>
                  <a:gdLst>
                    <a:gd name="txL" fmla="*/ 0 w 306"/>
                    <a:gd name="txT" fmla="*/ 0 h 240"/>
                    <a:gd name="txR" fmla="*/ 306 w 306"/>
                    <a:gd name="txB" fmla="*/ 240 h 240"/>
                  </a:gdLst>
                  <a:ahLst/>
                  <a:cxnLst>
                    <a:cxn ang="0">
                      <a:pos x="0" y="3"/>
                    </a:cxn>
                    <a:cxn ang="0">
                      <a:pos x="2" y="7"/>
                    </a:cxn>
                    <a:cxn ang="0">
                      <a:pos x="4" y="3"/>
                    </a:cxn>
                    <a:cxn ang="0">
                      <a:pos x="4" y="0"/>
                    </a:cxn>
                    <a:cxn ang="0">
                      <a:pos x="0" y="3"/>
                    </a:cxn>
                  </a:cxnLst>
                  <a:rect l="txL" t="txT" r="txR" b="txB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5418" name="AutoShape 977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85419" name="AutoShape 978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85420" name="Oval 979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85421" name="Oval 980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solidFill>
                      <a:srgbClr val="FF0000"/>
                    </a:solidFill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85422" name="Oval 981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  <p:sp>
              <p:nvSpPr>
                <p:cNvPr id="185423" name="Rectangle 982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688975" indent="-231775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/>
                      <a:ea typeface="MS PGothic" panose="020B0600070205080204" pitchFamily="34" charset="-128"/>
                      <a:cs typeface="Gill Sans MT" panose="020B0502020104020203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/>
                      <a:ea typeface="Gill Sans MT" panose="020B0502020104020203" pitchFamily="34" charset="0"/>
                      <a:cs typeface="Gill Sans MT" panose="020B0502020104020203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Gill Sans MT" panose="020B0502020104020203" pitchFamily="34" charset="0"/>
                      <a:cs typeface="Gill Sans MT" panose="020B0502020104020203" pitchFamily="34" charset="0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endParaRPr>
                </a:p>
              </p:txBody>
            </p:sp>
          </p:grpSp>
          <p:pic>
            <p:nvPicPr>
              <p:cNvPr id="185398" name="Picture 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40087" y="1742411"/>
                <a:ext cx="1039824" cy="30970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85399" name="TextBox 149"/>
              <p:cNvSpPr txBox="1"/>
              <p:nvPr/>
            </p:nvSpPr>
            <p:spPr>
              <a:xfrm>
                <a:off x="5558972" y="1947149"/>
                <a:ext cx="1016625" cy="58435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/>
                    <a:ea typeface="MS PGothic" panose="020B0600070205080204" pitchFamily="34" charset="-128"/>
                    <a:cs typeface="Gill Sans MT" panose="020B0502020104020203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/>
                    <a:ea typeface="Gill Sans MT" panose="020B0502020104020203" pitchFamily="34" charset="0"/>
                    <a:cs typeface="Gill Sans MT" panose="020B0502020104020203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Gill Sans MT" panose="020B0502020104020203" pitchFamily="34" charset="0"/>
                    <a:cs typeface="Gill Sans MT" panose="020B0502020104020203" pitchFamily="34" charset="0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dirty="0">
                    <a:latin typeface="Comic Sans MS" panose="030F0702030302020204" pitchFamily="66" charset="0"/>
                    <a:ea typeface="微软雅黑" panose="020B0503020204020204" pitchFamily="34" charset="-122"/>
                    <a:sym typeface="Comic Sans MS" panose="030F0702030302020204" pitchFamily="66" charset="0"/>
                  </a:rPr>
                  <a:t>controller</a:t>
                </a:r>
                <a:endParaRPr lang="en-US" altLang="zh-CN" sz="14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dirty="0">
                  <a:latin typeface="Comic Sans MS" panose="030F0702030302020204" pitchFamily="66" charset="0"/>
                  <a:ea typeface="微软雅黑" panose="020B0503020204020204" pitchFamily="34" charset="-122"/>
                  <a:sym typeface="Comic Sans MS" panose="030F0702030302020204" pitchFamily="66" charset="0"/>
                </a:endParaRPr>
              </a:p>
            </p:txBody>
          </p:sp>
        </p:grpSp>
        <p:sp>
          <p:nvSpPr>
            <p:cNvPr id="185396" name="Rectangle 82"/>
            <p:cNvSpPr/>
            <p:nvPr/>
          </p:nvSpPr>
          <p:spPr>
            <a:xfrm>
              <a:off x="5418667" y="1587500"/>
              <a:ext cx="1270000" cy="1481667"/>
            </a:xfrm>
            <a:prstGeom prst="rect">
              <a:avLst/>
            </a:prstGeom>
            <a:solidFill>
              <a:schemeClr val="bg1">
                <a:alpha val="65881"/>
              </a:schemeClr>
            </a:solidFill>
            <a:ln w="9525">
              <a:noFill/>
            </a:ln>
          </p:spPr>
          <p:txBody>
            <a:bodyPr wrap="none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/>
                  <a:ea typeface="MS PGothic" panose="020B0600070205080204" pitchFamily="34" charset="-128"/>
                  <a:cs typeface="Gill Sans MT" panose="020B0502020104020203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Gill Sans MT" panose="020B0502020104020203"/>
                  <a:ea typeface="Gill Sans MT" panose="020B0502020104020203" pitchFamily="34" charset="0"/>
                  <a:cs typeface="Gill Sans MT" panose="020B0502020104020203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185394" name="TextBox 211"/>
          <p:cNvSpPr txBox="1"/>
          <p:nvPr/>
        </p:nvSpPr>
        <p:spPr>
          <a:xfrm>
            <a:off x="7132638" y="317500"/>
            <a:ext cx="4267200" cy="18875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Example: </a:t>
            </a: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datagrams from hosts h5 and h6 should be sent to h3 or h4, via s1 and from there to s2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7394" name="Rectangle 2"/>
          <p:cNvSpPr/>
          <p:nvPr/>
        </p:nvSpPr>
        <p:spPr>
          <a:xfrm>
            <a:off x="2057400" y="228600"/>
            <a:ext cx="7772400" cy="8001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Chapter 4: </a:t>
            </a:r>
            <a:r>
              <a:rPr lang="en-US" altLang="zh-CN" sz="3600" b="1" i="1" dirty="0">
                <a:solidFill>
                  <a:srgbClr val="000099"/>
                </a:solidFill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done!</a:t>
            </a:r>
            <a:endParaRPr lang="en-US" altLang="zh-CN" sz="3600" b="1" i="1" dirty="0">
              <a:solidFill>
                <a:srgbClr val="000099"/>
              </a:solidFill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pic>
        <p:nvPicPr>
          <p:cNvPr id="187395" name="Picture 8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2090738" y="1055688"/>
            <a:ext cx="4113212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7396" name="Content Placeholder 1"/>
          <p:cNvSpPr>
            <a:spLocks noGrp="1"/>
          </p:cNvSpPr>
          <p:nvPr>
            <p:ph sz="half" idx="1"/>
          </p:nvPr>
        </p:nvSpPr>
        <p:spPr>
          <a:xfrm>
            <a:off x="6096000" y="3225800"/>
            <a:ext cx="5354638" cy="2928938"/>
          </a:xfrm>
          <a:ln/>
        </p:spPr>
        <p:txBody>
          <a:bodyPr vert="horz" wrap="square" lIns="91440" tIns="45720" rIns="91440" bIns="45720" anchor="t" anchorCtr="0"/>
          <a:p>
            <a:pPr marL="0" indent="0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Question: </a:t>
            </a: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how do forwarding tables (destination-based forwarding) or flow tables (generalized forwarding) computed?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 b="1" i="1" dirty="0">
                <a:solidFill>
                  <a:srgbClr val="CC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Answer: </a:t>
            </a:r>
            <a:r>
              <a:rPr lang="en-US" altLang="zh-CN" sz="2000" b="1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by the control plane (next chapter)</a:t>
            </a:r>
            <a:endParaRPr lang="en-US" altLang="zh-CN" sz="2000" b="1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87397" name="Rectangle 3"/>
          <p:cNvSpPr txBox="1"/>
          <p:nvPr/>
        </p:nvSpPr>
        <p:spPr>
          <a:xfrm>
            <a:off x="582613" y="1600200"/>
            <a:ext cx="5354637" cy="4648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342900" lvl="0" indent="-34290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4.1 Overview of Network layer: data plane and control plane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342900" lvl="0" indent="-34290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4.2 What</a:t>
            </a:r>
            <a:r>
              <a:rPr lang="ja-JP" altLang="en-US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’</a:t>
            </a:r>
            <a:r>
              <a:rPr lang="en-US" altLang="ja-JP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s inside a router</a:t>
            </a:r>
            <a:endParaRPr lang="en-US" altLang="ja-JP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342900" lvl="0" indent="-34290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4.3 IP: Internet Protocol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688975" lvl="1" indent="-231775"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datagram format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688975" lvl="1" indent="-231775"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fragmentation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688975" lvl="1" indent="-231775"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IPv4 addressing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688975" lvl="1" indent="-231775"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NAT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688975" lvl="1" indent="-231775"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IPv6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87398" name="Rectangle 4"/>
          <p:cNvSpPr txBox="1"/>
          <p:nvPr/>
        </p:nvSpPr>
        <p:spPr>
          <a:xfrm>
            <a:off x="6096000" y="1193800"/>
            <a:ext cx="5513388" cy="23796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/>
                <a:ea typeface="MS PGothic" panose="020B0600070205080204" pitchFamily="34" charset="-128"/>
                <a:cs typeface="Gill Sans MT" panose="020B0502020104020203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 panose="020B0502020104020203"/>
                <a:ea typeface="Gill Sans MT" panose="020B0502020104020203" pitchFamily="34" charset="0"/>
                <a:cs typeface="Gill Sans MT" panose="020B0502020104020203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ill Sans MT" panose="020B0502020104020203" pitchFamily="34" charset="0"/>
                <a:cs typeface="Gill Sans MT" panose="020B0502020104020203" pitchFamily="34" charset="0"/>
              </a:defRPr>
            </a:lvl5pPr>
          </a:lstStyle>
          <a:p>
            <a:pPr marL="342900" lvl="0" indent="-34290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4.4 Generalized Forward and SDN</a:t>
            </a:r>
            <a:endParaRPr lang="en-US" altLang="zh-CN" sz="2400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688975" lvl="1" indent="-231775"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match plus action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  <a:p>
            <a:pPr marL="688975" lvl="1" indent="-231775"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  <a:sym typeface="Comic Sans MS" panose="030F0702030302020204" pitchFamily="66" charset="0"/>
              </a:rPr>
              <a:t>OpenFlow example</a:t>
            </a:r>
            <a:endParaRPr lang="en-US" altLang="zh-CN" b="1" dirty="0">
              <a:latin typeface="Comic Sans MS" panose="030F0702030302020204" pitchFamily="66" charset="0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187399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9980613" y="6475413"/>
            <a:ext cx="561975" cy="273050"/>
          </a:xfrm>
          <a:ln/>
        </p:spPr>
        <p:txBody>
          <a:bodyPr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4-</a:t>
            </a:r>
            <a:fld id="{9A0DB2DC-4C9A-4742-B13C-FB6460FD3503}" type="slidenum"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</a:fld>
            <a:endParaRPr lang="en-US" altLang="zh-CN" sz="1200" dirty="0"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  <p:sp>
        <p:nvSpPr>
          <p:cNvPr id="187400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7899400" y="6475413"/>
            <a:ext cx="2178050" cy="241300"/>
          </a:xfrm>
          <a:ln>
            <a:noFill/>
          </a:ln>
        </p:spPr>
        <p:txBody>
          <a:bodyPr/>
          <a:p>
            <a:pPr marL="0" indent="0"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MS PGothic" panose="020B0600070205080204" pitchFamily="34" charset="-128"/>
                <a:sym typeface="Comic Sans MS" panose="030F0702030302020204" pitchFamily="66" charset="0"/>
              </a:rPr>
              <a:t>Network Layer: Data Plane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MS PGothic" panose="020B0600070205080204" pitchFamily="34" charset="-128"/>
              <a:sym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38479</Words>
  <Application>WPS 演示</Application>
  <PresentationFormat>宽屏</PresentationFormat>
  <Paragraphs>3272</Paragraphs>
  <Slides>102</Slides>
  <Notes>71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20</vt:i4>
      </vt:variant>
      <vt:variant>
        <vt:lpstr>幻灯片标题</vt:lpstr>
      </vt:variant>
      <vt:variant>
        <vt:i4>102</vt:i4>
      </vt:variant>
    </vt:vector>
  </HeadingPairs>
  <TitlesOfParts>
    <vt:vector size="141" baseType="lpstr">
      <vt:lpstr>Arial</vt:lpstr>
      <vt:lpstr>宋体</vt:lpstr>
      <vt:lpstr>Wingdings</vt:lpstr>
      <vt:lpstr>MS PGothic</vt:lpstr>
      <vt:lpstr>Gill Sans MT</vt:lpstr>
      <vt:lpstr>Times New Roman</vt:lpstr>
      <vt:lpstr>Tahoma</vt:lpstr>
      <vt:lpstr>Comic Sans MS</vt:lpstr>
      <vt:lpstr>微软雅黑</vt:lpstr>
      <vt:lpstr>ZapfDingbats</vt:lpstr>
      <vt:lpstr>Calibri</vt:lpstr>
      <vt:lpstr>Gill Sans MT</vt:lpstr>
      <vt:lpstr>ZapfDingbats</vt:lpstr>
      <vt:lpstr>Wingdings</vt:lpstr>
      <vt:lpstr>Arial</vt:lpstr>
      <vt:lpstr>Arial Unicode MS</vt:lpstr>
      <vt:lpstr>Default Design</vt:lpstr>
      <vt:lpstr>1_Default Design</vt:lpstr>
      <vt:lpstr>2_Default Design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Edition: Chapter 4</dc:title>
  <dc:creator>Jim Kurose and Keith Ross</dc:creator>
  <cp:lastModifiedBy>dell</cp:lastModifiedBy>
  <cp:revision>415</cp:revision>
  <dcterms:created xsi:type="dcterms:W3CDTF">1999-10-08T19:08:27Z</dcterms:created>
  <dcterms:modified xsi:type="dcterms:W3CDTF">2024-11-13T06:39:08Z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BD2F6EFF841D4DCE8C3675BA177391D5</vt:lpwstr>
  </property>
  <property fmtid="{D5CDD505-2E9C-101B-9397-08002B2CF9AE}" pid="3" name="KSOProductBuildVer">
    <vt:lpwstr>2052-11.8.2.12094</vt:lpwstr>
  </property>
</Properties>
</file>